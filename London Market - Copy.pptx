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 id="2147483866" r:id="rId5"/>
    <p:sldMasterId id="2147483838" r:id="rId6"/>
    <p:sldMasterId id="2147483887" r:id="rId7"/>
  </p:sldMasterIdLst>
  <p:notesMasterIdLst>
    <p:notesMasterId r:id="rId38"/>
  </p:notesMasterIdLst>
  <p:handoutMasterIdLst>
    <p:handoutMasterId r:id="rId39"/>
  </p:handoutMasterIdLst>
  <p:sldIdLst>
    <p:sldId id="446" r:id="rId8"/>
    <p:sldId id="256" r:id="rId9"/>
    <p:sldId id="415" r:id="rId10"/>
    <p:sldId id="407" r:id="rId11"/>
    <p:sldId id="414" r:id="rId12"/>
    <p:sldId id="411" r:id="rId13"/>
    <p:sldId id="412" r:id="rId14"/>
    <p:sldId id="409" r:id="rId15"/>
    <p:sldId id="434" r:id="rId16"/>
    <p:sldId id="410" r:id="rId17"/>
    <p:sldId id="408" r:id="rId18"/>
    <p:sldId id="436" r:id="rId19"/>
    <p:sldId id="437" r:id="rId20"/>
    <p:sldId id="423" r:id="rId21"/>
    <p:sldId id="432" r:id="rId22"/>
    <p:sldId id="428" r:id="rId23"/>
    <p:sldId id="433" r:id="rId24"/>
    <p:sldId id="263" r:id="rId25"/>
    <p:sldId id="261" r:id="rId26"/>
    <p:sldId id="413" r:id="rId27"/>
    <p:sldId id="264" r:id="rId28"/>
    <p:sldId id="421" r:id="rId29"/>
    <p:sldId id="422" r:id="rId30"/>
    <p:sldId id="444" r:id="rId31"/>
    <p:sldId id="265" r:id="rId32"/>
    <p:sldId id="445" r:id="rId33"/>
    <p:sldId id="419" r:id="rId34"/>
    <p:sldId id="417" r:id="rId35"/>
    <p:sldId id="443" r:id="rId36"/>
    <p:sldId id="442" r:id="rId37"/>
  </p:sldIdLst>
  <p:sldSz cx="12192000" cy="6858000"/>
  <p:notesSz cx="7104063" cy="10234613"/>
  <p:custDataLst>
    <p:tags r:id="rId4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249A1C-D928-4AC0-A77C-65440B7A141B}">
          <p14:sldIdLst>
            <p14:sldId id="446"/>
            <p14:sldId id="256"/>
          </p14:sldIdLst>
        </p14:section>
        <p14:section name="Lloyds" id="{A45D3F3B-CE5A-41D9-A1AF-AFB3C20C59E3}">
          <p14:sldIdLst>
            <p14:sldId id="415"/>
            <p14:sldId id="407"/>
            <p14:sldId id="414"/>
            <p14:sldId id="411"/>
            <p14:sldId id="412"/>
            <p14:sldId id="409"/>
            <p14:sldId id="434"/>
            <p14:sldId id="410"/>
            <p14:sldId id="408"/>
            <p14:sldId id="436"/>
            <p14:sldId id="437"/>
          </p14:sldIdLst>
        </p14:section>
        <p14:section name="Lloyds Brokers" id="{FDF08154-96E8-4C80-8FFF-A284041C75F3}">
          <p14:sldIdLst>
            <p14:sldId id="423"/>
            <p14:sldId id="432"/>
            <p14:sldId id="428"/>
            <p14:sldId id="433"/>
            <p14:sldId id="263"/>
            <p14:sldId id="261"/>
          </p14:sldIdLst>
        </p14:section>
        <p14:section name="London Corporate Market" id="{CE90FD7A-1E84-4874-B9D7-E60C6F123CAD}">
          <p14:sldIdLst>
            <p14:sldId id="413"/>
            <p14:sldId id="264"/>
            <p14:sldId id="421"/>
            <p14:sldId id="422"/>
          </p14:sldIdLst>
        </p14:section>
        <p14:section name="Appendix" id="{36613D02-51D7-4961-BF4A-B74C6F3C46A2}">
          <p14:sldIdLst>
            <p14:sldId id="444"/>
            <p14:sldId id="265"/>
            <p14:sldId id="445"/>
            <p14:sldId id="419"/>
            <p14:sldId id="417"/>
            <p14:sldId id="443"/>
            <p14:sldId id="442"/>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AD"/>
    <a:srgbClr val="EEB500"/>
    <a:srgbClr val="FF7E83"/>
    <a:srgbClr val="2B0A3D"/>
    <a:srgbClr val="00C37B"/>
    <a:srgbClr val="95E616"/>
    <a:srgbClr val="4701A7"/>
    <a:srgbClr val="FF6327"/>
    <a:srgbClr val="01D1D0"/>
    <a:srgbClr val="E6E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421" autoAdjust="0"/>
  </p:normalViewPr>
  <p:slideViewPr>
    <p:cSldViewPr snapToGrid="0">
      <p:cViewPr varScale="1">
        <p:scale>
          <a:sx n="42" d="100"/>
          <a:sy n="42" d="100"/>
        </p:scale>
        <p:origin x="1219" y="48"/>
      </p:cViewPr>
      <p:guideLst>
        <p:guide orient="horz" pos="2341"/>
        <p:guide pos="3659"/>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3078427" cy="513508"/>
          </a:xfrm>
          <a:prstGeom prst="rect">
            <a:avLst/>
          </a:prstGeom>
        </p:spPr>
        <p:txBody>
          <a:bodyPr vert="horz" lIns="96661" tIns="48331" rIns="96661" bIns="48331" rtlCol="0"/>
          <a:lstStyle>
            <a:lvl1pPr algn="l">
              <a:defRPr sz="1300"/>
            </a:lvl1pPr>
          </a:lstStyle>
          <a:p>
            <a:endParaRPr lang="pt-PT" sz="10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4023992" y="0"/>
            <a:ext cx="3078427" cy="513508"/>
          </a:xfrm>
          <a:prstGeom prst="rect">
            <a:avLst/>
          </a:prstGeom>
        </p:spPr>
        <p:txBody>
          <a:bodyPr vert="horz" lIns="96661" tIns="48331" rIns="96661" bIns="48331" rtlCol="0"/>
          <a:lstStyle>
            <a:lvl1pPr algn="r">
              <a:defRPr sz="1300"/>
            </a:lvl1pPr>
          </a:lstStyle>
          <a:p>
            <a:fld id="{86C988DC-9DE3-4390-97AB-D61B85DACE57}" type="datetimeFigureOut">
              <a:rPr lang="pt-PT" sz="1000"/>
              <a:pPr/>
              <a:t>18/09/2026</a:t>
            </a:fld>
            <a:endParaRPr lang="pt-PT" sz="10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721106"/>
            <a:ext cx="3078427" cy="513507"/>
          </a:xfrm>
          <a:prstGeom prst="rect">
            <a:avLst/>
          </a:prstGeom>
        </p:spPr>
        <p:txBody>
          <a:bodyPr vert="horz" lIns="96661" tIns="48331" rIns="96661" bIns="48331" rtlCol="0" anchor="b"/>
          <a:lstStyle>
            <a:lvl1pPr algn="l">
              <a:defRPr sz="1300"/>
            </a:lvl1pPr>
          </a:lstStyle>
          <a:p>
            <a:endParaRPr lang="pt-PT" sz="10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4023992" y="9721106"/>
            <a:ext cx="3078427" cy="513507"/>
          </a:xfrm>
          <a:prstGeom prst="rect">
            <a:avLst/>
          </a:prstGeom>
        </p:spPr>
        <p:txBody>
          <a:bodyPr vert="horz" lIns="96661" tIns="48331" rIns="96661" bIns="48331" rtlCol="0" anchor="b"/>
          <a:lstStyle>
            <a:lvl1pPr algn="r">
              <a:defRPr sz="1300"/>
            </a:lvl1pPr>
          </a:lstStyle>
          <a:p>
            <a:fld id="{2F190BF9-40D8-49B5-87EF-599BB2C7EE93}" type="slidenum">
              <a:rPr lang="pt-PT" sz="1000"/>
              <a:pPr/>
              <a:t>‹#›</a:t>
            </a:fld>
            <a:endParaRPr lang="pt-PT" sz="10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3078427" cy="513508"/>
          </a:xfrm>
          <a:prstGeom prst="rect">
            <a:avLst/>
          </a:prstGeom>
        </p:spPr>
        <p:txBody>
          <a:bodyPr vert="horz" lIns="96661" tIns="48331" rIns="96661" bIns="48331" rtlCol="0"/>
          <a:lstStyle>
            <a:lvl1pPr algn="l">
              <a:defRPr sz="1000"/>
            </a:lvl1pPr>
          </a:lstStyle>
          <a:p>
            <a:endParaRPr lang="pt-BR"/>
          </a:p>
        </p:txBody>
      </p:sp>
      <p:sp>
        <p:nvSpPr>
          <p:cNvPr id="3" name="Marcador de Posição da Data 2"/>
          <p:cNvSpPr>
            <a:spLocks noGrp="1"/>
          </p:cNvSpPr>
          <p:nvPr>
            <p:ph type="dt" idx="1"/>
          </p:nvPr>
        </p:nvSpPr>
        <p:spPr>
          <a:xfrm>
            <a:off x="4023992" y="0"/>
            <a:ext cx="3078427" cy="513508"/>
          </a:xfrm>
          <a:prstGeom prst="rect">
            <a:avLst/>
          </a:prstGeom>
        </p:spPr>
        <p:txBody>
          <a:bodyPr vert="horz" lIns="96661" tIns="48331" rIns="96661" bIns="48331" rtlCol="0"/>
          <a:lstStyle>
            <a:lvl1pPr algn="r">
              <a:defRPr sz="1000"/>
            </a:lvl1pPr>
          </a:lstStyle>
          <a:p>
            <a:fld id="{0835B8F7-DAC4-4931-8AED-4356A8B2FD64}" type="datetimeFigureOut">
              <a:rPr lang="pt-BR" smtClean="0"/>
              <a:pPr/>
              <a:t>18/09/2026</a:t>
            </a:fld>
            <a:endParaRPr lang="pt-BR"/>
          </a:p>
        </p:txBody>
      </p:sp>
      <p:sp>
        <p:nvSpPr>
          <p:cNvPr id="4" name="Marcador de Posição da Imagem do Diapositivo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6661" tIns="48331" rIns="96661" bIns="48331" rtlCol="0" anchor="ctr"/>
          <a:lstStyle/>
          <a:p>
            <a:endParaRPr lang="pt-BR"/>
          </a:p>
        </p:txBody>
      </p:sp>
      <p:sp>
        <p:nvSpPr>
          <p:cNvPr id="5" name="Marcador de Posição de Notas 4"/>
          <p:cNvSpPr>
            <a:spLocks noGrp="1"/>
          </p:cNvSpPr>
          <p:nvPr>
            <p:ph type="body" sz="quarter" idx="3"/>
          </p:nvPr>
        </p:nvSpPr>
        <p:spPr>
          <a:xfrm>
            <a:off x="710407" y="4925408"/>
            <a:ext cx="5683250" cy="4029879"/>
          </a:xfrm>
          <a:prstGeom prst="rect">
            <a:avLst/>
          </a:prstGeom>
        </p:spPr>
        <p:txBody>
          <a:bodyPr vert="horz" lIns="96661" tIns="48331" rIns="96661" bIns="48331" rtlCol="0"/>
          <a:lstStyle/>
          <a:p>
            <a:pPr lvl="0"/>
            <a:r>
              <a:rPr lang="pt-PT"/>
              <a:t>Insert comments</a:t>
            </a:r>
            <a:endParaRPr lang="pt-BR"/>
          </a:p>
        </p:txBody>
      </p:sp>
      <p:sp>
        <p:nvSpPr>
          <p:cNvPr id="6" name="Marcador de Posição do Rodapé 5"/>
          <p:cNvSpPr>
            <a:spLocks noGrp="1"/>
          </p:cNvSpPr>
          <p:nvPr>
            <p:ph type="ftr" sz="quarter" idx="4"/>
          </p:nvPr>
        </p:nvSpPr>
        <p:spPr>
          <a:xfrm>
            <a:off x="0" y="9721106"/>
            <a:ext cx="3078427" cy="513507"/>
          </a:xfrm>
          <a:prstGeom prst="rect">
            <a:avLst/>
          </a:prstGeom>
        </p:spPr>
        <p:txBody>
          <a:bodyPr vert="horz" lIns="96661" tIns="48331" rIns="96661" bIns="48331" rtlCol="0" anchor="b"/>
          <a:lstStyle>
            <a:lvl1pPr algn="l">
              <a:defRPr sz="1000"/>
            </a:lvl1pPr>
          </a:lstStyle>
          <a:p>
            <a:endParaRPr lang="pt-BR"/>
          </a:p>
        </p:txBody>
      </p:sp>
      <p:sp>
        <p:nvSpPr>
          <p:cNvPr id="7" name="Marcador de Posição do Número do Diapositivo 6"/>
          <p:cNvSpPr>
            <a:spLocks noGrp="1"/>
          </p:cNvSpPr>
          <p:nvPr>
            <p:ph type="sldNum" sz="quarter" idx="5"/>
          </p:nvPr>
        </p:nvSpPr>
        <p:spPr>
          <a:xfrm>
            <a:off x="4023992" y="9721106"/>
            <a:ext cx="3078427" cy="513507"/>
          </a:xfrm>
          <a:prstGeom prst="rect">
            <a:avLst/>
          </a:prstGeom>
        </p:spPr>
        <p:txBody>
          <a:bodyPr vert="horz" lIns="96661" tIns="48331" rIns="96661" bIns="48331" rtlCol="0" anchor="b"/>
          <a:lstStyle>
            <a:lvl1pPr algn="r">
              <a:defRPr sz="10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1363262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a:t>Lloyds and the London Market are specialist markets underwriting large commercial, marine, energy and other insurances.</a:t>
            </a:r>
          </a:p>
          <a:p>
            <a:r>
              <a:rPr lang="en-US"/>
              <a:t>Situated in the Square Mile with a focus on Lime Street, Fenchurch Street and Leadenhall Street it is a center for insurance.  The traditional placing process involves face to face negotiation so the close proximity of Lloyd’s and the London Underwriting Center to the London Market broking community facilitates the placing of large risks which are mainly done on a subscription basis – several syndicates and insurers need to accept the policy for the total values at risk to be covered.</a:t>
            </a:r>
          </a:p>
          <a:p>
            <a:r>
              <a:rPr lang="en-US"/>
              <a:t>There is another area of the London Insurance Market that we will not be covering as part of this presentation. Protection and Indemnity Clubs provide marine cover to shop owners and operators.</a:t>
            </a:r>
          </a:p>
          <a:p>
            <a:endParaRPr lang="en-US"/>
          </a:p>
        </p:txBody>
      </p:sp>
      <p:sp>
        <p:nvSpPr>
          <p:cNvPr id="4" name="Espace réservé du numéro de diapositive 3"/>
          <p:cNvSpPr>
            <a:spLocks noGrp="1"/>
          </p:cNvSpPr>
          <p:nvPr>
            <p:ph type="sldNum" sz="quarter" idx="10"/>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2026062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Many people see the Lloyd’s building and think of Lloyd’s as an insurer.  It’s not.  Lloyd’s is the oversight and management (by which I mean regulatory management) organisation of multiple insurance entities, or syndicates.  Think of </a:t>
            </a:r>
            <a:r>
              <a:rPr lang="en-GB" err="1"/>
              <a:t>Eastenders</a:t>
            </a:r>
            <a:r>
              <a:rPr lang="en-GB"/>
              <a:t> and the individual stalls in the street market.  So when people say “Insured at Lloyd’s” it’s not quite correct; the insurance is with one or more syndicates who are members of Lloyd’s.</a:t>
            </a:r>
          </a:p>
          <a:p>
            <a:endParaRPr lang="en-GB"/>
          </a:p>
          <a:p>
            <a:r>
              <a:rPr lang="en-GB"/>
              <a:t>We will introduce some terms that are specific to Lloyd’s in a couple of slides.  If you think about the market stall analogy then you have the managing agent who does the actual selling on the stall, the underwriters that set the prices and the names who provide the funds that are used to purchase the goods that are for sale on the stall.</a:t>
            </a:r>
          </a:p>
          <a:p>
            <a:endParaRPr lang="en-GB"/>
          </a:p>
          <a:p>
            <a:r>
              <a:rPr lang="en-GB"/>
              <a:t>Talk about some of the types of insurance provided. – see the 3</a:t>
            </a:r>
            <a:r>
              <a:rPr lang="en-GB" baseline="30000"/>
              <a:t>rd</a:t>
            </a:r>
            <a:r>
              <a:rPr lang="en-GB"/>
              <a:t> paragraph</a:t>
            </a:r>
          </a:p>
          <a:p>
            <a:r>
              <a:rPr lang="en-GB"/>
              <a:t>Aircraft at $150m each and x in a fleet.</a:t>
            </a:r>
          </a:p>
          <a:p>
            <a:endParaRPr lang="en-GB"/>
          </a:p>
          <a:p>
            <a:r>
              <a:rPr lang="en-GB"/>
              <a:t>Lloyd’s breadth of experience which is not available elsewhere.</a:t>
            </a:r>
          </a:p>
        </p:txBody>
      </p:sp>
      <p:sp>
        <p:nvSpPr>
          <p:cNvPr id="4" name="Slide Number Placeholder 3"/>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86460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 order to understand how Lloyd’s functions consider the flow of business and capital into the market.</a:t>
            </a:r>
          </a:p>
          <a:p>
            <a:pPr marL="241653" indent="-241653">
              <a:buAutoNum type="arabicParenR"/>
            </a:pPr>
            <a:r>
              <a:rPr lang="en-GB"/>
              <a:t>Policyholders will contact a broker, (I’ll explain what </a:t>
            </a:r>
            <a:r>
              <a:rPr lang="en-GB" err="1"/>
              <a:t>coverholders</a:t>
            </a:r>
            <a:r>
              <a:rPr lang="en-GB"/>
              <a:t> and service companies are later).</a:t>
            </a:r>
          </a:p>
          <a:p>
            <a:pPr marL="241653" indent="-241653">
              <a:buAutoNum type="arabicParenR"/>
            </a:pPr>
            <a:r>
              <a:rPr lang="en-GB"/>
              <a:t>The broker gathers information regarding the policyholder’s requirements and presents it to underwriters in the market.</a:t>
            </a:r>
          </a:p>
          <a:p>
            <a:pPr marL="241653" indent="-241653">
              <a:buAutoNum type="arabicParenR"/>
            </a:pPr>
            <a:r>
              <a:rPr lang="en-GB"/>
              <a:t>The underwriter will either accept or decline the risk and if accepting will indicate the percentage of the risk they are prepared to underwrite</a:t>
            </a:r>
          </a:p>
          <a:p>
            <a:pPr marL="241653" indent="-241653">
              <a:buAutoNum type="arabicParenR"/>
            </a:pPr>
            <a:r>
              <a:rPr lang="en-GB"/>
              <a:t>To support the underwriting of the policy, capital is required to back the risk presented.  That capital is provided by the members at Lloyd’s</a:t>
            </a:r>
          </a:p>
          <a:p>
            <a:pPr marL="241653" indent="-241653">
              <a:buAutoNum type="arabicParenR"/>
            </a:pPr>
            <a:r>
              <a:rPr lang="en-GB"/>
              <a:t>Originally all capital was provided by wealthy individuals known as “Names” but now capital can come from corporate bodies (Plc’s) or from non corporate bodies – individual members introduced via a members agent</a:t>
            </a:r>
          </a:p>
        </p:txBody>
      </p:sp>
      <p:sp>
        <p:nvSpPr>
          <p:cNvPr id="4" name="Slide Number Placeholder 3"/>
          <p:cNvSpPr>
            <a:spLocks noGrp="1"/>
          </p:cNvSpPr>
          <p:nvPr>
            <p:ph type="sldNum" sz="quarter" idx="5"/>
          </p:nvPr>
        </p:nvSpPr>
        <p:spPr/>
        <p:txBody>
          <a:bodyPr/>
          <a:lstStyle/>
          <a:p>
            <a:fld id="{C0696B5C-12A0-4042-B4D0-BD3B9A4F58C6}" type="slidenum">
              <a:rPr lang="pt-BR" smtClean="0"/>
              <a:pPr/>
              <a:t>5</a:t>
            </a:fld>
            <a:endParaRPr lang="pt-BR"/>
          </a:p>
        </p:txBody>
      </p:sp>
    </p:spTree>
    <p:extLst>
      <p:ext uri="{BB962C8B-B14F-4D97-AF65-F5344CB8AC3E}">
        <p14:creationId xmlns:p14="http://schemas.microsoft.com/office/powerpoint/2010/main" val="3672224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Key dates in Lloyd’s timeline</a:t>
            </a:r>
          </a:p>
          <a:p>
            <a:pPr marL="241653" indent="-241653">
              <a:buAutoNum type="arabicParenR"/>
            </a:pPr>
            <a:r>
              <a:rPr lang="en-GB" dirty="0"/>
              <a:t>1688 is the first known reference to the Lloyd’s coffee house.  Yes it all started over coffee and discussions between merchants regarding marine trading.  (East India company formed 1600. First US Colony 1607.)</a:t>
            </a:r>
          </a:p>
          <a:p>
            <a:pPr marL="241653" indent="-241653">
              <a:buAutoNum type="arabicParenR"/>
            </a:pPr>
            <a:r>
              <a:rPr lang="en-GB" dirty="0"/>
              <a:t>1750 saw the first reference to underwriting being recorded</a:t>
            </a:r>
          </a:p>
          <a:p>
            <a:pPr marL="241653" indent="-241653">
              <a:buAutoNum type="arabicParenR"/>
            </a:pPr>
            <a:r>
              <a:rPr lang="en-GB" dirty="0"/>
              <a:t>1773 John Julius </a:t>
            </a:r>
            <a:r>
              <a:rPr lang="en-GB" dirty="0" err="1"/>
              <a:t>Angerstein</a:t>
            </a:r>
            <a:r>
              <a:rPr lang="en-GB" dirty="0"/>
              <a:t> originated the concept of a “lead” underwriter setting a rate which others would then follow.  Still a major feature of the market today.</a:t>
            </a:r>
          </a:p>
          <a:p>
            <a:pPr marL="241653" indent="-241653">
              <a:buAutoNum type="arabicParenR"/>
            </a:pPr>
            <a:r>
              <a:rPr lang="en-GB" dirty="0"/>
              <a:t>The ability of a syndicate to accept risk is governed by the financial backing it can provide. In 1870 Frederick Marten invented the concept of large syndicates where 12-men provided financial backing rather than the usual 2 or 3.  This enabled Marten’s syndicate to write large lines than any other syndicate in Lloyd’s</a:t>
            </a:r>
          </a:p>
        </p:txBody>
      </p:sp>
      <p:sp>
        <p:nvSpPr>
          <p:cNvPr id="4" name="Slide Number Placeholder 3"/>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125277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1653" indent="-241653">
              <a:buAutoNum type="arabicParenR"/>
            </a:pPr>
            <a:r>
              <a:rPr lang="en-GB"/>
              <a:t>By 1902 a number of financial failures highlighted the lack of an audit process within Lloyd’s.  Following market meetings it was decided that audits would be introduced but it wasn’t until 1908 that it actually happened.  Change occurs at a slow pace in Lloyd’s because of the subscription nature of the market and the need to get market agreement.</a:t>
            </a:r>
          </a:p>
          <a:p>
            <a:pPr marL="241653" indent="-241653">
              <a:buAutoNum type="arabicParenR"/>
            </a:pPr>
            <a:r>
              <a:rPr lang="en-GB"/>
              <a:t>1903 saw the first delegated authority when Cuthbert Heath gave Alfred Schroder of Amsterdam delegated authority to write insurance on his behalf.  Delegated authority schemes now make up 40% of the premium income of the Lloyd's market</a:t>
            </a:r>
            <a:endParaRPr lang="en-GB">
              <a:ea typeface="Verdana"/>
              <a:cs typeface="Verdana"/>
            </a:endParaRPr>
          </a:p>
          <a:p>
            <a:pPr marL="241653" indent="-241653">
              <a:buAutoNum type="arabicParenR"/>
            </a:pPr>
            <a:r>
              <a:rPr lang="en-GB"/>
              <a:t>The 1980’s and 1990’s saw the market in turmoil.  Many of the types of covers offered were very risky and the change in the legal climate in the US saw liability claims for asbestos, pollution and heath hazards soar.  Coupled with disasters in the energy industry, the names suffered severe losses and bankruptcies almost bringing the market to a state of collapse</a:t>
            </a:r>
          </a:p>
          <a:p>
            <a:pPr marL="241653" indent="-241653">
              <a:buAutoNum type="arabicParenR"/>
            </a:pPr>
            <a:r>
              <a:rPr lang="en-GB"/>
              <a:t>Steps were taken to stabilise the market with the setting up of </a:t>
            </a:r>
            <a:r>
              <a:rPr lang="en-GB" err="1"/>
              <a:t>Equitas</a:t>
            </a:r>
            <a:r>
              <a:rPr lang="en-GB"/>
              <a:t> and reinsurance to close to ring fence old liabilities, but it was necessary for Lloyd’s to find new capital and in 1994 corporate members were admitted to Lloyd’s for the first time.  This saw the end of unlimited liability for Lloyd’s members.</a:t>
            </a:r>
          </a:p>
          <a:p>
            <a:pPr marL="241653" indent="-241653">
              <a:buAutoNum type="arabicParenR"/>
            </a:pPr>
            <a:r>
              <a:rPr lang="en-GB"/>
              <a:t>In order to improve underwriting results Realistic Disaster Scenario modelling was introduced in 2003.  Also in the same year the Franchise Board was formed to improve underwriting discipline and address under performing syndicates.</a:t>
            </a:r>
          </a:p>
        </p:txBody>
      </p:sp>
      <p:sp>
        <p:nvSpPr>
          <p:cNvPr id="4" name="Slide Number Placeholder 3"/>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1021932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Syndicates are the bodies that write the insurance and carry the risk.  They are formed by members (names or corporate capital) who provide the underwriting capital.  Prior to the market reconstruction in the 90’s a names liability was unlimited – Lloyd’s could take everything a name owned in order to cover losses.  </a:t>
            </a:r>
          </a:p>
          <a:p>
            <a:r>
              <a:rPr lang="en-GB" dirty="0"/>
              <a:t>We can see here the underwriting Room (The Room) at Lloyd’s and some of the boxes from which individual syndicates underwrite.  Prior to the current pandemic underwriters were only allowed to underwrite in The Room</a:t>
            </a:r>
          </a:p>
          <a:p>
            <a:r>
              <a:rPr lang="en-GB" dirty="0"/>
              <a:t>The number of syndicates at Lloyd’s has been declining.  Once there were 3-400 syndicates.  Now there are only 93.</a:t>
            </a:r>
          </a:p>
          <a:p>
            <a:endParaRPr lang="en-GB" dirty="0"/>
          </a:p>
          <a:p>
            <a:r>
              <a:rPr lang="en-GB" dirty="0"/>
              <a:t>It’s important to understand the difference between Syndicates and Managing Agents.  The Syndicate provides the capital and underwrites i.e. is responsible for paying losses on the risks accepted by the Syndicate.</a:t>
            </a:r>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3197207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role of the underwriter is a skilled job.</a:t>
            </a:r>
          </a:p>
          <a:p>
            <a:r>
              <a:rPr lang="en-GB" dirty="0"/>
              <a:t>Each syndicate will have a Lead Underwriter who has ultimate underwriting authority for the syndicate.</a:t>
            </a:r>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1161791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Managing Agents are companies that manage the day to day running of the Syndicate.  They employ the staff that do the underwriting, provide the systems that are required to support underwriting and manage the day to day running of the Syndicate.  </a:t>
            </a:r>
          </a:p>
          <a:p>
            <a:r>
              <a:rPr lang="en-GB" dirty="0"/>
              <a:t>They can Manage one or more Syndicates.  Typically if they manage more than one syndicate there is a relationship between the syndicates.  For example the same capital providers supporting both Syndicates but each Syndicate underwrites different classes of business.</a:t>
            </a:r>
          </a:p>
        </p:txBody>
      </p:sp>
      <p:sp>
        <p:nvSpPr>
          <p:cNvPr id="4" name="Slide Number Placeholder 3"/>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168264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Members provide the capital required to support the Syndicates underwriting operation.  These members can be corporate entities or individuals (Names).</a:t>
            </a:r>
          </a:p>
          <a:p>
            <a:r>
              <a:rPr lang="en-GB"/>
              <a:t>Names provided the original capital to the market and remember their liability was unlimited.  In the event of significant losses Lloyd’s could take all their assets until their liability was satisfied.  This caused significant hardship, bankruptcies and even suicides during the turmoil of the 80’s and 90’s.</a:t>
            </a:r>
          </a:p>
          <a:p>
            <a:r>
              <a:rPr lang="en-GB"/>
              <a:t>Now corporate capital forms the majority of the finance underpinning Lloyd’s.  Corporate capital enjoys limited liability as a result of which most names have moved their investment from personal investment to companies set up especially to facilitate individuals investing in Lloyd’s and gaining the benefits of limited liability.</a:t>
            </a:r>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67348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Coverholders are companies that the managing agent has authorised to underwrite business on their behalf via a delegated authority.  Typically referred to as “having the pen”.  Each </a:t>
            </a:r>
            <a:r>
              <a:rPr lang="en-GB" dirty="0" err="1"/>
              <a:t>coverholder</a:t>
            </a:r>
            <a:r>
              <a:rPr lang="en-GB" dirty="0"/>
              <a:t> requires authorisation with Lloyd’s and a binder agreement details the risks they are allowed to accept and the appropriate terms.  Coverholders notify the managing agent of the risks they have underwritten and the claims via a </a:t>
            </a:r>
            <a:r>
              <a:rPr lang="en-GB" dirty="0" err="1"/>
              <a:t>borderaux</a:t>
            </a:r>
            <a:r>
              <a:rPr lang="en-GB" dirty="0"/>
              <a:t>.</a:t>
            </a:r>
          </a:p>
          <a:p>
            <a:endParaRPr lang="en-GB" dirty="0"/>
          </a:p>
          <a:p>
            <a:r>
              <a:rPr lang="en-GB" dirty="0"/>
              <a:t>Service Companies are a bit like tied agents however they are owned by the managing agent.  They offer insurance contracts that are backed by the by the managing agent/Syndicate and only that managing agent.  They may offer specialist insurance that is not otherwise offered by the managing agent therefore providing the managing agent with a separate risk class outside it’s own activities.</a:t>
            </a:r>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2041280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Lloyd’s is a substantial insurance operation</a:t>
            </a:r>
          </a:p>
          <a:p>
            <a:r>
              <a:rPr lang="en-GB"/>
              <a:t>It’s 2019 premium income was £35.9billion and it made a profit of £2.5bn</a:t>
            </a:r>
          </a:p>
          <a:p>
            <a:r>
              <a:rPr lang="en-GB"/>
              <a:t>These are the aggregate figures for all syndicates operating within the market.  Individual syndicates will have made profits or losses individually in accordance with their own performance.</a:t>
            </a:r>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1681883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3129057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3349964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8641" lvl="1" indent="-288641">
              <a:lnSpc>
                <a:spcPct val="120000"/>
              </a:lnSpc>
              <a:spcBef>
                <a:spcPts val="634"/>
              </a:spcBef>
            </a:pPr>
            <a:r>
              <a:rPr lang="en-GB" sz="7600" b="1"/>
              <a:t>Using specialist market knowledge, act as intermediary between </a:t>
            </a:r>
            <a:r>
              <a:rPr lang="en-GB" sz="7600"/>
              <a:t>underwriters to:</a:t>
            </a:r>
          </a:p>
          <a:p>
            <a:pPr marL="0" lvl="1">
              <a:lnSpc>
                <a:spcPct val="120000"/>
              </a:lnSpc>
              <a:spcBef>
                <a:spcPts val="634"/>
              </a:spcBef>
              <a:spcAft>
                <a:spcPts val="634"/>
              </a:spcAft>
            </a:pPr>
            <a:r>
              <a:rPr lang="en-GB" sz="6800"/>
              <a:t>Negotiate insurance contracts to facilitate the risk transfer process between the policy holder and underwriters. </a:t>
            </a:r>
            <a:r>
              <a:rPr lang="en-GB" sz="6800" i="1"/>
              <a:t>For larger, complex risks, this can involve the placement of the risk with more than one underwriter </a:t>
            </a:r>
          </a:p>
          <a:p>
            <a:pPr marL="0" lvl="1">
              <a:lnSpc>
                <a:spcPct val="120000"/>
              </a:lnSpc>
              <a:spcBef>
                <a:spcPts val="634"/>
              </a:spcBef>
              <a:spcAft>
                <a:spcPts val="634"/>
              </a:spcAft>
            </a:pPr>
            <a:r>
              <a:rPr lang="en-GB" sz="6800"/>
              <a:t>Handle Accounting and payment transaction processing</a:t>
            </a:r>
          </a:p>
          <a:p>
            <a:pPr marL="288641" lvl="1" indent="-288641">
              <a:lnSpc>
                <a:spcPct val="120000"/>
              </a:lnSpc>
              <a:spcBef>
                <a:spcPts val="634"/>
              </a:spcBef>
            </a:pPr>
            <a:r>
              <a:rPr lang="en-GB" sz="6800" b="1" i="1"/>
              <a:t>Must meet their clients demands </a:t>
            </a:r>
            <a:r>
              <a:rPr lang="en-GB" sz="6800"/>
              <a:t>in finding tailored solutions with the best</a:t>
            </a:r>
            <a:br>
              <a:rPr lang="en-GB" sz="6800"/>
            </a:br>
            <a:r>
              <a:rPr lang="en-GB" sz="6800"/>
              <a:t>rates available from the market. </a:t>
            </a:r>
          </a:p>
          <a:p>
            <a:pPr marL="572248" lvl="2" indent="-288641">
              <a:lnSpc>
                <a:spcPct val="120000"/>
              </a:lnSpc>
              <a:spcBef>
                <a:spcPts val="634"/>
              </a:spcBef>
              <a:spcAft>
                <a:spcPts val="634"/>
              </a:spcAft>
            </a:pPr>
            <a:r>
              <a:rPr lang="en-GB" sz="5900"/>
              <a:t>In this role, it is common that the Broker develops new products and modifies existing </a:t>
            </a:r>
            <a:br>
              <a:rPr lang="en-GB" sz="5900"/>
            </a:br>
            <a:r>
              <a:rPr lang="en-GB" sz="5900"/>
              <a:t>products to meet their client's demand. </a:t>
            </a:r>
          </a:p>
          <a:p>
            <a:pPr marL="385974" lvl="1" indent="-291997">
              <a:lnSpc>
                <a:spcPct val="110000"/>
              </a:lnSpc>
              <a:spcBef>
                <a:spcPts val="634"/>
              </a:spcBef>
              <a:spcAft>
                <a:spcPts val="634"/>
              </a:spcAft>
            </a:pPr>
            <a:r>
              <a:rPr lang="en-GB" sz="6800" b="1"/>
              <a:t>Offer effective administration, </a:t>
            </a:r>
            <a:r>
              <a:rPr lang="en-GB" sz="6800"/>
              <a:t>excellent client service and have a wide spread</a:t>
            </a:r>
            <a:br>
              <a:rPr lang="en-GB" sz="6800"/>
            </a:br>
            <a:r>
              <a:rPr lang="en-GB" sz="6800"/>
              <a:t>of services to meet the client’s needs</a:t>
            </a:r>
            <a:r>
              <a:rPr lang="en-GB" sz="4500"/>
              <a:t>. </a:t>
            </a:r>
          </a:p>
          <a:p>
            <a:pPr marL="385974" lvl="1" indent="-291997">
              <a:lnSpc>
                <a:spcPct val="120000"/>
              </a:lnSpc>
              <a:spcBef>
                <a:spcPts val="634"/>
              </a:spcBef>
              <a:spcAft>
                <a:spcPts val="634"/>
              </a:spcAft>
            </a:pPr>
            <a:r>
              <a:rPr lang="en-GB" sz="6800" b="1"/>
              <a:t>Adapt to the changing business environment </a:t>
            </a:r>
            <a:r>
              <a:rPr lang="en-GB" sz="5900"/>
              <a:t>often extending services to their clients to include risk management advice, analytics, claims consulting, captive management, risk financing, along with insurer credit and financial strength ratings ascertained from external sources and their own business dealings. </a:t>
            </a:r>
          </a:p>
          <a:p>
            <a:pPr marL="583995" lvl="1" indent="-302066">
              <a:spcAft>
                <a:spcPts val="634"/>
              </a:spcAft>
            </a:pPr>
            <a:r>
              <a:rPr lang="en-GB" sz="5900"/>
              <a:t>One key service provided includes claims handling by brokers for the advice and claims settlement processes.</a:t>
            </a:r>
          </a:p>
          <a:p>
            <a:pPr marL="583995" lvl="1" indent="-302066">
              <a:lnSpc>
                <a:spcPct val="120000"/>
              </a:lnSpc>
              <a:spcAft>
                <a:spcPts val="634"/>
              </a:spcAft>
            </a:pPr>
            <a:r>
              <a:rPr lang="en-GB" sz="5900"/>
              <a:t>It was not unusual to see claims brokers walking round the market with suitcases of claims files to negotiate with individual underwriters.  </a:t>
            </a:r>
            <a:r>
              <a:rPr lang="en-GB" sz="5900" i="1"/>
              <a:t>This process has largely been replaced by ECF (Electronic Claim File).  </a:t>
            </a:r>
          </a:p>
          <a:p>
            <a:pPr marL="302066" indent="-302066">
              <a:spcAft>
                <a:spcPts val="634"/>
              </a:spcAft>
              <a:buFont typeface="Wingdings" panose="05000000000000000000" pitchFamily="2" charset="2"/>
              <a:buChar char="§"/>
            </a:pPr>
            <a:r>
              <a:rPr lang="en-GB" sz="6800" b="1" i="1"/>
              <a:t>Broker receives a commission or set fee </a:t>
            </a:r>
            <a:r>
              <a:rPr lang="en-GB" sz="6800"/>
              <a:t>based on the insurance premium as compensation for their work</a:t>
            </a:r>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960155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Client approaches Broker </a:t>
            </a:r>
            <a:r>
              <a:rPr lang="en-GB"/>
              <a:t>with enquiry for coverage</a:t>
            </a:r>
          </a:p>
          <a:p>
            <a:r>
              <a:rPr lang="en-GB" b="1"/>
              <a:t>Broker selects a lead Underwriter</a:t>
            </a:r>
            <a:r>
              <a:rPr lang="en-GB"/>
              <a:t> who is well respected among other underwriting companies and at Lloyd’s for the type of business they want to place.</a:t>
            </a:r>
          </a:p>
          <a:p>
            <a:r>
              <a:rPr lang="en-GB" b="1"/>
              <a:t>Lead Underwriter quotes the premium rate</a:t>
            </a:r>
            <a:r>
              <a:rPr lang="en-GB"/>
              <a:t> along with terms and conditions for coverage sought. </a:t>
            </a:r>
            <a:br>
              <a:rPr lang="en-GB"/>
            </a:br>
            <a:r>
              <a:rPr lang="en-GB" i="1"/>
              <a:t> - It is common that the lead Underwriter also assumes the largest portion of the risk.</a:t>
            </a:r>
          </a:p>
          <a:p>
            <a:r>
              <a:rPr lang="en-GB"/>
              <a:t>Broker returns to client for agreement of the conditions negotiated between the lead Underwriter and the Broker. </a:t>
            </a:r>
          </a:p>
          <a:p>
            <a:r>
              <a:rPr lang="en-GB" b="1"/>
              <a:t>With the client’s agreement to purchase coverage</a:t>
            </a:r>
            <a:r>
              <a:rPr lang="en-GB"/>
              <a:t>, the Broker presents the contract to other insurers for support until 100% of the cover is placed.</a:t>
            </a:r>
          </a:p>
          <a:p>
            <a:pPr defTabSz="966612">
              <a:defRPr/>
            </a:pPr>
            <a:r>
              <a:rPr lang="en-GB" sz="1000" i="1"/>
              <a:t>- The risk placement might be shared with other London markets companies, who have offices located within the square mile of Lloyd’s and other overseas markets. </a:t>
            </a:r>
          </a:p>
          <a:p>
            <a:pPr defTabSz="966612">
              <a:defRPr/>
            </a:pPr>
            <a:r>
              <a:rPr lang="en-GB" sz="1000" i="1"/>
              <a:t>- This usually occurs if risk is too large for a single market or there are difficulties in finding capacity for the agreed terms and conditions in London.</a:t>
            </a:r>
          </a:p>
          <a:p>
            <a:r>
              <a:rPr lang="en-GB" b="1"/>
              <a:t>When placing is completed the Broker produces </a:t>
            </a:r>
            <a:r>
              <a:rPr lang="en-GB"/>
              <a:t>the policies, invoices and accounting documentation. In addition to this the Broker also handles premium collection, endorsements for changes in the cover, claims handling and collection of claim payments and so on. </a:t>
            </a:r>
          </a:p>
          <a:p>
            <a:r>
              <a:rPr lang="en-GB"/>
              <a:t> - </a:t>
            </a:r>
            <a:r>
              <a:rPr lang="en-GB" i="1"/>
              <a:t>Alternative placing methods to the above are offered and would include underwriters quoting to a broker for their own share of the coverage being afforded to the client.</a:t>
            </a:r>
          </a:p>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1101184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1320873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Outside of Lloyd’s there is a significant presence of insurance companies willing to underwrite large commercial and international business.  Many of these companies are names that will be familiar as domestic insurers.  Having a separate London Market insurance company allows them to participate in the large commercial market whilst isolating their performance from the domestic operation.</a:t>
            </a:r>
          </a:p>
          <a:p>
            <a:r>
              <a:rPr lang="en-GB"/>
              <a:t>Since the opening of the Lloyd’s market to corporate investors and corporate owned syndicates, some companies now have operations both within Lloyd’s and in the London market – the London Underwriting Centre.  In this event the Lloyd’s presence generally supports the underwriting of specialist lines of business.</a:t>
            </a:r>
            <a:endParaRPr lang="en-GB">
              <a:ea typeface="Verdana"/>
              <a:cs typeface="Verdana"/>
            </a:endParaRPr>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577917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International Underwriting Association is the trade body for the London Market insurers.  Situate at One Minster Court they are within the same building as the London Underwriting Centre and are less than a mile from Lloyd’s.</a:t>
            </a:r>
          </a:p>
          <a:p>
            <a:endParaRPr lang="en-GB"/>
          </a:p>
          <a:p>
            <a:r>
              <a:rPr lang="en-GB"/>
              <a:t>Since there are many common back office functions that are similar to those at Lloyd’s (and are outsourced to the same company that Lloyd’s use) it’s important to have a trade body that can represent the market as a whole.</a:t>
            </a:r>
          </a:p>
          <a:p>
            <a:endParaRPr lang="en-GB"/>
          </a:p>
          <a:p>
            <a:r>
              <a:rPr lang="en-GB"/>
              <a:t>Interestingly the history of corporate underwriters getting together also dates back to a coffee house.  Back in the 1850’s senior members of the marine insurance companies had been getting together in the Jerusalem coffee house.  The Institute of London Underwriters was formed in 1884 and became the IUA with it’s merger with the London International Insurance and Reinsurance Market Association in 1998.</a:t>
            </a:r>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2690674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Current IUA Membership list.</a:t>
            </a:r>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35973279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2005032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29</a:t>
            </a:fld>
            <a:endParaRPr lang="pt-BR"/>
          </a:p>
        </p:txBody>
      </p:sp>
    </p:spTree>
    <p:extLst>
      <p:ext uri="{BB962C8B-B14F-4D97-AF65-F5344CB8AC3E}">
        <p14:creationId xmlns:p14="http://schemas.microsoft.com/office/powerpoint/2010/main" val="1951699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atin typeface="+mn-lt"/>
              </a:defRPr>
            </a:lvl1pPr>
            <a:lvl2pPr>
              <a:lnSpc>
                <a:spcPct val="100000"/>
              </a:lnSpc>
              <a:spcBef>
                <a:spcPts val="0"/>
              </a:spcBef>
              <a:defRPr sz="1600">
                <a:latin typeface="+mn-lt"/>
              </a:defRPr>
            </a:lvl2pPr>
            <a:lvl3pPr>
              <a:lnSpc>
                <a:spcPct val="100000"/>
              </a:lnSpc>
              <a:spcBef>
                <a:spcPts val="0"/>
              </a:spcBef>
              <a:defRPr sz="1600">
                <a:latin typeface="+mn-lt"/>
              </a:defRPr>
            </a:lvl3pPr>
            <a:lvl4pPr>
              <a:lnSpc>
                <a:spcPct val="100000"/>
              </a:lnSpc>
              <a:spcBef>
                <a:spcPts val="0"/>
              </a:spcBef>
              <a:defRPr sz="1600">
                <a:latin typeface="+mn-lt"/>
              </a:defRPr>
            </a:lvl4pPr>
            <a:lvl5pPr>
              <a:lnSpc>
                <a:spcPct val="100000"/>
              </a:lnSpc>
              <a:spcBef>
                <a:spcPts val="0"/>
              </a:spcBef>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atin typeface="+mn-lt"/>
              </a:defRPr>
            </a:lvl1pPr>
            <a:lvl2pPr>
              <a:lnSpc>
                <a:spcPct val="100000"/>
              </a:lnSpc>
              <a:spcBef>
                <a:spcPts val="0"/>
              </a:spcBef>
              <a:defRPr sz="1600">
                <a:latin typeface="+mn-lt"/>
              </a:defRPr>
            </a:lvl2pPr>
            <a:lvl3pPr>
              <a:lnSpc>
                <a:spcPct val="100000"/>
              </a:lnSpc>
              <a:spcBef>
                <a:spcPts val="0"/>
              </a:spcBef>
              <a:defRPr sz="1600">
                <a:latin typeface="+mn-lt"/>
              </a:defRPr>
            </a:lvl3pPr>
            <a:lvl4pPr>
              <a:lnSpc>
                <a:spcPct val="100000"/>
              </a:lnSpc>
              <a:spcBef>
                <a:spcPts val="0"/>
              </a:spcBef>
              <a:defRPr sz="1600">
                <a:latin typeface="+mn-lt"/>
              </a:defRPr>
            </a:lvl4pPr>
            <a:lvl5pPr>
              <a:lnSpc>
                <a:spcPct val="100000"/>
              </a:lnSpc>
              <a:spcBef>
                <a:spcPts val="0"/>
              </a:spcBef>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6351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atin typeface="+mn-lt"/>
              </a:defRPr>
            </a:lvl1pPr>
            <a:lvl2pPr>
              <a:lnSpc>
                <a:spcPct val="100000"/>
              </a:lnSpc>
              <a:spcBef>
                <a:spcPts val="0"/>
              </a:spcBef>
              <a:defRPr sz="1400">
                <a:latin typeface="+mn-lt"/>
              </a:defRPr>
            </a:lvl2pPr>
            <a:lvl3pPr>
              <a:lnSpc>
                <a:spcPct val="100000"/>
              </a:lnSpc>
              <a:spcBef>
                <a:spcPts val="0"/>
              </a:spcBef>
              <a:defRPr sz="1400">
                <a:latin typeface="+mn-lt"/>
              </a:defRPr>
            </a:lvl3pPr>
            <a:lvl4pPr>
              <a:lnSpc>
                <a:spcPct val="100000"/>
              </a:lnSpc>
              <a:spcBef>
                <a:spcPts val="0"/>
              </a:spcBef>
              <a:defRPr sz="1400">
                <a:latin typeface="+mn-lt"/>
              </a:defRPr>
            </a:lvl4pPr>
            <a:lvl5pPr>
              <a:lnSpc>
                <a:spcPct val="100000"/>
              </a:lnSpc>
              <a:spcBef>
                <a:spcPts val="0"/>
              </a:spcBef>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atin typeface="+mn-lt"/>
              </a:defRPr>
            </a:lvl1pPr>
            <a:lvl2pPr>
              <a:lnSpc>
                <a:spcPct val="100000"/>
              </a:lnSpc>
              <a:spcBef>
                <a:spcPts val="0"/>
              </a:spcBef>
              <a:defRPr sz="1400">
                <a:latin typeface="+mn-lt"/>
              </a:defRPr>
            </a:lvl2pPr>
            <a:lvl3pPr>
              <a:lnSpc>
                <a:spcPct val="100000"/>
              </a:lnSpc>
              <a:spcBef>
                <a:spcPts val="0"/>
              </a:spcBef>
              <a:defRPr sz="1400">
                <a:latin typeface="+mn-lt"/>
              </a:defRPr>
            </a:lvl3pPr>
            <a:lvl4pPr>
              <a:lnSpc>
                <a:spcPct val="100000"/>
              </a:lnSpc>
              <a:spcBef>
                <a:spcPts val="0"/>
              </a:spcBef>
              <a:defRPr sz="1400">
                <a:latin typeface="+mn-lt"/>
              </a:defRPr>
            </a:lvl4pPr>
            <a:lvl5pPr>
              <a:lnSpc>
                <a:spcPct val="100000"/>
              </a:lnSpc>
              <a:spcBef>
                <a:spcPts val="0"/>
              </a:spcBef>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atin typeface="+mn-lt"/>
              </a:defRPr>
            </a:lvl1pPr>
            <a:lvl2pPr>
              <a:lnSpc>
                <a:spcPct val="100000"/>
              </a:lnSpc>
              <a:spcBef>
                <a:spcPts val="0"/>
              </a:spcBef>
              <a:defRPr sz="1400">
                <a:latin typeface="+mn-lt"/>
              </a:defRPr>
            </a:lvl2pPr>
            <a:lvl3pPr>
              <a:lnSpc>
                <a:spcPct val="100000"/>
              </a:lnSpc>
              <a:spcBef>
                <a:spcPts val="0"/>
              </a:spcBef>
              <a:defRPr sz="1400">
                <a:latin typeface="+mn-lt"/>
              </a:defRPr>
            </a:lvl3pPr>
            <a:lvl4pPr>
              <a:lnSpc>
                <a:spcPct val="100000"/>
              </a:lnSpc>
              <a:spcBef>
                <a:spcPts val="0"/>
              </a:spcBef>
              <a:defRPr sz="1400">
                <a:latin typeface="+mn-lt"/>
              </a:defRPr>
            </a:lvl4pPr>
            <a:lvl5pPr>
              <a:lnSpc>
                <a:spcPct val="100000"/>
              </a:lnSpc>
              <a:spcBef>
                <a:spcPts val="0"/>
              </a:spcBef>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58332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3877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userDrawn="1"/>
        </p:nvSpPr>
        <p:spPr bwMode="auto">
          <a:xfrm>
            <a:off x="4901351" y="831584"/>
            <a:ext cx="7289800" cy="602615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rgbClr val="93E416"/>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694195" y="2191647"/>
            <a:ext cx="4021613" cy="3160282"/>
          </a:xfrm>
          <a:prstGeom prst="rect">
            <a:avLst/>
          </a:prstGeom>
        </p:spPr>
        <p:txBody>
          <a:bodyPr anchor="ctr">
            <a:normAutofit/>
          </a:bodyPr>
          <a:lstStyle>
            <a:lvl1pPr marL="0" indent="0">
              <a:buNone/>
              <a:defRPr sz="3600">
                <a:solidFill>
                  <a:schemeClr val="tx1"/>
                </a:solidFill>
              </a:defRPr>
            </a:lvl1pPr>
            <a:lvl2pPr marL="457200" indent="0">
              <a:buNone/>
              <a:defRPr sz="6000">
                <a:solidFill>
                  <a:schemeClr val="bg1"/>
                </a:solidFill>
              </a:defRPr>
            </a:lvl2pPr>
          </a:lstStyle>
          <a:p>
            <a:pPr lvl="0"/>
            <a:r>
              <a:rPr lang="en-US"/>
              <a:t>Click to insert section title</a:t>
            </a:r>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0" y="-1588"/>
            <a:ext cx="6654800" cy="6859588"/>
          </a:xfrm>
          <a:prstGeom prst="rect">
            <a:avLst/>
          </a:prstGeom>
        </p:spPr>
        <p:txBody>
          <a:bodyPr anchor="ctr"/>
          <a:lstStyle>
            <a:lvl1pPr marL="0" indent="0" algn="ctr">
              <a:buNone/>
              <a:defRPr/>
            </a:lvl1pPr>
          </a:lstStyle>
          <a:p>
            <a:r>
              <a:rPr lang="fr-FR"/>
              <a:t>Cliquez sur l'icône pour ajouter une image</a:t>
            </a:r>
            <a:endParaRPr lang="pt-PT"/>
          </a:p>
        </p:txBody>
      </p:sp>
    </p:spTree>
    <p:extLst>
      <p:ext uri="{BB962C8B-B14F-4D97-AF65-F5344CB8AC3E}">
        <p14:creationId xmlns:p14="http://schemas.microsoft.com/office/powerpoint/2010/main" val="99079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8DC6A54A-9BF8-4F66-8401-A8591C494FA5}"/>
              </a:ext>
            </a:extLst>
          </p:cNvPr>
          <p:cNvGrpSpPr/>
          <p:nvPr userDrawn="1"/>
        </p:nvGrpSpPr>
        <p:grpSpPr>
          <a:xfrm>
            <a:off x="0" y="0"/>
            <a:ext cx="7102050" cy="6410325"/>
            <a:chOff x="4563414" y="273880"/>
            <a:chExt cx="7102050" cy="6410325"/>
          </a:xfrm>
        </p:grpSpPr>
        <p:sp>
          <p:nvSpPr>
            <p:cNvPr id="5" name="Forme libre : forme 4">
              <a:extLst>
                <a:ext uri="{FF2B5EF4-FFF2-40B4-BE49-F238E27FC236}">
                  <a16:creationId xmlns:a16="http://schemas.microsoft.com/office/drawing/2014/main" id="{FC158D16-9C05-4713-8244-FC00FD82627D}"/>
                </a:ext>
              </a:extLst>
            </p:cNvPr>
            <p:cNvSpPr/>
            <p:nvPr/>
          </p:nvSpPr>
          <p:spPr>
            <a:xfrm>
              <a:off x="6350514" y="273880"/>
              <a:ext cx="5314950" cy="6400800"/>
            </a:xfrm>
            <a:custGeom>
              <a:avLst/>
              <a:gdLst>
                <a:gd name="connsiteX0" fmla="*/ 1655948 w 5314950"/>
                <a:gd name="connsiteY0" fmla="*/ 6400990 h 6400800"/>
                <a:gd name="connsiteX1" fmla="*/ 1648518 w 5314950"/>
                <a:gd name="connsiteY1" fmla="*/ 6401467 h 6400800"/>
                <a:gd name="connsiteX2" fmla="*/ 5313548 w 5314950"/>
                <a:gd name="connsiteY2" fmla="*/ 3303080 h 6400800"/>
                <a:gd name="connsiteX3" fmla="*/ 4721188 w 5314950"/>
                <a:gd name="connsiteY3" fmla="*/ 7144 h 6400800"/>
                <a:gd name="connsiteX4" fmla="*/ 1686428 w 5314950"/>
                <a:gd name="connsiteY4" fmla="*/ 7144 h 6400800"/>
                <a:gd name="connsiteX5" fmla="*/ 1655948 w 5314950"/>
                <a:gd name="connsiteY5" fmla="*/ 640099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4950" h="6400800">
                  <a:moveTo>
                    <a:pt x="1655948" y="6400990"/>
                  </a:moveTo>
                  <a:cubicBezTo>
                    <a:pt x="1653471" y="6401181"/>
                    <a:pt x="1650995" y="6401276"/>
                    <a:pt x="1648518" y="6401467"/>
                  </a:cubicBezTo>
                  <a:cubicBezTo>
                    <a:pt x="3466746" y="6339364"/>
                    <a:pt x="5047229" y="5231797"/>
                    <a:pt x="5313548" y="3303080"/>
                  </a:cubicBezTo>
                  <a:cubicBezTo>
                    <a:pt x="3798787" y="2465451"/>
                    <a:pt x="4580790" y="1653159"/>
                    <a:pt x="4721188" y="7144"/>
                  </a:cubicBezTo>
                  <a:lnTo>
                    <a:pt x="1686428" y="7144"/>
                  </a:lnTo>
                  <a:cubicBezTo>
                    <a:pt x="1417442" y="2445163"/>
                    <a:pt x="-1934406" y="6146102"/>
                    <a:pt x="1655948" y="6400990"/>
                  </a:cubicBezTo>
                  <a:close/>
                </a:path>
              </a:pathLst>
            </a:custGeom>
            <a:solidFill>
              <a:srgbClr val="0075B3"/>
            </a:solidFill>
            <a:ln w="9525"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68C303D7-566A-4588-87A6-E7E84D1C38CA}"/>
                </a:ext>
              </a:extLst>
            </p:cNvPr>
            <p:cNvSpPr/>
            <p:nvPr/>
          </p:nvSpPr>
          <p:spPr>
            <a:xfrm>
              <a:off x="4563414" y="273880"/>
              <a:ext cx="3486150" cy="6410325"/>
            </a:xfrm>
            <a:custGeom>
              <a:avLst/>
              <a:gdLst>
                <a:gd name="connsiteX0" fmla="*/ 3447193 w 3486150"/>
                <a:gd name="connsiteY0" fmla="*/ 6401372 h 6410325"/>
                <a:gd name="connsiteX1" fmla="*/ 3454622 w 3486150"/>
                <a:gd name="connsiteY1" fmla="*/ 6400896 h 6410325"/>
                <a:gd name="connsiteX2" fmla="*/ 3485103 w 3486150"/>
                <a:gd name="connsiteY2" fmla="*/ 7144 h 6410325"/>
                <a:gd name="connsiteX3" fmla="*/ 978789 w 3486150"/>
                <a:gd name="connsiteY3" fmla="*/ 7144 h 6410325"/>
                <a:gd name="connsiteX4" fmla="*/ 7144 w 3486150"/>
                <a:gd name="connsiteY4" fmla="*/ 7144 h 6410325"/>
                <a:gd name="connsiteX5" fmla="*/ 7144 w 3486150"/>
                <a:gd name="connsiteY5" fmla="*/ 5378482 h 6410325"/>
                <a:gd name="connsiteX6" fmla="*/ 3447193 w 3486150"/>
                <a:gd name="connsiteY6" fmla="*/ 6401372 h 64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50" h="6410325">
                  <a:moveTo>
                    <a:pt x="3447193" y="6401372"/>
                  </a:moveTo>
                  <a:cubicBezTo>
                    <a:pt x="3449670" y="6401181"/>
                    <a:pt x="3452146" y="6401086"/>
                    <a:pt x="3454622" y="6400896"/>
                  </a:cubicBezTo>
                  <a:cubicBezTo>
                    <a:pt x="-135731" y="6146102"/>
                    <a:pt x="3216116" y="2445163"/>
                    <a:pt x="3485103" y="7144"/>
                  </a:cubicBezTo>
                  <a:lnTo>
                    <a:pt x="978789" y="7144"/>
                  </a:lnTo>
                  <a:lnTo>
                    <a:pt x="7144" y="7144"/>
                  </a:lnTo>
                  <a:lnTo>
                    <a:pt x="7144" y="5378482"/>
                  </a:lnTo>
                  <a:cubicBezTo>
                    <a:pt x="997268" y="6099239"/>
                    <a:pt x="2192465" y="6483097"/>
                    <a:pt x="3447193" y="6401372"/>
                  </a:cubicBezTo>
                  <a:close/>
                </a:path>
              </a:pathLst>
            </a:custGeom>
            <a:solidFill>
              <a:srgbClr val="95C11F"/>
            </a:solidFill>
            <a:ln w="9525" cap="flat">
              <a:noFill/>
              <a:prstDash val="solid"/>
              <a:miter/>
            </a:ln>
          </p:spPr>
          <p:txBody>
            <a:bodyPr rtlCol="0" anchor="ctr"/>
            <a:lstStyle/>
            <a:p>
              <a:endParaRPr lang="en-US"/>
            </a:p>
          </p:txBody>
        </p:sp>
      </p:gr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656000" y="0"/>
            <a:ext cx="7536000" cy="6859588"/>
          </a:xfrm>
          <a:prstGeom prst="rect">
            <a:avLst/>
          </a:prstGeom>
        </p:spPr>
        <p:txBody>
          <a:bodyPr anchor="ctr"/>
          <a:lstStyle>
            <a:lvl1pPr marL="0" indent="0" algn="ctr">
              <a:buNone/>
              <a:defRPr/>
            </a:lvl1pPr>
          </a:lstStyle>
          <a:p>
            <a:r>
              <a:rPr lang="fr-FR"/>
              <a:t>Cliquez sur l'icône pour ajouter une image</a:t>
            </a:r>
            <a:endParaRPr lang="pt-PT"/>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1197000"/>
            <a:ext cx="4195292"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a:t>Click to insert section title</a:t>
            </a:r>
            <a:endParaRPr lang="pt-PT"/>
          </a:p>
        </p:txBody>
      </p:sp>
    </p:spTree>
    <p:extLst>
      <p:ext uri="{BB962C8B-B14F-4D97-AF65-F5344CB8AC3E}">
        <p14:creationId xmlns:p14="http://schemas.microsoft.com/office/powerpoint/2010/main" val="2368653340"/>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2711624" y="0"/>
            <a:ext cx="9479298" cy="6859588"/>
          </a:xfrm>
          <a:prstGeom prst="rect">
            <a:avLst/>
          </a:prstGeom>
        </p:spPr>
        <p:txBody>
          <a:bodyPr anchor="ctr"/>
          <a:lstStyle>
            <a:lvl1pPr marL="0" indent="0" algn="ctr">
              <a:buNone/>
              <a:defRPr/>
            </a:lvl1pPr>
          </a:lstStyle>
          <a:p>
            <a:r>
              <a:rPr lang="fr-FR"/>
              <a:t>Cliquez sur l'icône pour ajouter une image</a:t>
            </a:r>
            <a:endParaRPr lang="pt-PT"/>
          </a:p>
        </p:txBody>
      </p:sp>
      <p:sp>
        <p:nvSpPr>
          <p:cNvPr id="14" name="Freeform 5">
            <a:extLst>
              <a:ext uri="{FF2B5EF4-FFF2-40B4-BE49-F238E27FC236}">
                <a16:creationId xmlns:a16="http://schemas.microsoft.com/office/drawing/2014/main" id="{097E2B3C-7165-47CD-8F90-29BD547B5A2B}"/>
              </a:ext>
            </a:extLst>
          </p:cNvPr>
          <p:cNvSpPr>
            <a:spLocks noChangeAspect="1"/>
          </p:cNvSpPr>
          <p:nvPr userDrawn="1"/>
        </p:nvSpPr>
        <p:spPr bwMode="auto">
          <a:xfrm>
            <a:off x="0" y="0"/>
            <a:ext cx="8178684" cy="8469560"/>
          </a:xfrm>
          <a:custGeom>
            <a:avLst/>
            <a:gdLst>
              <a:gd name="T0" fmla="*/ 1453 w 1637"/>
              <a:gd name="T1" fmla="*/ 0 h 1514"/>
              <a:gd name="T2" fmla="*/ 1238 w 1637"/>
              <a:gd name="T3" fmla="*/ 495 h 1514"/>
              <a:gd name="T4" fmla="*/ 763 w 1637"/>
              <a:gd name="T5" fmla="*/ 1047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5"/>
                </a:cubicBezTo>
                <a:cubicBezTo>
                  <a:pt x="840" y="663"/>
                  <a:pt x="594" y="755"/>
                  <a:pt x="763" y="1047"/>
                </a:cubicBezTo>
                <a:cubicBezTo>
                  <a:pt x="230" y="1514"/>
                  <a:pt x="0" y="1449"/>
                  <a:pt x="0" y="1449"/>
                </a:cubicBezTo>
                <a:cubicBezTo>
                  <a:pt x="0" y="0"/>
                  <a:pt x="0" y="0"/>
                  <a:pt x="0" y="0"/>
                </a:cubicBezTo>
                <a:lnTo>
                  <a:pt x="14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662617"/>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a:t>Click to insert section title</a:t>
            </a:r>
            <a:endParaRPr lang="pt-PT"/>
          </a:p>
        </p:txBody>
      </p:sp>
    </p:spTree>
    <p:extLst>
      <p:ext uri="{BB962C8B-B14F-4D97-AF65-F5344CB8AC3E}">
        <p14:creationId xmlns:p14="http://schemas.microsoft.com/office/powerpoint/2010/main" val="4127604316"/>
      </p:ext>
    </p:extLst>
  </p:cSld>
  <p:clrMapOvr>
    <a:masterClrMapping/>
  </p:clrMapOvr>
  <p:extLst>
    <p:ext uri="{DCECCB84-F9BA-43D5-87BE-67443E8EF086}">
      <p15:sldGuideLst xmlns:p15="http://schemas.microsoft.com/office/powerpoint/2012/main">
        <p15:guide id="1" pos="27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break 1 (presentation)">
    <p:bg>
      <p:bgPr>
        <a:solidFill>
          <a:schemeClr val="accent1"/>
        </a:solidFill>
        <a:effectLst/>
      </p:bgPr>
    </p:bg>
    <p:spTree>
      <p:nvGrpSpPr>
        <p:cNvPr id="1" name=""/>
        <p:cNvGrpSpPr/>
        <p:nvPr/>
      </p:nvGrpSpPr>
      <p:grpSpPr>
        <a:xfrm>
          <a:off x="0" y="0"/>
          <a:ext cx="0" cy="0"/>
          <a:chOff x="0" y="0"/>
          <a:chExt cx="0" cy="0"/>
        </a:xfrm>
      </p:grpSpPr>
      <p:sp>
        <p:nvSpPr>
          <p:cNvPr id="256" name="Freeform 13">
            <a:extLst>
              <a:ext uri="{FF2B5EF4-FFF2-40B4-BE49-F238E27FC236}">
                <a16:creationId xmlns:a16="http://schemas.microsoft.com/office/drawing/2014/main" id="{25056D0A-F6A8-442B-8FEF-B02418FD5A83}"/>
              </a:ext>
            </a:extLst>
          </p:cNvPr>
          <p:cNvSpPr>
            <a:spLocks noChangeAspect="1"/>
          </p:cNvSpPr>
          <p:nvPr userDrawn="1"/>
        </p:nvSpPr>
        <p:spPr bwMode="auto">
          <a:xfrm rot="16200000" flipH="1" flipV="1">
            <a:off x="7479358" y="2150328"/>
            <a:ext cx="6867941" cy="2557343"/>
          </a:xfrm>
          <a:custGeom>
            <a:avLst/>
            <a:gdLst>
              <a:gd name="T0" fmla="*/ 0 w 1222"/>
              <a:gd name="T1" fmla="*/ 0 h 932"/>
              <a:gd name="T2" fmla="*/ 0 w 1222"/>
              <a:gd name="T3" fmla="*/ 567 h 932"/>
              <a:gd name="T4" fmla="*/ 425 w 1222"/>
              <a:gd name="T5" fmla="*/ 929 h 932"/>
              <a:gd name="T6" fmla="*/ 804 w 1222"/>
              <a:gd name="T7" fmla="*/ 575 h 932"/>
              <a:gd name="T8" fmla="*/ 1222 w 1222"/>
              <a:gd name="T9" fmla="*/ 700 h 932"/>
              <a:gd name="T10" fmla="*/ 1222 w 1222"/>
              <a:gd name="T11" fmla="*/ 0 h 932"/>
              <a:gd name="T12" fmla="*/ 0 w 1222"/>
              <a:gd name="T13" fmla="*/ 0 h 932"/>
            </a:gdLst>
            <a:ahLst/>
            <a:cxnLst>
              <a:cxn ang="0">
                <a:pos x="T0" y="T1"/>
              </a:cxn>
              <a:cxn ang="0">
                <a:pos x="T2" y="T3"/>
              </a:cxn>
              <a:cxn ang="0">
                <a:pos x="T4" y="T5"/>
              </a:cxn>
              <a:cxn ang="0">
                <a:pos x="T6" y="T7"/>
              </a:cxn>
              <a:cxn ang="0">
                <a:pos x="T8" y="T9"/>
              </a:cxn>
              <a:cxn ang="0">
                <a:pos x="T10" y="T11"/>
              </a:cxn>
              <a:cxn ang="0">
                <a:pos x="T12" y="T13"/>
              </a:cxn>
            </a:cxnLst>
            <a:rect l="0" t="0" r="r" b="b"/>
            <a:pathLst>
              <a:path w="1222" h="932">
                <a:moveTo>
                  <a:pt x="0" y="0"/>
                </a:moveTo>
                <a:cubicBezTo>
                  <a:pt x="0" y="567"/>
                  <a:pt x="0" y="567"/>
                  <a:pt x="0" y="567"/>
                </a:cubicBezTo>
                <a:cubicBezTo>
                  <a:pt x="0" y="567"/>
                  <a:pt x="111" y="924"/>
                  <a:pt x="425" y="929"/>
                </a:cubicBezTo>
                <a:cubicBezTo>
                  <a:pt x="610" y="932"/>
                  <a:pt x="681" y="819"/>
                  <a:pt x="804" y="575"/>
                </a:cubicBezTo>
                <a:cubicBezTo>
                  <a:pt x="953" y="597"/>
                  <a:pt x="1096" y="638"/>
                  <a:pt x="1222" y="700"/>
                </a:cubicBezTo>
                <a:cubicBezTo>
                  <a:pt x="1222" y="0"/>
                  <a:pt x="1222" y="0"/>
                  <a:pt x="1222" y="0"/>
                </a:cubicBezTo>
                <a:lnTo>
                  <a:pt x="0" y="0"/>
                </a:lnTo>
                <a:close/>
              </a:path>
            </a:pathLst>
          </a:custGeom>
          <a:solidFill>
            <a:schemeClr val="bg1"/>
          </a:solidFill>
          <a:ln>
            <a:noFill/>
          </a:ln>
          <a:effectLst/>
        </p:spPr>
        <p:txBody>
          <a:bodyPr vert="horz" wrap="square" lIns="121920" tIns="60960" rIns="121920" bIns="60960" numCol="1" anchor="t" anchorCtr="0" compatLnSpc="1">
            <a:prstTxWarp prst="textNoShape">
              <a:avLst/>
            </a:prstTxWarp>
          </a:bodyPr>
          <a:lstStyle/>
          <a:p>
            <a:endParaRPr lang="en-US" sz="2400"/>
          </a:p>
        </p:txBody>
      </p:sp>
      <p:sp>
        <p:nvSpPr>
          <p:cNvPr id="259" name="Titre 1">
            <a:extLst>
              <a:ext uri="{FF2B5EF4-FFF2-40B4-BE49-F238E27FC236}">
                <a16:creationId xmlns:a16="http://schemas.microsoft.com/office/drawing/2014/main" id="{FA98AEB8-061D-41B1-8B3D-F8B62456D8D9}"/>
              </a:ext>
            </a:extLst>
          </p:cNvPr>
          <p:cNvSpPr>
            <a:spLocks noGrp="1"/>
          </p:cNvSpPr>
          <p:nvPr userDrawn="1">
            <p:ph type="ctrTitle" hasCustomPrompt="1"/>
          </p:nvPr>
        </p:nvSpPr>
        <p:spPr>
          <a:xfrm>
            <a:off x="584598" y="978131"/>
            <a:ext cx="8026069" cy="2751813"/>
          </a:xfrm>
          <a:prstGeom prst="rect">
            <a:avLst/>
          </a:prstGeom>
        </p:spPr>
        <p:txBody>
          <a:bodyPr anchor="b" anchorCtr="0">
            <a:noAutofit/>
          </a:bodyPr>
          <a:lstStyle>
            <a:lvl1pPr algn="l">
              <a:lnSpc>
                <a:spcPts val="6133"/>
              </a:lnSpc>
              <a:defRPr sz="4400" baseline="0">
                <a:solidFill>
                  <a:schemeClr val="accent5"/>
                </a:solidFill>
              </a:defRPr>
            </a:lvl1pPr>
          </a:lstStyle>
          <a:p>
            <a:pPr lvl="0"/>
            <a:r>
              <a:rPr lang="en-US"/>
              <a:t>Click to insert section title</a:t>
            </a:r>
            <a:endParaRPr lang="pt-PT"/>
          </a:p>
        </p:txBody>
      </p:sp>
      <p:sp>
        <p:nvSpPr>
          <p:cNvPr id="260" name="Sous-titre 2">
            <a:extLst>
              <a:ext uri="{FF2B5EF4-FFF2-40B4-BE49-F238E27FC236}">
                <a16:creationId xmlns:a16="http://schemas.microsoft.com/office/drawing/2014/main" id="{56C34801-49BF-47C5-9121-10AB164315A4}"/>
              </a:ext>
            </a:extLst>
          </p:cNvPr>
          <p:cNvSpPr>
            <a:spLocks noGrp="1"/>
          </p:cNvSpPr>
          <p:nvPr userDrawn="1">
            <p:ph type="subTitle" idx="1"/>
          </p:nvPr>
        </p:nvSpPr>
        <p:spPr>
          <a:xfrm>
            <a:off x="584597" y="3888939"/>
            <a:ext cx="6988463" cy="1752600"/>
          </a:xfrm>
          <a:prstGeom prst="rect">
            <a:avLst/>
          </a:prstGeom>
        </p:spPr>
        <p:txBody>
          <a:bodyPr/>
          <a:lstStyle>
            <a:lvl1pPr marL="0" indent="0" algn="l">
              <a:spcBef>
                <a:spcPts val="0"/>
              </a:spcBef>
              <a:buNone/>
              <a:defRPr b="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endParaRPr lang="fr-FR"/>
          </a:p>
        </p:txBody>
      </p:sp>
      <p:grpSp>
        <p:nvGrpSpPr>
          <p:cNvPr id="258" name="Groupe 257">
            <a:extLst>
              <a:ext uri="{FF2B5EF4-FFF2-40B4-BE49-F238E27FC236}">
                <a16:creationId xmlns:a16="http://schemas.microsoft.com/office/drawing/2014/main" id="{75BB07C4-C16B-43EA-BE3C-52AE5AB6EDEA}"/>
              </a:ext>
            </a:extLst>
          </p:cNvPr>
          <p:cNvGrpSpPr/>
          <p:nvPr userDrawn="1"/>
        </p:nvGrpSpPr>
        <p:grpSpPr>
          <a:xfrm>
            <a:off x="11501102" y="171573"/>
            <a:ext cx="419436" cy="388988"/>
            <a:chOff x="11501102" y="171573"/>
            <a:chExt cx="419436" cy="388988"/>
          </a:xfrm>
        </p:grpSpPr>
        <p:sp>
          <p:nvSpPr>
            <p:cNvPr id="264" name="Freeform 13">
              <a:extLst>
                <a:ext uri="{FF2B5EF4-FFF2-40B4-BE49-F238E27FC236}">
                  <a16:creationId xmlns:a16="http://schemas.microsoft.com/office/drawing/2014/main" id="{A9780485-C4BF-4ECA-8A72-83A10A3277B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5" name="Freeform 14">
              <a:extLst>
                <a:ext uri="{FF2B5EF4-FFF2-40B4-BE49-F238E27FC236}">
                  <a16:creationId xmlns:a16="http://schemas.microsoft.com/office/drawing/2014/main" id="{84801B76-5710-4A84-B7A8-D575F34FB8B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739738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829680562"/>
      </p:ext>
    </p:extLst>
  </p:cSld>
  <p:clrMapOvr>
    <a:masterClrMapping/>
  </p:clrMapOvr>
  <p:extLst>
    <p:ext uri="{DCECCB84-F9BA-43D5-87BE-67443E8EF086}">
      <p15:sldGuideLst xmlns:p15="http://schemas.microsoft.com/office/powerpoint/2012/main">
        <p15:guide id="1" orient="horz" pos="935" userDrawn="1">
          <p15:clr>
            <a:srgbClr val="FBAE40"/>
          </p15:clr>
        </p15:guide>
        <p15:guide id="2" pos="257" userDrawn="1">
          <p15:clr>
            <a:srgbClr val="FBAE40"/>
          </p15:clr>
        </p15:guide>
        <p15:guide id="3" pos="3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5">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itle 1"/>
          <p:cNvSpPr>
            <a:spLocks noGrp="1"/>
          </p:cNvSpPr>
          <p:nvPr>
            <p:ph type="ctrTitle" hasCustomPrompt="1"/>
          </p:nvPr>
        </p:nvSpPr>
        <p:spPr>
          <a:xfrm>
            <a:off x="6672064" y="736110"/>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6672064" y="2564904"/>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6680964" y="4126070"/>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5" name="Freeform 9">
            <a:extLst>
              <a:ext uri="{FF2B5EF4-FFF2-40B4-BE49-F238E27FC236}">
                <a16:creationId xmlns:a16="http://schemas.microsoft.com/office/drawing/2014/main" id="{49E27DC5-0E94-4161-ADB3-F3B33A33AFED}"/>
              </a:ext>
            </a:extLst>
          </p:cNvPr>
          <p:cNvSpPr>
            <a:spLocks/>
          </p:cNvSpPr>
          <p:nvPr userDrawn="1"/>
        </p:nvSpPr>
        <p:spPr bwMode="auto">
          <a:xfrm rot="5400000" flipH="1">
            <a:off x="-675598" y="-238558"/>
            <a:ext cx="6941428" cy="7246611"/>
          </a:xfrm>
          <a:custGeom>
            <a:avLst/>
            <a:gdLst>
              <a:gd name="T0" fmla="*/ 0 w 1413"/>
              <a:gd name="T1" fmla="*/ 1323 h 1473"/>
              <a:gd name="T2" fmla="*/ 1413 w 1413"/>
              <a:gd name="T3" fmla="*/ 1323 h 1473"/>
              <a:gd name="T4" fmla="*/ 1413 w 1413"/>
              <a:gd name="T5" fmla="*/ 807 h 1473"/>
              <a:gd name="T6" fmla="*/ 636 w 1413"/>
              <a:gd name="T7" fmla="*/ 1012 h 1473"/>
              <a:gd name="T8" fmla="*/ 438 w 1413"/>
              <a:gd name="T9" fmla="*/ 629 h 1473"/>
              <a:gd name="T10" fmla="*/ 449 w 1413"/>
              <a:gd name="T11" fmla="*/ 0 h 1473"/>
              <a:gd name="T12" fmla="*/ 0 w 1413"/>
              <a:gd name="T13" fmla="*/ 70 h 1473"/>
              <a:gd name="T14" fmla="*/ 0 w 1413"/>
              <a:gd name="T15" fmla="*/ 1323 h 1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3" h="1473">
                <a:moveTo>
                  <a:pt x="0" y="1323"/>
                </a:moveTo>
                <a:cubicBezTo>
                  <a:pt x="1413" y="1323"/>
                  <a:pt x="1413" y="1323"/>
                  <a:pt x="1413" y="1323"/>
                </a:cubicBezTo>
                <a:cubicBezTo>
                  <a:pt x="1413" y="807"/>
                  <a:pt x="1413" y="807"/>
                  <a:pt x="1413" y="807"/>
                </a:cubicBezTo>
                <a:cubicBezTo>
                  <a:pt x="1413" y="807"/>
                  <a:pt x="1189" y="551"/>
                  <a:pt x="636" y="1012"/>
                </a:cubicBezTo>
                <a:cubicBezTo>
                  <a:pt x="84" y="1473"/>
                  <a:pt x="240" y="940"/>
                  <a:pt x="438" y="629"/>
                </a:cubicBezTo>
                <a:cubicBezTo>
                  <a:pt x="636" y="318"/>
                  <a:pt x="669" y="133"/>
                  <a:pt x="449" y="0"/>
                </a:cubicBezTo>
                <a:cubicBezTo>
                  <a:pt x="136" y="171"/>
                  <a:pt x="33" y="119"/>
                  <a:pt x="0" y="70"/>
                </a:cubicBezTo>
                <a:lnTo>
                  <a:pt x="0" y="1323"/>
                </a:lnTo>
                <a:close/>
              </a:path>
            </a:pathLst>
          </a:custGeom>
          <a:solidFill>
            <a:schemeClr val="accent2"/>
          </a:solidFill>
          <a:ln>
            <a:noFill/>
          </a:ln>
          <a:effectLst>
            <a:outerShdw blurRad="76200" dist="38100" algn="tl" rotWithShape="0">
              <a:schemeClr val="tx1">
                <a:alpha val="20000"/>
              </a:scheme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19349655"/>
      </p:ext>
    </p:extLst>
  </p:cSld>
  <p:clrMapOvr>
    <a:masterClrMapping/>
  </p:clrMapOvr>
  <p:extLst>
    <p:ext uri="{DCECCB84-F9BA-43D5-87BE-67443E8EF086}">
      <p15:sldGuideLst xmlns:p15="http://schemas.microsoft.com/office/powerpoint/2012/main">
        <p15:guide id="1" orient="horz" pos="3339" userDrawn="1">
          <p15:clr>
            <a:srgbClr val="FBAE40"/>
          </p15:clr>
        </p15:guide>
        <p15:guide id="2" pos="25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userDrawn="1"/>
        </p:nvGrpSpPr>
        <p:grpSpPr>
          <a:xfrm>
            <a:off x="0" y="-55534"/>
            <a:ext cx="12216000" cy="5173384"/>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a:p>
          </p:txBody>
        </p:sp>
      </p:grpSp>
      <p:graphicFrame>
        <p:nvGraphicFramePr>
          <p:cNvPr id="9" name="Object 8" hidden="1"/>
          <p:cNvGraphicFramePr>
            <a:graphicFrameLocks noChangeAspect="1"/>
          </p:cNvGraphicFramePr>
          <p:nvPr userDrawn="1">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userDrawn="1">
            <p:ph type="body" sz="quarter" idx="11" hasCustomPrompt="1"/>
          </p:nvPr>
        </p:nvSpPr>
        <p:spPr>
          <a:xfrm>
            <a:off x="5736000"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a:t>Click to insert section title</a:t>
            </a:r>
            <a:endParaRPr lang="pt-PT"/>
          </a:p>
        </p:txBody>
      </p:sp>
      <p:sp>
        <p:nvSpPr>
          <p:cNvPr id="16" name="Subtitle 2"/>
          <p:cNvSpPr>
            <a:spLocks noGrp="1"/>
          </p:cNvSpPr>
          <p:nvPr userDrawn="1">
            <p:ph type="subTitle" idx="1" hasCustomPrompt="1"/>
          </p:nvPr>
        </p:nvSpPr>
        <p:spPr>
          <a:xfrm>
            <a:off x="5831750"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a:t>Click to insert presenter, location, </a:t>
            </a:r>
            <a:br>
              <a:rPr lang="en-US"/>
            </a:br>
            <a:r>
              <a:rPr lang="en-US"/>
              <a:t>and date</a:t>
            </a: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7"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702334616"/>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7">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3DB2FB67-77DB-4CBD-9C92-DA7BCA020134}"/>
              </a:ext>
            </a:extLst>
          </p:cNvPr>
          <p:cNvGrpSpPr/>
          <p:nvPr userDrawn="1"/>
        </p:nvGrpSpPr>
        <p:grpSpPr>
          <a:xfrm>
            <a:off x="4632000" y="-23150"/>
            <a:ext cx="7560000" cy="6874296"/>
            <a:chOff x="3847179" y="1294078"/>
            <a:chExt cx="4118037" cy="3744526"/>
          </a:xfrm>
        </p:grpSpPr>
        <p:sp>
          <p:nvSpPr>
            <p:cNvPr id="23" name="Forme libre : forme 22">
              <a:extLst>
                <a:ext uri="{FF2B5EF4-FFF2-40B4-BE49-F238E27FC236}">
                  <a16:creationId xmlns:a16="http://schemas.microsoft.com/office/drawing/2014/main" id="{7B3D07D9-2D6C-4A90-84F6-F3E3AEFB2EA9}"/>
                </a:ext>
              </a:extLst>
            </p:cNvPr>
            <p:cNvSpPr/>
            <p:nvPr/>
          </p:nvSpPr>
          <p:spPr>
            <a:xfrm>
              <a:off x="4193316" y="2714504"/>
              <a:ext cx="3771900" cy="2324100"/>
            </a:xfrm>
            <a:custGeom>
              <a:avLst/>
              <a:gdLst>
                <a:gd name="connsiteX0" fmla="*/ 3770471 w 3771900"/>
                <a:gd name="connsiteY0" fmla="*/ 1651908 h 2324100"/>
                <a:gd name="connsiteX1" fmla="*/ 2411540 w 3771900"/>
                <a:gd name="connsiteY1" fmla="*/ 35897 h 2324100"/>
                <a:gd name="connsiteX2" fmla="*/ 976694 w 3771900"/>
                <a:gd name="connsiteY2" fmla="*/ 559486 h 2324100"/>
                <a:gd name="connsiteX3" fmla="*/ 7144 w 3771900"/>
                <a:gd name="connsiteY3" fmla="*/ 633686 h 2324100"/>
                <a:gd name="connsiteX4" fmla="*/ 3773710 w 3771900"/>
                <a:gd name="connsiteY4" fmla="*/ 2321421 h 2324100"/>
                <a:gd name="connsiteX5" fmla="*/ 3770471 w 3771900"/>
                <a:gd name="connsiteY5" fmla="*/ 1651908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0" h="2324100">
                  <a:moveTo>
                    <a:pt x="3770471" y="1651908"/>
                  </a:moveTo>
                  <a:cubicBezTo>
                    <a:pt x="3318605" y="1380732"/>
                    <a:pt x="2548319" y="213919"/>
                    <a:pt x="2411540" y="35897"/>
                  </a:cubicBezTo>
                  <a:cubicBezTo>
                    <a:pt x="2099405" y="-85642"/>
                    <a:pt x="1609249" y="195060"/>
                    <a:pt x="976694" y="559486"/>
                  </a:cubicBezTo>
                  <a:cubicBezTo>
                    <a:pt x="388620" y="898291"/>
                    <a:pt x="51530" y="667786"/>
                    <a:pt x="7144" y="633686"/>
                  </a:cubicBezTo>
                  <a:cubicBezTo>
                    <a:pt x="793052" y="1266241"/>
                    <a:pt x="2403253" y="1964329"/>
                    <a:pt x="3773710" y="2321421"/>
                  </a:cubicBezTo>
                  <a:cubicBezTo>
                    <a:pt x="3773805" y="2144447"/>
                    <a:pt x="3770471" y="1814881"/>
                    <a:pt x="3770471" y="1651908"/>
                  </a:cubicBezTo>
                </a:path>
              </a:pathLst>
            </a:custGeom>
            <a:solidFill>
              <a:schemeClr val="accent5"/>
            </a:solidFill>
            <a:ln w="9525" cap="flat">
              <a:noFill/>
              <a:prstDash val="solid"/>
              <a:miter/>
            </a:ln>
          </p:spPr>
          <p:txBody>
            <a:bodyPr rtlCol="0" anchor="ctr"/>
            <a:lstStyle/>
            <a:p>
              <a:endParaRPr lang="en-US"/>
            </a:p>
          </p:txBody>
        </p:sp>
        <p:sp>
          <p:nvSpPr>
            <p:cNvPr id="24" name="Forme libre : forme 23">
              <a:extLst>
                <a:ext uri="{FF2B5EF4-FFF2-40B4-BE49-F238E27FC236}">
                  <a16:creationId xmlns:a16="http://schemas.microsoft.com/office/drawing/2014/main" id="{9445503A-D671-42FD-8762-A4BB0BDDD6B2}"/>
                </a:ext>
              </a:extLst>
            </p:cNvPr>
            <p:cNvSpPr/>
            <p:nvPr/>
          </p:nvSpPr>
          <p:spPr>
            <a:xfrm>
              <a:off x="3847179" y="1294078"/>
              <a:ext cx="4114800" cy="3086100"/>
            </a:xfrm>
            <a:custGeom>
              <a:avLst/>
              <a:gdLst>
                <a:gd name="connsiteX0" fmla="*/ 4116608 w 4114800"/>
                <a:gd name="connsiteY0" fmla="*/ 7144 h 3086100"/>
                <a:gd name="connsiteX1" fmla="*/ 377379 w 4114800"/>
                <a:gd name="connsiteY1" fmla="*/ 7144 h 3086100"/>
                <a:gd name="connsiteX2" fmla="*/ 348233 w 4114800"/>
                <a:gd name="connsiteY2" fmla="*/ 2061591 h 3086100"/>
                <a:gd name="connsiteX3" fmla="*/ 353376 w 4114800"/>
                <a:gd name="connsiteY3" fmla="*/ 2065687 h 3086100"/>
                <a:gd name="connsiteX4" fmla="*/ 1322926 w 4114800"/>
                <a:gd name="connsiteY4" fmla="*/ 1991487 h 3086100"/>
                <a:gd name="connsiteX5" fmla="*/ 2757677 w 4114800"/>
                <a:gd name="connsiteY5" fmla="*/ 1467898 h 3086100"/>
                <a:gd name="connsiteX6" fmla="*/ 4116608 w 4114800"/>
                <a:gd name="connsiteY6" fmla="*/ 3083909 h 3086100"/>
                <a:gd name="connsiteX7" fmla="*/ 4116608 w 4114800"/>
                <a:gd name="connsiteY7" fmla="*/ 7144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0" h="3086100">
                  <a:moveTo>
                    <a:pt x="4116608" y="7144"/>
                  </a:moveTo>
                  <a:lnTo>
                    <a:pt x="377379" y="7144"/>
                  </a:lnTo>
                  <a:cubicBezTo>
                    <a:pt x="377379" y="7144"/>
                    <a:pt x="-435865" y="1427893"/>
                    <a:pt x="348233" y="2061591"/>
                  </a:cubicBezTo>
                  <a:cubicBezTo>
                    <a:pt x="349852" y="2062925"/>
                    <a:pt x="351661" y="2064353"/>
                    <a:pt x="353376" y="2065687"/>
                  </a:cubicBezTo>
                  <a:cubicBezTo>
                    <a:pt x="397858" y="2099786"/>
                    <a:pt x="734852" y="2330387"/>
                    <a:pt x="1322926" y="1991487"/>
                  </a:cubicBezTo>
                  <a:cubicBezTo>
                    <a:pt x="1955481" y="1627061"/>
                    <a:pt x="2445638" y="1346359"/>
                    <a:pt x="2757677" y="1467898"/>
                  </a:cubicBezTo>
                  <a:cubicBezTo>
                    <a:pt x="2894456" y="1645920"/>
                    <a:pt x="3664838" y="2812733"/>
                    <a:pt x="4116608" y="3083909"/>
                  </a:cubicBezTo>
                  <a:cubicBezTo>
                    <a:pt x="4116608" y="2760916"/>
                    <a:pt x="4116608" y="7144"/>
                    <a:pt x="4116608" y="7144"/>
                  </a:cubicBezTo>
                </a:path>
              </a:pathLst>
            </a:custGeom>
            <a:solidFill>
              <a:srgbClr val="0075B3"/>
            </a:solidFill>
            <a:ln w="9525" cap="flat">
              <a:noFill/>
              <a:prstDash val="solid"/>
              <a:miter/>
            </a:ln>
          </p:spPr>
          <p:txBody>
            <a:bodyPr rtlCol="0" anchor="ctr"/>
            <a:lstStyle/>
            <a:p>
              <a:endParaRPr lang="en-US"/>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5592000" y="549001"/>
            <a:ext cx="5392948" cy="2058654"/>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a:t>Click to insert section title</a:t>
            </a:r>
            <a:endParaRPr lang="pt-PT"/>
          </a:p>
        </p:txBody>
      </p:sp>
      <p:sp>
        <p:nvSpPr>
          <p:cNvPr id="16" name="Subtitle 2"/>
          <p:cNvSpPr>
            <a:spLocks noGrp="1"/>
          </p:cNvSpPr>
          <p:nvPr>
            <p:ph type="subTitle" idx="1" hasCustomPrompt="1"/>
          </p:nvPr>
        </p:nvSpPr>
        <p:spPr>
          <a:xfrm>
            <a:off x="7824001" y="4599973"/>
            <a:ext cx="3096000"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accent1"/>
                </a:solidFill>
              </a:defRPr>
            </a:lvl1pPr>
          </a:lstStyle>
          <a:p>
            <a:pPr marL="0" lvl="0"/>
            <a:r>
              <a:rPr lang="en-US"/>
              <a:t>Click to insert presenter, location, </a:t>
            </a:r>
            <a:br>
              <a:rPr lang="en-US"/>
            </a:br>
            <a:r>
              <a:rPr lang="en-US"/>
              <a:t>and date</a:t>
            </a:r>
          </a:p>
        </p:txBody>
      </p:sp>
      <p:grpSp>
        <p:nvGrpSpPr>
          <p:cNvPr id="15" name="Group 14"/>
          <p:cNvGrpSpPr>
            <a:grpSpLocks noChangeAspect="1"/>
          </p:cNvGrpSpPr>
          <p:nvPr userDrawn="1"/>
        </p:nvGrpSpPr>
        <p:grpSpPr>
          <a:xfrm>
            <a:off x="416888" y="4536000"/>
            <a:ext cx="5040000" cy="1123654"/>
            <a:chOff x="728663" y="4465638"/>
            <a:chExt cx="5354637" cy="1193801"/>
          </a:xfrm>
        </p:grpSpPr>
        <p:sp>
          <p:nvSpPr>
            <p:cNvPr id="17"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825491220"/>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8">
    <p:bg>
      <p:bgPr>
        <a:solidFill>
          <a:schemeClr val="bg1"/>
        </a:solidFill>
        <a:effectLst/>
      </p:bgPr>
    </p:bg>
    <p:spTree>
      <p:nvGrpSpPr>
        <p:cNvPr id="1" name=""/>
        <p:cNvGrpSpPr/>
        <p:nvPr/>
      </p:nvGrpSpPr>
      <p:grpSpPr>
        <a:xfrm>
          <a:off x="0" y="0"/>
          <a:ext cx="0" cy="0"/>
          <a:chOff x="0" y="0"/>
          <a:chExt cx="0" cy="0"/>
        </a:xfrm>
      </p:grpSpPr>
      <p:sp>
        <p:nvSpPr>
          <p:cNvPr id="7" name="Forme libre 6">
            <a:extLst>
              <a:ext uri="{FF2B5EF4-FFF2-40B4-BE49-F238E27FC236}">
                <a16:creationId xmlns:a16="http://schemas.microsoft.com/office/drawing/2014/main" id="{D5B1561B-F5B9-1446-A046-226B16D5D2DB}"/>
              </a:ext>
            </a:extLst>
          </p:cNvPr>
          <p:cNvSpPr/>
          <p:nvPr userDrawn="1"/>
        </p:nvSpPr>
        <p:spPr>
          <a:xfrm>
            <a:off x="0" y="-285003"/>
            <a:ext cx="10176292" cy="7143003"/>
          </a:xfrm>
          <a:custGeom>
            <a:avLst/>
            <a:gdLst>
              <a:gd name="connsiteX0" fmla="*/ 1401477 w 1427755"/>
              <a:gd name="connsiteY0" fmla="*/ 965178 h 965178"/>
              <a:gd name="connsiteX1" fmla="*/ 1424282 w 1427755"/>
              <a:gd name="connsiteY1" fmla="*/ 530674 h 965178"/>
              <a:gd name="connsiteX2" fmla="*/ 71241 w 1427755"/>
              <a:gd name="connsiteY2" fmla="*/ 52678 h 965178"/>
              <a:gd name="connsiteX3" fmla="*/ 0 w 1427755"/>
              <a:gd name="connsiteY3" fmla="*/ 92130 h 965178"/>
              <a:gd name="connsiteX4" fmla="*/ 0 w 1427755"/>
              <a:gd name="connsiteY4" fmla="*/ 965178 h 96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755" h="965178">
                <a:moveTo>
                  <a:pt x="1401477" y="965178"/>
                </a:moveTo>
                <a:cubicBezTo>
                  <a:pt x="1425331" y="821657"/>
                  <a:pt x="1432980" y="675906"/>
                  <a:pt x="1424282" y="530674"/>
                </a:cubicBezTo>
                <a:cubicBezTo>
                  <a:pt x="1087182" y="439181"/>
                  <a:pt x="581970" y="-182213"/>
                  <a:pt x="71241" y="52678"/>
                </a:cubicBezTo>
                <a:cubicBezTo>
                  <a:pt x="46532" y="64008"/>
                  <a:pt x="22717" y="77197"/>
                  <a:pt x="0" y="92130"/>
                </a:cubicBezTo>
                <a:lnTo>
                  <a:pt x="0" y="965178"/>
                </a:lnTo>
                <a:close/>
              </a:path>
            </a:pathLst>
          </a:custGeom>
          <a:solidFill>
            <a:schemeClr val="accent2"/>
          </a:solidFill>
          <a:ln w="6724" cap="flat">
            <a:noFill/>
            <a:prstDash val="solid"/>
            <a:miter/>
          </a:ln>
        </p:spPr>
        <p:txBody>
          <a:bodyPr rtlCol="0" anchor="ctr"/>
          <a:lstStyle/>
          <a:p>
            <a:endParaRPr lang="fr-FR" sz="2400"/>
          </a:p>
        </p:txBody>
      </p:sp>
      <p:sp>
        <p:nvSpPr>
          <p:cNvPr id="2" name="Titre 1"/>
          <p:cNvSpPr>
            <a:spLocks noGrp="1"/>
          </p:cNvSpPr>
          <p:nvPr>
            <p:ph type="ctrTitle" hasCustomPrompt="1"/>
          </p:nvPr>
        </p:nvSpPr>
        <p:spPr>
          <a:xfrm>
            <a:off x="652306" y="2893729"/>
            <a:ext cx="7622033" cy="1470025"/>
          </a:xfrm>
          <a:prstGeom prst="rect">
            <a:avLst/>
          </a:prstGeom>
        </p:spPr>
        <p:txBody>
          <a:bodyPr lIns="0" tIns="0" rIns="0" bIns="0" anchor="b" anchorCtr="0">
            <a:noAutofit/>
          </a:bodyPr>
          <a:lstStyle>
            <a:lvl1pPr algn="l">
              <a:lnSpc>
                <a:spcPts val="6133"/>
              </a:lnSpc>
              <a:defRPr sz="5400">
                <a:solidFill>
                  <a:schemeClr val="bg1"/>
                </a:solidFill>
              </a:defRPr>
            </a:lvl1pPr>
          </a:lstStyle>
          <a:p>
            <a:r>
              <a:rPr lang="fr-FR"/>
              <a:t>Click to insert </a:t>
            </a:r>
            <a:r>
              <a:rPr lang="fr-FR" err="1"/>
              <a:t>title</a:t>
            </a:r>
            <a:endParaRPr lang="fr-FR"/>
          </a:p>
        </p:txBody>
      </p:sp>
      <p:sp>
        <p:nvSpPr>
          <p:cNvPr id="3" name="Sous-titre 2"/>
          <p:cNvSpPr>
            <a:spLocks noGrp="1"/>
          </p:cNvSpPr>
          <p:nvPr>
            <p:ph type="subTitle" idx="1" hasCustomPrompt="1"/>
          </p:nvPr>
        </p:nvSpPr>
        <p:spPr>
          <a:xfrm>
            <a:off x="652307" y="4653135"/>
            <a:ext cx="7704520" cy="1579641"/>
          </a:xfrm>
          <a:prstGeom prst="rect">
            <a:avLst/>
          </a:prstGeom>
        </p:spPr>
        <p:txBody>
          <a:bodyPr lIns="0" tIns="0" rIns="0" bIns="0"/>
          <a:lstStyle>
            <a:lvl1pPr marL="0" indent="0" algn="l">
              <a:buNone/>
              <a:defRPr b="0"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err="1"/>
              <a:t>Presenter</a:t>
            </a:r>
            <a:r>
              <a:rPr lang="fr-FR"/>
              <a:t>, location and/or date</a:t>
            </a:r>
          </a:p>
        </p:txBody>
      </p:sp>
      <p:grpSp>
        <p:nvGrpSpPr>
          <p:cNvPr id="224" name="Group 14">
            <a:extLst>
              <a:ext uri="{FF2B5EF4-FFF2-40B4-BE49-F238E27FC236}">
                <a16:creationId xmlns:a16="http://schemas.microsoft.com/office/drawing/2014/main" id="{67EA0FC6-F89C-4A09-9C59-9EACFBC2E356}"/>
              </a:ext>
            </a:extLst>
          </p:cNvPr>
          <p:cNvGrpSpPr>
            <a:grpSpLocks noChangeAspect="1"/>
          </p:cNvGrpSpPr>
          <p:nvPr userDrawn="1"/>
        </p:nvGrpSpPr>
        <p:grpSpPr>
          <a:xfrm>
            <a:off x="7392144" y="822797"/>
            <a:ext cx="4320000" cy="963132"/>
            <a:chOff x="728663" y="4465638"/>
            <a:chExt cx="5354637" cy="1193801"/>
          </a:xfrm>
        </p:grpSpPr>
        <p:sp>
          <p:nvSpPr>
            <p:cNvPr id="350" name="Freeform 11">
              <a:extLst>
                <a:ext uri="{FF2B5EF4-FFF2-40B4-BE49-F238E27FC236}">
                  <a16:creationId xmlns:a16="http://schemas.microsoft.com/office/drawing/2014/main" id="{9C6E92E3-57EA-439B-8E74-85979D94BA7D}"/>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51" name="Freeform 12">
              <a:extLst>
                <a:ext uri="{FF2B5EF4-FFF2-40B4-BE49-F238E27FC236}">
                  <a16:creationId xmlns:a16="http://schemas.microsoft.com/office/drawing/2014/main" id="{54544C62-5F63-438B-8674-C626106BC955}"/>
                </a:ext>
              </a:extLst>
            </p:cNvPr>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52" name="Freeform 13">
              <a:extLst>
                <a:ext uri="{FF2B5EF4-FFF2-40B4-BE49-F238E27FC236}">
                  <a16:creationId xmlns:a16="http://schemas.microsoft.com/office/drawing/2014/main" id="{ACB0F281-31D2-4D40-9EC3-F45B5A0DE32E}"/>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53" name="Freeform 14">
              <a:extLst>
                <a:ext uri="{FF2B5EF4-FFF2-40B4-BE49-F238E27FC236}">
                  <a16:creationId xmlns:a16="http://schemas.microsoft.com/office/drawing/2014/main" id="{45A0D26B-4722-451E-8415-988B5EBC7FBC}"/>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54" name="Freeform 15">
              <a:extLst>
                <a:ext uri="{FF2B5EF4-FFF2-40B4-BE49-F238E27FC236}">
                  <a16:creationId xmlns:a16="http://schemas.microsoft.com/office/drawing/2014/main" id="{91FCA2B6-66CC-4C95-9AB3-2D4E0D73E337}"/>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55176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D6E8-C1DF-44AD-A2A9-AB64F3377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87AA058-E3C6-4F03-AF85-7F34E780EE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EC1286E-E3DD-426E-A2A4-7326DE8B126F}"/>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5" name="Footer Placeholder 4">
            <a:extLst>
              <a:ext uri="{FF2B5EF4-FFF2-40B4-BE49-F238E27FC236}">
                <a16:creationId xmlns:a16="http://schemas.microsoft.com/office/drawing/2014/main" id="{E9162CC3-260B-4736-910C-94A876B195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913ECE-72A9-4B5A-844B-E382CA3ADE02}"/>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1434492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4552-B601-4DC8-A978-44EDA78BDE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936A3E-FDF7-4ECA-8A33-A6F10F39E9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51839B-B22A-40D2-A325-EC1441BDDCB3}"/>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5" name="Footer Placeholder 4">
            <a:extLst>
              <a:ext uri="{FF2B5EF4-FFF2-40B4-BE49-F238E27FC236}">
                <a16:creationId xmlns:a16="http://schemas.microsoft.com/office/drawing/2014/main" id="{B3AF78CC-0FD7-41C3-81E4-B0B573A254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14F827-A6F4-4558-95D6-F938C81592D6}"/>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3191799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11BC0-B003-4432-87C7-104AAA4390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51D8A30-9786-40CF-A786-DE39F989C6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299D50-04D3-4DC1-8514-1E85B09B2CD1}"/>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5" name="Footer Placeholder 4">
            <a:extLst>
              <a:ext uri="{FF2B5EF4-FFF2-40B4-BE49-F238E27FC236}">
                <a16:creationId xmlns:a16="http://schemas.microsoft.com/office/drawing/2014/main" id="{38F6588E-4799-4157-9752-FF3820A1AA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530B5F-EFB0-442F-9D29-5E96FACA7430}"/>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1175624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AF6E1-A18F-4656-BE1C-22AEC816BE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0AF078E-5FA8-48B0-8DCD-057B51AFF8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9758740-01D1-4D77-BA6E-015A956134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BFE672E-EEB8-46A9-B8D7-AF7204A9B370}"/>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6" name="Footer Placeholder 5">
            <a:extLst>
              <a:ext uri="{FF2B5EF4-FFF2-40B4-BE49-F238E27FC236}">
                <a16:creationId xmlns:a16="http://schemas.microsoft.com/office/drawing/2014/main" id="{D6203E77-654C-4516-BFAA-5D65C6E4AC8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234995-C497-4B5A-8A60-3EB96BB3A914}"/>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1277767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2A58D-B3FE-4E54-A248-86B6A05394B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C38404-B8AF-4A84-ABAD-AD4F0EFFE1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90D8B8-6487-4E38-9453-3B76F24DA1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4E940D8-0ED3-4BDB-8C1A-32D02EF9BA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3579D-08AB-417A-8C87-E02A426E11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A86F487-2A25-4D9D-8F57-32EAA96436E3}"/>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8" name="Footer Placeholder 7">
            <a:extLst>
              <a:ext uri="{FF2B5EF4-FFF2-40B4-BE49-F238E27FC236}">
                <a16:creationId xmlns:a16="http://schemas.microsoft.com/office/drawing/2014/main" id="{F53CC0C0-0C47-4F6A-85A9-CA600E8EFC9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AF4EC76-7569-4CD2-95AD-5A61B6B25A05}"/>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219655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5F0AD-4541-424A-B764-9B67A99FD54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E13FA83-BAD1-489D-A2D4-A27E15D876C0}"/>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4" name="Footer Placeholder 3">
            <a:extLst>
              <a:ext uri="{FF2B5EF4-FFF2-40B4-BE49-F238E27FC236}">
                <a16:creationId xmlns:a16="http://schemas.microsoft.com/office/drawing/2014/main" id="{3BC9DE41-8612-4396-AD68-E0291E53009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FC4FBAE-B3B7-4BD5-858B-B61BF5BE2BC7}"/>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3792374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98C36-447C-4EDB-9F51-3CE169B20244}"/>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3" name="Footer Placeholder 2">
            <a:extLst>
              <a:ext uri="{FF2B5EF4-FFF2-40B4-BE49-F238E27FC236}">
                <a16:creationId xmlns:a16="http://schemas.microsoft.com/office/drawing/2014/main" id="{791E2F04-87A1-430C-86AE-89361579475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8536D7-3DA1-4C0E-A78F-6DDDF19C2C6C}"/>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14014141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9125-F78E-42DB-B31C-8F3A349864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87875CC-49A2-4E89-9A1A-19CB543CB0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D0350A5-E23E-42F5-91B1-05245C7E49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AEB8E1-CCFE-4A6A-9DE4-6F2805EA366B}"/>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6" name="Footer Placeholder 5">
            <a:extLst>
              <a:ext uri="{FF2B5EF4-FFF2-40B4-BE49-F238E27FC236}">
                <a16:creationId xmlns:a16="http://schemas.microsoft.com/office/drawing/2014/main" id="{EA8A1325-B7D2-46CA-9B81-7EE089965B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5DB6E71-710A-4DD1-8F39-5F600D42AF4D}"/>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22514230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A712-D8B7-4248-B81C-4C542D37F2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3E1C05E-30F7-4D92-9747-18E46C46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CF56762-29EE-4F3B-9576-229E4EBFC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749C6-72E3-4D7E-B956-96479B8136CB}"/>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6" name="Footer Placeholder 5">
            <a:extLst>
              <a:ext uri="{FF2B5EF4-FFF2-40B4-BE49-F238E27FC236}">
                <a16:creationId xmlns:a16="http://schemas.microsoft.com/office/drawing/2014/main" id="{8E869795-3075-446C-803F-DEDA917D4C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0A63A7-683E-40DC-9AAA-6D8E2BCD6A50}"/>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1221484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9B948-0D05-4254-A930-ABD9F6812C3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66BEBAE-331E-4135-8FA3-5D4F5E04F2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F05FF2-5A33-4672-A782-40CAC845C25D}"/>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5" name="Footer Placeholder 4">
            <a:extLst>
              <a:ext uri="{FF2B5EF4-FFF2-40B4-BE49-F238E27FC236}">
                <a16:creationId xmlns:a16="http://schemas.microsoft.com/office/drawing/2014/main" id="{971C02F5-46C5-4D17-BE22-B6A0631F96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0211DE-C28F-403C-9697-F80C14656A1F}"/>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28109918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A485C7-3663-45D3-B28D-CECBF01A88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5E79BE-453F-4307-81CC-32A64BA6D0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B4EFE2-898D-4162-9231-FF0C7AB7B942}"/>
              </a:ext>
            </a:extLst>
          </p:cNvPr>
          <p:cNvSpPr>
            <a:spLocks noGrp="1"/>
          </p:cNvSpPr>
          <p:nvPr>
            <p:ph type="dt" sz="half" idx="10"/>
          </p:nvPr>
        </p:nvSpPr>
        <p:spPr/>
        <p:txBody>
          <a:bodyPr/>
          <a:lstStyle/>
          <a:p>
            <a:fld id="{EFFD9726-182F-4389-878D-2253DBA02298}" type="datetimeFigureOut">
              <a:rPr lang="en-GB" smtClean="0"/>
              <a:t>18/09/2026</a:t>
            </a:fld>
            <a:endParaRPr lang="en-GB"/>
          </a:p>
        </p:txBody>
      </p:sp>
      <p:sp>
        <p:nvSpPr>
          <p:cNvPr id="5" name="Footer Placeholder 4">
            <a:extLst>
              <a:ext uri="{FF2B5EF4-FFF2-40B4-BE49-F238E27FC236}">
                <a16:creationId xmlns:a16="http://schemas.microsoft.com/office/drawing/2014/main" id="{91D0FBD3-AF94-4B8A-BA17-D50E265FFD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6FE7B7-EF75-4AA9-B6AE-3378F679836D}"/>
              </a:ext>
            </a:extLst>
          </p:cNvPr>
          <p:cNvSpPr>
            <a:spLocks noGrp="1"/>
          </p:cNvSpPr>
          <p:nvPr>
            <p:ph type="sldNum" sz="quarter" idx="12"/>
          </p:nvPr>
        </p:nvSpPr>
        <p:spPr/>
        <p:txBody>
          <a:bodyPr/>
          <a:lstStyle/>
          <a:p>
            <a:fld id="{F2AD3A05-9F11-451B-BBCD-92E1E040FDA0}" type="slidenum">
              <a:rPr lang="en-GB" smtClean="0"/>
              <a:t>‹#›</a:t>
            </a:fld>
            <a:endParaRPr lang="en-GB"/>
          </a:p>
        </p:txBody>
      </p:sp>
    </p:spTree>
    <p:extLst>
      <p:ext uri="{BB962C8B-B14F-4D97-AF65-F5344CB8AC3E}">
        <p14:creationId xmlns:p14="http://schemas.microsoft.com/office/powerpoint/2010/main" val="385320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1.xml"/><Relationship Id="rId7" Type="http://schemas.openxmlformats.org/officeDocument/2006/relationships/oleObject" Target="../embeddings/oleObject4.bin"/><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6.xml"/><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slideLayout" Target="../slideLayouts/slideLayout15.xml"/><Relationship Id="rId7" Type="http://schemas.openxmlformats.org/officeDocument/2006/relationships/tags" Target="../tags/tag10.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3.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0"/>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21" name="Object 20" hidden="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2020. All rights reserved  </a:t>
            </a:r>
            <a:r>
              <a:rPr lang="en-US">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userDrawn="1"/>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userDrawn="1"/>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1762778664"/>
      </p:ext>
    </p:extLst>
  </p:cSld>
  <p:clrMap bg1="lt1" tx1="dk1" bg2="lt2" tx2="dk2" accent1="accent1" accent2="accent2" accent3="accent3" accent4="accent4" accent5="accent5" accent6="accent6" hlink="hlink" folHlink="folHlink"/>
  <p:sldLayoutIdLst>
    <p:sldLayoutId id="2147483828" r:id="rId1"/>
    <p:sldLayoutId id="2147483827" r:id="rId2"/>
    <p:sldLayoutId id="2147483831" r:id="rId3"/>
    <p:sldLayoutId id="2147483833" r:id="rId4"/>
    <p:sldLayoutId id="2147483837" r:id="rId5"/>
    <p:sldLayoutId id="2147483834" r:id="rId6"/>
    <p:sldLayoutId id="2147483821" r:id="rId7"/>
    <p:sldLayoutId id="2147483877" r:id="rId8"/>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21" name="Object 20"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11"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2020. All rights reserved  </a:t>
            </a:r>
            <a:r>
              <a:rPr lang="en-US">
                <a:solidFill>
                  <a:schemeClr val="accent2"/>
                </a:solidFill>
              </a:rPr>
              <a:t>|</a:t>
            </a:r>
          </a:p>
        </p:txBody>
      </p:sp>
      <p:grpSp>
        <p:nvGrpSpPr>
          <p:cNvPr id="16" name="Groupe 15">
            <a:extLst>
              <a:ext uri="{FF2B5EF4-FFF2-40B4-BE49-F238E27FC236}">
                <a16:creationId xmlns:a16="http://schemas.microsoft.com/office/drawing/2014/main" id="{9CCBF2C1-AE84-4920-BA55-06A21A3C64E9}"/>
              </a:ext>
            </a:extLst>
          </p:cNvPr>
          <p:cNvGrpSpPr/>
          <p:nvPr userDrawn="1"/>
        </p:nvGrpSpPr>
        <p:grpSpPr>
          <a:xfrm>
            <a:off x="12355040" y="33161"/>
            <a:ext cx="360000" cy="1800000"/>
            <a:chOff x="12355040" y="33161"/>
            <a:chExt cx="360000" cy="1800000"/>
          </a:xfrm>
        </p:grpSpPr>
        <p:sp>
          <p:nvSpPr>
            <p:cNvPr id="17" name="Rectangle 16">
              <a:extLst>
                <a:ext uri="{FF2B5EF4-FFF2-40B4-BE49-F238E27FC236}">
                  <a16:creationId xmlns:a16="http://schemas.microsoft.com/office/drawing/2014/main" id="{B08F5EF3-2356-4B1F-860E-01CACCDDB0B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8" name="Rectangle 17">
              <a:extLst>
                <a:ext uri="{FF2B5EF4-FFF2-40B4-BE49-F238E27FC236}">
                  <a16:creationId xmlns:a16="http://schemas.microsoft.com/office/drawing/2014/main" id="{AA3EC8E9-315E-47E1-AF32-83834998FDA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7DAF62B2-11CC-4B22-9A4B-18FA2DE2B586}"/>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C75D6175-E1F7-4C00-B893-FDD3A3F704F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B23D6F31-6A70-49F8-85C0-D3D2946BE1DF}"/>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2642789608"/>
      </p:ext>
    </p:extLst>
  </p:cSld>
  <p:clrMap bg1="lt1" tx1="dk1" bg2="lt2" tx2="dk2" accent1="accent1" accent2="accent2" accent3="accent3" accent4="accent4" accent5="accent5" accent6="accent6" hlink="hlink" folHlink="folHlink"/>
  <p:sldLayoutIdLst>
    <p:sldLayoutId id="2147483874" r:id="rId1"/>
    <p:sldLayoutId id="2147483884" r:id="rId2"/>
    <p:sldLayoutId id="2147483876" r:id="rId3"/>
    <p:sldLayoutId id="2147483885" r:id="rId4"/>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50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userDrawn="1"/>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2458042863"/>
      </p:ext>
    </p:extLst>
  </p:cSld>
  <p:clrMap bg1="lt1" tx1="dk1" bg2="lt2" tx2="dk2" accent1="accent1" accent2="accent2" accent3="accent3" accent4="accent4" accent5="accent5" accent6="accent6" hlink="hlink" folHlink="folHlink"/>
  <p:sldLayoutIdLst>
    <p:sldLayoutId id="2147483841" r:id="rId1"/>
    <p:sldLayoutId id="2147483839" r:id="rId2"/>
    <p:sldLayoutId id="2147483880" r:id="rId3"/>
    <p:sldLayoutId id="2147483881" r:id="rId4"/>
    <p:sldLayoutId id="2147483886"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F13A9D-249B-40E6-9159-032987706B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8A23A3-42A5-41AB-B3FD-182691BE75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538690-1184-4439-B8A6-FF386FD9C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FD9726-182F-4389-878D-2253DBA02298}" type="datetimeFigureOut">
              <a:rPr lang="en-GB" smtClean="0"/>
              <a:t>18/09/2026</a:t>
            </a:fld>
            <a:endParaRPr lang="en-GB"/>
          </a:p>
        </p:txBody>
      </p:sp>
      <p:sp>
        <p:nvSpPr>
          <p:cNvPr id="5" name="Footer Placeholder 4">
            <a:extLst>
              <a:ext uri="{FF2B5EF4-FFF2-40B4-BE49-F238E27FC236}">
                <a16:creationId xmlns:a16="http://schemas.microsoft.com/office/drawing/2014/main" id="{D7C6CB44-B2EE-45EE-816F-DFFE3C230C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D4219F8-7DEC-4CC4-844D-F0A3BD88F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AD3A05-9F11-451B-BBCD-92E1E040FDA0}" type="slidenum">
              <a:rPr lang="en-GB" smtClean="0"/>
              <a:t>‹#›</a:t>
            </a:fld>
            <a:endParaRPr lang="en-GB"/>
          </a:p>
        </p:txBody>
      </p:sp>
    </p:spTree>
    <p:extLst>
      <p:ext uri="{BB962C8B-B14F-4D97-AF65-F5344CB8AC3E}">
        <p14:creationId xmlns:p14="http://schemas.microsoft.com/office/powerpoint/2010/main" val="1497341414"/>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9.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hyperlink" Target="http://www.lmalloyds.com/" TargetMode="External"/><Relationship Id="rId7" Type="http://schemas.openxmlformats.org/officeDocument/2006/relationships/hyperlink" Target="https://www.youtube.com/c/LetsTalkBusiness/videos" TargetMode="External"/><Relationship Id="rId2" Type="http://schemas.openxmlformats.org/officeDocument/2006/relationships/hyperlink" Target="http://www.lloyds.com/" TargetMode="External"/><Relationship Id="rId1" Type="http://schemas.openxmlformats.org/officeDocument/2006/relationships/slideLayout" Target="../slideLayouts/slideLayout2.xml"/><Relationship Id="rId6" Type="http://schemas.openxmlformats.org/officeDocument/2006/relationships/hyperlink" Target="https://www.cityoflondon.gov.uk/things-to-do/history-and-heritage/guildhall-library" TargetMode="External"/><Relationship Id="rId5" Type="http://schemas.openxmlformats.org/officeDocument/2006/relationships/hyperlink" Target="http://www.lmbc.co.uk/" TargetMode="External"/><Relationship Id="rId4" Type="http://schemas.openxmlformats.org/officeDocument/2006/relationships/hyperlink" Target="http://www.lr.org/"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www.iua.co.uk/" TargetMode="External"/><Relationship Id="rId13" Type="http://schemas.openxmlformats.org/officeDocument/2006/relationships/hyperlink" Target="https://lmg.london/document/london-matters-2017/" TargetMode="External"/><Relationship Id="rId3" Type="http://schemas.openxmlformats.org/officeDocument/2006/relationships/hyperlink" Target="http://www.abi.org.uk/" TargetMode="External"/><Relationship Id="rId7" Type="http://schemas.openxmlformats.org/officeDocument/2006/relationships/hyperlink" Target="https://www.lmalloyds.com/CMDownload.aspx?ContentKey=2e172ce9-5883-4f57-b63a-ee710bae95a9&amp;ContentItemKey=1b2259c9-6952-4718-bed2-219c6ebbc103" TargetMode="External"/><Relationship Id="rId12" Type="http://schemas.openxmlformats.org/officeDocument/2006/relationships/hyperlink" Target="https://lmg.london/london-matters-2020-report/" TargetMode="External"/><Relationship Id="rId2" Type="http://schemas.openxmlformats.org/officeDocument/2006/relationships/hyperlink" Target="https://www.cii.co.uk/learning/qualifications/certificate-in-london-market-insurance-qualification/" TargetMode="External"/><Relationship Id="rId1" Type="http://schemas.openxmlformats.org/officeDocument/2006/relationships/slideLayout" Target="../slideLayouts/slideLayout2.xml"/><Relationship Id="rId6" Type="http://schemas.openxmlformats.org/officeDocument/2006/relationships/hyperlink" Target="https://www.lmalloyds.com/LMA/Market_Processes/TMEL.aspx" TargetMode="External"/><Relationship Id="rId11" Type="http://schemas.openxmlformats.org/officeDocument/2006/relationships/hyperlink" Target="https://lmg.london/" TargetMode="External"/><Relationship Id="rId5" Type="http://schemas.openxmlformats.org/officeDocument/2006/relationships/hyperlink" Target="https://www.ecfinfo.com/training/about/what-is-ecf/" TargetMode="External"/><Relationship Id="rId10" Type="http://schemas.openxmlformats.org/officeDocument/2006/relationships/hyperlink" Target="http://www.liiba.co.uk/" TargetMode="External"/><Relationship Id="rId4" Type="http://schemas.openxmlformats.org/officeDocument/2006/relationships/hyperlink" Target="http://www.dcx.technology/" TargetMode="External"/><Relationship Id="rId9" Type="http://schemas.openxmlformats.org/officeDocument/2006/relationships/hyperlink" Target="https://www.iua.co.uk/IUA_Member/Publications/annual_report_home.aspx"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E61A40D-4439-4E82-955B-FC636EF3CC80}"/>
              </a:ext>
            </a:extLst>
          </p:cNvPr>
          <p:cNvSpPr>
            <a:spLocks noGrp="1"/>
          </p:cNvSpPr>
          <p:nvPr>
            <p:ph type="body" sz="quarter" idx="11"/>
          </p:nvPr>
        </p:nvSpPr>
        <p:spPr/>
        <p:txBody>
          <a:bodyPr/>
          <a:lstStyle/>
          <a:p>
            <a:r>
              <a:rPr lang="en-US"/>
              <a:t>London Insurance Market</a:t>
            </a:r>
          </a:p>
        </p:txBody>
      </p:sp>
      <p:sp>
        <p:nvSpPr>
          <p:cNvPr id="3" name="Sous-titre 2">
            <a:extLst>
              <a:ext uri="{FF2B5EF4-FFF2-40B4-BE49-F238E27FC236}">
                <a16:creationId xmlns:a16="http://schemas.microsoft.com/office/drawing/2014/main" id="{259864C7-43B5-4E4E-B76F-BA3BD78F03AA}"/>
              </a:ext>
            </a:extLst>
          </p:cNvPr>
          <p:cNvSpPr>
            <a:spLocks noGrp="1"/>
          </p:cNvSpPr>
          <p:nvPr>
            <p:ph type="subTitle" idx="1"/>
          </p:nvPr>
        </p:nvSpPr>
        <p:spPr>
          <a:xfrm>
            <a:off x="5831750" y="2709000"/>
            <a:ext cx="4813246" cy="682984"/>
          </a:xfrm>
        </p:spPr>
        <p:txBody>
          <a:bodyPr/>
          <a:lstStyle/>
          <a:p>
            <a:r>
              <a:rPr lang="en-US"/>
              <a:t>Lunch &amp; Learn, Date: 15 December 2020</a:t>
            </a:r>
          </a:p>
          <a:p>
            <a:r>
              <a:rPr lang="en-US"/>
              <a:t>        Presenters: Peter Dixon &amp; Gary Millard </a:t>
            </a:r>
          </a:p>
        </p:txBody>
      </p:sp>
    </p:spTree>
    <p:extLst>
      <p:ext uri="{BB962C8B-B14F-4D97-AF65-F5344CB8AC3E}">
        <p14:creationId xmlns:p14="http://schemas.microsoft.com/office/powerpoint/2010/main" val="2148978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London Insurance Market</a:t>
            </a:r>
            <a:endParaRPr lang="en-GB"/>
          </a:p>
        </p:txBody>
      </p:sp>
      <p:sp>
        <p:nvSpPr>
          <p:cNvPr id="3" name="Subtitle 2"/>
          <p:cNvSpPr>
            <a:spLocks noGrp="1"/>
          </p:cNvSpPr>
          <p:nvPr>
            <p:ph type="body" sz="quarter" idx="10"/>
          </p:nvPr>
        </p:nvSpPr>
        <p:spPr/>
        <p:txBody>
          <a:bodyPr vert="horz" lIns="0" tIns="0" rIns="0" bIns="0" rtlCol="0" anchor="t">
            <a:normAutofit/>
          </a:bodyPr>
          <a:lstStyle/>
          <a:p>
            <a:r>
              <a:rPr lang="en-GB">
                <a:latin typeface="+mn-lt"/>
              </a:rPr>
              <a:t>The London Market is a distinct, separate part of the UK insurance and reinsurance industry centred in the City of London. Its main participants are insurance and reinsurance companies, Lloyd's of London syndicates, Marine Protection and Indemnity Clubs (P&amp;I Clubs), and brokers who handle most of the business. </a:t>
            </a:r>
            <a:endParaRPr lang="en-US">
              <a:ea typeface="Verdana"/>
              <a:cs typeface="Verdana"/>
            </a:endParaRPr>
          </a:p>
          <a:p>
            <a:r>
              <a:rPr lang="en-GB">
                <a:latin typeface="+mn-lt"/>
              </a:rPr>
              <a:t>The core of its activity is the conduct of internationally traded insurance and reinsurance business. This is mostly non-life insurance and reinsurance, particularly marine and aviation business, with an increasing emphasis on high-exposure risks.</a:t>
            </a:r>
            <a:endParaRPr lang="en-GB">
              <a:latin typeface="+mn-lt"/>
              <a:ea typeface="Verdana"/>
              <a:cs typeface="Verdana"/>
            </a:endParaRPr>
          </a:p>
          <a:p>
            <a:r>
              <a:rPr lang="en-GB">
                <a:latin typeface="+mn-lt"/>
              </a:rPr>
              <a:t>Typically</a:t>
            </a:r>
            <a:r>
              <a:rPr lang="en-GB"/>
              <a:t>,</a:t>
            </a:r>
            <a:r>
              <a:rPr lang="en-GB">
                <a:latin typeface="+mn-lt"/>
              </a:rPr>
              <a:t> Lloyd's business consists of international exposures, reinsurance, large and/or speciality risks that are not suited to the traditional insurance markets.</a:t>
            </a:r>
            <a:endParaRPr lang="en-GB">
              <a:latin typeface="+mn-lt"/>
              <a:ea typeface="Verdana"/>
              <a:cs typeface="Verdana"/>
            </a:endParaRPr>
          </a:p>
        </p:txBody>
      </p:sp>
      <p:sp>
        <p:nvSpPr>
          <p:cNvPr id="4" name="Text Placeholder 3">
            <a:extLst>
              <a:ext uri="{FF2B5EF4-FFF2-40B4-BE49-F238E27FC236}">
                <a16:creationId xmlns:a16="http://schemas.microsoft.com/office/drawing/2014/main" id="{1BEC81EF-DA3F-43E6-8067-95131BEC9FE5}"/>
              </a:ext>
            </a:extLst>
          </p:cNvPr>
          <p:cNvSpPr>
            <a:spLocks noGrp="1"/>
          </p:cNvSpPr>
          <p:nvPr>
            <p:ph type="body" sz="quarter" idx="11"/>
          </p:nvPr>
        </p:nvSpPr>
        <p:spPr/>
        <p:txBody>
          <a:bodyPr/>
          <a:lstStyle/>
          <a:p>
            <a:r>
              <a:rPr lang="en-GB"/>
              <a:t>What does the London Insurance Market Consist of?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CD005B-159D-471C-8EA7-D5A858EEEF4D}"/>
              </a:ext>
            </a:extLst>
          </p:cNvPr>
          <p:cNvSpPr>
            <a:spLocks noGrp="1"/>
          </p:cNvSpPr>
          <p:nvPr>
            <p:ph type="pic" sz="quarter" idx="10"/>
          </p:nvPr>
        </p:nvSpPr>
        <p:spPr/>
        <p:txBody>
          <a:bodyPr/>
          <a:lstStyle/>
          <a:p>
            <a:endParaRPr lang="en-IN"/>
          </a:p>
        </p:txBody>
      </p:sp>
      <p:sp>
        <p:nvSpPr>
          <p:cNvPr id="3" name="Text Placeholder 2">
            <a:extLst>
              <a:ext uri="{FF2B5EF4-FFF2-40B4-BE49-F238E27FC236}">
                <a16:creationId xmlns:a16="http://schemas.microsoft.com/office/drawing/2014/main" id="{421B6EED-0466-447A-A236-8FA5124B8105}"/>
              </a:ext>
            </a:extLst>
          </p:cNvPr>
          <p:cNvSpPr>
            <a:spLocks noGrp="1"/>
          </p:cNvSpPr>
          <p:nvPr>
            <p:ph type="body" sz="quarter" idx="11"/>
          </p:nvPr>
        </p:nvSpPr>
        <p:spPr/>
        <p:txBody>
          <a:bodyPr/>
          <a:lstStyle/>
          <a:p>
            <a:r>
              <a:rPr lang="en-GB"/>
              <a:t>LLOYD’S OF LONDON</a:t>
            </a:r>
          </a:p>
        </p:txBody>
      </p:sp>
    </p:spTree>
    <p:extLst>
      <p:ext uri="{BB962C8B-B14F-4D97-AF65-F5344CB8AC3E}">
        <p14:creationId xmlns:p14="http://schemas.microsoft.com/office/powerpoint/2010/main" val="2696389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33864-661B-44D4-AC0A-06EA11669AB4}"/>
              </a:ext>
            </a:extLst>
          </p:cNvPr>
          <p:cNvSpPr>
            <a:spLocks noGrp="1"/>
          </p:cNvSpPr>
          <p:nvPr>
            <p:ph type="title"/>
          </p:nvPr>
        </p:nvSpPr>
        <p:spPr/>
        <p:txBody>
          <a:bodyPr/>
          <a:lstStyle/>
          <a:p>
            <a:r>
              <a:rPr lang="en-GB"/>
              <a:t>Lloyd's of London</a:t>
            </a:r>
          </a:p>
        </p:txBody>
      </p:sp>
      <p:sp>
        <p:nvSpPr>
          <p:cNvPr id="3" name="Text Placeholder 2">
            <a:extLst>
              <a:ext uri="{FF2B5EF4-FFF2-40B4-BE49-F238E27FC236}">
                <a16:creationId xmlns:a16="http://schemas.microsoft.com/office/drawing/2014/main" id="{C6A5BA91-DBC3-4D7A-9709-174915878A84}"/>
              </a:ext>
            </a:extLst>
          </p:cNvPr>
          <p:cNvSpPr>
            <a:spLocks noGrp="1"/>
          </p:cNvSpPr>
          <p:nvPr>
            <p:ph type="body" sz="quarter" idx="10"/>
          </p:nvPr>
        </p:nvSpPr>
        <p:spPr>
          <a:xfrm>
            <a:off x="227348" y="1815351"/>
            <a:ext cx="6999362" cy="4466201"/>
          </a:xfrm>
        </p:spPr>
        <p:txBody>
          <a:bodyPr>
            <a:normAutofit fontScale="85000" lnSpcReduction="10000"/>
          </a:bodyPr>
          <a:lstStyle/>
          <a:p>
            <a:r>
              <a:rPr lang="en-GB">
                <a:latin typeface="+mn-lt"/>
              </a:rPr>
              <a:t>Lloyd’s of London is not an insurance company, but an insurance market of members, both corporate and individual. </a:t>
            </a:r>
          </a:p>
          <a:p>
            <a:r>
              <a:rPr lang="en-GB">
                <a:latin typeface="+mn-lt"/>
              </a:rPr>
              <a:t>Lloyd’s members conduct their insurance business in syndicates, each of which is run by a managing agent. </a:t>
            </a:r>
          </a:p>
          <a:p>
            <a:r>
              <a:rPr lang="en-GB">
                <a:latin typeface="+mn-lt"/>
              </a:rPr>
              <a:t>Over the course of its history, Lloyd’s has built a reputation for developing innovative coverages for the U.S. market including excess of loss reinsurance, kidnap and ransom insurance and more recently, terrorism insurance.</a:t>
            </a:r>
          </a:p>
          <a:p>
            <a:r>
              <a:rPr lang="en-GB"/>
              <a:t>Whilst the mainstay of the Lloyd’s market is liability, marine and energy risks, Lloyd’s has been know to insure some peculiar items for example; Betty Grable’s legs, </a:t>
            </a:r>
            <a:r>
              <a:rPr lang="en-GB" err="1"/>
              <a:t>Merv</a:t>
            </a:r>
            <a:r>
              <a:rPr lang="en-GB"/>
              <a:t> Hughes’ moustache, Tom Jones’ chest hair, etc.</a:t>
            </a:r>
          </a:p>
          <a:p>
            <a:r>
              <a:rPr lang="en-GB"/>
              <a:t>Some risks have huge values at risk, aircraft fleets and oil rigs are some examples.</a:t>
            </a:r>
          </a:p>
          <a:p>
            <a:r>
              <a:rPr lang="en-GB"/>
              <a:t>Many policies are underwritten at Lloyd’s because of the breadth of experience in the Lloyd’s market that is not available elsewhere.</a:t>
            </a:r>
          </a:p>
          <a:p>
            <a:endParaRPr lang="en-GB">
              <a:latin typeface="+mn-lt"/>
            </a:endParaRPr>
          </a:p>
        </p:txBody>
      </p:sp>
      <p:sp>
        <p:nvSpPr>
          <p:cNvPr id="4" name="Text Placeholder 3">
            <a:extLst>
              <a:ext uri="{FF2B5EF4-FFF2-40B4-BE49-F238E27FC236}">
                <a16:creationId xmlns:a16="http://schemas.microsoft.com/office/drawing/2014/main" id="{69884F6C-6654-4EBC-8C59-A37BA8ECA834}"/>
              </a:ext>
            </a:extLst>
          </p:cNvPr>
          <p:cNvSpPr>
            <a:spLocks noGrp="1"/>
          </p:cNvSpPr>
          <p:nvPr>
            <p:ph type="body" sz="quarter" idx="11"/>
          </p:nvPr>
        </p:nvSpPr>
        <p:spPr/>
        <p:txBody>
          <a:bodyPr/>
          <a:lstStyle/>
          <a:p>
            <a:r>
              <a:rPr lang="en-GB"/>
              <a:t>What is Lloyd's</a:t>
            </a:r>
          </a:p>
        </p:txBody>
      </p:sp>
      <p:pic>
        <p:nvPicPr>
          <p:cNvPr id="5" name="Picture 4">
            <a:extLst>
              <a:ext uri="{FF2B5EF4-FFF2-40B4-BE49-F238E27FC236}">
                <a16:creationId xmlns:a16="http://schemas.microsoft.com/office/drawing/2014/main" id="{735740B3-8D19-4D75-855D-55F736EA29EF}"/>
              </a:ext>
            </a:extLst>
          </p:cNvPr>
          <p:cNvPicPr>
            <a:picLocks noChangeAspect="1"/>
          </p:cNvPicPr>
          <p:nvPr/>
        </p:nvPicPr>
        <p:blipFill>
          <a:blip r:embed="rId3"/>
          <a:stretch>
            <a:fillRect/>
          </a:stretch>
        </p:blipFill>
        <p:spPr>
          <a:xfrm>
            <a:off x="7360184" y="648928"/>
            <a:ext cx="3995365" cy="5993047"/>
          </a:xfrm>
          <a:prstGeom prst="rect">
            <a:avLst/>
          </a:prstGeom>
        </p:spPr>
      </p:pic>
    </p:spTree>
    <p:extLst>
      <p:ext uri="{BB962C8B-B14F-4D97-AF65-F5344CB8AC3E}">
        <p14:creationId xmlns:p14="http://schemas.microsoft.com/office/powerpoint/2010/main" val="32119054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9DEF-5FFE-4D72-AEEE-7574FF7F3308}"/>
              </a:ext>
            </a:extLst>
          </p:cNvPr>
          <p:cNvSpPr>
            <a:spLocks noGrp="1"/>
          </p:cNvSpPr>
          <p:nvPr>
            <p:ph type="title"/>
          </p:nvPr>
        </p:nvSpPr>
        <p:spPr/>
        <p:txBody>
          <a:bodyPr/>
          <a:lstStyle/>
          <a:p>
            <a:r>
              <a:rPr lang="en-GB"/>
              <a:t>Lloyd's of London</a:t>
            </a:r>
          </a:p>
        </p:txBody>
      </p:sp>
      <p:sp>
        <p:nvSpPr>
          <p:cNvPr id="3" name="Text Placeholder 2">
            <a:extLst>
              <a:ext uri="{FF2B5EF4-FFF2-40B4-BE49-F238E27FC236}">
                <a16:creationId xmlns:a16="http://schemas.microsoft.com/office/drawing/2014/main" id="{20DCD868-6F71-4D2E-8F10-562A736B366A}"/>
              </a:ext>
            </a:extLst>
          </p:cNvPr>
          <p:cNvSpPr>
            <a:spLocks noGrp="1"/>
          </p:cNvSpPr>
          <p:nvPr>
            <p:ph type="body" sz="quarter" idx="10"/>
          </p:nvPr>
        </p:nvSpPr>
        <p:spPr>
          <a:xfrm>
            <a:off x="227348" y="5421361"/>
            <a:ext cx="11700000" cy="936104"/>
          </a:xfrm>
        </p:spPr>
        <p:txBody>
          <a:bodyPr vert="horz" lIns="0" tIns="0" rIns="0" bIns="0" rtlCol="0" anchor="t">
            <a:normAutofit fontScale="70000" lnSpcReduction="20000"/>
          </a:bodyPr>
          <a:lstStyle/>
          <a:p>
            <a:pPr>
              <a:lnSpc>
                <a:spcPct val="110000"/>
              </a:lnSpc>
            </a:pPr>
            <a:r>
              <a:rPr lang="en-GB"/>
              <a:t>Lloyd’s is a partially mutualised market where members join together to form syndicates that insure risks.  </a:t>
            </a:r>
            <a:br>
              <a:rPr lang="en-GB"/>
            </a:br>
            <a:r>
              <a:rPr lang="en-GB">
                <a:ea typeface="Verdana"/>
              </a:rPr>
              <a:t>Members can either be Corporate e.g., Plc companies, or Non-Corporate e.g., individual named investors (Names).</a:t>
            </a:r>
          </a:p>
          <a:p>
            <a:pPr>
              <a:lnSpc>
                <a:spcPct val="110000"/>
              </a:lnSpc>
            </a:pPr>
            <a:r>
              <a:rPr lang="en-GB"/>
              <a:t>Much of Lloyd’s business is written on a subscription basis with more than one syndicate taking a share of the same risk.</a:t>
            </a:r>
          </a:p>
        </p:txBody>
      </p:sp>
      <p:sp>
        <p:nvSpPr>
          <p:cNvPr id="4" name="Text Placeholder 3">
            <a:extLst>
              <a:ext uri="{FF2B5EF4-FFF2-40B4-BE49-F238E27FC236}">
                <a16:creationId xmlns:a16="http://schemas.microsoft.com/office/drawing/2014/main" id="{E8B496BF-1EE6-4401-A0B3-E86761E47304}"/>
              </a:ext>
            </a:extLst>
          </p:cNvPr>
          <p:cNvSpPr>
            <a:spLocks noGrp="1"/>
          </p:cNvSpPr>
          <p:nvPr>
            <p:ph type="body" sz="quarter" idx="11"/>
          </p:nvPr>
        </p:nvSpPr>
        <p:spPr/>
        <p:txBody>
          <a:bodyPr/>
          <a:lstStyle/>
          <a:p>
            <a:r>
              <a:rPr lang="en-GB"/>
              <a:t>Business &amp; Capital Flows</a:t>
            </a:r>
          </a:p>
        </p:txBody>
      </p:sp>
      <p:grpSp>
        <p:nvGrpSpPr>
          <p:cNvPr id="15" name="Group 14">
            <a:extLst>
              <a:ext uri="{FF2B5EF4-FFF2-40B4-BE49-F238E27FC236}">
                <a16:creationId xmlns:a16="http://schemas.microsoft.com/office/drawing/2014/main" id="{5B6B7B4E-796C-4C09-8862-0BD5A99B367D}"/>
              </a:ext>
            </a:extLst>
          </p:cNvPr>
          <p:cNvGrpSpPr/>
          <p:nvPr/>
        </p:nvGrpSpPr>
        <p:grpSpPr>
          <a:xfrm>
            <a:off x="1631503" y="1768353"/>
            <a:ext cx="8928993" cy="3321293"/>
            <a:chOff x="3143671" y="1979915"/>
            <a:chExt cx="8928993" cy="3321293"/>
          </a:xfrm>
        </p:grpSpPr>
        <p:sp>
          <p:nvSpPr>
            <p:cNvPr id="5" name="Rectangle 4">
              <a:extLst>
                <a:ext uri="{FF2B5EF4-FFF2-40B4-BE49-F238E27FC236}">
                  <a16:creationId xmlns:a16="http://schemas.microsoft.com/office/drawing/2014/main" id="{9338AD0C-E463-41D7-9B1A-C02E52881500}"/>
                </a:ext>
              </a:extLst>
            </p:cNvPr>
            <p:cNvSpPr/>
            <p:nvPr/>
          </p:nvSpPr>
          <p:spPr>
            <a:xfrm>
              <a:off x="5591944" y="1979915"/>
              <a:ext cx="3960440" cy="332129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a:t>CORPORATION OF LLOYD’S</a:t>
              </a:r>
            </a:p>
          </p:txBody>
        </p:sp>
        <p:sp>
          <p:nvSpPr>
            <p:cNvPr id="6" name="Rectangle 5">
              <a:extLst>
                <a:ext uri="{FF2B5EF4-FFF2-40B4-BE49-F238E27FC236}">
                  <a16:creationId xmlns:a16="http://schemas.microsoft.com/office/drawing/2014/main" id="{6193F24A-785A-40F1-BD61-F93D52ADEDF0}"/>
                </a:ext>
              </a:extLst>
            </p:cNvPr>
            <p:cNvSpPr/>
            <p:nvPr/>
          </p:nvSpPr>
          <p:spPr>
            <a:xfrm>
              <a:off x="6077349" y="2492896"/>
              <a:ext cx="3105187" cy="2398712"/>
            </a:xfrm>
            <a:prstGeom prst="rect">
              <a:avLst/>
            </a:prstGeom>
            <a:solidFill>
              <a:srgbClr val="EEB5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Managing Agents</a:t>
              </a:r>
            </a:p>
            <a:p>
              <a:pPr algn="ctr"/>
              <a:r>
                <a:rPr lang="en-GB" sz="1200"/>
                <a:t>Syndicates</a:t>
              </a:r>
            </a:p>
            <a:p>
              <a:pPr algn="ctr"/>
              <a:endParaRPr lang="en-GB"/>
            </a:p>
            <a:p>
              <a:pPr algn="ctr"/>
              <a:r>
                <a:rPr lang="en-GB"/>
                <a:t>THE MARKET</a:t>
              </a:r>
            </a:p>
            <a:p>
              <a:pPr algn="ctr"/>
              <a:endParaRPr lang="en-GB"/>
            </a:p>
            <a:p>
              <a:pPr algn="ctr"/>
              <a:endParaRPr lang="en-GB"/>
            </a:p>
            <a:p>
              <a:pPr algn="ctr"/>
              <a:endParaRPr lang="en-GB"/>
            </a:p>
            <a:p>
              <a:pPr algn="ctr"/>
              <a:endParaRPr lang="en-GB"/>
            </a:p>
          </p:txBody>
        </p:sp>
        <p:sp>
          <p:nvSpPr>
            <p:cNvPr id="7" name="Arrow: Pentagon 6">
              <a:extLst>
                <a:ext uri="{FF2B5EF4-FFF2-40B4-BE49-F238E27FC236}">
                  <a16:creationId xmlns:a16="http://schemas.microsoft.com/office/drawing/2014/main" id="{9C7D323D-6775-4243-9145-A1B6B48CC4B2}"/>
                </a:ext>
              </a:extLst>
            </p:cNvPr>
            <p:cNvSpPr/>
            <p:nvPr/>
          </p:nvSpPr>
          <p:spPr>
            <a:xfrm>
              <a:off x="4511824" y="2708920"/>
              <a:ext cx="2160240" cy="1656184"/>
            </a:xfrm>
            <a:prstGeom prst="homePlate">
              <a:avLst>
                <a:gd name="adj" fmla="val 18056"/>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57188">
                <a:tabLst>
                  <a:tab pos="0" algn="l"/>
                </a:tabLst>
              </a:pPr>
              <a:r>
                <a:rPr lang="en-GB" sz="1200"/>
                <a:t>DISTRIBUTION CHANNEL</a:t>
              </a:r>
            </a:p>
            <a:p>
              <a:pPr algn="ctr"/>
              <a:endParaRPr lang="en-GB" sz="1000"/>
            </a:p>
            <a:p>
              <a:pPr algn="ctr"/>
              <a:endParaRPr lang="en-GB" sz="1000"/>
            </a:p>
            <a:p>
              <a:pPr algn="ctr"/>
              <a:endParaRPr lang="en-GB" sz="1000"/>
            </a:p>
            <a:p>
              <a:pPr marL="447675" indent="-179388">
                <a:buFont typeface="Wingdings" panose="05000000000000000000" pitchFamily="2" charset="2"/>
                <a:buChar char="Ø"/>
              </a:pPr>
              <a:r>
                <a:rPr lang="en-GB" sz="1200"/>
                <a:t>Brokers</a:t>
              </a:r>
            </a:p>
            <a:p>
              <a:pPr marL="447675" indent="-179388">
                <a:buFont typeface="Wingdings" panose="05000000000000000000" pitchFamily="2" charset="2"/>
                <a:buChar char="Ø"/>
              </a:pPr>
              <a:r>
                <a:rPr lang="en-GB" sz="1200" err="1"/>
                <a:t>Coverholders</a:t>
              </a:r>
              <a:endParaRPr lang="en-GB" sz="1200"/>
            </a:p>
            <a:p>
              <a:pPr marL="447675" indent="-179388">
                <a:buFont typeface="Wingdings" panose="05000000000000000000" pitchFamily="2" charset="2"/>
                <a:buChar char="Ø"/>
              </a:pPr>
              <a:r>
                <a:rPr lang="en-GB" sz="1200"/>
                <a:t>Service Companies</a:t>
              </a:r>
            </a:p>
          </p:txBody>
        </p:sp>
        <p:sp>
          <p:nvSpPr>
            <p:cNvPr id="8" name="Arrow: Pentagon 7">
              <a:extLst>
                <a:ext uri="{FF2B5EF4-FFF2-40B4-BE49-F238E27FC236}">
                  <a16:creationId xmlns:a16="http://schemas.microsoft.com/office/drawing/2014/main" id="{005B7552-93FC-48C6-920C-EBE72CE0FF04}"/>
                </a:ext>
              </a:extLst>
            </p:cNvPr>
            <p:cNvSpPr/>
            <p:nvPr/>
          </p:nvSpPr>
          <p:spPr>
            <a:xfrm>
              <a:off x="3143671" y="2708920"/>
              <a:ext cx="1673537" cy="1656184"/>
            </a:xfrm>
            <a:prstGeom prst="homePlate">
              <a:avLst>
                <a:gd name="adj" fmla="val 1805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tabLst>
                  <a:tab pos="0" algn="l"/>
                </a:tabLst>
              </a:pPr>
              <a:r>
                <a:rPr lang="en-GB" sz="1200"/>
                <a:t>POLICYHOLDERS</a:t>
              </a:r>
            </a:p>
            <a:p>
              <a:pPr algn="ctr"/>
              <a:endParaRPr lang="en-GB" sz="1000"/>
            </a:p>
            <a:p>
              <a:pPr algn="ctr"/>
              <a:endParaRPr lang="en-GB" sz="1000"/>
            </a:p>
          </p:txBody>
        </p:sp>
        <p:sp>
          <p:nvSpPr>
            <p:cNvPr id="9" name="Arrow: Pentagon 8">
              <a:extLst>
                <a:ext uri="{FF2B5EF4-FFF2-40B4-BE49-F238E27FC236}">
                  <a16:creationId xmlns:a16="http://schemas.microsoft.com/office/drawing/2014/main" id="{1DB1884F-C013-4A3D-B91C-455C53A156D4}"/>
                </a:ext>
              </a:extLst>
            </p:cNvPr>
            <p:cNvSpPr/>
            <p:nvPr/>
          </p:nvSpPr>
          <p:spPr>
            <a:xfrm>
              <a:off x="3143671" y="4473116"/>
              <a:ext cx="3528393" cy="324036"/>
            </a:xfrm>
            <a:prstGeom prst="homePlate">
              <a:avLst>
                <a:gd name="adj" fmla="val 1805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tabLst>
                  <a:tab pos="0" algn="l"/>
                </a:tabLst>
              </a:pPr>
              <a:r>
                <a:rPr lang="en-GB" sz="1200"/>
                <a:t>BUSINESS FLOW</a:t>
              </a:r>
            </a:p>
            <a:p>
              <a:pPr algn="ctr"/>
              <a:endParaRPr lang="en-GB" sz="1000"/>
            </a:p>
            <a:p>
              <a:pPr algn="ctr"/>
              <a:endParaRPr lang="en-GB" sz="1000"/>
            </a:p>
          </p:txBody>
        </p:sp>
        <p:sp>
          <p:nvSpPr>
            <p:cNvPr id="11" name="Arrow: Pentagon 10">
              <a:extLst>
                <a:ext uri="{FF2B5EF4-FFF2-40B4-BE49-F238E27FC236}">
                  <a16:creationId xmlns:a16="http://schemas.microsoft.com/office/drawing/2014/main" id="{3DE3623C-957C-4C5C-A043-59C311676420}"/>
                </a:ext>
              </a:extLst>
            </p:cNvPr>
            <p:cNvSpPr/>
            <p:nvPr/>
          </p:nvSpPr>
          <p:spPr>
            <a:xfrm rot="10800000" flipV="1">
              <a:off x="8513705" y="2708921"/>
              <a:ext cx="3528000" cy="1656184"/>
            </a:xfrm>
            <a:prstGeom prst="homePlate">
              <a:avLst>
                <a:gd name="adj" fmla="val 1805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tabLst>
                  <a:tab pos="0" algn="l"/>
                </a:tabLst>
              </a:pPr>
              <a:r>
                <a:rPr lang="en-GB" sz="1200"/>
                <a:t>MEMBERS</a:t>
              </a:r>
            </a:p>
            <a:p>
              <a:pPr algn="r">
                <a:tabLst>
                  <a:tab pos="0" algn="l"/>
                </a:tabLst>
              </a:pPr>
              <a:endParaRPr lang="en-GB" sz="1200"/>
            </a:p>
            <a:p>
              <a:pPr algn="r">
                <a:tabLst>
                  <a:tab pos="0" algn="l"/>
                </a:tabLst>
              </a:pPr>
              <a:endParaRPr lang="en-GB" sz="1200"/>
            </a:p>
            <a:p>
              <a:pPr algn="r">
                <a:tabLst>
                  <a:tab pos="0" algn="l"/>
                </a:tabLst>
              </a:pPr>
              <a:endParaRPr lang="en-GB" sz="1200"/>
            </a:p>
            <a:p>
              <a:pPr algn="r">
                <a:tabLst>
                  <a:tab pos="0" algn="l"/>
                </a:tabLst>
              </a:pPr>
              <a:r>
                <a:rPr lang="en-GB" sz="1200"/>
                <a:t>&lt; Corporate</a:t>
              </a:r>
            </a:p>
            <a:p>
              <a:pPr algn="r">
                <a:tabLst>
                  <a:tab pos="0" algn="l"/>
                </a:tabLst>
              </a:pPr>
              <a:r>
                <a:rPr lang="en-GB" sz="1200"/>
                <a:t>&lt; Non-Corporate</a:t>
              </a:r>
            </a:p>
            <a:p>
              <a:pPr algn="r">
                <a:tabLst>
                  <a:tab pos="0" algn="l"/>
                </a:tabLst>
              </a:pPr>
              <a:r>
                <a:rPr lang="en-GB" sz="1200"/>
                <a:t>(Via Members Agents)</a:t>
              </a:r>
            </a:p>
            <a:p>
              <a:pPr algn="r"/>
              <a:endParaRPr lang="en-GB" sz="1000"/>
            </a:p>
            <a:p>
              <a:pPr algn="ctr"/>
              <a:endParaRPr lang="en-GB" sz="1000"/>
            </a:p>
          </p:txBody>
        </p:sp>
        <p:sp>
          <p:nvSpPr>
            <p:cNvPr id="14" name="Arrow: Pentagon 13">
              <a:extLst>
                <a:ext uri="{FF2B5EF4-FFF2-40B4-BE49-F238E27FC236}">
                  <a16:creationId xmlns:a16="http://schemas.microsoft.com/office/drawing/2014/main" id="{3BE4053E-2D42-4245-8E19-7E4908F147B3}"/>
                </a:ext>
              </a:extLst>
            </p:cNvPr>
            <p:cNvSpPr/>
            <p:nvPr/>
          </p:nvSpPr>
          <p:spPr>
            <a:xfrm flipH="1">
              <a:off x="8544271" y="4466338"/>
              <a:ext cx="3528393" cy="324036"/>
            </a:xfrm>
            <a:prstGeom prst="homePlate">
              <a:avLst>
                <a:gd name="adj" fmla="val 1805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tabLst>
                  <a:tab pos="0" algn="l"/>
                </a:tabLst>
              </a:pPr>
              <a:r>
                <a:rPr lang="en-GB" sz="1200"/>
                <a:t>CAPITAL FLOW</a:t>
              </a:r>
            </a:p>
            <a:p>
              <a:pPr algn="ctr"/>
              <a:endParaRPr lang="en-GB" sz="1000"/>
            </a:p>
            <a:p>
              <a:pPr algn="ctr"/>
              <a:endParaRPr lang="en-GB" sz="1000"/>
            </a:p>
          </p:txBody>
        </p:sp>
      </p:grpSp>
    </p:spTree>
    <p:extLst>
      <p:ext uri="{BB962C8B-B14F-4D97-AF65-F5344CB8AC3E}">
        <p14:creationId xmlns:p14="http://schemas.microsoft.com/office/powerpoint/2010/main" val="395680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5863251-CE1C-4A17-B82E-28CE924A1BB1}"/>
              </a:ext>
            </a:extLst>
          </p:cNvPr>
          <p:cNvCxnSpPr>
            <a:stCxn id="26" idx="2"/>
          </p:cNvCxnSpPr>
          <p:nvPr/>
        </p:nvCxnSpPr>
        <p:spPr>
          <a:xfrm>
            <a:off x="10164452" y="2144704"/>
            <a:ext cx="18001" cy="1068272"/>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0937529C-A58F-4FE3-84BF-7544BEA96422}"/>
              </a:ext>
            </a:extLst>
          </p:cNvPr>
          <p:cNvSpPr>
            <a:spLocks noGrp="1"/>
          </p:cNvSpPr>
          <p:nvPr>
            <p:ph type="title"/>
          </p:nvPr>
        </p:nvSpPr>
        <p:spPr/>
        <p:txBody>
          <a:bodyPr/>
          <a:lstStyle/>
          <a:p>
            <a:r>
              <a:rPr lang="en-US"/>
              <a:t>Lloyd's of London</a:t>
            </a:r>
          </a:p>
        </p:txBody>
      </p:sp>
      <p:sp>
        <p:nvSpPr>
          <p:cNvPr id="3" name="Sous-titre 2">
            <a:extLst>
              <a:ext uri="{FF2B5EF4-FFF2-40B4-BE49-F238E27FC236}">
                <a16:creationId xmlns:a16="http://schemas.microsoft.com/office/drawing/2014/main" id="{25F950C6-5C12-46EA-B2FB-353B1D83297C}"/>
              </a:ext>
            </a:extLst>
          </p:cNvPr>
          <p:cNvSpPr>
            <a:spLocks noGrp="1"/>
          </p:cNvSpPr>
          <p:nvPr>
            <p:ph type="body" sz="quarter" idx="10"/>
          </p:nvPr>
        </p:nvSpPr>
        <p:spPr>
          <a:xfrm>
            <a:off x="227348" y="3717032"/>
            <a:ext cx="5724636" cy="2304246"/>
          </a:xfrm>
        </p:spPr>
        <p:txBody>
          <a:bodyPr vert="horz" lIns="0" tIns="0" rIns="0" bIns="0" rtlCol="0" anchor="t">
            <a:normAutofit fontScale="92500"/>
          </a:bodyPr>
          <a:lstStyle/>
          <a:p>
            <a:pPr marL="625475" indent="-625475">
              <a:tabLst>
                <a:tab pos="625475" algn="l"/>
              </a:tabLst>
            </a:pPr>
            <a:r>
              <a:rPr lang="en-US" sz="1400" b="1" dirty="0">
                <a:latin typeface="+mn-lt"/>
              </a:rPr>
              <a:t>1688 – Lloyd's Coffee House – specializing in information about shipping.</a:t>
            </a:r>
            <a:endParaRPr lang="en-US" sz="1400" b="1" dirty="0">
              <a:latin typeface="+mn-lt"/>
              <a:ea typeface="Verdana"/>
            </a:endParaRPr>
          </a:p>
          <a:p>
            <a:pPr marL="625475" indent="-625475">
              <a:tabLst>
                <a:tab pos="625475" algn="l"/>
              </a:tabLst>
            </a:pPr>
            <a:r>
              <a:rPr lang="en-US" sz="1400" dirty="0">
                <a:latin typeface="+mn-lt"/>
              </a:rPr>
              <a:t>1730’s – Lloyd's begins to dominate marine insurance.</a:t>
            </a:r>
            <a:endParaRPr lang="en-US" sz="1400" dirty="0">
              <a:latin typeface="+mn-lt"/>
              <a:ea typeface="Verdana"/>
            </a:endParaRPr>
          </a:p>
          <a:p>
            <a:pPr marL="625475" indent="-625475">
              <a:tabLst>
                <a:tab pos="625475" algn="l"/>
              </a:tabLst>
            </a:pPr>
            <a:r>
              <a:rPr lang="en-US" sz="1400" dirty="0">
                <a:latin typeface="+mn-lt"/>
              </a:rPr>
              <a:t>1734 – Lloyd’s List appears providing weekly shipping news.</a:t>
            </a:r>
            <a:endParaRPr lang="en-US" sz="1400" dirty="0">
              <a:latin typeface="+mn-lt"/>
              <a:ea typeface="Verdana"/>
            </a:endParaRPr>
          </a:p>
          <a:p>
            <a:pPr marL="625475" indent="-625475">
              <a:tabLst>
                <a:tab pos="625475" algn="l"/>
              </a:tabLst>
            </a:pPr>
            <a:r>
              <a:rPr lang="en-US" sz="1400" b="1" dirty="0">
                <a:latin typeface="+mn-lt"/>
              </a:rPr>
              <a:t>1750 – First details of actual underwriting recorded.</a:t>
            </a:r>
            <a:endParaRPr lang="en-US" sz="1400" b="1" dirty="0">
              <a:latin typeface="+mn-lt"/>
              <a:ea typeface="Verdana"/>
            </a:endParaRPr>
          </a:p>
          <a:p>
            <a:pPr marL="625475" indent="-625475">
              <a:tabLst>
                <a:tab pos="625475" algn="l"/>
              </a:tabLst>
            </a:pPr>
            <a:r>
              <a:rPr lang="en-US" sz="1400" dirty="0">
                <a:latin typeface="+mn-lt"/>
              </a:rPr>
              <a:t>1769 – New Lloyd’s Coffee House established 5 Pope’s Head Alley</a:t>
            </a:r>
            <a:endParaRPr lang="en-US" sz="1400" dirty="0">
              <a:latin typeface="+mn-lt"/>
              <a:ea typeface="Verdana"/>
            </a:endParaRPr>
          </a:p>
          <a:p>
            <a:pPr marL="625475" indent="-625475">
              <a:tabLst>
                <a:tab pos="625475" algn="l"/>
              </a:tabLst>
            </a:pPr>
            <a:r>
              <a:rPr lang="en-US" sz="1400" b="1" dirty="0">
                <a:latin typeface="+mn-lt"/>
              </a:rPr>
              <a:t>1773 – John Julius </a:t>
            </a:r>
            <a:r>
              <a:rPr lang="en-US" sz="1400" b="1" dirty="0" err="1">
                <a:latin typeface="+mn-lt"/>
              </a:rPr>
              <a:t>Angerstein</a:t>
            </a:r>
            <a:r>
              <a:rPr lang="en-US" sz="1400" b="1" dirty="0">
                <a:latin typeface="+mn-lt"/>
              </a:rPr>
              <a:t> originates concept of Lead Underwriter selling at a rate that others would then follow.</a:t>
            </a:r>
            <a:endParaRPr lang="en-US" sz="1400" b="1" dirty="0">
              <a:latin typeface="+mn-lt"/>
              <a:ea typeface="Verdana"/>
            </a:endParaRPr>
          </a:p>
          <a:p>
            <a:endParaRPr lang="en-US" sz="1200" dirty="0">
              <a:latin typeface="+mn-lt"/>
            </a:endParaRPr>
          </a:p>
          <a:p>
            <a:endParaRPr lang="en-US" sz="1200" dirty="0">
              <a:latin typeface="+mn-lt"/>
            </a:endParaRPr>
          </a:p>
        </p:txBody>
      </p:sp>
      <p:sp>
        <p:nvSpPr>
          <p:cNvPr id="4" name="Text Placeholder 3">
            <a:extLst>
              <a:ext uri="{FF2B5EF4-FFF2-40B4-BE49-F238E27FC236}">
                <a16:creationId xmlns:a16="http://schemas.microsoft.com/office/drawing/2014/main" id="{3462CA5C-EB5B-452F-816C-842EBB94107A}"/>
              </a:ext>
            </a:extLst>
          </p:cNvPr>
          <p:cNvSpPr>
            <a:spLocks noGrp="1"/>
          </p:cNvSpPr>
          <p:nvPr>
            <p:ph type="body" sz="quarter" idx="11"/>
          </p:nvPr>
        </p:nvSpPr>
        <p:spPr/>
        <p:txBody>
          <a:bodyPr/>
          <a:lstStyle/>
          <a:p>
            <a:r>
              <a:rPr lang="en-GB"/>
              <a:t>How did Lloyd's come about?</a:t>
            </a:r>
          </a:p>
        </p:txBody>
      </p:sp>
      <p:cxnSp>
        <p:nvCxnSpPr>
          <p:cNvPr id="8" name="Straight Arrow Connector 7">
            <a:extLst>
              <a:ext uri="{FF2B5EF4-FFF2-40B4-BE49-F238E27FC236}">
                <a16:creationId xmlns:a16="http://schemas.microsoft.com/office/drawing/2014/main" id="{2A768C04-8C69-4A65-A570-5354529DE214}"/>
              </a:ext>
            </a:extLst>
          </p:cNvPr>
          <p:cNvCxnSpPr/>
          <p:nvPr/>
        </p:nvCxnSpPr>
        <p:spPr>
          <a:xfrm>
            <a:off x="146284" y="3212976"/>
            <a:ext cx="11485276" cy="0"/>
          </a:xfrm>
          <a:prstGeom prst="straightConnector1">
            <a:avLst/>
          </a:prstGeom>
          <a:ln w="349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Star: 5 Points 8">
            <a:extLst>
              <a:ext uri="{FF2B5EF4-FFF2-40B4-BE49-F238E27FC236}">
                <a16:creationId xmlns:a16="http://schemas.microsoft.com/office/drawing/2014/main" id="{24C9F509-A2BE-42D0-97F7-760AEC8D54D1}"/>
              </a:ext>
            </a:extLst>
          </p:cNvPr>
          <p:cNvSpPr/>
          <p:nvPr/>
        </p:nvSpPr>
        <p:spPr>
          <a:xfrm>
            <a:off x="348293" y="3020816"/>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4176050E-541B-4BD3-B5AD-077BD7E57288}"/>
              </a:ext>
            </a:extLst>
          </p:cNvPr>
          <p:cNvSpPr txBox="1"/>
          <p:nvPr/>
        </p:nvSpPr>
        <p:spPr>
          <a:xfrm>
            <a:off x="-168696" y="1556793"/>
            <a:ext cx="1368152" cy="646331"/>
          </a:xfrm>
          <a:prstGeom prst="rect">
            <a:avLst/>
          </a:prstGeom>
          <a:noFill/>
        </p:spPr>
        <p:txBody>
          <a:bodyPr wrap="square" lIns="91440" tIns="45720" rIns="91440" bIns="45720" rtlCol="0" anchor="t">
            <a:spAutoFit/>
          </a:bodyPr>
          <a:lstStyle/>
          <a:p>
            <a:pPr algn="ctr"/>
            <a:r>
              <a:rPr lang="en-GB" sz="1200" b="1" dirty="0"/>
              <a:t>1688 – First mention of Lloyd's</a:t>
            </a:r>
            <a:endParaRPr lang="en-GB" sz="1200" b="1" dirty="0">
              <a:ea typeface="Verdana"/>
            </a:endParaRPr>
          </a:p>
        </p:txBody>
      </p:sp>
      <p:cxnSp>
        <p:nvCxnSpPr>
          <p:cNvPr id="13" name="Straight Connector 12">
            <a:extLst>
              <a:ext uri="{FF2B5EF4-FFF2-40B4-BE49-F238E27FC236}">
                <a16:creationId xmlns:a16="http://schemas.microsoft.com/office/drawing/2014/main" id="{4B1B3855-B52D-4042-B69B-FDA17C9EAABD}"/>
              </a:ext>
            </a:extLst>
          </p:cNvPr>
          <p:cNvCxnSpPr>
            <a:stCxn id="11" idx="2"/>
            <a:endCxn id="9" idx="0"/>
          </p:cNvCxnSpPr>
          <p:nvPr/>
        </p:nvCxnSpPr>
        <p:spPr>
          <a:xfrm flipH="1">
            <a:off x="492309" y="2203124"/>
            <a:ext cx="23071" cy="817692"/>
          </a:xfrm>
          <a:prstGeom prst="line">
            <a:avLst/>
          </a:prstGeom>
        </p:spPr>
        <p:style>
          <a:lnRef idx="1">
            <a:schemeClr val="accent1"/>
          </a:lnRef>
          <a:fillRef idx="0">
            <a:schemeClr val="accent1"/>
          </a:fillRef>
          <a:effectRef idx="0">
            <a:schemeClr val="accent1"/>
          </a:effectRef>
          <a:fontRef idx="minor">
            <a:schemeClr val="tx1"/>
          </a:fontRef>
        </p:style>
      </p:cxnSp>
      <p:sp>
        <p:nvSpPr>
          <p:cNvPr id="14" name="Star: 5 Points 13">
            <a:extLst>
              <a:ext uri="{FF2B5EF4-FFF2-40B4-BE49-F238E27FC236}">
                <a16:creationId xmlns:a16="http://schemas.microsoft.com/office/drawing/2014/main" id="{AF1E0AB4-2010-49B5-889F-A6D0792B809A}"/>
              </a:ext>
            </a:extLst>
          </p:cNvPr>
          <p:cNvSpPr/>
          <p:nvPr/>
        </p:nvSpPr>
        <p:spPr>
          <a:xfrm>
            <a:off x="1991544" y="3021018"/>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839063D-E646-4F26-BF28-F428246F074A}"/>
              </a:ext>
            </a:extLst>
          </p:cNvPr>
          <p:cNvSpPr txBox="1"/>
          <p:nvPr/>
        </p:nvSpPr>
        <p:spPr>
          <a:xfrm>
            <a:off x="1439483" y="1562510"/>
            <a:ext cx="1368152" cy="1015663"/>
          </a:xfrm>
          <a:prstGeom prst="rect">
            <a:avLst/>
          </a:prstGeom>
          <a:noFill/>
        </p:spPr>
        <p:txBody>
          <a:bodyPr wrap="square" rtlCol="0">
            <a:spAutoFit/>
          </a:bodyPr>
          <a:lstStyle/>
          <a:p>
            <a:pPr algn="ctr"/>
            <a:r>
              <a:rPr lang="en-US" sz="1200" dirty="0"/>
              <a:t>1730’s – Lloyd's begins to dominate marine insurance</a:t>
            </a:r>
            <a:endParaRPr lang="en-GB" sz="1200" dirty="0"/>
          </a:p>
        </p:txBody>
      </p:sp>
      <p:sp>
        <p:nvSpPr>
          <p:cNvPr id="16" name="Star: 5 Points 15">
            <a:extLst>
              <a:ext uri="{FF2B5EF4-FFF2-40B4-BE49-F238E27FC236}">
                <a16:creationId xmlns:a16="http://schemas.microsoft.com/office/drawing/2014/main" id="{F49E078A-F079-4D53-B6A3-55958AE6CDCC}"/>
              </a:ext>
            </a:extLst>
          </p:cNvPr>
          <p:cNvSpPr/>
          <p:nvPr/>
        </p:nvSpPr>
        <p:spPr>
          <a:xfrm>
            <a:off x="3547512" y="3011078"/>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298CFC6B-1039-42DD-B8D4-0F955C2E3341}"/>
              </a:ext>
            </a:extLst>
          </p:cNvPr>
          <p:cNvSpPr txBox="1"/>
          <p:nvPr/>
        </p:nvSpPr>
        <p:spPr>
          <a:xfrm>
            <a:off x="3047662" y="1555408"/>
            <a:ext cx="1368152" cy="1015663"/>
          </a:xfrm>
          <a:prstGeom prst="rect">
            <a:avLst/>
          </a:prstGeom>
          <a:noFill/>
        </p:spPr>
        <p:txBody>
          <a:bodyPr wrap="square" lIns="91440" tIns="45720" rIns="91440" bIns="45720" rtlCol="0" anchor="t">
            <a:spAutoFit/>
          </a:bodyPr>
          <a:lstStyle/>
          <a:p>
            <a:pPr algn="ctr"/>
            <a:r>
              <a:rPr lang="en-GB" sz="1200" b="1" dirty="0"/>
              <a:t>1773 – Concept of Lead and Follow created</a:t>
            </a:r>
            <a:endParaRPr lang="en-GB" sz="1200" b="1" dirty="0">
              <a:ea typeface="Verdana"/>
            </a:endParaRPr>
          </a:p>
        </p:txBody>
      </p:sp>
      <p:sp>
        <p:nvSpPr>
          <p:cNvPr id="18" name="Sous-titre 2">
            <a:extLst>
              <a:ext uri="{FF2B5EF4-FFF2-40B4-BE49-F238E27FC236}">
                <a16:creationId xmlns:a16="http://schemas.microsoft.com/office/drawing/2014/main" id="{B06BE565-5292-4AE3-8AF6-07BA7F10E0AB}"/>
              </a:ext>
            </a:extLst>
          </p:cNvPr>
          <p:cNvSpPr txBox="1">
            <a:spLocks/>
          </p:cNvSpPr>
          <p:nvPr/>
        </p:nvSpPr>
        <p:spPr>
          <a:xfrm>
            <a:off x="6312024" y="3717032"/>
            <a:ext cx="5724636" cy="2304238"/>
          </a:xfrm>
          <a:prstGeom prst="rect">
            <a:avLst/>
          </a:prstGeom>
        </p:spPr>
        <p:txBody>
          <a:bodyPr vert="horz" lIns="0" tIns="0" rIns="0" bIns="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5645" indent="-715645">
              <a:tabLst>
                <a:tab pos="625475" algn="l"/>
              </a:tabLst>
            </a:pPr>
            <a:r>
              <a:rPr lang="en-US" sz="1400" dirty="0">
                <a:latin typeface="+mn-lt"/>
              </a:rPr>
              <a:t>1810 – Underwriting of Insurance in the UK limited by statute to 2 companies allowing Lloyds to thrive.</a:t>
            </a:r>
            <a:endParaRPr lang="en-US" dirty="0"/>
          </a:p>
          <a:p>
            <a:pPr marL="715645" indent="-715645">
              <a:tabLst>
                <a:tab pos="536575" algn="l"/>
              </a:tabLst>
            </a:pPr>
            <a:r>
              <a:rPr lang="en-US" sz="1400" dirty="0">
                <a:latin typeface="+mn-lt"/>
              </a:rPr>
              <a:t>1811 – Creation of a network of Lloyd’s Agents</a:t>
            </a:r>
            <a:endParaRPr lang="en-US" sz="1400" dirty="0">
              <a:latin typeface="+mn-lt"/>
              <a:ea typeface="Verdana"/>
            </a:endParaRPr>
          </a:p>
          <a:p>
            <a:pPr marL="715645" indent="-715645">
              <a:tabLst>
                <a:tab pos="536575" algn="l"/>
              </a:tabLst>
            </a:pPr>
            <a:r>
              <a:rPr lang="en-US" sz="1400" dirty="0">
                <a:latin typeface="+mn-lt"/>
              </a:rPr>
              <a:t>1824 – Company monopolies ended.  Subscribers to Lloyd’s fall off</a:t>
            </a:r>
            <a:endParaRPr lang="en-US" sz="1400" dirty="0">
              <a:latin typeface="+mn-lt"/>
              <a:ea typeface="Verdana"/>
            </a:endParaRPr>
          </a:p>
          <a:p>
            <a:pPr marL="715645" indent="-715645">
              <a:tabLst>
                <a:tab pos="536575" algn="l"/>
              </a:tabLst>
            </a:pPr>
            <a:r>
              <a:rPr lang="en-US" sz="1400" b="1" dirty="0">
                <a:latin typeface="+mn-lt"/>
              </a:rPr>
              <a:t>1870 – Frederick Marten invents the concept of large syndicates enabling larger risks to be accepted</a:t>
            </a:r>
            <a:endParaRPr lang="en-US" sz="1400" b="1" dirty="0">
              <a:latin typeface="+mn-lt"/>
              <a:ea typeface="Verdana"/>
            </a:endParaRPr>
          </a:p>
          <a:p>
            <a:pPr marL="715645" indent="-715645">
              <a:tabLst>
                <a:tab pos="536575" algn="l"/>
              </a:tabLst>
            </a:pPr>
            <a:r>
              <a:rPr lang="en-US" sz="1400" dirty="0">
                <a:latin typeface="+mn-lt"/>
              </a:rPr>
              <a:t>1871 – First Lloyd’s Act incorporates the Society of Lloyd’s</a:t>
            </a:r>
            <a:endParaRPr lang="en-US" sz="1400" dirty="0">
              <a:latin typeface="+mn-lt"/>
              <a:ea typeface="Verdana"/>
            </a:endParaRPr>
          </a:p>
        </p:txBody>
      </p:sp>
      <p:sp>
        <p:nvSpPr>
          <p:cNvPr id="19" name="Star: 5 Points 18">
            <a:extLst>
              <a:ext uri="{FF2B5EF4-FFF2-40B4-BE49-F238E27FC236}">
                <a16:creationId xmlns:a16="http://schemas.microsoft.com/office/drawing/2014/main" id="{ABFCB3DB-02B7-4E2F-B5F7-76589D91256C}"/>
              </a:ext>
            </a:extLst>
          </p:cNvPr>
          <p:cNvSpPr/>
          <p:nvPr/>
        </p:nvSpPr>
        <p:spPr>
          <a:xfrm>
            <a:off x="5190763" y="3021018"/>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tar: 5 Points 19">
            <a:extLst>
              <a:ext uri="{FF2B5EF4-FFF2-40B4-BE49-F238E27FC236}">
                <a16:creationId xmlns:a16="http://schemas.microsoft.com/office/drawing/2014/main" id="{CD26FC0B-BE46-4984-90E2-CAC6BBC08FB5}"/>
              </a:ext>
            </a:extLst>
          </p:cNvPr>
          <p:cNvSpPr/>
          <p:nvPr/>
        </p:nvSpPr>
        <p:spPr>
          <a:xfrm>
            <a:off x="6804080" y="3020816"/>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7F99FA14-652A-44F1-8512-0701B6A2F48D}"/>
              </a:ext>
            </a:extLst>
          </p:cNvPr>
          <p:cNvSpPr txBox="1"/>
          <p:nvPr/>
        </p:nvSpPr>
        <p:spPr>
          <a:xfrm>
            <a:off x="4655841" y="1678476"/>
            <a:ext cx="1368152" cy="646331"/>
          </a:xfrm>
          <a:prstGeom prst="rect">
            <a:avLst/>
          </a:prstGeom>
          <a:noFill/>
        </p:spPr>
        <p:txBody>
          <a:bodyPr wrap="square" rtlCol="0">
            <a:spAutoFit/>
          </a:bodyPr>
          <a:lstStyle/>
          <a:p>
            <a:pPr algn="ctr"/>
            <a:r>
              <a:rPr lang="en-US" sz="1200" dirty="0"/>
              <a:t>1811 – Creation of Lloyd’s Agency</a:t>
            </a:r>
            <a:endParaRPr lang="en-GB" sz="1200" dirty="0"/>
          </a:p>
        </p:txBody>
      </p:sp>
      <p:sp>
        <p:nvSpPr>
          <p:cNvPr id="22" name="TextBox 21">
            <a:extLst>
              <a:ext uri="{FF2B5EF4-FFF2-40B4-BE49-F238E27FC236}">
                <a16:creationId xmlns:a16="http://schemas.microsoft.com/office/drawing/2014/main" id="{DC7C31A8-CCFD-4A37-80CB-7FA9A607A62F}"/>
              </a:ext>
            </a:extLst>
          </p:cNvPr>
          <p:cNvSpPr txBox="1"/>
          <p:nvPr/>
        </p:nvSpPr>
        <p:spPr>
          <a:xfrm>
            <a:off x="6264020" y="1682429"/>
            <a:ext cx="1368152" cy="830997"/>
          </a:xfrm>
          <a:prstGeom prst="rect">
            <a:avLst/>
          </a:prstGeom>
          <a:noFill/>
        </p:spPr>
        <p:txBody>
          <a:bodyPr wrap="square" rtlCol="0">
            <a:spAutoFit/>
          </a:bodyPr>
          <a:lstStyle/>
          <a:p>
            <a:pPr algn="ctr"/>
            <a:r>
              <a:rPr lang="en-US" sz="1200" dirty="0"/>
              <a:t>1858 – </a:t>
            </a:r>
            <a:r>
              <a:rPr lang="en-US" sz="1200" dirty="0" err="1"/>
              <a:t>Lutene</a:t>
            </a:r>
            <a:r>
              <a:rPr lang="en-US" sz="1200" dirty="0"/>
              <a:t> Bell salvaged and installed in Lloyd’s</a:t>
            </a:r>
            <a:endParaRPr lang="en-GB" sz="1200" dirty="0"/>
          </a:p>
        </p:txBody>
      </p:sp>
      <p:sp>
        <p:nvSpPr>
          <p:cNvPr id="23" name="Star: 5 Points 22">
            <a:extLst>
              <a:ext uri="{FF2B5EF4-FFF2-40B4-BE49-F238E27FC236}">
                <a16:creationId xmlns:a16="http://schemas.microsoft.com/office/drawing/2014/main" id="{9D98E0D6-0125-4C2A-9877-42EB7A6BDB63}"/>
              </a:ext>
            </a:extLst>
          </p:cNvPr>
          <p:cNvSpPr/>
          <p:nvPr/>
        </p:nvSpPr>
        <p:spPr>
          <a:xfrm>
            <a:off x="8436292" y="2996952"/>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tar: 5 Points 23">
            <a:extLst>
              <a:ext uri="{FF2B5EF4-FFF2-40B4-BE49-F238E27FC236}">
                <a16:creationId xmlns:a16="http://schemas.microsoft.com/office/drawing/2014/main" id="{96CEC997-DC39-43EB-9978-72F1BCB3D995}"/>
              </a:ext>
            </a:extLst>
          </p:cNvPr>
          <p:cNvSpPr/>
          <p:nvPr/>
        </p:nvSpPr>
        <p:spPr>
          <a:xfrm>
            <a:off x="10046501" y="3020816"/>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A6973CD4-B72C-44FA-AC8B-B5952B79D688}"/>
              </a:ext>
            </a:extLst>
          </p:cNvPr>
          <p:cNvSpPr txBox="1"/>
          <p:nvPr/>
        </p:nvSpPr>
        <p:spPr>
          <a:xfrm>
            <a:off x="7872199" y="1660677"/>
            <a:ext cx="1368152" cy="646331"/>
          </a:xfrm>
          <a:prstGeom prst="rect">
            <a:avLst/>
          </a:prstGeom>
          <a:noFill/>
        </p:spPr>
        <p:txBody>
          <a:bodyPr wrap="square" lIns="91440" tIns="45720" rIns="91440" bIns="45720" rtlCol="0" anchor="t">
            <a:spAutoFit/>
          </a:bodyPr>
          <a:lstStyle/>
          <a:p>
            <a:pPr algn="ctr"/>
            <a:r>
              <a:rPr lang="en-US" sz="1200" b="1" dirty="0"/>
              <a:t>1870 – Large Syndicates introduced</a:t>
            </a:r>
            <a:endParaRPr lang="en-GB" sz="1200" b="1" dirty="0">
              <a:ea typeface="Verdana"/>
            </a:endParaRPr>
          </a:p>
        </p:txBody>
      </p:sp>
      <p:sp>
        <p:nvSpPr>
          <p:cNvPr id="26" name="TextBox 25">
            <a:extLst>
              <a:ext uri="{FF2B5EF4-FFF2-40B4-BE49-F238E27FC236}">
                <a16:creationId xmlns:a16="http://schemas.microsoft.com/office/drawing/2014/main" id="{F41061E1-E731-4144-B8E5-98C10BABF22F}"/>
              </a:ext>
            </a:extLst>
          </p:cNvPr>
          <p:cNvSpPr txBox="1"/>
          <p:nvPr/>
        </p:nvSpPr>
        <p:spPr>
          <a:xfrm>
            <a:off x="9480376" y="1683039"/>
            <a:ext cx="1368152" cy="461665"/>
          </a:xfrm>
          <a:prstGeom prst="rect">
            <a:avLst/>
          </a:prstGeom>
          <a:noFill/>
        </p:spPr>
        <p:txBody>
          <a:bodyPr wrap="square" rtlCol="0">
            <a:spAutoFit/>
          </a:bodyPr>
          <a:lstStyle/>
          <a:p>
            <a:pPr algn="ctr"/>
            <a:r>
              <a:rPr lang="en-US" sz="1200" dirty="0"/>
              <a:t>1871 – First Lloyd’s Act</a:t>
            </a:r>
            <a:endParaRPr lang="en-GB" sz="1200" dirty="0"/>
          </a:p>
        </p:txBody>
      </p:sp>
      <p:cxnSp>
        <p:nvCxnSpPr>
          <p:cNvPr id="27" name="Straight Connector 26">
            <a:extLst>
              <a:ext uri="{FF2B5EF4-FFF2-40B4-BE49-F238E27FC236}">
                <a16:creationId xmlns:a16="http://schemas.microsoft.com/office/drawing/2014/main" id="{C11FE49C-703C-4D68-87A7-E403B28C383B}"/>
              </a:ext>
            </a:extLst>
          </p:cNvPr>
          <p:cNvCxnSpPr>
            <a:cxnSpLocks/>
            <a:stCxn id="25" idx="2"/>
          </p:cNvCxnSpPr>
          <p:nvPr/>
        </p:nvCxnSpPr>
        <p:spPr>
          <a:xfrm>
            <a:off x="8556275" y="2307008"/>
            <a:ext cx="21971" cy="826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29BFDF-0E90-4DE3-9650-5FA96A15F971}"/>
              </a:ext>
            </a:extLst>
          </p:cNvPr>
          <p:cNvCxnSpPr>
            <a:cxnSpLocks/>
            <a:stCxn id="22" idx="2"/>
          </p:cNvCxnSpPr>
          <p:nvPr/>
        </p:nvCxnSpPr>
        <p:spPr>
          <a:xfrm>
            <a:off x="6948096" y="2513426"/>
            <a:ext cx="0" cy="6528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1F9D6C6-4C50-491D-A1D4-B9D6D5BFE7BC}"/>
              </a:ext>
            </a:extLst>
          </p:cNvPr>
          <p:cNvCxnSpPr>
            <a:cxnSpLocks/>
            <a:stCxn id="21" idx="2"/>
          </p:cNvCxnSpPr>
          <p:nvPr/>
        </p:nvCxnSpPr>
        <p:spPr>
          <a:xfrm flipH="1">
            <a:off x="5323739" y="2324807"/>
            <a:ext cx="16178" cy="886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1D0A18B-00E1-46BF-8AF7-667ED81B2C17}"/>
              </a:ext>
            </a:extLst>
          </p:cNvPr>
          <p:cNvCxnSpPr>
            <a:cxnSpLocks/>
            <a:stCxn id="17" idx="2"/>
          </p:cNvCxnSpPr>
          <p:nvPr/>
        </p:nvCxnSpPr>
        <p:spPr>
          <a:xfrm flipH="1">
            <a:off x="3693638" y="2571071"/>
            <a:ext cx="38100" cy="593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038A26-E87B-4F1E-8B6A-9B905130BE72}"/>
              </a:ext>
            </a:extLst>
          </p:cNvPr>
          <p:cNvCxnSpPr>
            <a:cxnSpLocks/>
            <a:stCxn id="15" idx="2"/>
          </p:cNvCxnSpPr>
          <p:nvPr/>
        </p:nvCxnSpPr>
        <p:spPr>
          <a:xfrm flipH="1">
            <a:off x="2117035" y="2578173"/>
            <a:ext cx="6524" cy="6122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450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5863251-CE1C-4A17-B82E-28CE924A1BB1}"/>
              </a:ext>
            </a:extLst>
          </p:cNvPr>
          <p:cNvCxnSpPr>
            <a:stCxn id="26" idx="2"/>
          </p:cNvCxnSpPr>
          <p:nvPr/>
        </p:nvCxnSpPr>
        <p:spPr>
          <a:xfrm>
            <a:off x="11172564" y="2144704"/>
            <a:ext cx="18001" cy="1068272"/>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0937529C-A58F-4FE3-84BF-7544BEA96422}"/>
              </a:ext>
            </a:extLst>
          </p:cNvPr>
          <p:cNvSpPr>
            <a:spLocks noGrp="1"/>
          </p:cNvSpPr>
          <p:nvPr>
            <p:ph type="title"/>
          </p:nvPr>
        </p:nvSpPr>
        <p:spPr/>
        <p:txBody>
          <a:bodyPr/>
          <a:lstStyle/>
          <a:p>
            <a:r>
              <a:rPr lang="en-US"/>
              <a:t>Lloyd's of London</a:t>
            </a:r>
          </a:p>
        </p:txBody>
      </p:sp>
      <p:sp>
        <p:nvSpPr>
          <p:cNvPr id="3" name="Sous-titre 2">
            <a:extLst>
              <a:ext uri="{FF2B5EF4-FFF2-40B4-BE49-F238E27FC236}">
                <a16:creationId xmlns:a16="http://schemas.microsoft.com/office/drawing/2014/main" id="{25F950C6-5C12-46EA-B2FB-353B1D83297C}"/>
              </a:ext>
            </a:extLst>
          </p:cNvPr>
          <p:cNvSpPr>
            <a:spLocks noGrp="1"/>
          </p:cNvSpPr>
          <p:nvPr>
            <p:ph type="body" sz="quarter" idx="10"/>
          </p:nvPr>
        </p:nvSpPr>
        <p:spPr>
          <a:xfrm>
            <a:off x="227348" y="3717031"/>
            <a:ext cx="5724636" cy="2791287"/>
          </a:xfrm>
        </p:spPr>
        <p:txBody>
          <a:bodyPr vert="horz" lIns="0" tIns="0" rIns="0" bIns="0" rtlCol="0" anchor="t">
            <a:normAutofit fontScale="77500" lnSpcReduction="20000"/>
          </a:bodyPr>
          <a:lstStyle/>
          <a:p>
            <a:pPr marL="625475" indent="-625475">
              <a:tabLst>
                <a:tab pos="625475" algn="l"/>
              </a:tabLst>
            </a:pPr>
            <a:r>
              <a:rPr lang="en-US" sz="1400" b="1">
                <a:latin typeface="+mn-lt"/>
              </a:rPr>
              <a:t>1902 – Underwriter Burnard goes broke.</a:t>
            </a:r>
            <a:r>
              <a:rPr lang="en-US" sz="1400" b="1"/>
              <a:t> </a:t>
            </a:r>
            <a:r>
              <a:rPr lang="en-US" sz="1400" b="1">
                <a:latin typeface="+mn-lt"/>
              </a:rPr>
              <a:t> Auditing planned.</a:t>
            </a:r>
          </a:p>
          <a:p>
            <a:pPr marL="625475" indent="-625475">
              <a:tabLst>
                <a:tab pos="625475" algn="l"/>
              </a:tabLst>
            </a:pPr>
            <a:r>
              <a:rPr lang="en-US" sz="1400" b="1">
                <a:latin typeface="+mn-lt"/>
              </a:rPr>
              <a:t>1903 – Delegated Authority to Alfred Schroder in Amsterdam</a:t>
            </a:r>
            <a:endParaRPr lang="en-US" sz="1400" b="1">
              <a:latin typeface="+mn-lt"/>
              <a:ea typeface="Verdana"/>
            </a:endParaRPr>
          </a:p>
          <a:p>
            <a:pPr marL="625475" indent="-625475">
              <a:tabLst>
                <a:tab pos="625475" algn="l"/>
              </a:tabLst>
            </a:pPr>
            <a:r>
              <a:rPr lang="en-US" sz="1400">
                <a:latin typeface="+mn-lt"/>
              </a:rPr>
              <a:t>1905 – Risk based pricing employed by Cuthbert Heath and Christopher Head.</a:t>
            </a:r>
          </a:p>
          <a:p>
            <a:pPr marL="625475" indent="-625475">
              <a:tabLst>
                <a:tab pos="625475" algn="l"/>
              </a:tabLst>
            </a:pPr>
            <a:r>
              <a:rPr lang="en-US" sz="1400">
                <a:latin typeface="+mn-lt"/>
              </a:rPr>
              <a:t>1906 – San Francisco earthquake.  Excess Loss reinsurance introduced.</a:t>
            </a:r>
          </a:p>
          <a:p>
            <a:pPr marL="625475" indent="-625475">
              <a:tabLst>
                <a:tab pos="625475" algn="l"/>
              </a:tabLst>
            </a:pPr>
            <a:r>
              <a:rPr lang="en-US" sz="1400" b="1">
                <a:latin typeface="+mn-lt"/>
              </a:rPr>
              <a:t>1908 – Audits introduced.</a:t>
            </a:r>
            <a:endParaRPr lang="en-US" sz="1400" b="1">
              <a:latin typeface="+mn-lt"/>
              <a:ea typeface="Verdana"/>
            </a:endParaRPr>
          </a:p>
          <a:p>
            <a:pPr marL="541020" indent="-541020">
              <a:lnSpc>
                <a:spcPct val="110000"/>
              </a:lnSpc>
              <a:tabLst>
                <a:tab pos="541338" algn="l"/>
              </a:tabLst>
            </a:pPr>
            <a:r>
              <a:rPr lang="en-US" sz="1400">
                <a:latin typeface="+mn-lt"/>
              </a:rPr>
              <a:t>1923 – Underwriter Stanly Harrison in £360,000 debt.  Central Fund created 4-years later as a fall back if an underwriter or syndicate fails.  Principle of mutuality</a:t>
            </a:r>
            <a:endParaRPr lang="en-US" sz="1400">
              <a:latin typeface="+mn-lt"/>
              <a:ea typeface="Verdana"/>
            </a:endParaRPr>
          </a:p>
          <a:p>
            <a:pPr marL="625475" indent="-625475">
              <a:tabLst>
                <a:tab pos="625475" algn="l"/>
              </a:tabLst>
            </a:pPr>
            <a:r>
              <a:rPr lang="en-US" sz="1400">
                <a:latin typeface="+mn-lt"/>
              </a:rPr>
              <a:t>1965 – Lloyds admits foreign members.</a:t>
            </a:r>
          </a:p>
          <a:p>
            <a:pPr marL="625475" indent="-625475">
              <a:tabLst>
                <a:tab pos="625475" algn="l"/>
              </a:tabLst>
            </a:pPr>
            <a:r>
              <a:rPr lang="en-US" sz="1400">
                <a:latin typeface="+mn-lt"/>
              </a:rPr>
              <a:t>1973 – Liliana Archibald is first female Lloyd’s broker.</a:t>
            </a:r>
          </a:p>
          <a:p>
            <a:pPr marL="625475" indent="-625475">
              <a:tabLst>
                <a:tab pos="625475" algn="l"/>
              </a:tabLst>
            </a:pPr>
            <a:r>
              <a:rPr lang="en-US" sz="1400">
                <a:latin typeface="+mn-lt"/>
              </a:rPr>
              <a:t>1977 – First Council of Lloyd’s elected</a:t>
            </a:r>
          </a:p>
          <a:p>
            <a:pPr marL="625475" indent="-625475">
              <a:tabLst>
                <a:tab pos="625475" algn="l"/>
              </a:tabLst>
            </a:pPr>
            <a:r>
              <a:rPr lang="en-US" sz="1400" b="1"/>
              <a:t>1980s and 1990s – Major losses at Lloyd’s threaten the survival of the market.</a:t>
            </a:r>
            <a:endParaRPr lang="en-US" sz="1400" b="1">
              <a:ea typeface="Verdana"/>
            </a:endParaRPr>
          </a:p>
          <a:p>
            <a:pPr marL="625475" indent="-625475">
              <a:tabLst>
                <a:tab pos="625475" algn="l"/>
              </a:tabLst>
            </a:pPr>
            <a:endParaRPr lang="en-US" sz="1400">
              <a:latin typeface="+mn-lt"/>
            </a:endParaRPr>
          </a:p>
          <a:p>
            <a:endParaRPr lang="en-US" sz="1200">
              <a:latin typeface="+mn-lt"/>
            </a:endParaRPr>
          </a:p>
          <a:p>
            <a:endParaRPr lang="en-US" sz="1200">
              <a:latin typeface="+mn-lt"/>
            </a:endParaRPr>
          </a:p>
        </p:txBody>
      </p:sp>
      <p:sp>
        <p:nvSpPr>
          <p:cNvPr id="4" name="Text Placeholder 3">
            <a:extLst>
              <a:ext uri="{FF2B5EF4-FFF2-40B4-BE49-F238E27FC236}">
                <a16:creationId xmlns:a16="http://schemas.microsoft.com/office/drawing/2014/main" id="{3462CA5C-EB5B-452F-816C-842EBB94107A}"/>
              </a:ext>
            </a:extLst>
          </p:cNvPr>
          <p:cNvSpPr>
            <a:spLocks noGrp="1"/>
          </p:cNvSpPr>
          <p:nvPr>
            <p:ph type="body" sz="quarter" idx="11"/>
          </p:nvPr>
        </p:nvSpPr>
        <p:spPr/>
        <p:txBody>
          <a:bodyPr/>
          <a:lstStyle/>
          <a:p>
            <a:r>
              <a:rPr lang="en-GB"/>
              <a:t>How did Lloyd's come about?</a:t>
            </a:r>
          </a:p>
        </p:txBody>
      </p:sp>
      <p:cxnSp>
        <p:nvCxnSpPr>
          <p:cNvPr id="8" name="Straight Arrow Connector 7">
            <a:extLst>
              <a:ext uri="{FF2B5EF4-FFF2-40B4-BE49-F238E27FC236}">
                <a16:creationId xmlns:a16="http://schemas.microsoft.com/office/drawing/2014/main" id="{2A768C04-8C69-4A65-A570-5354529DE214}"/>
              </a:ext>
            </a:extLst>
          </p:cNvPr>
          <p:cNvCxnSpPr/>
          <p:nvPr/>
        </p:nvCxnSpPr>
        <p:spPr>
          <a:xfrm>
            <a:off x="146284" y="3212976"/>
            <a:ext cx="11485276" cy="0"/>
          </a:xfrm>
          <a:prstGeom prst="straightConnector1">
            <a:avLst/>
          </a:prstGeom>
          <a:ln w="349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Star: 5 Points 8">
            <a:extLst>
              <a:ext uri="{FF2B5EF4-FFF2-40B4-BE49-F238E27FC236}">
                <a16:creationId xmlns:a16="http://schemas.microsoft.com/office/drawing/2014/main" id="{24C9F509-A2BE-42D0-97F7-760AEC8D54D1}"/>
              </a:ext>
            </a:extLst>
          </p:cNvPr>
          <p:cNvSpPr/>
          <p:nvPr/>
        </p:nvSpPr>
        <p:spPr>
          <a:xfrm>
            <a:off x="348293" y="3020816"/>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4176050E-541B-4BD3-B5AD-077BD7E57288}"/>
              </a:ext>
            </a:extLst>
          </p:cNvPr>
          <p:cNvSpPr txBox="1"/>
          <p:nvPr/>
        </p:nvSpPr>
        <p:spPr>
          <a:xfrm>
            <a:off x="-168696" y="1556793"/>
            <a:ext cx="1296144" cy="646331"/>
          </a:xfrm>
          <a:prstGeom prst="rect">
            <a:avLst/>
          </a:prstGeom>
          <a:noFill/>
        </p:spPr>
        <p:txBody>
          <a:bodyPr wrap="square" lIns="91440" tIns="45720" rIns="91440" bIns="45720" rtlCol="0" anchor="t">
            <a:spAutoFit/>
          </a:bodyPr>
          <a:lstStyle/>
          <a:p>
            <a:pPr algn="ctr"/>
            <a:r>
              <a:rPr lang="en-GB" sz="1200" b="1"/>
              <a:t>1902 – Burnard Failure</a:t>
            </a:r>
            <a:endParaRPr lang="en-GB" sz="1200" b="1">
              <a:ea typeface="Verdana"/>
            </a:endParaRPr>
          </a:p>
        </p:txBody>
      </p:sp>
      <p:cxnSp>
        <p:nvCxnSpPr>
          <p:cNvPr id="13" name="Straight Connector 12">
            <a:extLst>
              <a:ext uri="{FF2B5EF4-FFF2-40B4-BE49-F238E27FC236}">
                <a16:creationId xmlns:a16="http://schemas.microsoft.com/office/drawing/2014/main" id="{4B1B3855-B52D-4042-B69B-FDA17C9EAABD}"/>
              </a:ext>
            </a:extLst>
          </p:cNvPr>
          <p:cNvCxnSpPr>
            <a:cxnSpLocks/>
            <a:stCxn id="11" idx="2"/>
            <a:endCxn id="9" idx="0"/>
          </p:cNvCxnSpPr>
          <p:nvPr/>
        </p:nvCxnSpPr>
        <p:spPr>
          <a:xfrm>
            <a:off x="479376" y="2203124"/>
            <a:ext cx="12933" cy="817692"/>
          </a:xfrm>
          <a:prstGeom prst="line">
            <a:avLst/>
          </a:prstGeom>
        </p:spPr>
        <p:style>
          <a:lnRef idx="1">
            <a:schemeClr val="accent1"/>
          </a:lnRef>
          <a:fillRef idx="0">
            <a:schemeClr val="accent1"/>
          </a:fillRef>
          <a:effectRef idx="0">
            <a:schemeClr val="accent1"/>
          </a:effectRef>
          <a:fontRef idx="minor">
            <a:schemeClr val="tx1"/>
          </a:fontRef>
        </p:style>
      </p:cxnSp>
      <p:sp>
        <p:nvSpPr>
          <p:cNvPr id="14" name="Star: 5 Points 13">
            <a:extLst>
              <a:ext uri="{FF2B5EF4-FFF2-40B4-BE49-F238E27FC236}">
                <a16:creationId xmlns:a16="http://schemas.microsoft.com/office/drawing/2014/main" id="{AF1E0AB4-2010-49B5-889F-A6D0792B809A}"/>
              </a:ext>
            </a:extLst>
          </p:cNvPr>
          <p:cNvSpPr/>
          <p:nvPr/>
        </p:nvSpPr>
        <p:spPr>
          <a:xfrm>
            <a:off x="1991544" y="3021018"/>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839063D-E646-4F26-BF28-F428246F074A}"/>
              </a:ext>
            </a:extLst>
          </p:cNvPr>
          <p:cNvSpPr txBox="1"/>
          <p:nvPr/>
        </p:nvSpPr>
        <p:spPr>
          <a:xfrm>
            <a:off x="1439483" y="1562510"/>
            <a:ext cx="1368152" cy="830997"/>
          </a:xfrm>
          <a:prstGeom prst="rect">
            <a:avLst/>
          </a:prstGeom>
          <a:noFill/>
        </p:spPr>
        <p:txBody>
          <a:bodyPr wrap="square" lIns="91440" tIns="45720" rIns="91440" bIns="45720" rtlCol="0" anchor="t">
            <a:spAutoFit/>
          </a:bodyPr>
          <a:lstStyle/>
          <a:p>
            <a:pPr algn="ctr"/>
            <a:r>
              <a:rPr lang="en-US" sz="1200" b="1"/>
              <a:t>1903 – Delegated authority introduced</a:t>
            </a:r>
            <a:endParaRPr lang="en-GB" sz="1200" b="1">
              <a:ea typeface="Verdana"/>
            </a:endParaRPr>
          </a:p>
        </p:txBody>
      </p:sp>
      <p:sp>
        <p:nvSpPr>
          <p:cNvPr id="16" name="Star: 5 Points 15">
            <a:extLst>
              <a:ext uri="{FF2B5EF4-FFF2-40B4-BE49-F238E27FC236}">
                <a16:creationId xmlns:a16="http://schemas.microsoft.com/office/drawing/2014/main" id="{F49E078A-F079-4D53-B6A3-55958AE6CDCC}"/>
              </a:ext>
            </a:extLst>
          </p:cNvPr>
          <p:cNvSpPr/>
          <p:nvPr/>
        </p:nvSpPr>
        <p:spPr>
          <a:xfrm>
            <a:off x="3547512" y="3011078"/>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298CFC6B-1039-42DD-B8D4-0F955C2E3341}"/>
              </a:ext>
            </a:extLst>
          </p:cNvPr>
          <p:cNvSpPr txBox="1"/>
          <p:nvPr/>
        </p:nvSpPr>
        <p:spPr>
          <a:xfrm>
            <a:off x="3047662" y="1555408"/>
            <a:ext cx="1368152" cy="646331"/>
          </a:xfrm>
          <a:prstGeom prst="rect">
            <a:avLst/>
          </a:prstGeom>
          <a:noFill/>
        </p:spPr>
        <p:txBody>
          <a:bodyPr wrap="square" rtlCol="0">
            <a:spAutoFit/>
          </a:bodyPr>
          <a:lstStyle/>
          <a:p>
            <a:pPr algn="ctr"/>
            <a:r>
              <a:rPr lang="en-GB" sz="1200"/>
              <a:t>1906 – San Francisco earthquake</a:t>
            </a:r>
          </a:p>
        </p:txBody>
      </p:sp>
      <p:sp>
        <p:nvSpPr>
          <p:cNvPr id="18" name="Sous-titre 2">
            <a:extLst>
              <a:ext uri="{FF2B5EF4-FFF2-40B4-BE49-F238E27FC236}">
                <a16:creationId xmlns:a16="http://schemas.microsoft.com/office/drawing/2014/main" id="{B06BE565-5292-4AE3-8AF6-07BA7F10E0AB}"/>
              </a:ext>
            </a:extLst>
          </p:cNvPr>
          <p:cNvSpPr txBox="1">
            <a:spLocks/>
          </p:cNvSpPr>
          <p:nvPr/>
        </p:nvSpPr>
        <p:spPr>
          <a:xfrm>
            <a:off x="6312024" y="3717031"/>
            <a:ext cx="5724636" cy="2664273"/>
          </a:xfrm>
          <a:prstGeom prst="rect">
            <a:avLst/>
          </a:prstGeom>
        </p:spPr>
        <p:txBody>
          <a:bodyPr vert="horz" lIns="0" tIns="0" rIns="0" bIns="0" rtlCol="0" anchor="t">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5645" indent="-715645">
              <a:tabLst>
                <a:tab pos="625475" algn="l"/>
              </a:tabLst>
            </a:pPr>
            <a:r>
              <a:rPr lang="en-US" sz="1400" b="1"/>
              <a:t>1994 – Corporate members introduced.</a:t>
            </a:r>
            <a:endParaRPr lang="en-US" sz="1400" b="1">
              <a:ea typeface="Verdana"/>
            </a:endParaRPr>
          </a:p>
          <a:p>
            <a:pPr marL="715645" indent="-715645">
              <a:tabLst>
                <a:tab pos="625475" algn="l"/>
              </a:tabLst>
            </a:pPr>
            <a:r>
              <a:rPr lang="en-US" sz="1400">
                <a:latin typeface="+mn-lt"/>
              </a:rPr>
              <a:t>1996 – Equitas established to run-off pre-1993 business.</a:t>
            </a:r>
            <a:endParaRPr lang="en-US" sz="1400">
              <a:latin typeface="+mn-lt"/>
              <a:ea typeface="Verdana"/>
            </a:endParaRPr>
          </a:p>
          <a:p>
            <a:pPr marL="715645" indent="-715645">
              <a:tabLst>
                <a:tab pos="625475" algn="l"/>
              </a:tabLst>
            </a:pPr>
            <a:r>
              <a:rPr lang="en-US" sz="1400">
                <a:latin typeface="+mn-lt"/>
              </a:rPr>
              <a:t>1998 – Financial Services authority introduced.</a:t>
            </a:r>
            <a:endParaRPr lang="en-US" sz="1400">
              <a:latin typeface="+mn-lt"/>
              <a:ea typeface="Verdana"/>
            </a:endParaRPr>
          </a:p>
          <a:p>
            <a:pPr marL="715645" indent="-715645">
              <a:tabLst>
                <a:tab pos="625475" algn="l"/>
              </a:tabLst>
            </a:pPr>
            <a:r>
              <a:rPr lang="en-US" sz="1400">
                <a:latin typeface="+mn-lt"/>
              </a:rPr>
              <a:t>2001 – Chairman’s Strategy Group (CSG) introduced.</a:t>
            </a:r>
            <a:endParaRPr lang="en-US" sz="1400">
              <a:latin typeface="+mn-lt"/>
              <a:ea typeface="Verdana"/>
            </a:endParaRPr>
          </a:p>
          <a:p>
            <a:pPr marL="715645" indent="-715645">
              <a:tabLst>
                <a:tab pos="625475" algn="l"/>
              </a:tabLst>
            </a:pPr>
            <a:r>
              <a:rPr lang="en-US" sz="1400">
                <a:latin typeface="+mn-lt"/>
              </a:rPr>
              <a:t>2002 – Lloyd’s moves from 3-year accounting to annual accounting.</a:t>
            </a:r>
            <a:endParaRPr lang="en-US" sz="1400">
              <a:latin typeface="+mn-lt"/>
              <a:ea typeface="Verdana"/>
            </a:endParaRPr>
          </a:p>
          <a:p>
            <a:pPr marL="541020" indent="-541020">
              <a:lnSpc>
                <a:spcPct val="110000"/>
              </a:lnSpc>
              <a:tabLst>
                <a:tab pos="93663" algn="l"/>
              </a:tabLst>
            </a:pPr>
            <a:r>
              <a:rPr lang="en-US" sz="1400" b="1">
                <a:latin typeface="+mn-lt"/>
              </a:rPr>
              <a:t>2003 – Realistic Disaster Scenarios introduced enforcing loss modeling.  Franchise Board introduced.</a:t>
            </a:r>
            <a:endParaRPr lang="en-US" sz="1400" b="1">
              <a:latin typeface="+mn-lt"/>
              <a:ea typeface="Verdana"/>
            </a:endParaRPr>
          </a:p>
          <a:p>
            <a:pPr marL="541020" indent="-541020">
              <a:lnSpc>
                <a:spcPct val="110000"/>
              </a:lnSpc>
              <a:tabLst>
                <a:tab pos="93663" algn="l"/>
              </a:tabLst>
            </a:pPr>
            <a:r>
              <a:rPr lang="en-US" sz="1400">
                <a:latin typeface="+mn-lt"/>
              </a:rPr>
              <a:t>2007 – Contract Certainty ends ‘deal now, detail later’ culture. Market repository introduced</a:t>
            </a:r>
            <a:endParaRPr lang="en-US" sz="1400">
              <a:latin typeface="+mn-lt"/>
              <a:ea typeface="Verdana"/>
            </a:endParaRPr>
          </a:p>
          <a:p>
            <a:pPr marL="541020" indent="-541020">
              <a:lnSpc>
                <a:spcPct val="110000"/>
              </a:lnSpc>
              <a:tabLst>
                <a:tab pos="93663" algn="l"/>
              </a:tabLst>
            </a:pPr>
            <a:r>
              <a:rPr lang="en-US" sz="1400">
                <a:latin typeface="+mn-lt"/>
              </a:rPr>
              <a:t>2008 – Lloyd’s Act removes requirement that all risks have to be placed by a Lloyd’s broker.</a:t>
            </a:r>
            <a:endParaRPr lang="en-US" sz="1400">
              <a:latin typeface="+mn-lt"/>
              <a:ea typeface="Verdana"/>
            </a:endParaRPr>
          </a:p>
          <a:p>
            <a:pPr marL="715645" indent="-715645">
              <a:lnSpc>
                <a:spcPct val="110000"/>
              </a:lnSpc>
              <a:tabLst>
                <a:tab pos="625475" algn="l"/>
              </a:tabLst>
            </a:pPr>
            <a:r>
              <a:rPr lang="en-US" sz="1400">
                <a:latin typeface="+mn-lt"/>
              </a:rPr>
              <a:t>2012 – Vision 2025 introduced.</a:t>
            </a:r>
            <a:endParaRPr lang="en-US" sz="1400">
              <a:latin typeface="+mn-lt"/>
              <a:ea typeface="Verdana"/>
            </a:endParaRPr>
          </a:p>
        </p:txBody>
      </p:sp>
      <p:sp>
        <p:nvSpPr>
          <p:cNvPr id="19" name="Star: 5 Points 18">
            <a:extLst>
              <a:ext uri="{FF2B5EF4-FFF2-40B4-BE49-F238E27FC236}">
                <a16:creationId xmlns:a16="http://schemas.microsoft.com/office/drawing/2014/main" id="{ABFCB3DB-02B7-4E2F-B5F7-76589D91256C}"/>
              </a:ext>
            </a:extLst>
          </p:cNvPr>
          <p:cNvSpPr/>
          <p:nvPr/>
        </p:nvSpPr>
        <p:spPr>
          <a:xfrm>
            <a:off x="5190763" y="3021018"/>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tar: 5 Points 19">
            <a:extLst>
              <a:ext uri="{FF2B5EF4-FFF2-40B4-BE49-F238E27FC236}">
                <a16:creationId xmlns:a16="http://schemas.microsoft.com/office/drawing/2014/main" id="{CD26FC0B-BE46-4984-90E2-CAC6BBC08FB5}"/>
              </a:ext>
            </a:extLst>
          </p:cNvPr>
          <p:cNvSpPr/>
          <p:nvPr/>
        </p:nvSpPr>
        <p:spPr>
          <a:xfrm>
            <a:off x="8473852" y="3020816"/>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7F99FA14-652A-44F1-8512-0701B6A2F48D}"/>
              </a:ext>
            </a:extLst>
          </p:cNvPr>
          <p:cNvSpPr txBox="1"/>
          <p:nvPr/>
        </p:nvSpPr>
        <p:spPr>
          <a:xfrm>
            <a:off x="4655841" y="1678476"/>
            <a:ext cx="1368152" cy="646331"/>
          </a:xfrm>
          <a:prstGeom prst="rect">
            <a:avLst/>
          </a:prstGeom>
          <a:noFill/>
        </p:spPr>
        <p:txBody>
          <a:bodyPr wrap="square" lIns="91440" tIns="45720" rIns="91440" bIns="45720" rtlCol="0" anchor="t">
            <a:spAutoFit/>
          </a:bodyPr>
          <a:lstStyle/>
          <a:p>
            <a:pPr algn="ctr"/>
            <a:r>
              <a:rPr lang="en-US" sz="1200" b="1"/>
              <a:t>1994 – Corporate Members</a:t>
            </a:r>
            <a:endParaRPr lang="en-GB" sz="1200" b="1">
              <a:ea typeface="Verdana"/>
            </a:endParaRPr>
          </a:p>
        </p:txBody>
      </p:sp>
      <p:sp>
        <p:nvSpPr>
          <p:cNvPr id="22" name="TextBox 21">
            <a:extLst>
              <a:ext uri="{FF2B5EF4-FFF2-40B4-BE49-F238E27FC236}">
                <a16:creationId xmlns:a16="http://schemas.microsoft.com/office/drawing/2014/main" id="{DC7C31A8-CCFD-4A37-80CB-7FA9A607A62F}"/>
              </a:ext>
            </a:extLst>
          </p:cNvPr>
          <p:cNvSpPr txBox="1"/>
          <p:nvPr/>
        </p:nvSpPr>
        <p:spPr>
          <a:xfrm>
            <a:off x="7933792" y="1682429"/>
            <a:ext cx="1368152" cy="830997"/>
          </a:xfrm>
          <a:prstGeom prst="rect">
            <a:avLst/>
          </a:prstGeom>
          <a:noFill/>
        </p:spPr>
        <p:txBody>
          <a:bodyPr wrap="square" lIns="91440" tIns="45720" rIns="91440" bIns="45720" rtlCol="0" anchor="t">
            <a:spAutoFit/>
          </a:bodyPr>
          <a:lstStyle/>
          <a:p>
            <a:pPr algn="ctr"/>
            <a:r>
              <a:rPr lang="en-US" sz="1200" b="1"/>
              <a:t>2003 – RDS and Franchise Board</a:t>
            </a:r>
            <a:endParaRPr lang="en-GB" sz="1200" b="1">
              <a:ea typeface="Verdana"/>
            </a:endParaRPr>
          </a:p>
        </p:txBody>
      </p:sp>
      <p:sp>
        <p:nvSpPr>
          <p:cNvPr id="23" name="Star: 5 Points 22">
            <a:extLst>
              <a:ext uri="{FF2B5EF4-FFF2-40B4-BE49-F238E27FC236}">
                <a16:creationId xmlns:a16="http://schemas.microsoft.com/office/drawing/2014/main" id="{9D98E0D6-0125-4C2A-9877-42EB7A6BDB63}"/>
              </a:ext>
            </a:extLst>
          </p:cNvPr>
          <p:cNvSpPr/>
          <p:nvPr/>
        </p:nvSpPr>
        <p:spPr>
          <a:xfrm>
            <a:off x="9828445" y="2996952"/>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tar: 5 Points 23">
            <a:extLst>
              <a:ext uri="{FF2B5EF4-FFF2-40B4-BE49-F238E27FC236}">
                <a16:creationId xmlns:a16="http://schemas.microsoft.com/office/drawing/2014/main" id="{96CEC997-DC39-43EB-9978-72F1BCB3D995}"/>
              </a:ext>
            </a:extLst>
          </p:cNvPr>
          <p:cNvSpPr/>
          <p:nvPr/>
        </p:nvSpPr>
        <p:spPr>
          <a:xfrm>
            <a:off x="11054613" y="3020816"/>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A6973CD4-B72C-44FA-AC8B-B5952B79D688}"/>
              </a:ext>
            </a:extLst>
          </p:cNvPr>
          <p:cNvSpPr txBox="1"/>
          <p:nvPr/>
        </p:nvSpPr>
        <p:spPr>
          <a:xfrm>
            <a:off x="9264352" y="1660677"/>
            <a:ext cx="1368152" cy="646331"/>
          </a:xfrm>
          <a:prstGeom prst="rect">
            <a:avLst/>
          </a:prstGeom>
          <a:noFill/>
        </p:spPr>
        <p:txBody>
          <a:bodyPr wrap="square" rtlCol="0">
            <a:spAutoFit/>
          </a:bodyPr>
          <a:lstStyle/>
          <a:p>
            <a:pPr algn="ctr"/>
            <a:r>
              <a:rPr lang="en-US" sz="1200"/>
              <a:t>2007 – Contract Certainty</a:t>
            </a:r>
            <a:endParaRPr lang="en-GB" sz="1200"/>
          </a:p>
        </p:txBody>
      </p:sp>
      <p:sp>
        <p:nvSpPr>
          <p:cNvPr id="26" name="TextBox 25">
            <a:extLst>
              <a:ext uri="{FF2B5EF4-FFF2-40B4-BE49-F238E27FC236}">
                <a16:creationId xmlns:a16="http://schemas.microsoft.com/office/drawing/2014/main" id="{F41061E1-E731-4144-B8E5-98C10BABF22F}"/>
              </a:ext>
            </a:extLst>
          </p:cNvPr>
          <p:cNvSpPr txBox="1"/>
          <p:nvPr/>
        </p:nvSpPr>
        <p:spPr>
          <a:xfrm>
            <a:off x="10488488" y="1683039"/>
            <a:ext cx="1368152" cy="461665"/>
          </a:xfrm>
          <a:prstGeom prst="rect">
            <a:avLst/>
          </a:prstGeom>
          <a:noFill/>
        </p:spPr>
        <p:txBody>
          <a:bodyPr wrap="square" rtlCol="0">
            <a:spAutoFit/>
          </a:bodyPr>
          <a:lstStyle/>
          <a:p>
            <a:pPr algn="ctr"/>
            <a:r>
              <a:rPr lang="en-US" sz="1200"/>
              <a:t>2012 – Vision 2025</a:t>
            </a:r>
            <a:endParaRPr lang="en-GB" sz="1200"/>
          </a:p>
        </p:txBody>
      </p:sp>
      <p:cxnSp>
        <p:nvCxnSpPr>
          <p:cNvPr id="27" name="Straight Connector 26">
            <a:extLst>
              <a:ext uri="{FF2B5EF4-FFF2-40B4-BE49-F238E27FC236}">
                <a16:creationId xmlns:a16="http://schemas.microsoft.com/office/drawing/2014/main" id="{C11FE49C-703C-4D68-87A7-E403B28C383B}"/>
              </a:ext>
            </a:extLst>
          </p:cNvPr>
          <p:cNvCxnSpPr>
            <a:cxnSpLocks/>
            <a:stCxn id="25" idx="2"/>
          </p:cNvCxnSpPr>
          <p:nvPr/>
        </p:nvCxnSpPr>
        <p:spPr>
          <a:xfrm>
            <a:off x="9948428" y="2307008"/>
            <a:ext cx="21971" cy="826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29BFDF-0E90-4DE3-9650-5FA96A15F971}"/>
              </a:ext>
            </a:extLst>
          </p:cNvPr>
          <p:cNvCxnSpPr>
            <a:cxnSpLocks/>
            <a:stCxn id="22" idx="2"/>
          </p:cNvCxnSpPr>
          <p:nvPr/>
        </p:nvCxnSpPr>
        <p:spPr>
          <a:xfrm>
            <a:off x="8617868" y="2513426"/>
            <a:ext cx="0" cy="6528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1F9D6C6-4C50-491D-A1D4-B9D6D5BFE7BC}"/>
              </a:ext>
            </a:extLst>
          </p:cNvPr>
          <p:cNvCxnSpPr>
            <a:cxnSpLocks/>
            <a:stCxn id="21" idx="2"/>
          </p:cNvCxnSpPr>
          <p:nvPr/>
        </p:nvCxnSpPr>
        <p:spPr>
          <a:xfrm flipH="1">
            <a:off x="5323739" y="2324807"/>
            <a:ext cx="16178" cy="886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1D0A18B-00E1-46BF-8AF7-667ED81B2C17}"/>
              </a:ext>
            </a:extLst>
          </p:cNvPr>
          <p:cNvCxnSpPr>
            <a:cxnSpLocks/>
            <a:stCxn id="17" idx="2"/>
          </p:cNvCxnSpPr>
          <p:nvPr/>
        </p:nvCxnSpPr>
        <p:spPr>
          <a:xfrm flipH="1">
            <a:off x="3693638" y="2201739"/>
            <a:ext cx="38100" cy="963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038A26-E87B-4F1E-8B6A-9B905130BE72}"/>
              </a:ext>
            </a:extLst>
          </p:cNvPr>
          <p:cNvCxnSpPr>
            <a:cxnSpLocks/>
            <a:stCxn id="15" idx="2"/>
          </p:cNvCxnSpPr>
          <p:nvPr/>
        </p:nvCxnSpPr>
        <p:spPr>
          <a:xfrm flipH="1">
            <a:off x="2117035" y="2393507"/>
            <a:ext cx="6524" cy="796954"/>
          </a:xfrm>
          <a:prstGeom prst="line">
            <a:avLst/>
          </a:prstGeom>
        </p:spPr>
        <p:style>
          <a:lnRef idx="1">
            <a:schemeClr val="accent1"/>
          </a:lnRef>
          <a:fillRef idx="0">
            <a:schemeClr val="accent1"/>
          </a:fillRef>
          <a:effectRef idx="0">
            <a:schemeClr val="accent1"/>
          </a:effectRef>
          <a:fontRef idx="minor">
            <a:schemeClr val="tx1"/>
          </a:fontRef>
        </p:style>
      </p:cxnSp>
      <p:sp>
        <p:nvSpPr>
          <p:cNvPr id="29" name="Star: 5 Points 28">
            <a:extLst>
              <a:ext uri="{FF2B5EF4-FFF2-40B4-BE49-F238E27FC236}">
                <a16:creationId xmlns:a16="http://schemas.microsoft.com/office/drawing/2014/main" id="{62441385-CA5E-46FC-A4EB-395A0F5AD9B3}"/>
              </a:ext>
            </a:extLst>
          </p:cNvPr>
          <p:cNvSpPr/>
          <p:nvPr/>
        </p:nvSpPr>
        <p:spPr>
          <a:xfrm>
            <a:off x="6852084" y="3039195"/>
            <a:ext cx="288032" cy="28803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0D3E521C-F33E-4E36-AE41-B72073A1B8F2}"/>
              </a:ext>
            </a:extLst>
          </p:cNvPr>
          <p:cNvSpPr txBox="1"/>
          <p:nvPr/>
        </p:nvSpPr>
        <p:spPr>
          <a:xfrm>
            <a:off x="6312024" y="1700808"/>
            <a:ext cx="1368152" cy="276999"/>
          </a:xfrm>
          <a:prstGeom prst="rect">
            <a:avLst/>
          </a:prstGeom>
          <a:noFill/>
        </p:spPr>
        <p:txBody>
          <a:bodyPr wrap="square" rtlCol="0">
            <a:spAutoFit/>
          </a:bodyPr>
          <a:lstStyle/>
          <a:p>
            <a:pPr algn="ctr"/>
            <a:r>
              <a:rPr lang="en-US" sz="1200"/>
              <a:t>1996 - </a:t>
            </a:r>
            <a:r>
              <a:rPr lang="en-US" sz="1200" err="1"/>
              <a:t>Equitas</a:t>
            </a:r>
            <a:endParaRPr lang="en-GB" sz="1200"/>
          </a:p>
        </p:txBody>
      </p:sp>
      <p:cxnSp>
        <p:nvCxnSpPr>
          <p:cNvPr id="32" name="Straight Connector 31">
            <a:extLst>
              <a:ext uri="{FF2B5EF4-FFF2-40B4-BE49-F238E27FC236}">
                <a16:creationId xmlns:a16="http://schemas.microsoft.com/office/drawing/2014/main" id="{FAB9FE92-8546-4F09-BC60-5933E027E13A}"/>
              </a:ext>
            </a:extLst>
          </p:cNvPr>
          <p:cNvCxnSpPr>
            <a:cxnSpLocks/>
            <a:stCxn id="31" idx="2"/>
          </p:cNvCxnSpPr>
          <p:nvPr/>
        </p:nvCxnSpPr>
        <p:spPr>
          <a:xfrm>
            <a:off x="6996100" y="1977807"/>
            <a:ext cx="0" cy="121265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7997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494A3-C6D6-410C-B895-B0FC140E6B0E}"/>
              </a:ext>
            </a:extLst>
          </p:cNvPr>
          <p:cNvSpPr>
            <a:spLocks noGrp="1"/>
          </p:cNvSpPr>
          <p:nvPr>
            <p:ph type="title"/>
          </p:nvPr>
        </p:nvSpPr>
        <p:spPr/>
        <p:txBody>
          <a:bodyPr/>
          <a:lstStyle/>
          <a:p>
            <a:r>
              <a:rPr lang="en-GB"/>
              <a:t>Lloyd's of London</a:t>
            </a:r>
          </a:p>
        </p:txBody>
      </p:sp>
      <p:sp>
        <p:nvSpPr>
          <p:cNvPr id="3" name="Text Placeholder 2">
            <a:extLst>
              <a:ext uri="{FF2B5EF4-FFF2-40B4-BE49-F238E27FC236}">
                <a16:creationId xmlns:a16="http://schemas.microsoft.com/office/drawing/2014/main" id="{0079C927-192E-4253-B792-6BC24FAC48D1}"/>
              </a:ext>
            </a:extLst>
          </p:cNvPr>
          <p:cNvSpPr>
            <a:spLocks noGrp="1"/>
          </p:cNvSpPr>
          <p:nvPr>
            <p:ph type="body" sz="quarter" idx="10"/>
          </p:nvPr>
        </p:nvSpPr>
        <p:spPr>
          <a:xfrm>
            <a:off x="227349" y="1815351"/>
            <a:ext cx="5724636" cy="4565977"/>
          </a:xfrm>
        </p:spPr>
        <p:txBody>
          <a:bodyPr vert="horz" lIns="0" tIns="0" rIns="0" bIns="0" rtlCol="0" anchor="t">
            <a:normAutofit fontScale="62500" lnSpcReduction="20000"/>
          </a:bodyPr>
          <a:lstStyle/>
          <a:p>
            <a:pPr>
              <a:lnSpc>
                <a:spcPct val="110000"/>
              </a:lnSpc>
            </a:pPr>
            <a:r>
              <a:rPr lang="en-GB" b="1" dirty="0">
                <a:ea typeface="Verdana"/>
              </a:rPr>
              <a:t>Syndicates – writing insurance.</a:t>
            </a:r>
            <a:endParaRPr lang="en-GB" b="1" dirty="0"/>
          </a:p>
          <a:p>
            <a:pPr>
              <a:lnSpc>
                <a:spcPct val="110000"/>
              </a:lnSpc>
            </a:pPr>
            <a:r>
              <a:rPr lang="en-GB" dirty="0">
                <a:latin typeface="+mn-lt"/>
              </a:rPr>
              <a:t>A Lloyd’s syndicate is formed by one or more members joining together to provide capital and accept insurance risks.</a:t>
            </a:r>
            <a:r>
              <a:rPr lang="en-GB" dirty="0"/>
              <a:t> </a:t>
            </a:r>
          </a:p>
          <a:p>
            <a:pPr>
              <a:lnSpc>
                <a:spcPct val="110000"/>
              </a:lnSpc>
            </a:pPr>
            <a:r>
              <a:rPr lang="en-GB" dirty="0">
                <a:latin typeface="+mn-lt"/>
              </a:rPr>
              <a:t>Individual members are known as Names.</a:t>
            </a:r>
            <a:endParaRPr lang="en-GB" dirty="0">
              <a:latin typeface="+mn-lt"/>
              <a:ea typeface="Verdana"/>
            </a:endParaRPr>
          </a:p>
          <a:p>
            <a:pPr>
              <a:lnSpc>
                <a:spcPct val="110000"/>
              </a:lnSpc>
            </a:pPr>
            <a:r>
              <a:rPr lang="en-GB" dirty="0">
                <a:latin typeface="+mn-lt"/>
              </a:rPr>
              <a:t>Most syndicates write a range of classes of business but many will have areas of specific expertise.</a:t>
            </a:r>
            <a:r>
              <a:rPr lang="en-GB" dirty="0"/>
              <a:t> </a:t>
            </a:r>
            <a:endParaRPr lang="en-GB" dirty="0">
              <a:ea typeface="Verdana"/>
            </a:endParaRPr>
          </a:p>
          <a:p>
            <a:pPr>
              <a:lnSpc>
                <a:spcPct val="110000"/>
              </a:lnSpc>
            </a:pPr>
            <a:r>
              <a:rPr lang="en-GB" dirty="0">
                <a:latin typeface="+mn-lt"/>
              </a:rPr>
              <a:t>Syndicates are, technically, set up on an annual basis. In practice, they usually operate from year to year with members having the right, but not the obligation, to participate in syndicates the following year. This continuity of capital backing the syndicates means they function like permanent insurance operations.</a:t>
            </a:r>
            <a:r>
              <a:rPr lang="en-GB" dirty="0"/>
              <a:t> </a:t>
            </a:r>
            <a:endParaRPr lang="en-GB" dirty="0">
              <a:latin typeface="+mn-lt"/>
              <a:ea typeface="Verdana"/>
            </a:endParaRPr>
          </a:p>
          <a:p>
            <a:pPr>
              <a:lnSpc>
                <a:spcPct val="110000"/>
              </a:lnSpc>
            </a:pPr>
            <a:r>
              <a:rPr lang="en-GB" dirty="0">
                <a:latin typeface="+mn-lt"/>
              </a:rPr>
              <a:t>Each syndicate sets its own appetite for risk, develops a business plan, arranges its reinsurance protection and manages its exposures and claims.</a:t>
            </a:r>
            <a:endParaRPr lang="en-GB" dirty="0">
              <a:latin typeface="+mn-lt"/>
              <a:ea typeface="Verdana"/>
            </a:endParaRPr>
          </a:p>
          <a:p>
            <a:pPr>
              <a:lnSpc>
                <a:spcPct val="110000"/>
              </a:lnSpc>
            </a:pPr>
            <a:r>
              <a:rPr lang="en-GB" dirty="0">
                <a:latin typeface="+mn-lt"/>
              </a:rPr>
              <a:t>At 31 December 2019, there were 93 syndicates at Lloyd’s.</a:t>
            </a:r>
            <a:endParaRPr lang="en-GB" dirty="0">
              <a:latin typeface="+mn-lt"/>
              <a:ea typeface="Verdana"/>
            </a:endParaRPr>
          </a:p>
          <a:p>
            <a:pPr>
              <a:lnSpc>
                <a:spcPct val="110000"/>
              </a:lnSpc>
            </a:pPr>
            <a:r>
              <a:rPr lang="en-GB" dirty="0">
                <a:latin typeface="+mn-lt"/>
              </a:rPr>
              <a:t>Members’ agents provide advice and administrative services to members, including assisting with syndicate selection.</a:t>
            </a:r>
            <a:endParaRPr lang="en-GB" dirty="0">
              <a:latin typeface="+mn-lt"/>
              <a:ea typeface="Verdana"/>
            </a:endParaRPr>
          </a:p>
          <a:p>
            <a:pPr>
              <a:lnSpc>
                <a:spcPct val="110000"/>
              </a:lnSpc>
            </a:pPr>
            <a:r>
              <a:rPr lang="en-GB" dirty="0">
                <a:latin typeface="+mn-lt"/>
              </a:rPr>
              <a:t>At 31 December 2018, there were </a:t>
            </a:r>
            <a:r>
              <a:rPr lang="en-GB" dirty="0"/>
              <a:t>3</a:t>
            </a:r>
            <a:r>
              <a:rPr lang="en-GB" dirty="0">
                <a:latin typeface="+mn-lt"/>
              </a:rPr>
              <a:t> members’ agents at Lloyd’s.</a:t>
            </a:r>
            <a:endParaRPr lang="en-GB" dirty="0">
              <a:latin typeface="+mn-lt"/>
              <a:ea typeface="Verdana"/>
            </a:endParaRPr>
          </a:p>
        </p:txBody>
      </p:sp>
      <p:sp>
        <p:nvSpPr>
          <p:cNvPr id="4" name="Text Placeholder 3">
            <a:extLst>
              <a:ext uri="{FF2B5EF4-FFF2-40B4-BE49-F238E27FC236}">
                <a16:creationId xmlns:a16="http://schemas.microsoft.com/office/drawing/2014/main" id="{00659C19-6DDB-420B-8D7D-85EF9371ECC1}"/>
              </a:ext>
            </a:extLst>
          </p:cNvPr>
          <p:cNvSpPr>
            <a:spLocks noGrp="1"/>
          </p:cNvSpPr>
          <p:nvPr>
            <p:ph type="body" sz="quarter" idx="11"/>
          </p:nvPr>
        </p:nvSpPr>
        <p:spPr/>
        <p:txBody>
          <a:bodyPr/>
          <a:lstStyle/>
          <a:p>
            <a:r>
              <a:rPr lang="en-GB"/>
              <a:t>What are Syndicates?</a:t>
            </a:r>
          </a:p>
        </p:txBody>
      </p:sp>
      <p:pic>
        <p:nvPicPr>
          <p:cNvPr id="5" name="Picture 4">
            <a:extLst>
              <a:ext uri="{FF2B5EF4-FFF2-40B4-BE49-F238E27FC236}">
                <a16:creationId xmlns:a16="http://schemas.microsoft.com/office/drawing/2014/main" id="{294C44EA-18C9-475D-9550-21185523BA7C}"/>
              </a:ext>
            </a:extLst>
          </p:cNvPr>
          <p:cNvPicPr>
            <a:picLocks noChangeAspect="1"/>
          </p:cNvPicPr>
          <p:nvPr/>
        </p:nvPicPr>
        <p:blipFill>
          <a:blip r:embed="rId3"/>
          <a:stretch>
            <a:fillRect/>
          </a:stretch>
        </p:blipFill>
        <p:spPr>
          <a:xfrm>
            <a:off x="6105578" y="1814309"/>
            <a:ext cx="5900976" cy="4076048"/>
          </a:xfrm>
          <a:prstGeom prst="rect">
            <a:avLst/>
          </a:prstGeom>
        </p:spPr>
      </p:pic>
    </p:spTree>
    <p:extLst>
      <p:ext uri="{BB962C8B-B14F-4D97-AF65-F5344CB8AC3E}">
        <p14:creationId xmlns:p14="http://schemas.microsoft.com/office/powerpoint/2010/main" val="106228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A56D4-9786-4718-AEB1-F0AD2ACD6EBD}"/>
              </a:ext>
            </a:extLst>
          </p:cNvPr>
          <p:cNvSpPr>
            <a:spLocks noGrp="1"/>
          </p:cNvSpPr>
          <p:nvPr>
            <p:ph type="title"/>
          </p:nvPr>
        </p:nvSpPr>
        <p:spPr/>
        <p:txBody>
          <a:bodyPr/>
          <a:lstStyle/>
          <a:p>
            <a:r>
              <a:rPr lang="en-GB">
                <a:ea typeface="Verdana"/>
                <a:cs typeface="Verdana"/>
              </a:rPr>
              <a:t>Underwriting</a:t>
            </a:r>
            <a:endParaRPr lang="en-GB"/>
          </a:p>
        </p:txBody>
      </p:sp>
      <p:sp>
        <p:nvSpPr>
          <p:cNvPr id="3" name="Text Placeholder 2">
            <a:extLst>
              <a:ext uri="{FF2B5EF4-FFF2-40B4-BE49-F238E27FC236}">
                <a16:creationId xmlns:a16="http://schemas.microsoft.com/office/drawing/2014/main" id="{6496F7A8-A83F-4A50-9E2D-58D9B511F736}"/>
              </a:ext>
            </a:extLst>
          </p:cNvPr>
          <p:cNvSpPr>
            <a:spLocks noGrp="1"/>
          </p:cNvSpPr>
          <p:nvPr>
            <p:ph type="body" sz="quarter" idx="10"/>
          </p:nvPr>
        </p:nvSpPr>
        <p:spPr>
          <a:xfrm>
            <a:off x="1124814" y="1815351"/>
            <a:ext cx="10802534" cy="4466201"/>
          </a:xfrm>
        </p:spPr>
        <p:txBody>
          <a:bodyPr vert="horz" lIns="0" tIns="0" rIns="0" bIns="0" rtlCol="0" anchor="t">
            <a:normAutofit lnSpcReduction="10000"/>
          </a:bodyPr>
          <a:lstStyle/>
          <a:p>
            <a:r>
              <a:rPr lang="en-GB" b="1">
                <a:latin typeface="+mn-lt"/>
                <a:ea typeface="Verdana"/>
                <a:cs typeface="Verdana"/>
              </a:rPr>
              <a:t>The Underwriter performs a risk assessment </a:t>
            </a:r>
            <a:r>
              <a:rPr lang="en-GB">
                <a:latin typeface="+mn-lt"/>
                <a:ea typeface="Verdana"/>
                <a:cs typeface="Verdana"/>
              </a:rPr>
              <a:t>on the submission presented by the broker determining; risk profile, </a:t>
            </a:r>
            <a:r>
              <a:rPr lang="en-GB">
                <a:ea typeface="Verdana"/>
                <a:cs typeface="Verdana"/>
              </a:rPr>
              <a:t>loss history, geographical</a:t>
            </a:r>
            <a:r>
              <a:rPr lang="en-GB">
                <a:latin typeface="+mn-lt"/>
                <a:ea typeface="Verdana"/>
                <a:cs typeface="Verdana"/>
              </a:rPr>
              <a:t> spread, total values at risk, maximum probable losses etc.</a:t>
            </a:r>
          </a:p>
          <a:p>
            <a:r>
              <a:rPr lang="en-GB" b="1">
                <a:latin typeface="+mn-lt"/>
                <a:ea typeface="Verdana"/>
                <a:cs typeface="Verdana"/>
              </a:rPr>
              <a:t>The Underwriter will review the policy wording </a:t>
            </a:r>
            <a:r>
              <a:rPr lang="en-GB">
                <a:latin typeface="+mn-lt"/>
                <a:ea typeface="Verdana"/>
                <a:cs typeface="Verdana"/>
              </a:rPr>
              <a:t>(coverage) being sought by the broker and will either determine a price (premium) or confirm whether the premium required by the broker is acceptable.</a:t>
            </a:r>
          </a:p>
          <a:p>
            <a:r>
              <a:rPr lang="en-GB" b="1">
                <a:ea typeface="Verdana"/>
                <a:cs typeface="Verdana"/>
              </a:rPr>
              <a:t>The L</a:t>
            </a:r>
            <a:r>
              <a:rPr lang="en-GB" b="1">
                <a:latin typeface="+mn-lt"/>
                <a:ea typeface="Verdana"/>
                <a:cs typeface="Verdana"/>
              </a:rPr>
              <a:t>ead Underwriter will confirm their acceptance of the risk </a:t>
            </a:r>
            <a:r>
              <a:rPr lang="en-GB">
                <a:latin typeface="+mn-lt"/>
                <a:ea typeface="Verdana"/>
                <a:cs typeface="Verdana"/>
              </a:rPr>
              <a:t>by stamping and initialling the brokers slip below the line, indicating the percentage of risk they are willing to accept.  The percentage is known as the written line.</a:t>
            </a:r>
          </a:p>
          <a:p>
            <a:r>
              <a:rPr lang="en-GB" b="1">
                <a:latin typeface="+mn-lt"/>
                <a:ea typeface="Verdana"/>
                <a:cs typeface="Verdana"/>
              </a:rPr>
              <a:t>Follow Underwriters will review the risk </a:t>
            </a:r>
            <a:r>
              <a:rPr lang="en-GB">
                <a:latin typeface="+mn-lt"/>
                <a:ea typeface="Verdana"/>
                <a:cs typeface="Verdana"/>
              </a:rPr>
              <a:t>and confirm that the Lead Underwriter is acceptable to them before stamping and initialling the brokers slip below the line, indicating the percentage of risk that they are willing to accept.</a:t>
            </a:r>
          </a:p>
          <a:p>
            <a:r>
              <a:rPr lang="en-GB" b="1">
                <a:latin typeface="+mn-lt"/>
                <a:ea typeface="Verdana"/>
                <a:cs typeface="Verdana"/>
              </a:rPr>
              <a:t>The Underwriter will update internal systems </a:t>
            </a:r>
            <a:r>
              <a:rPr lang="en-GB">
                <a:latin typeface="+mn-lt"/>
                <a:ea typeface="Verdana"/>
                <a:cs typeface="Verdana"/>
              </a:rPr>
              <a:t>and record the estimated premium amount for their percentage of the policy against the total premium amount the syndicate is allowed to write for the year.</a:t>
            </a:r>
          </a:p>
        </p:txBody>
      </p:sp>
      <p:sp>
        <p:nvSpPr>
          <p:cNvPr id="4" name="Text Placeholder 3">
            <a:extLst>
              <a:ext uri="{FF2B5EF4-FFF2-40B4-BE49-F238E27FC236}">
                <a16:creationId xmlns:a16="http://schemas.microsoft.com/office/drawing/2014/main" id="{4679D377-71FA-4365-B90F-7D34CD22CB8C}"/>
              </a:ext>
            </a:extLst>
          </p:cNvPr>
          <p:cNvSpPr>
            <a:spLocks noGrp="1"/>
          </p:cNvSpPr>
          <p:nvPr>
            <p:ph type="body" sz="quarter" idx="11"/>
          </p:nvPr>
        </p:nvSpPr>
        <p:spPr/>
        <p:txBody>
          <a:bodyPr vert="horz" lIns="0" tIns="0" rIns="0" bIns="0" rtlCol="0" anchor="t">
            <a:normAutofit/>
          </a:bodyPr>
          <a:lstStyle/>
          <a:p>
            <a:r>
              <a:rPr lang="en-GB">
                <a:ea typeface="Verdana"/>
                <a:cs typeface="Verdana"/>
              </a:rPr>
              <a:t>The role of the underwriter</a:t>
            </a:r>
            <a:endParaRPr lang="en-GB"/>
          </a:p>
        </p:txBody>
      </p:sp>
      <p:pic>
        <p:nvPicPr>
          <p:cNvPr id="8" name="Picture 8" descr="A picture containing drawing&#10;&#10;Description automatically generated">
            <a:extLst>
              <a:ext uri="{FF2B5EF4-FFF2-40B4-BE49-F238E27FC236}">
                <a16:creationId xmlns:a16="http://schemas.microsoft.com/office/drawing/2014/main" id="{01F72FFF-D67A-48D3-913F-FFDAA59C6058}"/>
              </a:ext>
            </a:extLst>
          </p:cNvPr>
          <p:cNvPicPr>
            <a:picLocks noChangeAspect="1"/>
          </p:cNvPicPr>
          <p:nvPr/>
        </p:nvPicPr>
        <p:blipFill>
          <a:blip r:embed="rId3"/>
          <a:stretch>
            <a:fillRect/>
          </a:stretch>
        </p:blipFill>
        <p:spPr>
          <a:xfrm>
            <a:off x="264652" y="1815351"/>
            <a:ext cx="504000" cy="507377"/>
          </a:xfrm>
          <a:prstGeom prst="rect">
            <a:avLst/>
          </a:prstGeom>
        </p:spPr>
      </p:pic>
      <p:pic>
        <p:nvPicPr>
          <p:cNvPr id="9" name="Picture 9" descr="Icon&#10;&#10;Description automatically generated">
            <a:extLst>
              <a:ext uri="{FF2B5EF4-FFF2-40B4-BE49-F238E27FC236}">
                <a16:creationId xmlns:a16="http://schemas.microsoft.com/office/drawing/2014/main" id="{AE0F29B2-5EAE-43F6-A533-33930EE346E8}"/>
              </a:ext>
            </a:extLst>
          </p:cNvPr>
          <p:cNvPicPr>
            <a:picLocks noChangeAspect="1"/>
          </p:cNvPicPr>
          <p:nvPr/>
        </p:nvPicPr>
        <p:blipFill>
          <a:blip r:embed="rId4"/>
          <a:stretch>
            <a:fillRect/>
          </a:stretch>
        </p:blipFill>
        <p:spPr>
          <a:xfrm>
            <a:off x="230403" y="2646004"/>
            <a:ext cx="504000" cy="470466"/>
          </a:xfrm>
          <a:prstGeom prst="rect">
            <a:avLst/>
          </a:prstGeom>
        </p:spPr>
      </p:pic>
      <p:pic>
        <p:nvPicPr>
          <p:cNvPr id="10" name="Picture 10" descr="A picture containing icon&#10;&#10;Description automatically generated">
            <a:extLst>
              <a:ext uri="{FF2B5EF4-FFF2-40B4-BE49-F238E27FC236}">
                <a16:creationId xmlns:a16="http://schemas.microsoft.com/office/drawing/2014/main" id="{0ACA8291-DF34-4795-BD8E-7E5AE2C51598}"/>
              </a:ext>
            </a:extLst>
          </p:cNvPr>
          <p:cNvPicPr>
            <a:picLocks noChangeAspect="1"/>
          </p:cNvPicPr>
          <p:nvPr/>
        </p:nvPicPr>
        <p:blipFill>
          <a:blip r:embed="rId5"/>
          <a:stretch>
            <a:fillRect/>
          </a:stretch>
        </p:blipFill>
        <p:spPr>
          <a:xfrm>
            <a:off x="264652" y="5184028"/>
            <a:ext cx="504000" cy="483041"/>
          </a:xfrm>
          <a:prstGeom prst="rect">
            <a:avLst/>
          </a:prstGeom>
        </p:spPr>
      </p:pic>
      <p:pic>
        <p:nvPicPr>
          <p:cNvPr id="11" name="Picture 11" descr="A picture containing logo&#10;&#10;Description automatically generated">
            <a:extLst>
              <a:ext uri="{FF2B5EF4-FFF2-40B4-BE49-F238E27FC236}">
                <a16:creationId xmlns:a16="http://schemas.microsoft.com/office/drawing/2014/main" id="{64B15476-4617-41A2-8C29-E50CCE0894D1}"/>
              </a:ext>
            </a:extLst>
          </p:cNvPr>
          <p:cNvPicPr>
            <a:picLocks noChangeAspect="1"/>
          </p:cNvPicPr>
          <p:nvPr/>
        </p:nvPicPr>
        <p:blipFill>
          <a:blip r:embed="rId6"/>
          <a:stretch>
            <a:fillRect/>
          </a:stretch>
        </p:blipFill>
        <p:spPr>
          <a:xfrm>
            <a:off x="264652" y="4293147"/>
            <a:ext cx="504000" cy="463568"/>
          </a:xfrm>
          <a:prstGeom prst="rect">
            <a:avLst/>
          </a:prstGeom>
        </p:spPr>
      </p:pic>
      <p:sp>
        <p:nvSpPr>
          <p:cNvPr id="14" name="Freeform 384">
            <a:extLst>
              <a:ext uri="{FF2B5EF4-FFF2-40B4-BE49-F238E27FC236}">
                <a16:creationId xmlns:a16="http://schemas.microsoft.com/office/drawing/2014/main" id="{C1D8ECF7-099C-4CD6-8577-052846F96506}"/>
              </a:ext>
            </a:extLst>
          </p:cNvPr>
          <p:cNvSpPr>
            <a:spLocks/>
          </p:cNvSpPr>
          <p:nvPr/>
        </p:nvSpPr>
        <p:spPr bwMode="auto">
          <a:xfrm>
            <a:off x="10359376" y="873005"/>
            <a:ext cx="286066" cy="190710"/>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6" name="Groupe 520">
            <a:extLst>
              <a:ext uri="{FF2B5EF4-FFF2-40B4-BE49-F238E27FC236}">
                <a16:creationId xmlns:a16="http://schemas.microsoft.com/office/drawing/2014/main" id="{86D60D0D-ADE0-40C6-B4B2-E217E62F586D}"/>
              </a:ext>
            </a:extLst>
          </p:cNvPr>
          <p:cNvGrpSpPr>
            <a:grpSpLocks noChangeAspect="1"/>
          </p:cNvGrpSpPr>
          <p:nvPr/>
        </p:nvGrpSpPr>
        <p:grpSpPr>
          <a:xfrm>
            <a:off x="230121" y="3462867"/>
            <a:ext cx="504000" cy="475696"/>
            <a:chOff x="6434138" y="5483225"/>
            <a:chExt cx="876300" cy="827088"/>
          </a:xfrm>
        </p:grpSpPr>
        <p:sp>
          <p:nvSpPr>
            <p:cNvPr id="17" name="Freeform 383">
              <a:extLst>
                <a:ext uri="{FF2B5EF4-FFF2-40B4-BE49-F238E27FC236}">
                  <a16:creationId xmlns:a16="http://schemas.microsoft.com/office/drawing/2014/main" id="{869286E3-1DA2-478B-A8EE-CA4D4AA1682C}"/>
                </a:ext>
              </a:extLst>
            </p:cNvPr>
            <p:cNvSpPr>
              <a:spLocks/>
            </p:cNvSpPr>
            <p:nvPr/>
          </p:nvSpPr>
          <p:spPr bwMode="auto">
            <a:xfrm>
              <a:off x="6434138" y="5483225"/>
              <a:ext cx="876300" cy="827088"/>
            </a:xfrm>
            <a:custGeom>
              <a:avLst/>
              <a:gdLst>
                <a:gd name="T0" fmla="*/ 37 w 259"/>
                <a:gd name="T1" fmla="*/ 189 h 242"/>
                <a:gd name="T2" fmla="*/ 62 w 259"/>
                <a:gd name="T3" fmla="*/ 36 h 242"/>
                <a:gd name="T4" fmla="*/ 222 w 259"/>
                <a:gd name="T5" fmla="*/ 59 h 242"/>
                <a:gd name="T6" fmla="*/ 193 w 259"/>
                <a:gd name="T7" fmla="*/ 206 h 242"/>
                <a:gd name="T8" fmla="*/ 37 w 259"/>
                <a:gd name="T9" fmla="*/ 189 h 242"/>
              </a:gdLst>
              <a:ahLst/>
              <a:cxnLst>
                <a:cxn ang="0">
                  <a:pos x="T0" y="T1"/>
                </a:cxn>
                <a:cxn ang="0">
                  <a:pos x="T2" y="T3"/>
                </a:cxn>
                <a:cxn ang="0">
                  <a:pos x="T4" y="T5"/>
                </a:cxn>
                <a:cxn ang="0">
                  <a:pos x="T6" y="T7"/>
                </a:cxn>
                <a:cxn ang="0">
                  <a:pos x="T8" y="T9"/>
                </a:cxn>
              </a:cxnLst>
              <a:rect l="0" t="0" r="r" b="b"/>
              <a:pathLst>
                <a:path w="259" h="242">
                  <a:moveTo>
                    <a:pt x="37" y="189"/>
                  </a:moveTo>
                  <a:cubicBezTo>
                    <a:pt x="0" y="141"/>
                    <a:pt x="11" y="72"/>
                    <a:pt x="62" y="36"/>
                  </a:cubicBezTo>
                  <a:cubicBezTo>
                    <a:pt x="113" y="0"/>
                    <a:pt x="185" y="10"/>
                    <a:pt x="222" y="59"/>
                  </a:cubicBezTo>
                  <a:cubicBezTo>
                    <a:pt x="259" y="107"/>
                    <a:pt x="244" y="170"/>
                    <a:pt x="193" y="206"/>
                  </a:cubicBezTo>
                  <a:cubicBezTo>
                    <a:pt x="142" y="242"/>
                    <a:pt x="74" y="238"/>
                    <a:pt x="37" y="189"/>
                  </a:cubicBezTo>
                </a:path>
              </a:pathLst>
            </a:custGeom>
            <a:solidFill>
              <a:srgbClr val="2B19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8" name="Groupe 522">
              <a:extLst>
                <a:ext uri="{FF2B5EF4-FFF2-40B4-BE49-F238E27FC236}">
                  <a16:creationId xmlns:a16="http://schemas.microsoft.com/office/drawing/2014/main" id="{057F5CA7-2220-4223-8BBE-9A9988E2418D}"/>
                </a:ext>
              </a:extLst>
            </p:cNvPr>
            <p:cNvGrpSpPr/>
            <p:nvPr/>
          </p:nvGrpSpPr>
          <p:grpSpPr>
            <a:xfrm>
              <a:off x="6630988" y="5624513"/>
              <a:ext cx="520700" cy="474663"/>
              <a:chOff x="6630988" y="5624513"/>
              <a:chExt cx="520700" cy="474663"/>
            </a:xfrm>
          </p:grpSpPr>
          <p:sp>
            <p:nvSpPr>
              <p:cNvPr id="19" name="Freeform 384">
                <a:extLst>
                  <a:ext uri="{FF2B5EF4-FFF2-40B4-BE49-F238E27FC236}">
                    <a16:creationId xmlns:a16="http://schemas.microsoft.com/office/drawing/2014/main" id="{9585A9C3-68CF-49A9-89EB-30985B59905B}"/>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385">
                <a:extLst>
                  <a:ext uri="{FF2B5EF4-FFF2-40B4-BE49-F238E27FC236}">
                    <a16:creationId xmlns:a16="http://schemas.microsoft.com/office/drawing/2014/main" id="{2E64F9DA-0F91-4AC3-AD92-49237DFAFD72}"/>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solidFill>
                <a:srgbClr val="A7C50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386">
                <a:extLst>
                  <a:ext uri="{FF2B5EF4-FFF2-40B4-BE49-F238E27FC236}">
                    <a16:creationId xmlns:a16="http://schemas.microsoft.com/office/drawing/2014/main" id="{03C72375-972D-44CD-BC79-AA5D328E635A}"/>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solidFill>
                <a:srgbClr val="30B7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387">
                <a:extLst>
                  <a:ext uri="{FF2B5EF4-FFF2-40B4-BE49-F238E27FC236}">
                    <a16:creationId xmlns:a16="http://schemas.microsoft.com/office/drawing/2014/main" id="{A3175346-89F6-4092-814E-EE8257C490B7}"/>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388">
                <a:extLst>
                  <a:ext uri="{FF2B5EF4-FFF2-40B4-BE49-F238E27FC236}">
                    <a16:creationId xmlns:a16="http://schemas.microsoft.com/office/drawing/2014/main" id="{85BFAFE5-FBFD-4E6F-B0F3-36FCA3E9D7A6}"/>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solidFill>
                <a:srgbClr val="30B7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389">
                <a:extLst>
                  <a:ext uri="{FF2B5EF4-FFF2-40B4-BE49-F238E27FC236}">
                    <a16:creationId xmlns:a16="http://schemas.microsoft.com/office/drawing/2014/main" id="{1D624C86-8522-4499-98E1-348226CC7237}"/>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solidFill>
                <a:srgbClr val="30B7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298683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BC9A-020C-4CCB-8C16-F0F03AF9C1BB}"/>
              </a:ext>
            </a:extLst>
          </p:cNvPr>
          <p:cNvSpPr>
            <a:spLocks noGrp="1"/>
          </p:cNvSpPr>
          <p:nvPr>
            <p:ph type="title"/>
          </p:nvPr>
        </p:nvSpPr>
        <p:spPr/>
        <p:txBody>
          <a:bodyPr/>
          <a:lstStyle/>
          <a:p>
            <a:r>
              <a:rPr lang="en-GB"/>
              <a:t>Lloyd's of London</a:t>
            </a:r>
          </a:p>
        </p:txBody>
      </p:sp>
      <p:sp>
        <p:nvSpPr>
          <p:cNvPr id="3" name="Text Placeholder 2">
            <a:extLst>
              <a:ext uri="{FF2B5EF4-FFF2-40B4-BE49-F238E27FC236}">
                <a16:creationId xmlns:a16="http://schemas.microsoft.com/office/drawing/2014/main" id="{6D741087-CF41-40EA-A707-7690538F45EA}"/>
              </a:ext>
            </a:extLst>
          </p:cNvPr>
          <p:cNvSpPr>
            <a:spLocks noGrp="1"/>
          </p:cNvSpPr>
          <p:nvPr>
            <p:ph type="body" sz="quarter" idx="10"/>
          </p:nvPr>
        </p:nvSpPr>
        <p:spPr/>
        <p:txBody>
          <a:bodyPr vert="horz" lIns="0" tIns="0" rIns="0" bIns="0" rtlCol="0" anchor="t">
            <a:normAutofit/>
          </a:bodyPr>
          <a:lstStyle/>
          <a:p>
            <a:r>
              <a:rPr lang="en-GB" b="1"/>
              <a:t>Managing Agents – managing the syndicates.</a:t>
            </a:r>
          </a:p>
          <a:p>
            <a:r>
              <a:rPr lang="en-GB"/>
              <a:t>A </a:t>
            </a:r>
            <a:r>
              <a:rPr lang="en-GB">
                <a:latin typeface="+mn-lt"/>
              </a:rPr>
              <a:t>managing agent is a company set up to manage one or more syndicates on behalf of the members.</a:t>
            </a:r>
            <a:r>
              <a:rPr lang="en-GB"/>
              <a:t> </a:t>
            </a:r>
            <a:endParaRPr lang="en-GB">
              <a:latin typeface="+mn-lt"/>
              <a:ea typeface="Verdana"/>
            </a:endParaRPr>
          </a:p>
          <a:p>
            <a:r>
              <a:rPr lang="en-GB">
                <a:latin typeface="+mn-lt"/>
              </a:rPr>
              <a:t>Managing agents have responsibility for employing underwriters, overseeing their underwriting and managing the infrastructure and day-to-day operations.</a:t>
            </a:r>
            <a:endParaRPr lang="en-GB">
              <a:latin typeface="+mn-lt"/>
              <a:ea typeface="Verdana"/>
            </a:endParaRPr>
          </a:p>
          <a:p>
            <a:r>
              <a:rPr lang="en-GB">
                <a:latin typeface="+mn-lt"/>
              </a:rPr>
              <a:t>Whilst the syndicate members provide the capital to support the risks underwritten the managing agent undertakes the underwriting in accordance with the syndicate business plan.</a:t>
            </a:r>
            <a:r>
              <a:rPr lang="en-GB"/>
              <a:t>  </a:t>
            </a:r>
            <a:endParaRPr lang="en-GB">
              <a:latin typeface="+mn-lt"/>
              <a:ea typeface="Verdana"/>
            </a:endParaRPr>
          </a:p>
          <a:p>
            <a:r>
              <a:rPr lang="en-GB">
                <a:latin typeface="+mn-lt"/>
              </a:rPr>
              <a:t>Where a managing agent manages more than one syndicate each will be managed in accordance with it’s individual business plan.</a:t>
            </a:r>
            <a:endParaRPr lang="en-GB">
              <a:latin typeface="+mn-lt"/>
              <a:ea typeface="Verdana"/>
            </a:endParaRPr>
          </a:p>
          <a:p>
            <a:r>
              <a:rPr lang="en-GB">
                <a:latin typeface="+mn-lt"/>
              </a:rPr>
              <a:t>At 31 December 2019, there were </a:t>
            </a:r>
            <a:r>
              <a:rPr lang="en-GB"/>
              <a:t>54</a:t>
            </a:r>
            <a:r>
              <a:rPr lang="en-GB">
                <a:latin typeface="+mn-lt"/>
              </a:rPr>
              <a:t> managing agents at Lloyd’s.</a:t>
            </a:r>
            <a:endParaRPr lang="en-GB">
              <a:latin typeface="+mn-lt"/>
              <a:ea typeface="Verdana"/>
            </a:endParaRPr>
          </a:p>
          <a:p>
            <a:endParaRPr lang="en-GB"/>
          </a:p>
        </p:txBody>
      </p:sp>
      <p:sp>
        <p:nvSpPr>
          <p:cNvPr id="4" name="Text Placeholder 3">
            <a:extLst>
              <a:ext uri="{FF2B5EF4-FFF2-40B4-BE49-F238E27FC236}">
                <a16:creationId xmlns:a16="http://schemas.microsoft.com/office/drawing/2014/main" id="{6011C48B-0301-4EEC-A6EC-C9049680FFFA}"/>
              </a:ext>
            </a:extLst>
          </p:cNvPr>
          <p:cNvSpPr>
            <a:spLocks noGrp="1"/>
          </p:cNvSpPr>
          <p:nvPr>
            <p:ph type="body" sz="quarter" idx="11"/>
          </p:nvPr>
        </p:nvSpPr>
        <p:spPr/>
        <p:txBody>
          <a:bodyPr/>
          <a:lstStyle/>
          <a:p>
            <a:r>
              <a:rPr lang="en-GB"/>
              <a:t>Who are Managing Agents and what do they do? (MGA)</a:t>
            </a:r>
          </a:p>
        </p:txBody>
      </p:sp>
    </p:spTree>
    <p:extLst>
      <p:ext uri="{BB962C8B-B14F-4D97-AF65-F5344CB8AC3E}">
        <p14:creationId xmlns:p14="http://schemas.microsoft.com/office/powerpoint/2010/main" val="1063620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37529C-A58F-4FE3-84BF-7544BEA96422}"/>
              </a:ext>
            </a:extLst>
          </p:cNvPr>
          <p:cNvSpPr>
            <a:spLocks noGrp="1"/>
          </p:cNvSpPr>
          <p:nvPr>
            <p:ph type="title"/>
          </p:nvPr>
        </p:nvSpPr>
        <p:spPr/>
        <p:txBody>
          <a:bodyPr/>
          <a:lstStyle/>
          <a:p>
            <a:r>
              <a:rPr lang="en-US"/>
              <a:t>Lloyd's of London</a:t>
            </a:r>
          </a:p>
        </p:txBody>
      </p:sp>
      <p:sp>
        <p:nvSpPr>
          <p:cNvPr id="3" name="Sous-titre 2">
            <a:extLst>
              <a:ext uri="{FF2B5EF4-FFF2-40B4-BE49-F238E27FC236}">
                <a16:creationId xmlns:a16="http://schemas.microsoft.com/office/drawing/2014/main" id="{25F950C6-5C12-46EA-B2FB-353B1D83297C}"/>
              </a:ext>
            </a:extLst>
          </p:cNvPr>
          <p:cNvSpPr>
            <a:spLocks noGrp="1"/>
          </p:cNvSpPr>
          <p:nvPr>
            <p:ph type="body" sz="quarter" idx="10"/>
          </p:nvPr>
        </p:nvSpPr>
        <p:spPr>
          <a:xfrm>
            <a:off x="227348" y="1815351"/>
            <a:ext cx="6154402" cy="4674349"/>
          </a:xfrm>
        </p:spPr>
        <p:txBody>
          <a:bodyPr vert="horz" lIns="0" tIns="0" rIns="0" bIns="0" rtlCol="0" anchor="t">
            <a:normAutofit fontScale="92500" lnSpcReduction="20000"/>
          </a:bodyPr>
          <a:lstStyle/>
          <a:p>
            <a:pPr>
              <a:lnSpc>
                <a:spcPct val="100000"/>
              </a:lnSpc>
            </a:pPr>
            <a:r>
              <a:rPr lang="en-US" b="1">
                <a:ea typeface="Verdana"/>
              </a:rPr>
              <a:t>Members – providing the capital.</a:t>
            </a:r>
          </a:p>
          <a:p>
            <a:pPr>
              <a:lnSpc>
                <a:spcPct val="100000"/>
              </a:lnSpc>
            </a:pPr>
            <a:r>
              <a:rPr lang="en-US"/>
              <a:t>All insurers need capital so where does the capital come from?</a:t>
            </a:r>
          </a:p>
          <a:p>
            <a:pPr>
              <a:lnSpc>
                <a:spcPct val="100000"/>
              </a:lnSpc>
            </a:pPr>
            <a:r>
              <a:rPr lang="en-US">
                <a:ea typeface="+mn-lt"/>
                <a:cs typeface="+mn-lt"/>
              </a:rPr>
              <a:t>The capital to underwrite policies is provided by members of Lloyd’s. This capital is backed by </a:t>
            </a:r>
            <a:br>
              <a:rPr lang="en-US">
                <a:ea typeface="+mn-lt"/>
                <a:cs typeface="+mn-lt"/>
              </a:rPr>
            </a:br>
            <a:r>
              <a:rPr lang="en-US">
                <a:ea typeface="+mn-lt"/>
                <a:cs typeface="+mn-lt"/>
              </a:rPr>
              <a:t>many of the world’s major insurance groups, </a:t>
            </a:r>
            <a:br>
              <a:rPr lang="en-US">
                <a:ea typeface="+mn-lt"/>
                <a:cs typeface="+mn-lt"/>
              </a:rPr>
            </a:br>
            <a:r>
              <a:rPr lang="en-US">
                <a:ea typeface="+mn-lt"/>
                <a:cs typeface="+mn-lt"/>
              </a:rPr>
              <a:t>listed companies, individuals and limited partnerships, with corporate groups providing </a:t>
            </a:r>
            <a:br>
              <a:rPr lang="en-US">
                <a:ea typeface="+mn-lt"/>
                <a:cs typeface="+mn-lt"/>
              </a:rPr>
            </a:br>
            <a:r>
              <a:rPr lang="en-US">
                <a:ea typeface="+mn-lt"/>
                <a:cs typeface="+mn-lt"/>
              </a:rPr>
              <a:t>the majority of the capital for the Lloyd’s market.</a:t>
            </a:r>
            <a:endParaRPr lang="en-US"/>
          </a:p>
          <a:p>
            <a:pPr>
              <a:lnSpc>
                <a:spcPct val="100000"/>
              </a:lnSpc>
            </a:pPr>
            <a:r>
              <a:rPr lang="en-US"/>
              <a:t>Members – Original members invested and </a:t>
            </a:r>
            <a:br>
              <a:rPr lang="en-US"/>
            </a:br>
            <a:r>
              <a:rPr lang="en-US"/>
              <a:t>became Names on the syndicate. Liability was unlimited.</a:t>
            </a:r>
            <a:endParaRPr lang="en-US">
              <a:ea typeface="Verdana"/>
            </a:endParaRPr>
          </a:p>
          <a:p>
            <a:pPr>
              <a:lnSpc>
                <a:spcPct val="100000"/>
              </a:lnSpc>
            </a:pPr>
            <a:r>
              <a:rPr lang="en-US"/>
              <a:t>Corporate members were admitted in 1994 as Lloyd’s sought to inject fresh capital into the </a:t>
            </a:r>
            <a:br>
              <a:rPr lang="en-US"/>
            </a:br>
            <a:r>
              <a:rPr lang="en-US"/>
              <a:t>market.</a:t>
            </a:r>
            <a:endParaRPr lang="en-US">
              <a:ea typeface="Verdana"/>
            </a:endParaRPr>
          </a:p>
          <a:p>
            <a:pPr>
              <a:lnSpc>
                <a:spcPct val="100000"/>
              </a:lnSpc>
            </a:pPr>
            <a:r>
              <a:rPr lang="en-US"/>
              <a:t>Most Names joined </a:t>
            </a:r>
            <a:r>
              <a:rPr lang="en-US" err="1"/>
              <a:t>NameCo’s</a:t>
            </a:r>
            <a:r>
              <a:rPr lang="en-US"/>
              <a:t> to gain the benefit of limited liability. </a:t>
            </a:r>
            <a:endParaRPr lang="en-US">
              <a:ea typeface="Verdana"/>
            </a:endParaRPr>
          </a:p>
          <a:p>
            <a:pPr>
              <a:lnSpc>
                <a:spcPct val="100000"/>
              </a:lnSpc>
            </a:pPr>
            <a:endParaRPr lang="en-US"/>
          </a:p>
        </p:txBody>
      </p:sp>
      <p:sp>
        <p:nvSpPr>
          <p:cNvPr id="4" name="Text Placeholder 3">
            <a:extLst>
              <a:ext uri="{FF2B5EF4-FFF2-40B4-BE49-F238E27FC236}">
                <a16:creationId xmlns:a16="http://schemas.microsoft.com/office/drawing/2014/main" id="{3462CA5C-EB5B-452F-816C-842EBB94107A}"/>
              </a:ext>
            </a:extLst>
          </p:cNvPr>
          <p:cNvSpPr>
            <a:spLocks noGrp="1"/>
          </p:cNvSpPr>
          <p:nvPr>
            <p:ph type="body" sz="quarter" idx="11"/>
          </p:nvPr>
        </p:nvSpPr>
        <p:spPr/>
        <p:txBody>
          <a:bodyPr/>
          <a:lstStyle/>
          <a:p>
            <a:r>
              <a:rPr lang="en-GB"/>
              <a:t>Lets talk finance</a:t>
            </a:r>
          </a:p>
        </p:txBody>
      </p:sp>
      <p:pic>
        <p:nvPicPr>
          <p:cNvPr id="5" name="Picture 4">
            <a:extLst>
              <a:ext uri="{FF2B5EF4-FFF2-40B4-BE49-F238E27FC236}">
                <a16:creationId xmlns:a16="http://schemas.microsoft.com/office/drawing/2014/main" id="{3E9B7348-AA0B-4BF2-8F0B-EBB11972EF52}"/>
              </a:ext>
            </a:extLst>
          </p:cNvPr>
          <p:cNvPicPr>
            <a:picLocks noChangeAspect="1"/>
          </p:cNvPicPr>
          <p:nvPr/>
        </p:nvPicPr>
        <p:blipFill>
          <a:blip r:embed="rId3"/>
          <a:stretch>
            <a:fillRect/>
          </a:stretch>
        </p:blipFill>
        <p:spPr>
          <a:xfrm>
            <a:off x="6437781" y="1829720"/>
            <a:ext cx="5451468" cy="3638196"/>
          </a:xfrm>
          <a:prstGeom prst="rect">
            <a:avLst/>
          </a:prstGeom>
        </p:spPr>
      </p:pic>
    </p:spTree>
    <p:extLst>
      <p:ext uri="{BB962C8B-B14F-4D97-AF65-F5344CB8AC3E}">
        <p14:creationId xmlns:p14="http://schemas.microsoft.com/office/powerpoint/2010/main" val="3428542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AD2DB1-7655-4A74-8720-04929E925236}"/>
              </a:ext>
            </a:extLst>
          </p:cNvPr>
          <p:cNvSpPr>
            <a:spLocks noGrp="1"/>
          </p:cNvSpPr>
          <p:nvPr>
            <p:ph type="body" sz="quarter" idx="10"/>
          </p:nvPr>
        </p:nvSpPr>
        <p:spPr>
          <a:xfrm>
            <a:off x="216144" y="2344994"/>
            <a:ext cx="5411205" cy="3996812"/>
          </a:xfrm>
        </p:spPr>
        <p:txBody>
          <a:bodyPr vert="horz" lIns="0" tIns="0" rIns="0" bIns="0" rtlCol="0" anchor="t">
            <a:normAutofit fontScale="92500" lnSpcReduction="10000"/>
          </a:bodyPr>
          <a:lstStyle/>
          <a:p>
            <a:r>
              <a:rPr lang="en-GB" b="1" err="1">
                <a:ea typeface="+mn-lt"/>
                <a:cs typeface="+mn-lt"/>
              </a:rPr>
              <a:t>Coverholders</a:t>
            </a:r>
            <a:r>
              <a:rPr lang="en-GB" b="1">
                <a:ea typeface="+mn-lt"/>
                <a:cs typeface="+mn-lt"/>
              </a:rPr>
              <a:t> – offering local access to Lloyd’s</a:t>
            </a:r>
            <a:endParaRPr lang="en-US" b="1"/>
          </a:p>
          <a:p>
            <a:endParaRPr lang="en-GB">
              <a:ea typeface="+mn-lt"/>
              <a:cs typeface="+mn-lt"/>
            </a:endParaRPr>
          </a:p>
          <a:p>
            <a:r>
              <a:rPr lang="en-GB">
                <a:ea typeface="+mn-lt"/>
                <a:cs typeface="+mn-lt"/>
              </a:rPr>
              <a:t>A managing agent may also authorise third parties to accept insurance risks directly on behalf of its syndicates. These businesses, known as </a:t>
            </a:r>
            <a:r>
              <a:rPr lang="en-GB" err="1">
                <a:ea typeface="+mn-lt"/>
                <a:cs typeface="+mn-lt"/>
              </a:rPr>
              <a:t>coverholders</a:t>
            </a:r>
            <a:r>
              <a:rPr lang="en-GB">
                <a:ea typeface="+mn-lt"/>
                <a:cs typeface="+mn-lt"/>
              </a:rPr>
              <a:t>, form a vital distribution channel, offering a local route to Lloyd’s in many territories around the world.</a:t>
            </a:r>
          </a:p>
          <a:p>
            <a:endParaRPr lang="en-GB">
              <a:ea typeface="Verdana"/>
            </a:endParaRPr>
          </a:p>
          <a:p>
            <a:r>
              <a:rPr lang="en-GB" err="1">
                <a:ea typeface="Verdana"/>
              </a:rPr>
              <a:t>Coverholders</a:t>
            </a:r>
            <a:r>
              <a:rPr lang="en-GB">
                <a:ea typeface="Verdana"/>
              </a:rPr>
              <a:t> are provided with a delegated authority by the Managing Agent which specifies what types of insurance they can accept on the Managing Agents behalf, what terms and wordings they must apply and how claims are to be handled.  The details of how covers are notified back to the managing agent are also clearly specified.</a:t>
            </a:r>
          </a:p>
          <a:p>
            <a:endParaRPr lang="en-GB">
              <a:ea typeface="+mn-lt"/>
              <a:cs typeface="+mn-lt"/>
            </a:endParaRPr>
          </a:p>
          <a:p>
            <a:r>
              <a:rPr lang="en-GB">
                <a:ea typeface="+mn-lt"/>
                <a:cs typeface="+mn-lt"/>
              </a:rPr>
              <a:t>At 31 December 2019 there were 3,950 approved </a:t>
            </a:r>
            <a:r>
              <a:rPr lang="en-GB" err="1">
                <a:ea typeface="+mn-lt"/>
                <a:cs typeface="+mn-lt"/>
              </a:rPr>
              <a:t>coverholder</a:t>
            </a:r>
            <a:r>
              <a:rPr lang="en-GB">
                <a:ea typeface="+mn-lt"/>
                <a:cs typeface="+mn-lt"/>
              </a:rPr>
              <a:t> office locations.</a:t>
            </a:r>
            <a:endParaRPr lang="en-GB"/>
          </a:p>
        </p:txBody>
      </p:sp>
      <p:sp>
        <p:nvSpPr>
          <p:cNvPr id="4" name="Text Placeholder 3">
            <a:extLst>
              <a:ext uri="{FF2B5EF4-FFF2-40B4-BE49-F238E27FC236}">
                <a16:creationId xmlns:a16="http://schemas.microsoft.com/office/drawing/2014/main" id="{E0CADA37-E4F9-4CD1-913E-34287660677D}"/>
              </a:ext>
            </a:extLst>
          </p:cNvPr>
          <p:cNvSpPr>
            <a:spLocks noGrp="1"/>
          </p:cNvSpPr>
          <p:nvPr>
            <p:ph type="body" sz="quarter" idx="12"/>
          </p:nvPr>
        </p:nvSpPr>
        <p:spPr>
          <a:xfrm>
            <a:off x="227349" y="958884"/>
            <a:ext cx="5400000" cy="743987"/>
          </a:xfrm>
        </p:spPr>
        <p:txBody>
          <a:bodyPr vert="horz" lIns="0" tIns="0" rIns="0" bIns="0" rtlCol="0" anchor="ctr" anchorCtr="0">
            <a:normAutofit/>
          </a:bodyPr>
          <a:lstStyle/>
          <a:p>
            <a:r>
              <a:rPr lang="en-GB">
                <a:ea typeface="Verdana"/>
              </a:rPr>
              <a:t>Insurance Brokers</a:t>
            </a:r>
          </a:p>
        </p:txBody>
      </p:sp>
      <p:sp>
        <p:nvSpPr>
          <p:cNvPr id="5" name="Text Placeholder 4">
            <a:extLst>
              <a:ext uri="{FF2B5EF4-FFF2-40B4-BE49-F238E27FC236}">
                <a16:creationId xmlns:a16="http://schemas.microsoft.com/office/drawing/2014/main" id="{8675AE47-D340-4D84-BDF3-1C43801945BD}"/>
              </a:ext>
            </a:extLst>
          </p:cNvPr>
          <p:cNvSpPr>
            <a:spLocks noGrp="1"/>
          </p:cNvSpPr>
          <p:nvPr>
            <p:ph type="body" sz="quarter" idx="13"/>
          </p:nvPr>
        </p:nvSpPr>
        <p:spPr>
          <a:xfrm>
            <a:off x="6474016" y="1765124"/>
            <a:ext cx="5400000" cy="743987"/>
          </a:xfrm>
        </p:spPr>
        <p:txBody>
          <a:bodyPr/>
          <a:lstStyle/>
          <a:p>
            <a:r>
              <a:rPr lang="en-GB">
                <a:ea typeface="Verdana"/>
                <a:cs typeface="Verdana"/>
              </a:rPr>
              <a:t>Service Companies</a:t>
            </a:r>
            <a:endParaRPr lang="en-GB"/>
          </a:p>
        </p:txBody>
      </p:sp>
      <p:sp>
        <p:nvSpPr>
          <p:cNvPr id="2" name="Title 1">
            <a:extLst>
              <a:ext uri="{FF2B5EF4-FFF2-40B4-BE49-F238E27FC236}">
                <a16:creationId xmlns:a16="http://schemas.microsoft.com/office/drawing/2014/main" id="{43A9B168-D88D-4EFC-B166-C484E1DCC980}"/>
              </a:ext>
            </a:extLst>
          </p:cNvPr>
          <p:cNvSpPr>
            <a:spLocks noGrp="1"/>
          </p:cNvSpPr>
          <p:nvPr>
            <p:ph type="title"/>
          </p:nvPr>
        </p:nvSpPr>
        <p:spPr/>
        <p:txBody>
          <a:bodyPr/>
          <a:lstStyle/>
          <a:p>
            <a:r>
              <a:rPr lang="en-GB">
                <a:ea typeface="Verdana"/>
              </a:rPr>
              <a:t>Distribution Channels</a:t>
            </a:r>
            <a:endParaRPr lang="en-GB"/>
          </a:p>
        </p:txBody>
      </p:sp>
      <p:sp>
        <p:nvSpPr>
          <p:cNvPr id="6" name="Text Placeholder 5">
            <a:extLst>
              <a:ext uri="{FF2B5EF4-FFF2-40B4-BE49-F238E27FC236}">
                <a16:creationId xmlns:a16="http://schemas.microsoft.com/office/drawing/2014/main" id="{FFEDA4AB-32A0-4092-9995-BEA6C38B8593}"/>
              </a:ext>
            </a:extLst>
          </p:cNvPr>
          <p:cNvSpPr>
            <a:spLocks noGrp="1"/>
          </p:cNvSpPr>
          <p:nvPr>
            <p:ph type="body" sz="quarter" idx="14"/>
          </p:nvPr>
        </p:nvSpPr>
        <p:spPr>
          <a:xfrm>
            <a:off x="6474016" y="2378612"/>
            <a:ext cx="5400000" cy="3963194"/>
          </a:xfrm>
        </p:spPr>
        <p:txBody>
          <a:bodyPr vert="horz" lIns="0" tIns="0" rIns="0" bIns="0" rtlCol="0" anchor="t">
            <a:noAutofit/>
          </a:bodyPr>
          <a:lstStyle/>
          <a:p>
            <a:r>
              <a:rPr lang="en-GB">
                <a:ea typeface="Verdana"/>
              </a:rPr>
              <a:t>A service company operates like a </a:t>
            </a:r>
            <a:r>
              <a:rPr lang="en-GB" err="1">
                <a:ea typeface="Verdana"/>
              </a:rPr>
              <a:t>coverholder</a:t>
            </a:r>
            <a:r>
              <a:rPr lang="en-GB">
                <a:ea typeface="Verdana"/>
              </a:rPr>
              <a:t> but is a wholly owned subsidiary of either a managing agent or of a managing agent’s holding company and which is </a:t>
            </a:r>
            <a:r>
              <a:rPr lang="en-GB">
                <a:ea typeface="+mn-lt"/>
                <a:cs typeface="+mn-lt"/>
              </a:rPr>
              <a:t>authorised to enter into contracts of insurance for members of its associated syndicate and/or associated insurance companies.</a:t>
            </a:r>
          </a:p>
          <a:p>
            <a:endParaRPr lang="en-GB">
              <a:ea typeface="+mn-lt"/>
              <a:cs typeface="+mn-lt"/>
            </a:endParaRPr>
          </a:p>
          <a:p>
            <a:r>
              <a:rPr lang="en-GB">
                <a:ea typeface="+mn-lt"/>
                <a:cs typeface="+mn-lt"/>
              </a:rPr>
              <a:t>At 31 December 2019 there were 366 service companies at Lloyd’s, with the majority</a:t>
            </a:r>
          </a:p>
          <a:p>
            <a:r>
              <a:rPr lang="en-GB">
                <a:ea typeface="+mn-lt"/>
                <a:cs typeface="+mn-lt"/>
              </a:rPr>
              <a:t>in the UK and the US.</a:t>
            </a:r>
          </a:p>
          <a:p>
            <a:endParaRPr lang="en-GB">
              <a:ea typeface="Verdana"/>
            </a:endParaRPr>
          </a:p>
        </p:txBody>
      </p:sp>
      <p:sp>
        <p:nvSpPr>
          <p:cNvPr id="7" name="TextBox 6">
            <a:extLst>
              <a:ext uri="{FF2B5EF4-FFF2-40B4-BE49-F238E27FC236}">
                <a16:creationId xmlns:a16="http://schemas.microsoft.com/office/drawing/2014/main" id="{09C5F1D7-73A5-4DA2-9086-A3A0A620067B}"/>
              </a:ext>
            </a:extLst>
          </p:cNvPr>
          <p:cNvSpPr txBox="1"/>
          <p:nvPr/>
        </p:nvSpPr>
        <p:spPr>
          <a:xfrm>
            <a:off x="160643" y="735106"/>
            <a:ext cx="116630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GB" sz="2000">
                <a:solidFill>
                  <a:schemeClr val="accent2"/>
                </a:solidFill>
                <a:latin typeface="+mj-lt"/>
              </a:rPr>
              <a:t>How does Lloyd's get its business?</a:t>
            </a:r>
          </a:p>
        </p:txBody>
      </p:sp>
      <p:sp>
        <p:nvSpPr>
          <p:cNvPr id="8" name="Text Placeholder 3">
            <a:extLst>
              <a:ext uri="{FF2B5EF4-FFF2-40B4-BE49-F238E27FC236}">
                <a16:creationId xmlns:a16="http://schemas.microsoft.com/office/drawing/2014/main" id="{C96DE268-39EF-4F3C-93B0-712B7484C9D3}"/>
              </a:ext>
            </a:extLst>
          </p:cNvPr>
          <p:cNvSpPr txBox="1">
            <a:spLocks/>
          </p:cNvSpPr>
          <p:nvPr/>
        </p:nvSpPr>
        <p:spPr>
          <a:xfrm>
            <a:off x="216144" y="1765124"/>
            <a:ext cx="5400000" cy="743987"/>
          </a:xfrm>
          <a:prstGeom prst="rect">
            <a:avLst/>
          </a:prstGeom>
        </p:spPr>
        <p:txBody>
          <a:bodyPr vert="horz" lIns="0" tIns="0" rIns="0" bIns="0" rtlCol="0" anchor="ctr" anchorCtr="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a:solidFill>
                  <a:srgbClr val="12ABDB"/>
                </a:solidFill>
                <a:latin typeface="+mj-lt"/>
                <a:ea typeface="+mn-ea"/>
                <a:cs typeface="+mn-cs"/>
              </a:defRPr>
            </a:lvl1pPr>
            <a:lvl2pPr marL="266700" indent="-177800" algn="l" defTabSz="914400" rtl="0" eaLnBrk="1" latinLnBrk="0" hangingPunct="1">
              <a:lnSpc>
                <a:spcPct val="100000"/>
              </a:lnSpc>
              <a:spcBef>
                <a:spcPts val="500"/>
              </a:spcBef>
              <a:buClr>
                <a:schemeClr val="accent1"/>
              </a:buClr>
              <a:buFont typeface="Wingdings" panose="05000000000000000000" pitchFamily="2" charset="2"/>
              <a:buChar char="§"/>
              <a:defRPr sz="1200" kern="1200">
                <a:solidFill>
                  <a:schemeClr val="tx1"/>
                </a:solidFill>
                <a:latin typeface="+mj-lt"/>
                <a:ea typeface="+mn-ea"/>
                <a:cs typeface="+mn-cs"/>
              </a:defRPr>
            </a:lvl2pPr>
            <a:lvl3pPr marL="444500" indent="-177800" algn="l" defTabSz="914400" rtl="0" eaLnBrk="1" latinLnBrk="0" hangingPunct="1">
              <a:lnSpc>
                <a:spcPct val="100000"/>
              </a:lnSpc>
              <a:spcBef>
                <a:spcPts val="500"/>
              </a:spcBef>
              <a:buClr>
                <a:schemeClr val="accent2"/>
              </a:buClr>
              <a:buFont typeface="Arial" panose="020B0604020202020204" pitchFamily="34" charset="0"/>
              <a:buChar char="•"/>
              <a:defRPr sz="1200" kern="1200">
                <a:solidFill>
                  <a:schemeClr val="tx1"/>
                </a:solidFill>
                <a:latin typeface="+mj-lt"/>
                <a:ea typeface="+mn-ea"/>
                <a:cs typeface="+mn-cs"/>
              </a:defRPr>
            </a:lvl3pPr>
            <a:lvl4pPr marL="622300" indent="-177800" algn="l" defTabSz="914400" rtl="0" eaLnBrk="1" latinLnBrk="0" hangingPunct="1">
              <a:lnSpc>
                <a:spcPct val="100000"/>
              </a:lnSpc>
              <a:spcBef>
                <a:spcPts val="500"/>
              </a:spcBef>
              <a:buClr>
                <a:schemeClr val="accent3"/>
              </a:buClr>
              <a:buFont typeface="Verdana" panose="020B0604030504040204" pitchFamily="34" charset="0"/>
              <a:buChar char="‒"/>
              <a:defRPr sz="1200" kern="1200">
                <a:solidFill>
                  <a:schemeClr val="tx1"/>
                </a:solidFill>
                <a:latin typeface="+mj-lt"/>
                <a:ea typeface="+mn-ea"/>
                <a:cs typeface="+mn-cs"/>
              </a:defRPr>
            </a:lvl4pPr>
            <a:lvl5pPr marL="812800" indent="-190500" algn="l" defTabSz="914400" rtl="0" eaLnBrk="1" latinLnBrk="0" hangingPunct="1">
              <a:lnSpc>
                <a:spcPct val="100000"/>
              </a:lnSpc>
              <a:spcBef>
                <a:spcPts val="500"/>
              </a:spcBef>
              <a:buClr>
                <a:schemeClr val="accent5"/>
              </a:buClr>
              <a:buFont typeface="Arial" panose="020B0604020202020204" pitchFamily="34" charset="0"/>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err="1">
                <a:ea typeface="Verdana"/>
              </a:rPr>
              <a:t>Coverholders</a:t>
            </a:r>
            <a:endParaRPr lang="en-GB">
              <a:ea typeface="Verdana"/>
            </a:endParaRPr>
          </a:p>
        </p:txBody>
      </p:sp>
      <p:sp>
        <p:nvSpPr>
          <p:cNvPr id="9" name="TextBox 8">
            <a:extLst>
              <a:ext uri="{FF2B5EF4-FFF2-40B4-BE49-F238E27FC236}">
                <a16:creationId xmlns:a16="http://schemas.microsoft.com/office/drawing/2014/main" id="{FD0553B7-C1CA-4A7D-BE77-3B33A07DE40A}"/>
              </a:ext>
            </a:extLst>
          </p:cNvPr>
          <p:cNvSpPr txBox="1"/>
          <p:nvPr/>
        </p:nvSpPr>
        <p:spPr>
          <a:xfrm>
            <a:off x="160643" y="1481420"/>
            <a:ext cx="8837993" cy="338554"/>
          </a:xfrm>
          <a:prstGeom prst="rect">
            <a:avLst/>
          </a:prstGeom>
          <a:noFill/>
        </p:spPr>
        <p:txBody>
          <a:bodyPr wrap="square" rtlCol="0">
            <a:spAutoFit/>
          </a:bodyPr>
          <a:lstStyle/>
          <a:p>
            <a:r>
              <a:rPr lang="en-GB" sz="1600">
                <a:ea typeface="+mn-lt"/>
                <a:cs typeface="+mn-lt"/>
              </a:rPr>
              <a:t>Discussed in the next section</a:t>
            </a:r>
          </a:p>
        </p:txBody>
      </p:sp>
    </p:spTree>
    <p:extLst>
      <p:ext uri="{BB962C8B-B14F-4D97-AF65-F5344CB8AC3E}">
        <p14:creationId xmlns:p14="http://schemas.microsoft.com/office/powerpoint/2010/main" val="3160375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AD20-3422-455E-B094-DBE7A794A526}"/>
              </a:ext>
            </a:extLst>
          </p:cNvPr>
          <p:cNvSpPr>
            <a:spLocks noGrp="1"/>
          </p:cNvSpPr>
          <p:nvPr>
            <p:ph type="title"/>
          </p:nvPr>
        </p:nvSpPr>
        <p:spPr/>
        <p:txBody>
          <a:bodyPr/>
          <a:lstStyle/>
          <a:p>
            <a:r>
              <a:rPr lang="en-GB"/>
              <a:t>Lloyds of London</a:t>
            </a:r>
          </a:p>
        </p:txBody>
      </p:sp>
      <p:sp>
        <p:nvSpPr>
          <p:cNvPr id="4" name="Text Placeholder 3">
            <a:extLst>
              <a:ext uri="{FF2B5EF4-FFF2-40B4-BE49-F238E27FC236}">
                <a16:creationId xmlns:a16="http://schemas.microsoft.com/office/drawing/2014/main" id="{C2FDAB2D-76ED-47F5-8DF9-6E8CB22A19D7}"/>
              </a:ext>
            </a:extLst>
          </p:cNvPr>
          <p:cNvSpPr>
            <a:spLocks noGrp="1"/>
          </p:cNvSpPr>
          <p:nvPr>
            <p:ph type="body" sz="quarter" idx="11"/>
          </p:nvPr>
        </p:nvSpPr>
        <p:spPr/>
        <p:txBody>
          <a:bodyPr/>
          <a:lstStyle/>
          <a:p>
            <a:r>
              <a:rPr lang="en-GB"/>
              <a:t>Statistics - 2019</a:t>
            </a:r>
          </a:p>
        </p:txBody>
      </p:sp>
      <p:sp>
        <p:nvSpPr>
          <p:cNvPr id="6" name="Rectangle 5">
            <a:extLst>
              <a:ext uri="{FF2B5EF4-FFF2-40B4-BE49-F238E27FC236}">
                <a16:creationId xmlns:a16="http://schemas.microsoft.com/office/drawing/2014/main" id="{A31D2A28-1154-4D63-B126-DB259D21303A}"/>
              </a:ext>
            </a:extLst>
          </p:cNvPr>
          <p:cNvSpPr/>
          <p:nvPr/>
        </p:nvSpPr>
        <p:spPr>
          <a:xfrm>
            <a:off x="335360" y="1679128"/>
            <a:ext cx="4464496" cy="2123658"/>
          </a:xfrm>
          <a:prstGeom prst="rect">
            <a:avLst/>
          </a:prstGeom>
        </p:spPr>
        <p:txBody>
          <a:bodyPr wrap="square">
            <a:spAutoFit/>
          </a:bodyPr>
          <a:lstStyle/>
          <a:p>
            <a:r>
              <a:rPr lang="en-GB">
                <a:latin typeface="NHaasGroteskDSStd-65Md"/>
              </a:rPr>
              <a:t>Key figures:</a:t>
            </a:r>
          </a:p>
          <a:p>
            <a:pPr>
              <a:tabLst>
                <a:tab pos="447675" algn="l"/>
                <a:tab pos="2873375" algn="l"/>
              </a:tabLst>
            </a:pPr>
            <a:r>
              <a:rPr lang="en-GB">
                <a:latin typeface="NHaasGroteskTXStd-55Rg"/>
              </a:rPr>
              <a:t>	</a:t>
            </a:r>
            <a:r>
              <a:rPr lang="en-GB" sz="1600">
                <a:latin typeface="NHaasGroteskTXStd-55Rg"/>
              </a:rPr>
              <a:t>Net resources	£30.6bn</a:t>
            </a:r>
          </a:p>
          <a:p>
            <a:pPr>
              <a:tabLst>
                <a:tab pos="447675" algn="l"/>
                <a:tab pos="2873375" algn="l"/>
              </a:tabLst>
            </a:pPr>
            <a:r>
              <a:rPr lang="en-GB" sz="1600">
                <a:latin typeface="NHaasGroteskTXStd-55Rg"/>
              </a:rPr>
              <a:t>	Solvency ratio	238%	</a:t>
            </a:r>
          </a:p>
          <a:p>
            <a:pPr>
              <a:tabLst>
                <a:tab pos="447675" algn="l"/>
                <a:tab pos="2873375" algn="l"/>
              </a:tabLst>
            </a:pPr>
            <a:r>
              <a:rPr lang="en-GB" sz="1600">
                <a:latin typeface="NHaasGroteskTXStd-55Rg"/>
              </a:rPr>
              <a:t>	Gross written premium	£35.9bn</a:t>
            </a:r>
          </a:p>
          <a:p>
            <a:pPr>
              <a:tabLst>
                <a:tab pos="447675" algn="l"/>
                <a:tab pos="2873375" algn="l"/>
              </a:tabLst>
            </a:pPr>
            <a:r>
              <a:rPr lang="en-GB" sz="1600">
                <a:latin typeface="NHaasGroteskTXStd-55Rg"/>
              </a:rPr>
              <a:t>	Gross claims paid	£23.0bn</a:t>
            </a:r>
          </a:p>
          <a:p>
            <a:pPr>
              <a:tabLst>
                <a:tab pos="447675" algn="l"/>
                <a:tab pos="2873375" algn="l"/>
              </a:tabLst>
            </a:pPr>
            <a:r>
              <a:rPr lang="en-GB" sz="1600">
                <a:latin typeface="NHaasGroteskTXStd-55Rg"/>
              </a:rPr>
              <a:t>	Combined ratio	102.1%</a:t>
            </a:r>
          </a:p>
          <a:p>
            <a:pPr>
              <a:tabLst>
                <a:tab pos="447675" algn="l"/>
                <a:tab pos="2873375" algn="l"/>
              </a:tabLst>
            </a:pPr>
            <a:r>
              <a:rPr lang="en-GB" sz="1600">
                <a:latin typeface="NHaasGroteskTXStd-55Rg"/>
              </a:rPr>
              <a:t>	Return on capital	8.8%</a:t>
            </a:r>
          </a:p>
          <a:p>
            <a:pPr>
              <a:tabLst>
                <a:tab pos="447675" algn="l"/>
                <a:tab pos="2873375" algn="l"/>
              </a:tabLst>
            </a:pPr>
            <a:r>
              <a:rPr lang="en-GB" sz="1600">
                <a:latin typeface="NHaasGroteskTXStd-55Rg"/>
              </a:rPr>
              <a:t>	Pre-tax financial result	£2.5bn</a:t>
            </a:r>
            <a:endParaRPr lang="en-GB" sz="1600" b="0" i="0">
              <a:effectLst/>
              <a:latin typeface="NHaasGroteskTXStd-55Rg"/>
            </a:endParaRPr>
          </a:p>
        </p:txBody>
      </p:sp>
      <p:graphicFrame>
        <p:nvGraphicFramePr>
          <p:cNvPr id="8" name="Table 5">
            <a:extLst>
              <a:ext uri="{FF2B5EF4-FFF2-40B4-BE49-F238E27FC236}">
                <a16:creationId xmlns:a16="http://schemas.microsoft.com/office/drawing/2014/main" id="{9F2F6749-B523-484E-98CC-3FCD1FECA93A}"/>
              </a:ext>
            </a:extLst>
          </p:cNvPr>
          <p:cNvGraphicFramePr>
            <a:graphicFrameLocks noGrp="1"/>
          </p:cNvGraphicFramePr>
          <p:nvPr/>
        </p:nvGraphicFramePr>
        <p:xfrm>
          <a:off x="1540962" y="4161602"/>
          <a:ext cx="4166571" cy="2034540"/>
        </p:xfrm>
        <a:graphic>
          <a:graphicData uri="http://schemas.openxmlformats.org/drawingml/2006/table">
            <a:tbl>
              <a:tblPr firstRow="1" bandRow="1">
                <a:tableStyleId>{306799F8-075E-4A3A-A7F6-7FBC6576F1A4}</a:tableStyleId>
              </a:tblPr>
              <a:tblGrid>
                <a:gridCol w="3036507">
                  <a:extLst>
                    <a:ext uri="{9D8B030D-6E8A-4147-A177-3AD203B41FA5}">
                      <a16:colId xmlns:a16="http://schemas.microsoft.com/office/drawing/2014/main" val="2879747509"/>
                    </a:ext>
                  </a:extLst>
                </a:gridCol>
                <a:gridCol w="1130064">
                  <a:extLst>
                    <a:ext uri="{9D8B030D-6E8A-4147-A177-3AD203B41FA5}">
                      <a16:colId xmlns:a16="http://schemas.microsoft.com/office/drawing/2014/main" val="1430430138"/>
                    </a:ext>
                  </a:extLst>
                </a:gridCol>
              </a:tblGrid>
              <a:tr h="185420">
                <a:tc gridSpan="2">
                  <a:txBody>
                    <a:bodyPr/>
                    <a:lstStyle/>
                    <a:p>
                      <a:r>
                        <a:rPr lang="en-GB" sz="1200"/>
                        <a:t>Underwriting Result by Line of Business</a:t>
                      </a:r>
                      <a:endParaRPr lang="en-GB" sz="1200" b="1"/>
                    </a:p>
                  </a:txBody>
                  <a:tcPr anchor="ctr"/>
                </a:tc>
                <a:tc hMerge="1">
                  <a:txBody>
                    <a:bodyPr/>
                    <a:lstStyle/>
                    <a:p>
                      <a:pPr algn="r"/>
                      <a:endParaRPr lang="en-GB"/>
                    </a:p>
                  </a:txBody>
                  <a:tcPr anchor="ctr"/>
                </a:tc>
                <a:extLst>
                  <a:ext uri="{0D108BD9-81ED-4DB2-BD59-A6C34878D82A}">
                    <a16:rowId xmlns:a16="http://schemas.microsoft.com/office/drawing/2014/main" val="21044237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a:t>Reinsurance</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50"/>
                        <a:t>(£434m)</a:t>
                      </a:r>
                    </a:p>
                  </a:txBody>
                  <a:tcPr anchor="ctr"/>
                </a:tc>
                <a:extLst>
                  <a:ext uri="{0D108BD9-81ED-4DB2-BD59-A6C34878D82A}">
                    <a16:rowId xmlns:a16="http://schemas.microsoft.com/office/drawing/2014/main" val="2757875953"/>
                  </a:ext>
                </a:extLst>
              </a:tr>
              <a:tr h="0">
                <a:tc>
                  <a:txBody>
                    <a:bodyPr/>
                    <a:lstStyle/>
                    <a:p>
                      <a:r>
                        <a:rPr lang="en-GB" sz="1050"/>
                        <a:t>Property</a:t>
                      </a:r>
                    </a:p>
                  </a:txBody>
                  <a:tcPr anchor="ctr"/>
                </a:tc>
                <a:tc>
                  <a:txBody>
                    <a:bodyPr/>
                    <a:lstStyle/>
                    <a:p>
                      <a:pPr algn="r"/>
                      <a:r>
                        <a:rPr lang="en-GB" sz="1050"/>
                        <a:t>£12m</a:t>
                      </a:r>
                    </a:p>
                  </a:txBody>
                  <a:tcPr anchor="ctr"/>
                </a:tc>
                <a:extLst>
                  <a:ext uri="{0D108BD9-81ED-4DB2-BD59-A6C34878D82A}">
                    <a16:rowId xmlns:a16="http://schemas.microsoft.com/office/drawing/2014/main" val="3684222206"/>
                  </a:ext>
                </a:extLst>
              </a:tr>
              <a:tr h="178869">
                <a:tc>
                  <a:txBody>
                    <a:bodyPr/>
                    <a:lstStyle/>
                    <a:p>
                      <a:r>
                        <a:rPr lang="en-GB" sz="1050"/>
                        <a:t>Casualty</a:t>
                      </a:r>
                    </a:p>
                  </a:txBody>
                  <a:tcPr anchor="ctr"/>
                </a:tc>
                <a:tc>
                  <a:txBody>
                    <a:bodyPr/>
                    <a:lstStyle/>
                    <a:p>
                      <a:pPr algn="r"/>
                      <a:r>
                        <a:rPr lang="en-GB" sz="1050"/>
                        <a:t>(£390m)</a:t>
                      </a:r>
                    </a:p>
                  </a:txBody>
                  <a:tcPr anchor="ctr"/>
                </a:tc>
                <a:extLst>
                  <a:ext uri="{0D108BD9-81ED-4DB2-BD59-A6C34878D82A}">
                    <a16:rowId xmlns:a16="http://schemas.microsoft.com/office/drawing/2014/main" val="606170846"/>
                  </a:ext>
                </a:extLst>
              </a:tr>
              <a:tr h="211889">
                <a:tc>
                  <a:txBody>
                    <a:bodyPr/>
                    <a:lstStyle/>
                    <a:p>
                      <a:r>
                        <a:rPr lang="en-GB" sz="1050"/>
                        <a:t>Marine, aviation &amp; transport</a:t>
                      </a:r>
                    </a:p>
                  </a:txBody>
                  <a:tcPr anchor="ctr"/>
                </a:tc>
                <a:tc>
                  <a:txBody>
                    <a:bodyPr/>
                    <a:lstStyle/>
                    <a:p>
                      <a:pPr algn="r"/>
                      <a:r>
                        <a:rPr lang="en-GB" sz="1050"/>
                        <a:t>(£199m)</a:t>
                      </a:r>
                    </a:p>
                  </a:txBody>
                  <a:tcPr anchor="ctr"/>
                </a:tc>
                <a:extLst>
                  <a:ext uri="{0D108BD9-81ED-4DB2-BD59-A6C34878D82A}">
                    <a16:rowId xmlns:a16="http://schemas.microsoft.com/office/drawing/2014/main" val="3073823610"/>
                  </a:ext>
                </a:extLst>
              </a:tr>
              <a:tr h="0">
                <a:tc>
                  <a:txBody>
                    <a:bodyPr/>
                    <a:lstStyle/>
                    <a:p>
                      <a:r>
                        <a:rPr lang="en-GB" sz="1050"/>
                        <a:t>Energy</a:t>
                      </a:r>
                    </a:p>
                  </a:txBody>
                  <a:tcPr anchor="ctr"/>
                </a:tc>
                <a:tc>
                  <a:txBody>
                    <a:bodyPr/>
                    <a:lstStyle/>
                    <a:p>
                      <a:pPr algn="r"/>
                      <a:r>
                        <a:rPr lang="en-GB" sz="1050"/>
                        <a:t>£27m</a:t>
                      </a:r>
                    </a:p>
                  </a:txBody>
                  <a:tcPr anchor="ctr"/>
                </a:tc>
                <a:extLst>
                  <a:ext uri="{0D108BD9-81ED-4DB2-BD59-A6C34878D82A}">
                    <a16:rowId xmlns:a16="http://schemas.microsoft.com/office/drawing/2014/main" val="2862623442"/>
                  </a:ext>
                </a:extLst>
              </a:tr>
              <a:tr h="156009">
                <a:tc>
                  <a:txBody>
                    <a:bodyPr/>
                    <a:lstStyle/>
                    <a:p>
                      <a:r>
                        <a:rPr lang="en-GB" sz="1050"/>
                        <a:t>Motor</a:t>
                      </a:r>
                    </a:p>
                  </a:txBody>
                  <a:tcPr anchor="ctr"/>
                </a:tc>
                <a:tc>
                  <a:txBody>
                    <a:bodyPr/>
                    <a:lstStyle/>
                    <a:p>
                      <a:pPr algn="r"/>
                      <a:r>
                        <a:rPr lang="en-GB" sz="1050"/>
                        <a:t>£11m</a:t>
                      </a:r>
                    </a:p>
                  </a:txBody>
                  <a:tcPr anchor="ctr"/>
                </a:tc>
                <a:extLst>
                  <a:ext uri="{0D108BD9-81ED-4DB2-BD59-A6C34878D82A}">
                    <a16:rowId xmlns:a16="http://schemas.microsoft.com/office/drawing/2014/main" val="3688469300"/>
                  </a:ext>
                </a:extLst>
              </a:tr>
              <a:tr h="138229">
                <a:tc>
                  <a:txBody>
                    <a:bodyPr/>
                    <a:lstStyle/>
                    <a:p>
                      <a:r>
                        <a:rPr lang="en-GB" sz="1050"/>
                        <a:t>Life</a:t>
                      </a:r>
                    </a:p>
                  </a:txBody>
                  <a:tcPr anchor="ctr"/>
                </a:tc>
                <a:tc>
                  <a:txBody>
                    <a:bodyPr/>
                    <a:lstStyle/>
                    <a:p>
                      <a:pPr algn="r"/>
                      <a:r>
                        <a:rPr lang="en-GB" sz="1050"/>
                        <a:t>£1m</a:t>
                      </a:r>
                    </a:p>
                  </a:txBody>
                  <a:tcPr anchor="ctr"/>
                </a:tc>
                <a:extLst>
                  <a:ext uri="{0D108BD9-81ED-4DB2-BD59-A6C34878D82A}">
                    <a16:rowId xmlns:a16="http://schemas.microsoft.com/office/drawing/2014/main" val="448883390"/>
                  </a:ext>
                </a:extLst>
              </a:tr>
            </a:tbl>
          </a:graphicData>
        </a:graphic>
      </p:graphicFrame>
      <p:pic>
        <p:nvPicPr>
          <p:cNvPr id="256" name="Picture 255">
            <a:extLst>
              <a:ext uri="{FF2B5EF4-FFF2-40B4-BE49-F238E27FC236}">
                <a16:creationId xmlns:a16="http://schemas.microsoft.com/office/drawing/2014/main" id="{188BE9A1-6C35-48CF-9ADB-F9C5CE780988}"/>
              </a:ext>
            </a:extLst>
          </p:cNvPr>
          <p:cNvPicPr>
            <a:picLocks noChangeAspect="1"/>
          </p:cNvPicPr>
          <p:nvPr/>
        </p:nvPicPr>
        <p:blipFill>
          <a:blip r:embed="rId3"/>
          <a:stretch>
            <a:fillRect/>
          </a:stretch>
        </p:blipFill>
        <p:spPr>
          <a:xfrm>
            <a:off x="4361773" y="856166"/>
            <a:ext cx="7494867" cy="4003263"/>
          </a:xfrm>
          <a:prstGeom prst="rect">
            <a:avLst/>
          </a:prstGeom>
        </p:spPr>
      </p:pic>
    </p:spTree>
    <p:extLst>
      <p:ext uri="{BB962C8B-B14F-4D97-AF65-F5344CB8AC3E}">
        <p14:creationId xmlns:p14="http://schemas.microsoft.com/office/powerpoint/2010/main" val="4193235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CF45715-6572-4996-83D6-04E765815887}"/>
              </a:ext>
            </a:extLst>
          </p:cNvPr>
          <p:cNvSpPr>
            <a:spLocks noGrp="1"/>
          </p:cNvSpPr>
          <p:nvPr>
            <p:ph type="pic" sz="quarter" idx="10"/>
          </p:nvPr>
        </p:nvSpPr>
        <p:spPr/>
        <p:txBody>
          <a:bodyPr/>
          <a:lstStyle/>
          <a:p>
            <a:endParaRPr lang="en-IN"/>
          </a:p>
        </p:txBody>
      </p:sp>
      <p:sp>
        <p:nvSpPr>
          <p:cNvPr id="6" name="Text Placeholder 5">
            <a:extLst>
              <a:ext uri="{FF2B5EF4-FFF2-40B4-BE49-F238E27FC236}">
                <a16:creationId xmlns:a16="http://schemas.microsoft.com/office/drawing/2014/main" id="{3D213D34-A487-4EFF-80DF-16782E1E7688}"/>
              </a:ext>
            </a:extLst>
          </p:cNvPr>
          <p:cNvSpPr>
            <a:spLocks noGrp="1"/>
          </p:cNvSpPr>
          <p:nvPr>
            <p:ph type="body" sz="quarter" idx="11"/>
          </p:nvPr>
        </p:nvSpPr>
        <p:spPr/>
        <p:txBody>
          <a:bodyPr/>
          <a:lstStyle/>
          <a:p>
            <a:r>
              <a:rPr lang="en-GB"/>
              <a:t>Lloyds Brokers</a:t>
            </a:r>
          </a:p>
        </p:txBody>
      </p:sp>
    </p:spTree>
    <p:extLst>
      <p:ext uri="{BB962C8B-B14F-4D97-AF65-F5344CB8AC3E}">
        <p14:creationId xmlns:p14="http://schemas.microsoft.com/office/powerpoint/2010/main" val="7591709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3F33FFC-2338-49A0-AF58-C24E79FDF34B}"/>
              </a:ext>
            </a:extLst>
          </p:cNvPr>
          <p:cNvSpPr>
            <a:spLocks noGrp="1"/>
          </p:cNvSpPr>
          <p:nvPr>
            <p:ph type="body" sz="quarter" idx="10"/>
          </p:nvPr>
        </p:nvSpPr>
        <p:spPr>
          <a:xfrm>
            <a:off x="227348" y="1370990"/>
            <a:ext cx="11627993" cy="5118710"/>
          </a:xfrm>
        </p:spPr>
        <p:txBody>
          <a:bodyPr vert="horz" lIns="0" tIns="0" rIns="0" bIns="0" rtlCol="0" anchor="t">
            <a:noAutofit/>
          </a:bodyPr>
          <a:lstStyle/>
          <a:p>
            <a:pPr marL="273050" lvl="1" indent="-273050">
              <a:lnSpc>
                <a:spcPct val="100000"/>
              </a:lnSpc>
              <a:spcBef>
                <a:spcPts val="600"/>
              </a:spcBef>
              <a:spcAft>
                <a:spcPts val="600"/>
              </a:spcAft>
            </a:pPr>
            <a:r>
              <a:rPr lang="en-GB" b="1"/>
              <a:t>A Lloyd’s broker acts as an authorised intermediary </a:t>
            </a:r>
            <a:r>
              <a:rPr lang="en-GB"/>
              <a:t>for their client </a:t>
            </a:r>
            <a:br>
              <a:rPr lang="en-GB"/>
            </a:br>
            <a:r>
              <a:rPr lang="en-GB"/>
              <a:t>(the buyer) who requires insurance coverage.</a:t>
            </a:r>
          </a:p>
          <a:p>
            <a:pPr marL="273050" lvl="1" indent="-273050">
              <a:lnSpc>
                <a:spcPct val="100000"/>
              </a:lnSpc>
              <a:spcBef>
                <a:spcPts val="600"/>
              </a:spcBef>
              <a:spcAft>
                <a:spcPts val="600"/>
              </a:spcAft>
            </a:pPr>
            <a:r>
              <a:rPr lang="en-GB" b="1"/>
              <a:t>To become a Lloyd’s broker, </a:t>
            </a:r>
            <a:r>
              <a:rPr lang="en-GB"/>
              <a:t>who is able to conduct business within this</a:t>
            </a:r>
            <a:br>
              <a:rPr lang="en-GB"/>
            </a:br>
            <a:r>
              <a:rPr lang="en-GB"/>
              <a:t>unique marketplace, a broking company must be:</a:t>
            </a:r>
          </a:p>
          <a:p>
            <a:pPr marL="542925" lvl="2" indent="-276225">
              <a:lnSpc>
                <a:spcPct val="100000"/>
              </a:lnSpc>
              <a:spcBef>
                <a:spcPts val="0"/>
              </a:spcBef>
            </a:pPr>
            <a:r>
              <a:rPr lang="en-GB"/>
              <a:t>Approved and registered with Lloyd’s of London.</a:t>
            </a:r>
          </a:p>
          <a:p>
            <a:pPr marL="542925" lvl="2" indent="-276225">
              <a:lnSpc>
                <a:spcPct val="100000"/>
              </a:lnSpc>
              <a:spcBef>
                <a:spcPts val="600"/>
              </a:spcBef>
            </a:pPr>
            <a:r>
              <a:rPr lang="en-GB"/>
              <a:t>Authorised and regulated by the Financial Conduct Authority and registered under a unique company number. </a:t>
            </a:r>
          </a:p>
          <a:p>
            <a:pPr marL="273050" lvl="1" indent="-273050">
              <a:lnSpc>
                <a:spcPct val="100000"/>
              </a:lnSpc>
              <a:spcBef>
                <a:spcPts val="600"/>
              </a:spcBef>
            </a:pPr>
            <a:r>
              <a:rPr lang="en-GB" b="1"/>
              <a:t>Why become a Lloyd’s Broker?</a:t>
            </a:r>
          </a:p>
          <a:p>
            <a:pPr marL="542925" lvl="2" indent="-276225">
              <a:lnSpc>
                <a:spcPct val="100000"/>
              </a:lnSpc>
              <a:spcBef>
                <a:spcPts val="600"/>
              </a:spcBef>
            </a:pPr>
            <a:r>
              <a:rPr lang="en-GB"/>
              <a:t>Provides immediate access to specialist decision-making underwriters ensuring answers to whether a risk can be placed are made quickly, enabling the broker to provide fast, high-value solutions.</a:t>
            </a:r>
          </a:p>
          <a:p>
            <a:pPr marL="542925" lvl="2" indent="-276225">
              <a:lnSpc>
                <a:spcPct val="100000"/>
              </a:lnSpc>
              <a:spcBef>
                <a:spcPts val="600"/>
              </a:spcBef>
            </a:pPr>
            <a:r>
              <a:rPr lang="en-GB"/>
              <a:t>The market structure encourages innovation, speed and better value, making it attractive to policyholders and participants alike. </a:t>
            </a:r>
          </a:p>
          <a:p>
            <a:pPr marL="273050" lvl="1" indent="-273050">
              <a:lnSpc>
                <a:spcPct val="100000"/>
              </a:lnSpc>
              <a:spcBef>
                <a:spcPts val="600"/>
              </a:spcBef>
            </a:pPr>
            <a:r>
              <a:rPr lang="en-GB" b="1"/>
              <a:t>Business at Lloyd’s is still carried out via face-to-face contact </a:t>
            </a:r>
          </a:p>
          <a:p>
            <a:pPr marL="266700" lvl="2" indent="0">
              <a:lnSpc>
                <a:spcPct val="100000"/>
              </a:lnSpc>
              <a:spcBef>
                <a:spcPts val="600"/>
              </a:spcBef>
              <a:spcAft>
                <a:spcPts val="600"/>
              </a:spcAft>
              <a:buNone/>
            </a:pPr>
            <a:r>
              <a:rPr lang="en-GB" i="1"/>
              <a:t>Although, the impact of electronic messaging and Covid-19 has started reduced this interaction</a:t>
            </a:r>
            <a:r>
              <a:rPr lang="en-GB"/>
              <a:t>. </a:t>
            </a:r>
          </a:p>
          <a:p>
            <a:pPr marL="266700" lvl="2" indent="0">
              <a:lnSpc>
                <a:spcPct val="110000"/>
              </a:lnSpc>
              <a:buNone/>
            </a:pPr>
            <a:r>
              <a:rPr lang="en-GB"/>
              <a:t>At 31 December 2019, there were 335 brokers at Lloyd’s - </a:t>
            </a:r>
            <a:r>
              <a:rPr lang="en-GB" i="1"/>
              <a:t>Many of which are London subsidiaries of the top ten major global broking groups such as Aon, Marsh, Willis Towers Watson, Arthur J. Gallagher, etc.</a:t>
            </a:r>
            <a:endParaRPr lang="en-GB" i="1">
              <a:ea typeface="Verdana"/>
              <a:cs typeface="Verdana"/>
            </a:endParaRPr>
          </a:p>
          <a:p>
            <a:pPr marL="273050" lvl="1" indent="-273050">
              <a:lnSpc>
                <a:spcPct val="100000"/>
              </a:lnSpc>
              <a:spcBef>
                <a:spcPts val="600"/>
              </a:spcBef>
              <a:spcAft>
                <a:spcPts val="600"/>
              </a:spcAft>
            </a:pPr>
            <a:endParaRPr lang="en-GB" sz="1600">
              <a:ea typeface="Verdana"/>
              <a:cs typeface="Verdana"/>
            </a:endParaRPr>
          </a:p>
          <a:p>
            <a:pPr>
              <a:lnSpc>
                <a:spcPct val="110000"/>
              </a:lnSpc>
            </a:pPr>
            <a:endParaRPr lang="en-GB"/>
          </a:p>
        </p:txBody>
      </p:sp>
      <p:pic>
        <p:nvPicPr>
          <p:cNvPr id="3" name="Picture 2">
            <a:extLst>
              <a:ext uri="{FF2B5EF4-FFF2-40B4-BE49-F238E27FC236}">
                <a16:creationId xmlns:a16="http://schemas.microsoft.com/office/drawing/2014/main" id="{7BEAC3E8-0234-4B31-B284-2EB90E2A475E}"/>
              </a:ext>
            </a:extLst>
          </p:cNvPr>
          <p:cNvPicPr>
            <a:picLocks noChangeAspect="1"/>
          </p:cNvPicPr>
          <p:nvPr/>
        </p:nvPicPr>
        <p:blipFill>
          <a:blip r:embed="rId3"/>
          <a:stretch>
            <a:fillRect/>
          </a:stretch>
        </p:blipFill>
        <p:spPr>
          <a:xfrm>
            <a:off x="9545648" y="1148607"/>
            <a:ext cx="2309694" cy="1670784"/>
          </a:xfrm>
          <a:prstGeom prst="rect">
            <a:avLst/>
          </a:prstGeom>
        </p:spPr>
      </p:pic>
      <p:sp>
        <p:nvSpPr>
          <p:cNvPr id="4" name="Title 3">
            <a:extLst>
              <a:ext uri="{FF2B5EF4-FFF2-40B4-BE49-F238E27FC236}">
                <a16:creationId xmlns:a16="http://schemas.microsoft.com/office/drawing/2014/main" id="{F0BDB5DE-0252-4C11-A26B-10432D0A668F}"/>
              </a:ext>
            </a:extLst>
          </p:cNvPr>
          <p:cNvSpPr>
            <a:spLocks noGrp="1"/>
          </p:cNvSpPr>
          <p:nvPr>
            <p:ph type="title"/>
          </p:nvPr>
        </p:nvSpPr>
        <p:spPr/>
        <p:txBody>
          <a:bodyPr/>
          <a:lstStyle/>
          <a:p>
            <a:r>
              <a:rPr lang="en-GB"/>
              <a:t>Lloyds Brokers</a:t>
            </a:r>
          </a:p>
        </p:txBody>
      </p:sp>
      <p:sp>
        <p:nvSpPr>
          <p:cNvPr id="6" name="Text Placeholder 5">
            <a:extLst>
              <a:ext uri="{FF2B5EF4-FFF2-40B4-BE49-F238E27FC236}">
                <a16:creationId xmlns:a16="http://schemas.microsoft.com/office/drawing/2014/main" id="{496E04E4-2477-4396-B53F-A174BA42869D}"/>
              </a:ext>
            </a:extLst>
          </p:cNvPr>
          <p:cNvSpPr>
            <a:spLocks noGrp="1"/>
          </p:cNvSpPr>
          <p:nvPr>
            <p:ph type="body" sz="quarter" idx="11"/>
          </p:nvPr>
        </p:nvSpPr>
        <p:spPr>
          <a:xfrm>
            <a:off x="227349" y="892575"/>
            <a:ext cx="11700000" cy="504056"/>
          </a:xfrm>
        </p:spPr>
        <p:txBody>
          <a:bodyPr vert="horz" lIns="0" tIns="0" rIns="0" bIns="0" rtlCol="0" anchor="t">
            <a:normAutofit/>
          </a:bodyPr>
          <a:lstStyle/>
          <a:p>
            <a:r>
              <a:rPr lang="en-GB"/>
              <a:t>What is a Lloyd’s Broker?</a:t>
            </a:r>
          </a:p>
        </p:txBody>
      </p:sp>
    </p:spTree>
    <p:extLst>
      <p:ext uri="{BB962C8B-B14F-4D97-AF65-F5344CB8AC3E}">
        <p14:creationId xmlns:p14="http://schemas.microsoft.com/office/powerpoint/2010/main" val="3780104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C1E84-5444-4992-89C9-D60A761C21F1}"/>
              </a:ext>
            </a:extLst>
          </p:cNvPr>
          <p:cNvSpPr>
            <a:spLocks noGrp="1"/>
          </p:cNvSpPr>
          <p:nvPr>
            <p:ph type="title"/>
          </p:nvPr>
        </p:nvSpPr>
        <p:spPr/>
        <p:txBody>
          <a:bodyPr/>
          <a:lstStyle/>
          <a:p>
            <a:r>
              <a:rPr lang="en-GB"/>
              <a:t>Lloyd’s Brokers</a:t>
            </a:r>
          </a:p>
        </p:txBody>
      </p:sp>
      <p:sp>
        <p:nvSpPr>
          <p:cNvPr id="3" name="Text Placeholder 2">
            <a:extLst>
              <a:ext uri="{FF2B5EF4-FFF2-40B4-BE49-F238E27FC236}">
                <a16:creationId xmlns:a16="http://schemas.microsoft.com/office/drawing/2014/main" id="{632DCA24-BB55-496C-AF66-9868247823DD}"/>
              </a:ext>
            </a:extLst>
          </p:cNvPr>
          <p:cNvSpPr>
            <a:spLocks noGrp="1"/>
          </p:cNvSpPr>
          <p:nvPr>
            <p:ph type="body" sz="quarter" idx="10"/>
          </p:nvPr>
        </p:nvSpPr>
        <p:spPr>
          <a:xfrm>
            <a:off x="227347" y="1290828"/>
            <a:ext cx="11737303" cy="5372099"/>
          </a:xfrm>
        </p:spPr>
        <p:txBody>
          <a:bodyPr vert="horz" lIns="0" tIns="0" rIns="0" bIns="0" rtlCol="0" anchor="t">
            <a:normAutofit fontScale="25000" lnSpcReduction="20000"/>
          </a:bodyPr>
          <a:lstStyle/>
          <a:p>
            <a:pPr marL="273050" lvl="1" indent="-273050">
              <a:lnSpc>
                <a:spcPct val="120000"/>
              </a:lnSpc>
              <a:spcBef>
                <a:spcPts val="600"/>
              </a:spcBef>
            </a:pPr>
            <a:r>
              <a:rPr lang="en-GB" sz="6400" b="1"/>
              <a:t>Using specialist market knowledge, </a:t>
            </a:r>
            <a:r>
              <a:rPr lang="en-GB" sz="6400"/>
              <a:t>a broker acts as intermediary between underwriters to:</a:t>
            </a:r>
          </a:p>
          <a:p>
            <a:pPr marL="541338" lvl="2" indent="-273050">
              <a:lnSpc>
                <a:spcPct val="120000"/>
              </a:lnSpc>
              <a:spcBef>
                <a:spcPts val="600"/>
              </a:spcBef>
            </a:pPr>
            <a:r>
              <a:rPr lang="en-GB" sz="5600"/>
              <a:t>Negotiate insurance contracts to facilitate the risk transfer process between the policy holder and underwriters. </a:t>
            </a:r>
            <a:endParaRPr lang="en-GB" sz="5600" i="1"/>
          </a:p>
          <a:p>
            <a:pPr marL="541338" lvl="2" indent="-273050">
              <a:lnSpc>
                <a:spcPct val="120000"/>
              </a:lnSpc>
              <a:spcBef>
                <a:spcPts val="600"/>
              </a:spcBef>
              <a:spcAft>
                <a:spcPts val="1000"/>
              </a:spcAft>
            </a:pPr>
            <a:r>
              <a:rPr lang="en-GB" sz="5600"/>
              <a:t>Handle Claims, Accounting and Payment transaction processing</a:t>
            </a:r>
          </a:p>
          <a:p>
            <a:pPr marL="273050" lvl="1" indent="-273050">
              <a:lnSpc>
                <a:spcPct val="120000"/>
              </a:lnSpc>
              <a:spcBef>
                <a:spcPts val="600"/>
              </a:spcBef>
            </a:pPr>
            <a:r>
              <a:rPr lang="en-GB" sz="6400" b="1" i="1"/>
              <a:t>Broker Must meet their clients demands </a:t>
            </a:r>
            <a:r>
              <a:rPr lang="en-GB" sz="6400"/>
              <a:t>in finding tailored solutions with the</a:t>
            </a:r>
            <a:br>
              <a:rPr lang="en-GB" sz="6400"/>
            </a:br>
            <a:r>
              <a:rPr lang="en-GB" sz="6400"/>
              <a:t>best rates available from the market. </a:t>
            </a:r>
          </a:p>
          <a:p>
            <a:pPr marL="541338" lvl="2" indent="-273050">
              <a:lnSpc>
                <a:spcPct val="120000"/>
              </a:lnSpc>
              <a:spcBef>
                <a:spcPts val="600"/>
              </a:spcBef>
              <a:spcAft>
                <a:spcPts val="600"/>
              </a:spcAft>
            </a:pPr>
            <a:r>
              <a:rPr lang="en-GB" sz="5600"/>
              <a:t>In this role, it is common that the Broker develops new products and modifies existing</a:t>
            </a:r>
            <a:br>
              <a:rPr lang="en-GB" sz="5600"/>
            </a:br>
            <a:r>
              <a:rPr lang="en-GB" sz="5600"/>
              <a:t>products to meet their client's demand. </a:t>
            </a:r>
          </a:p>
          <a:p>
            <a:pPr marL="365125" lvl="1" indent="-276225">
              <a:lnSpc>
                <a:spcPct val="120000"/>
              </a:lnSpc>
              <a:spcBef>
                <a:spcPts val="600"/>
              </a:spcBef>
              <a:spcAft>
                <a:spcPts val="1000"/>
              </a:spcAft>
            </a:pPr>
            <a:r>
              <a:rPr lang="en-GB" sz="6400" b="1"/>
              <a:t>Offer effective administration, </a:t>
            </a:r>
            <a:r>
              <a:rPr lang="en-GB" sz="6400"/>
              <a:t>excellent client service and have a wide range </a:t>
            </a:r>
            <a:br>
              <a:rPr lang="en-GB" sz="6400"/>
            </a:br>
            <a:r>
              <a:rPr lang="en-GB" sz="6400"/>
              <a:t>of services to meet the client’s needs. </a:t>
            </a:r>
          </a:p>
          <a:p>
            <a:pPr lvl="1">
              <a:lnSpc>
                <a:spcPct val="120000"/>
              </a:lnSpc>
              <a:spcBef>
                <a:spcPts val="600"/>
              </a:spcBef>
              <a:spcAft>
                <a:spcPts val="600"/>
              </a:spcAft>
            </a:pPr>
            <a:r>
              <a:rPr lang="en-GB" sz="6400" b="1" i="1"/>
              <a:t>Adapt to the changing business environment, </a:t>
            </a:r>
            <a:r>
              <a:rPr lang="en-GB" sz="6400"/>
              <a:t>often extending services to their clients to include:</a:t>
            </a:r>
          </a:p>
          <a:p>
            <a:pPr lvl="2">
              <a:lnSpc>
                <a:spcPct val="120000"/>
              </a:lnSpc>
              <a:spcBef>
                <a:spcPts val="600"/>
              </a:spcBef>
              <a:spcAft>
                <a:spcPts val="600"/>
              </a:spcAft>
            </a:pPr>
            <a:r>
              <a:rPr lang="en-GB" sz="5600"/>
              <a:t>Risk management advice, analytics, claims consulting, captive management, risk financing, along with insurer credit and financial strength ratings ascertained from external sources and their own business dealings. </a:t>
            </a:r>
          </a:p>
          <a:p>
            <a:pPr lvl="2">
              <a:lnSpc>
                <a:spcPct val="120000"/>
              </a:lnSpc>
              <a:spcBef>
                <a:spcPts val="600"/>
              </a:spcBef>
              <a:spcAft>
                <a:spcPts val="600"/>
              </a:spcAft>
            </a:pPr>
            <a:r>
              <a:rPr lang="en-GB" sz="5600"/>
              <a:t>One key service provided, includes claims handling by brokers for the advice and claims settlement processes.</a:t>
            </a:r>
          </a:p>
          <a:p>
            <a:pPr lvl="2">
              <a:lnSpc>
                <a:spcPct val="120000"/>
              </a:lnSpc>
              <a:spcBef>
                <a:spcPts val="600"/>
              </a:spcBef>
              <a:spcAft>
                <a:spcPts val="1000"/>
              </a:spcAft>
            </a:pPr>
            <a:r>
              <a:rPr lang="en-GB" sz="5600"/>
              <a:t>It was not unusual to see claims brokers walking round the market with suitcases of claims files to negotiate with individual underwriters.  This process has largely been replaced by ECF (Electronic Claim File).  </a:t>
            </a:r>
          </a:p>
          <a:p>
            <a:pPr marL="285750" indent="-285750">
              <a:spcAft>
                <a:spcPts val="600"/>
              </a:spcAft>
              <a:buFont typeface="Wingdings" panose="05000000000000000000" pitchFamily="2" charset="2"/>
              <a:buChar char="§"/>
            </a:pPr>
            <a:r>
              <a:rPr lang="en-GB" sz="6400" b="1" i="1"/>
              <a:t>Broker receives a commission or set fee </a:t>
            </a:r>
            <a:r>
              <a:rPr lang="en-GB" sz="6400"/>
              <a:t>based on the insurance premium as compensation for their work.</a:t>
            </a:r>
          </a:p>
          <a:p>
            <a:pPr marL="285750" indent="-285750">
              <a:spcAft>
                <a:spcPts val="600"/>
              </a:spcAft>
              <a:buFont typeface="Wingdings" panose="05000000000000000000" pitchFamily="2" charset="2"/>
              <a:buChar char="§"/>
            </a:pPr>
            <a:endParaRPr lang="en-GB" sz="1400">
              <a:ea typeface="Verdana"/>
              <a:cs typeface="Verdana"/>
            </a:endParaRPr>
          </a:p>
          <a:p>
            <a:pPr marL="285750" indent="-285750">
              <a:spcAft>
                <a:spcPts val="600"/>
              </a:spcAft>
              <a:buFont typeface="Wingdings" panose="05000000000000000000" pitchFamily="2" charset="2"/>
              <a:buChar char="§"/>
            </a:pPr>
            <a:endParaRPr lang="en-GB" sz="1400">
              <a:ea typeface="Verdana"/>
              <a:cs typeface="Verdana"/>
            </a:endParaRPr>
          </a:p>
          <a:p>
            <a:endParaRPr lang="en-GB" sz="1400"/>
          </a:p>
        </p:txBody>
      </p:sp>
      <p:sp>
        <p:nvSpPr>
          <p:cNvPr id="4" name="Text Placeholder 3">
            <a:extLst>
              <a:ext uri="{FF2B5EF4-FFF2-40B4-BE49-F238E27FC236}">
                <a16:creationId xmlns:a16="http://schemas.microsoft.com/office/drawing/2014/main" id="{80F5DAF9-A832-4489-9BDF-92E6D503BA36}"/>
              </a:ext>
            </a:extLst>
          </p:cNvPr>
          <p:cNvSpPr>
            <a:spLocks noGrp="1"/>
          </p:cNvSpPr>
          <p:nvPr>
            <p:ph type="body" sz="quarter" idx="11"/>
          </p:nvPr>
        </p:nvSpPr>
        <p:spPr>
          <a:xfrm>
            <a:off x="215775" y="879736"/>
            <a:ext cx="11700000" cy="522344"/>
          </a:xfrm>
        </p:spPr>
        <p:txBody>
          <a:bodyPr/>
          <a:lstStyle/>
          <a:p>
            <a:r>
              <a:rPr lang="en-GB"/>
              <a:t>The Role of the Broker</a:t>
            </a:r>
          </a:p>
        </p:txBody>
      </p:sp>
      <p:pic>
        <p:nvPicPr>
          <p:cNvPr id="7" name="Picture 6">
            <a:extLst>
              <a:ext uri="{FF2B5EF4-FFF2-40B4-BE49-F238E27FC236}">
                <a16:creationId xmlns:a16="http://schemas.microsoft.com/office/drawing/2014/main" id="{5B645F89-E62A-44DD-B727-D7487C0D299D}"/>
              </a:ext>
            </a:extLst>
          </p:cNvPr>
          <p:cNvPicPr>
            <a:picLocks noChangeAspect="1"/>
          </p:cNvPicPr>
          <p:nvPr/>
        </p:nvPicPr>
        <p:blipFill>
          <a:blip r:embed="rId3"/>
          <a:stretch>
            <a:fillRect/>
          </a:stretch>
        </p:blipFill>
        <p:spPr>
          <a:xfrm>
            <a:off x="9167370" y="2111471"/>
            <a:ext cx="2736304" cy="1752954"/>
          </a:xfrm>
          <a:prstGeom prst="rect">
            <a:avLst/>
          </a:prstGeom>
        </p:spPr>
      </p:pic>
    </p:spTree>
    <p:extLst>
      <p:ext uri="{BB962C8B-B14F-4D97-AF65-F5344CB8AC3E}">
        <p14:creationId xmlns:p14="http://schemas.microsoft.com/office/powerpoint/2010/main" val="909722845"/>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2EFD-953F-4B20-B2F4-15A5DD50807E}"/>
              </a:ext>
            </a:extLst>
          </p:cNvPr>
          <p:cNvSpPr>
            <a:spLocks noGrp="1"/>
          </p:cNvSpPr>
          <p:nvPr>
            <p:ph type="title"/>
          </p:nvPr>
        </p:nvSpPr>
        <p:spPr/>
        <p:txBody>
          <a:bodyPr/>
          <a:lstStyle/>
          <a:p>
            <a:r>
              <a:rPr lang="en-GB"/>
              <a:t>Lloyd’s Brokers</a:t>
            </a:r>
          </a:p>
        </p:txBody>
      </p:sp>
      <p:sp>
        <p:nvSpPr>
          <p:cNvPr id="3" name="Text Placeholder 2">
            <a:extLst>
              <a:ext uri="{FF2B5EF4-FFF2-40B4-BE49-F238E27FC236}">
                <a16:creationId xmlns:a16="http://schemas.microsoft.com/office/drawing/2014/main" id="{82F0B020-ADAF-4368-8F65-602D5DFD99FF}"/>
              </a:ext>
            </a:extLst>
          </p:cNvPr>
          <p:cNvSpPr>
            <a:spLocks noGrp="1"/>
          </p:cNvSpPr>
          <p:nvPr>
            <p:ph type="body" sz="quarter" idx="10"/>
          </p:nvPr>
        </p:nvSpPr>
        <p:spPr>
          <a:xfrm>
            <a:off x="1080922" y="1440506"/>
            <a:ext cx="10863199" cy="5427235"/>
          </a:xfrm>
        </p:spPr>
        <p:txBody>
          <a:bodyPr vert="horz" lIns="0" tIns="0" rIns="0" bIns="0" rtlCol="0" anchor="t">
            <a:normAutofit/>
          </a:bodyPr>
          <a:lstStyle/>
          <a:p>
            <a:pPr>
              <a:lnSpc>
                <a:spcPct val="100000"/>
              </a:lnSpc>
              <a:spcBef>
                <a:spcPts val="0"/>
              </a:spcBef>
              <a:spcAft>
                <a:spcPts val="3600"/>
              </a:spcAft>
            </a:pPr>
            <a:r>
              <a:rPr lang="en-GB" sz="1600" b="1"/>
              <a:t>Client approaches Broker </a:t>
            </a:r>
            <a:r>
              <a:rPr lang="en-GB" sz="1600"/>
              <a:t>with enquiry for risk coverage</a:t>
            </a:r>
          </a:p>
          <a:p>
            <a:pPr>
              <a:lnSpc>
                <a:spcPct val="100000"/>
              </a:lnSpc>
              <a:spcBef>
                <a:spcPts val="0"/>
              </a:spcBef>
              <a:spcAft>
                <a:spcPts val="3600"/>
              </a:spcAft>
            </a:pPr>
            <a:r>
              <a:rPr lang="en-GB" sz="1600" b="1"/>
              <a:t>Broker selects lead Underwriter </a:t>
            </a:r>
            <a:r>
              <a:rPr lang="en-GB" sz="1600"/>
              <a:t>who is well respected among other underwriting companies and at Lloyd’s for the type of business they want to place.</a:t>
            </a:r>
          </a:p>
          <a:p>
            <a:pPr>
              <a:lnSpc>
                <a:spcPct val="100000"/>
              </a:lnSpc>
              <a:spcBef>
                <a:spcPts val="0"/>
              </a:spcBef>
              <a:spcAft>
                <a:spcPts val="3600"/>
              </a:spcAft>
            </a:pPr>
            <a:r>
              <a:rPr lang="en-GB" sz="1600" b="1"/>
              <a:t>Lead Underwriter</a:t>
            </a:r>
            <a:r>
              <a:rPr lang="en-GB" sz="1600"/>
              <a:t> </a:t>
            </a:r>
            <a:r>
              <a:rPr lang="en-GB" sz="1600" b="1"/>
              <a:t>quotes the premium rate </a:t>
            </a:r>
            <a:r>
              <a:rPr lang="en-GB" sz="1600"/>
              <a:t>along with terms and conditions for coverage sought. </a:t>
            </a:r>
          </a:p>
          <a:p>
            <a:pPr>
              <a:lnSpc>
                <a:spcPct val="100000"/>
              </a:lnSpc>
              <a:spcBef>
                <a:spcPts val="0"/>
              </a:spcBef>
              <a:spcAft>
                <a:spcPts val="3600"/>
              </a:spcAft>
            </a:pPr>
            <a:r>
              <a:rPr lang="en-GB" sz="1600" b="1"/>
              <a:t>Broker returns to client </a:t>
            </a:r>
            <a:r>
              <a:rPr lang="en-GB" sz="1600"/>
              <a:t>for agreement of the conditions negotiated between the lead Underwriter</a:t>
            </a:r>
            <a:br>
              <a:rPr lang="en-GB" sz="1600"/>
            </a:br>
            <a:r>
              <a:rPr lang="en-GB" sz="1600"/>
              <a:t>and the Broker. </a:t>
            </a:r>
          </a:p>
          <a:p>
            <a:pPr>
              <a:lnSpc>
                <a:spcPct val="100000"/>
              </a:lnSpc>
              <a:spcBef>
                <a:spcPts val="0"/>
              </a:spcBef>
              <a:spcAft>
                <a:spcPts val="3600"/>
              </a:spcAft>
            </a:pPr>
            <a:r>
              <a:rPr lang="en-GB" sz="1600" b="1"/>
              <a:t>With the client’s agreement to purchase coverage</a:t>
            </a:r>
            <a:r>
              <a:rPr lang="en-GB" sz="1600"/>
              <a:t>, the Broker presents the contract to other insurers for support until 100% of the cover is placed.</a:t>
            </a:r>
          </a:p>
          <a:p>
            <a:pPr>
              <a:lnSpc>
                <a:spcPct val="100000"/>
              </a:lnSpc>
              <a:spcBef>
                <a:spcPts val="0"/>
              </a:spcBef>
              <a:spcAft>
                <a:spcPts val="3600"/>
              </a:spcAft>
            </a:pPr>
            <a:r>
              <a:rPr lang="en-GB" sz="1600" b="1"/>
              <a:t>When placing is completed </a:t>
            </a:r>
            <a:r>
              <a:rPr lang="en-GB" sz="1600"/>
              <a:t>the Broker produces the policies, invoices and accounting documentation. </a:t>
            </a:r>
            <a:r>
              <a:rPr lang="en-GB" sz="1600" i="1"/>
              <a:t>In addition to this the Broker also handles premium collection, endorsements for changes in the cover, claims handling and collection of claim payments and so on. </a:t>
            </a:r>
            <a:endParaRPr lang="en-GB" sz="1600" i="1">
              <a:ea typeface="Verdana"/>
            </a:endParaRPr>
          </a:p>
        </p:txBody>
      </p:sp>
      <p:sp>
        <p:nvSpPr>
          <p:cNvPr id="4" name="Text Placeholder 3">
            <a:extLst>
              <a:ext uri="{FF2B5EF4-FFF2-40B4-BE49-F238E27FC236}">
                <a16:creationId xmlns:a16="http://schemas.microsoft.com/office/drawing/2014/main" id="{D890F30D-89E0-4834-AEFF-4833116106D8}"/>
              </a:ext>
            </a:extLst>
          </p:cNvPr>
          <p:cNvSpPr>
            <a:spLocks noGrp="1"/>
          </p:cNvSpPr>
          <p:nvPr>
            <p:ph type="body" sz="quarter" idx="11"/>
          </p:nvPr>
        </p:nvSpPr>
        <p:spPr>
          <a:xfrm>
            <a:off x="215775" y="875490"/>
            <a:ext cx="11700000" cy="504056"/>
          </a:xfrm>
        </p:spPr>
        <p:txBody>
          <a:bodyPr/>
          <a:lstStyle/>
          <a:p>
            <a:r>
              <a:rPr lang="en-GB"/>
              <a:t>Risk Placement Process</a:t>
            </a:r>
          </a:p>
        </p:txBody>
      </p:sp>
      <p:pic>
        <p:nvPicPr>
          <p:cNvPr id="6" name="Picture 5">
            <a:extLst>
              <a:ext uri="{FF2B5EF4-FFF2-40B4-BE49-F238E27FC236}">
                <a16:creationId xmlns:a16="http://schemas.microsoft.com/office/drawing/2014/main" id="{F77CBA4E-D9C4-4638-8A36-335482ADA2AF}"/>
              </a:ext>
            </a:extLst>
          </p:cNvPr>
          <p:cNvPicPr>
            <a:picLocks noChangeAspect="1"/>
          </p:cNvPicPr>
          <p:nvPr/>
        </p:nvPicPr>
        <p:blipFill>
          <a:blip r:embed="rId3"/>
          <a:stretch>
            <a:fillRect/>
          </a:stretch>
        </p:blipFill>
        <p:spPr>
          <a:xfrm>
            <a:off x="381054" y="2955885"/>
            <a:ext cx="527834" cy="504057"/>
          </a:xfrm>
          <a:prstGeom prst="rect">
            <a:avLst/>
          </a:prstGeom>
        </p:spPr>
      </p:pic>
      <p:pic>
        <p:nvPicPr>
          <p:cNvPr id="10" name="Picture 9">
            <a:extLst>
              <a:ext uri="{FF2B5EF4-FFF2-40B4-BE49-F238E27FC236}">
                <a16:creationId xmlns:a16="http://schemas.microsoft.com/office/drawing/2014/main" id="{6F35B0A7-5761-49C0-A40D-593B17D0DC4D}"/>
              </a:ext>
            </a:extLst>
          </p:cNvPr>
          <p:cNvPicPr>
            <a:picLocks noChangeAspect="1"/>
          </p:cNvPicPr>
          <p:nvPr/>
        </p:nvPicPr>
        <p:blipFill>
          <a:blip r:embed="rId4"/>
          <a:stretch>
            <a:fillRect/>
          </a:stretch>
        </p:blipFill>
        <p:spPr>
          <a:xfrm>
            <a:off x="391182" y="2178592"/>
            <a:ext cx="527834" cy="504057"/>
          </a:xfrm>
          <a:prstGeom prst="rect">
            <a:avLst/>
          </a:prstGeom>
        </p:spPr>
      </p:pic>
      <p:pic>
        <p:nvPicPr>
          <p:cNvPr id="11" name="Picture 10">
            <a:extLst>
              <a:ext uri="{FF2B5EF4-FFF2-40B4-BE49-F238E27FC236}">
                <a16:creationId xmlns:a16="http://schemas.microsoft.com/office/drawing/2014/main" id="{D5B05C59-068E-490F-8D65-6B09F4C736F5}"/>
              </a:ext>
            </a:extLst>
          </p:cNvPr>
          <p:cNvPicPr>
            <a:picLocks noChangeAspect="1"/>
          </p:cNvPicPr>
          <p:nvPr/>
        </p:nvPicPr>
        <p:blipFill>
          <a:blip r:embed="rId5"/>
          <a:stretch>
            <a:fillRect/>
          </a:stretch>
        </p:blipFill>
        <p:spPr>
          <a:xfrm>
            <a:off x="391182" y="3717428"/>
            <a:ext cx="527834" cy="504057"/>
          </a:xfrm>
          <a:prstGeom prst="rect">
            <a:avLst/>
          </a:prstGeom>
        </p:spPr>
      </p:pic>
      <p:pic>
        <p:nvPicPr>
          <p:cNvPr id="12" name="Picture 11">
            <a:extLst>
              <a:ext uri="{FF2B5EF4-FFF2-40B4-BE49-F238E27FC236}">
                <a16:creationId xmlns:a16="http://schemas.microsoft.com/office/drawing/2014/main" id="{8C5A4A68-826D-4003-8DF8-3AB198DB88A6}"/>
              </a:ext>
            </a:extLst>
          </p:cNvPr>
          <p:cNvPicPr>
            <a:picLocks noChangeAspect="1"/>
          </p:cNvPicPr>
          <p:nvPr/>
        </p:nvPicPr>
        <p:blipFill>
          <a:blip r:embed="rId6"/>
          <a:stretch>
            <a:fillRect/>
          </a:stretch>
        </p:blipFill>
        <p:spPr>
          <a:xfrm>
            <a:off x="412498" y="5698536"/>
            <a:ext cx="532861" cy="504057"/>
          </a:xfrm>
          <a:prstGeom prst="rect">
            <a:avLst/>
          </a:prstGeom>
        </p:spPr>
      </p:pic>
      <p:grpSp>
        <p:nvGrpSpPr>
          <p:cNvPr id="13" name="Groupe 25">
            <a:extLst>
              <a:ext uri="{FF2B5EF4-FFF2-40B4-BE49-F238E27FC236}">
                <a16:creationId xmlns:a16="http://schemas.microsoft.com/office/drawing/2014/main" id="{301E28CC-11F1-49E9-98AA-AF7CD27413DB}"/>
              </a:ext>
            </a:extLst>
          </p:cNvPr>
          <p:cNvGrpSpPr/>
          <p:nvPr/>
        </p:nvGrpSpPr>
        <p:grpSpPr>
          <a:xfrm>
            <a:off x="381054" y="4701128"/>
            <a:ext cx="564305" cy="517765"/>
            <a:chOff x="5579149" y="3717000"/>
            <a:chExt cx="762640" cy="720000"/>
          </a:xfrm>
        </p:grpSpPr>
        <p:sp>
          <p:nvSpPr>
            <p:cNvPr id="14" name="Freeform 117">
              <a:extLst>
                <a:ext uri="{FF2B5EF4-FFF2-40B4-BE49-F238E27FC236}">
                  <a16:creationId xmlns:a16="http://schemas.microsoft.com/office/drawing/2014/main" id="{B9CEBE80-846E-44E3-8792-2E81807B0929}"/>
                </a:ext>
              </a:extLst>
            </p:cNvPr>
            <p:cNvSpPr>
              <a:spLocks/>
            </p:cNvSpPr>
            <p:nvPr/>
          </p:nvSpPr>
          <p:spPr bwMode="auto">
            <a:xfrm>
              <a:off x="5579149" y="3717000"/>
              <a:ext cx="762640" cy="720000"/>
            </a:xfrm>
            <a:custGeom>
              <a:avLst/>
              <a:gdLst>
                <a:gd name="T0" fmla="*/ 42 w 294"/>
                <a:gd name="T1" fmla="*/ 214 h 274"/>
                <a:gd name="T2" fmla="*/ 70 w 294"/>
                <a:gd name="T3" fmla="*/ 41 h 274"/>
                <a:gd name="T4" fmla="*/ 251 w 294"/>
                <a:gd name="T5" fmla="*/ 66 h 274"/>
                <a:gd name="T6" fmla="*/ 219 w 294"/>
                <a:gd name="T7" fmla="*/ 233 h 274"/>
                <a:gd name="T8" fmla="*/ 42 w 294"/>
                <a:gd name="T9" fmla="*/ 214 h 274"/>
              </a:gdLst>
              <a:ahLst/>
              <a:cxnLst>
                <a:cxn ang="0">
                  <a:pos x="T0" y="T1"/>
                </a:cxn>
                <a:cxn ang="0">
                  <a:pos x="T2" y="T3"/>
                </a:cxn>
                <a:cxn ang="0">
                  <a:pos x="T4" y="T5"/>
                </a:cxn>
                <a:cxn ang="0">
                  <a:pos x="T6" y="T7"/>
                </a:cxn>
                <a:cxn ang="0">
                  <a:pos x="T8" y="T9"/>
                </a:cxn>
              </a:cxnLst>
              <a:rect l="0" t="0" r="r" b="b"/>
              <a:pathLst>
                <a:path w="294" h="274">
                  <a:moveTo>
                    <a:pt x="42" y="214"/>
                  </a:moveTo>
                  <a:cubicBezTo>
                    <a:pt x="0" y="159"/>
                    <a:pt x="13" y="82"/>
                    <a:pt x="70" y="41"/>
                  </a:cubicBezTo>
                  <a:cubicBezTo>
                    <a:pt x="128" y="0"/>
                    <a:pt x="209" y="11"/>
                    <a:pt x="251" y="66"/>
                  </a:cubicBezTo>
                  <a:cubicBezTo>
                    <a:pt x="294" y="121"/>
                    <a:pt x="276" y="192"/>
                    <a:pt x="219" y="233"/>
                  </a:cubicBezTo>
                  <a:cubicBezTo>
                    <a:pt x="161" y="274"/>
                    <a:pt x="84" y="269"/>
                    <a:pt x="42" y="214"/>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5" name="Groupe 522">
              <a:extLst>
                <a:ext uri="{FF2B5EF4-FFF2-40B4-BE49-F238E27FC236}">
                  <a16:creationId xmlns:a16="http://schemas.microsoft.com/office/drawing/2014/main" id="{C4F43A51-F450-451A-B7BB-36068B9454A7}"/>
                </a:ext>
              </a:extLst>
            </p:cNvPr>
            <p:cNvGrpSpPr/>
            <p:nvPr/>
          </p:nvGrpSpPr>
          <p:grpSpPr>
            <a:xfrm rot="1149511">
              <a:off x="5781335" y="3841247"/>
              <a:ext cx="358171" cy="404467"/>
              <a:chOff x="7940675" y="1608138"/>
              <a:chExt cx="466726" cy="527050"/>
            </a:xfrm>
          </p:grpSpPr>
          <p:sp>
            <p:nvSpPr>
              <p:cNvPr id="16" name="Freeform 118">
                <a:extLst>
                  <a:ext uri="{FF2B5EF4-FFF2-40B4-BE49-F238E27FC236}">
                    <a16:creationId xmlns:a16="http://schemas.microsoft.com/office/drawing/2014/main" id="{1D53B2AA-1E2D-4518-B3F6-305EBB5D8388}"/>
                  </a:ext>
                </a:extLst>
              </p:cNvPr>
              <p:cNvSpPr>
                <a:spLocks/>
              </p:cNvSpPr>
              <p:nvPr/>
            </p:nvSpPr>
            <p:spPr bwMode="auto">
              <a:xfrm>
                <a:off x="7940675" y="1824038"/>
                <a:ext cx="80963" cy="307975"/>
              </a:xfrm>
              <a:custGeom>
                <a:avLst/>
                <a:gdLst>
                  <a:gd name="T0" fmla="*/ 9 w 24"/>
                  <a:gd name="T1" fmla="*/ 0 h 90"/>
                  <a:gd name="T2" fmla="*/ 24 w 24"/>
                  <a:gd name="T3" fmla="*/ 0 h 90"/>
                  <a:gd name="T4" fmla="*/ 24 w 24"/>
                  <a:gd name="T5" fmla="*/ 90 h 90"/>
                  <a:gd name="T6" fmla="*/ 0 w 24"/>
                  <a:gd name="T7" fmla="*/ 90 h 90"/>
                  <a:gd name="T8" fmla="*/ 0 w 24"/>
                  <a:gd name="T9" fmla="*/ 10 h 90"/>
                  <a:gd name="T10" fmla="*/ 9 w 24"/>
                  <a:gd name="T11" fmla="*/ 0 h 90"/>
                </a:gdLst>
                <a:ahLst/>
                <a:cxnLst>
                  <a:cxn ang="0">
                    <a:pos x="T0" y="T1"/>
                  </a:cxn>
                  <a:cxn ang="0">
                    <a:pos x="T2" y="T3"/>
                  </a:cxn>
                  <a:cxn ang="0">
                    <a:pos x="T4" y="T5"/>
                  </a:cxn>
                  <a:cxn ang="0">
                    <a:pos x="T6" y="T7"/>
                  </a:cxn>
                  <a:cxn ang="0">
                    <a:pos x="T8" y="T9"/>
                  </a:cxn>
                  <a:cxn ang="0">
                    <a:pos x="T10" y="T11"/>
                  </a:cxn>
                </a:cxnLst>
                <a:rect l="0" t="0" r="r" b="b"/>
                <a:pathLst>
                  <a:path w="24" h="90">
                    <a:moveTo>
                      <a:pt x="9" y="0"/>
                    </a:moveTo>
                    <a:cubicBezTo>
                      <a:pt x="24" y="0"/>
                      <a:pt x="24" y="0"/>
                      <a:pt x="24" y="0"/>
                    </a:cubicBezTo>
                    <a:cubicBezTo>
                      <a:pt x="24" y="90"/>
                      <a:pt x="24" y="90"/>
                      <a:pt x="24" y="90"/>
                    </a:cubicBezTo>
                    <a:cubicBezTo>
                      <a:pt x="0" y="90"/>
                      <a:pt x="0" y="90"/>
                      <a:pt x="0" y="90"/>
                    </a:cubicBezTo>
                    <a:cubicBezTo>
                      <a:pt x="0" y="10"/>
                      <a:pt x="0" y="10"/>
                      <a:pt x="0" y="10"/>
                    </a:cubicBezTo>
                    <a:cubicBezTo>
                      <a:pt x="0" y="10"/>
                      <a:pt x="0" y="0"/>
                      <a:pt x="9" y="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9">
                <a:extLst>
                  <a:ext uri="{FF2B5EF4-FFF2-40B4-BE49-F238E27FC236}">
                    <a16:creationId xmlns:a16="http://schemas.microsoft.com/office/drawing/2014/main" id="{7A848BA0-957E-4F63-83E6-861846E16C7F}"/>
                  </a:ext>
                </a:extLst>
              </p:cNvPr>
              <p:cNvSpPr>
                <a:spLocks/>
              </p:cNvSpPr>
              <p:nvPr/>
            </p:nvSpPr>
            <p:spPr bwMode="auto">
              <a:xfrm>
                <a:off x="8059738" y="1608138"/>
                <a:ext cx="347663" cy="527050"/>
              </a:xfrm>
              <a:custGeom>
                <a:avLst/>
                <a:gdLst>
                  <a:gd name="T0" fmla="*/ 54 w 103"/>
                  <a:gd name="T1" fmla="*/ 54 h 154"/>
                  <a:gd name="T2" fmla="*/ 56 w 103"/>
                  <a:gd name="T3" fmla="*/ 54 h 154"/>
                  <a:gd name="T4" fmla="*/ 86 w 103"/>
                  <a:gd name="T5" fmla="*/ 54 h 154"/>
                  <a:gd name="T6" fmla="*/ 99 w 103"/>
                  <a:gd name="T7" fmla="*/ 62 h 154"/>
                  <a:gd name="T8" fmla="*/ 94 w 103"/>
                  <a:gd name="T9" fmla="*/ 82 h 154"/>
                  <a:gd name="T10" fmla="*/ 94 w 103"/>
                  <a:gd name="T11" fmla="*/ 84 h 154"/>
                  <a:gd name="T12" fmla="*/ 92 w 103"/>
                  <a:gd name="T13" fmla="*/ 104 h 154"/>
                  <a:gd name="T14" fmla="*/ 91 w 103"/>
                  <a:gd name="T15" fmla="*/ 106 h 154"/>
                  <a:gd name="T16" fmla="*/ 90 w 103"/>
                  <a:gd name="T17" fmla="*/ 128 h 154"/>
                  <a:gd name="T18" fmla="*/ 90 w 103"/>
                  <a:gd name="T19" fmla="*/ 129 h 154"/>
                  <a:gd name="T20" fmla="*/ 95 w 103"/>
                  <a:gd name="T21" fmla="*/ 143 h 154"/>
                  <a:gd name="T22" fmla="*/ 84 w 103"/>
                  <a:gd name="T23" fmla="*/ 154 h 154"/>
                  <a:gd name="T24" fmla="*/ 81 w 103"/>
                  <a:gd name="T25" fmla="*/ 154 h 154"/>
                  <a:gd name="T26" fmla="*/ 7 w 103"/>
                  <a:gd name="T27" fmla="*/ 154 h 154"/>
                  <a:gd name="T28" fmla="*/ 0 w 103"/>
                  <a:gd name="T29" fmla="*/ 147 h 154"/>
                  <a:gd name="T30" fmla="*/ 0 w 103"/>
                  <a:gd name="T31" fmla="*/ 64 h 154"/>
                  <a:gd name="T32" fmla="*/ 1 w 103"/>
                  <a:gd name="T33" fmla="*/ 61 h 154"/>
                  <a:gd name="T34" fmla="*/ 22 w 103"/>
                  <a:gd name="T35" fmla="*/ 37 h 154"/>
                  <a:gd name="T36" fmla="*/ 33 w 103"/>
                  <a:gd name="T37" fmla="*/ 24 h 154"/>
                  <a:gd name="T38" fmla="*/ 36 w 103"/>
                  <a:gd name="T39" fmla="*/ 17 h 154"/>
                  <a:gd name="T40" fmla="*/ 36 w 103"/>
                  <a:gd name="T41" fmla="*/ 11 h 154"/>
                  <a:gd name="T42" fmla="*/ 50 w 103"/>
                  <a:gd name="T43" fmla="*/ 2 h 154"/>
                  <a:gd name="T44" fmla="*/ 57 w 103"/>
                  <a:gd name="T45" fmla="*/ 7 h 154"/>
                  <a:gd name="T46" fmla="*/ 60 w 103"/>
                  <a:gd name="T47" fmla="*/ 18 h 154"/>
                  <a:gd name="T48" fmla="*/ 57 w 103"/>
                  <a:gd name="T49" fmla="*/ 45 h 154"/>
                  <a:gd name="T50" fmla="*/ 54 w 103"/>
                  <a:gd name="T51" fmla="*/ 53 h 154"/>
                  <a:gd name="T52" fmla="*/ 54 w 103"/>
                  <a:gd name="T53" fmla="*/ 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3" h="154">
                    <a:moveTo>
                      <a:pt x="54" y="54"/>
                    </a:moveTo>
                    <a:cubicBezTo>
                      <a:pt x="56" y="54"/>
                      <a:pt x="56" y="54"/>
                      <a:pt x="56" y="54"/>
                    </a:cubicBezTo>
                    <a:cubicBezTo>
                      <a:pt x="66" y="54"/>
                      <a:pt x="76" y="54"/>
                      <a:pt x="86" y="54"/>
                    </a:cubicBezTo>
                    <a:cubicBezTo>
                      <a:pt x="92" y="54"/>
                      <a:pt x="96" y="57"/>
                      <a:pt x="99" y="62"/>
                    </a:cubicBezTo>
                    <a:cubicBezTo>
                      <a:pt x="103" y="69"/>
                      <a:pt x="101" y="78"/>
                      <a:pt x="94" y="82"/>
                    </a:cubicBezTo>
                    <a:cubicBezTo>
                      <a:pt x="93" y="83"/>
                      <a:pt x="93" y="83"/>
                      <a:pt x="94" y="84"/>
                    </a:cubicBezTo>
                    <a:cubicBezTo>
                      <a:pt x="99" y="90"/>
                      <a:pt x="98" y="100"/>
                      <a:pt x="92" y="104"/>
                    </a:cubicBezTo>
                    <a:cubicBezTo>
                      <a:pt x="90" y="105"/>
                      <a:pt x="90" y="105"/>
                      <a:pt x="91" y="106"/>
                    </a:cubicBezTo>
                    <a:cubicBezTo>
                      <a:pt x="97" y="112"/>
                      <a:pt x="97" y="122"/>
                      <a:pt x="90" y="128"/>
                    </a:cubicBezTo>
                    <a:cubicBezTo>
                      <a:pt x="89" y="128"/>
                      <a:pt x="89" y="128"/>
                      <a:pt x="90" y="129"/>
                    </a:cubicBezTo>
                    <a:cubicBezTo>
                      <a:pt x="94" y="132"/>
                      <a:pt x="96" y="138"/>
                      <a:pt x="95" y="143"/>
                    </a:cubicBezTo>
                    <a:cubicBezTo>
                      <a:pt x="94" y="149"/>
                      <a:pt x="89" y="153"/>
                      <a:pt x="84" y="154"/>
                    </a:cubicBezTo>
                    <a:cubicBezTo>
                      <a:pt x="83" y="154"/>
                      <a:pt x="82" y="154"/>
                      <a:pt x="81" y="154"/>
                    </a:cubicBezTo>
                    <a:cubicBezTo>
                      <a:pt x="56" y="154"/>
                      <a:pt x="32" y="154"/>
                      <a:pt x="7" y="154"/>
                    </a:cubicBezTo>
                    <a:cubicBezTo>
                      <a:pt x="3" y="154"/>
                      <a:pt x="0" y="151"/>
                      <a:pt x="0" y="147"/>
                    </a:cubicBezTo>
                    <a:cubicBezTo>
                      <a:pt x="0" y="119"/>
                      <a:pt x="0" y="92"/>
                      <a:pt x="0" y="64"/>
                    </a:cubicBezTo>
                    <a:cubicBezTo>
                      <a:pt x="0" y="63"/>
                      <a:pt x="0" y="62"/>
                      <a:pt x="1" y="61"/>
                    </a:cubicBezTo>
                    <a:cubicBezTo>
                      <a:pt x="8" y="53"/>
                      <a:pt x="15" y="45"/>
                      <a:pt x="22" y="37"/>
                    </a:cubicBezTo>
                    <a:cubicBezTo>
                      <a:pt x="26" y="33"/>
                      <a:pt x="30" y="29"/>
                      <a:pt x="33" y="24"/>
                    </a:cubicBezTo>
                    <a:cubicBezTo>
                      <a:pt x="35" y="22"/>
                      <a:pt x="36" y="20"/>
                      <a:pt x="36" y="17"/>
                    </a:cubicBezTo>
                    <a:cubicBezTo>
                      <a:pt x="36" y="15"/>
                      <a:pt x="36" y="13"/>
                      <a:pt x="36" y="11"/>
                    </a:cubicBezTo>
                    <a:cubicBezTo>
                      <a:pt x="37" y="5"/>
                      <a:pt x="44" y="0"/>
                      <a:pt x="50" y="2"/>
                    </a:cubicBezTo>
                    <a:cubicBezTo>
                      <a:pt x="53" y="2"/>
                      <a:pt x="55" y="4"/>
                      <a:pt x="57" y="7"/>
                    </a:cubicBezTo>
                    <a:cubicBezTo>
                      <a:pt x="59" y="10"/>
                      <a:pt x="59" y="14"/>
                      <a:pt x="60" y="18"/>
                    </a:cubicBezTo>
                    <a:cubicBezTo>
                      <a:pt x="60" y="27"/>
                      <a:pt x="60" y="36"/>
                      <a:pt x="57" y="45"/>
                    </a:cubicBezTo>
                    <a:cubicBezTo>
                      <a:pt x="57" y="47"/>
                      <a:pt x="56" y="50"/>
                      <a:pt x="54" y="53"/>
                    </a:cubicBezTo>
                    <a:cubicBezTo>
                      <a:pt x="54" y="53"/>
                      <a:pt x="54" y="53"/>
                      <a:pt x="54" y="54"/>
                    </a:cubicBezTo>
                  </a:path>
                </a:pathLst>
              </a:custGeom>
              <a:solidFill>
                <a:srgbClr val="C8FF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7" name="Picture 6">
            <a:extLst>
              <a:ext uri="{FF2B5EF4-FFF2-40B4-BE49-F238E27FC236}">
                <a16:creationId xmlns:a16="http://schemas.microsoft.com/office/drawing/2014/main" id="{DCF195AD-FF8A-4215-AC0E-DD1F8B838ECC}"/>
              </a:ext>
            </a:extLst>
          </p:cNvPr>
          <p:cNvPicPr>
            <a:picLocks noChangeAspect="1"/>
          </p:cNvPicPr>
          <p:nvPr/>
        </p:nvPicPr>
        <p:blipFill>
          <a:blip r:embed="rId7"/>
          <a:stretch>
            <a:fillRect/>
          </a:stretch>
        </p:blipFill>
        <p:spPr>
          <a:xfrm>
            <a:off x="365556" y="1338653"/>
            <a:ext cx="540608" cy="511385"/>
          </a:xfrm>
          <a:prstGeom prst="rect">
            <a:avLst/>
          </a:prstGeom>
        </p:spPr>
      </p:pic>
    </p:spTree>
    <p:extLst>
      <p:ext uri="{BB962C8B-B14F-4D97-AF65-F5344CB8AC3E}">
        <p14:creationId xmlns:p14="http://schemas.microsoft.com/office/powerpoint/2010/main" val="2489673055"/>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0605E57-0EDC-4A86-956E-C9D84267908F}"/>
              </a:ext>
            </a:extLst>
          </p:cNvPr>
          <p:cNvSpPr/>
          <p:nvPr/>
        </p:nvSpPr>
        <p:spPr>
          <a:xfrm>
            <a:off x="666013" y="1951688"/>
            <a:ext cx="3061302" cy="4394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Callout: Bent Line with Border and Accent Bar 19">
            <a:extLst>
              <a:ext uri="{FF2B5EF4-FFF2-40B4-BE49-F238E27FC236}">
                <a16:creationId xmlns:a16="http://schemas.microsoft.com/office/drawing/2014/main" id="{FC3BFC78-47F4-4586-BD3A-CE13EEF13ABA}"/>
              </a:ext>
            </a:extLst>
          </p:cNvPr>
          <p:cNvSpPr/>
          <p:nvPr/>
        </p:nvSpPr>
        <p:spPr>
          <a:xfrm>
            <a:off x="1634997" y="2721835"/>
            <a:ext cx="1344667" cy="725183"/>
          </a:xfrm>
          <a:prstGeom prst="accentBorderCallout2">
            <a:avLst>
              <a:gd name="adj1" fmla="val 18750"/>
              <a:gd name="adj2" fmla="val -8333"/>
              <a:gd name="adj3" fmla="val 18750"/>
              <a:gd name="adj4" fmla="val -16667"/>
              <a:gd name="adj5" fmla="val 67946"/>
              <a:gd name="adj6" fmla="val -310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Leading</a:t>
            </a:r>
            <a:b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b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Underwriter</a:t>
            </a:r>
          </a:p>
        </p:txBody>
      </p:sp>
      <p:sp>
        <p:nvSpPr>
          <p:cNvPr id="21" name="Rectangle 20">
            <a:extLst>
              <a:ext uri="{FF2B5EF4-FFF2-40B4-BE49-F238E27FC236}">
                <a16:creationId xmlns:a16="http://schemas.microsoft.com/office/drawing/2014/main" id="{23F28F79-5E3F-44D4-B124-9F99C086B414}"/>
              </a:ext>
            </a:extLst>
          </p:cNvPr>
          <p:cNvSpPr/>
          <p:nvPr/>
        </p:nvSpPr>
        <p:spPr>
          <a:xfrm>
            <a:off x="600222" y="1881748"/>
            <a:ext cx="3061302" cy="4394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98A2740-7C8D-4469-96AF-AA5DA3915226}"/>
              </a:ext>
            </a:extLst>
          </p:cNvPr>
          <p:cNvSpPr/>
          <p:nvPr/>
        </p:nvSpPr>
        <p:spPr>
          <a:xfrm>
            <a:off x="521653" y="1819485"/>
            <a:ext cx="3061302" cy="4394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6DB6565F-9F60-40AC-8CA7-DF6487CDA6C1}"/>
              </a:ext>
            </a:extLst>
          </p:cNvPr>
          <p:cNvSpPr/>
          <p:nvPr/>
        </p:nvSpPr>
        <p:spPr>
          <a:xfrm>
            <a:off x="187502" y="1720646"/>
            <a:ext cx="3325374" cy="4394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627E7B06-BCC1-4210-8D44-0F6C5EDEB0E6}"/>
              </a:ext>
            </a:extLst>
          </p:cNvPr>
          <p:cNvSpPr txBox="1"/>
          <p:nvPr/>
        </p:nvSpPr>
        <p:spPr>
          <a:xfrm>
            <a:off x="226200" y="1937621"/>
            <a:ext cx="330705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Calibri" panose="020F0502020204030204"/>
                <a:ea typeface="+mn-ea"/>
                <a:cs typeface="+mn-cs"/>
              </a:rPr>
              <a:t>ACME INSURANCE BROKERS LIMITED</a:t>
            </a:r>
          </a:p>
        </p:txBody>
      </p:sp>
      <p:sp>
        <p:nvSpPr>
          <p:cNvPr id="29" name="Content Placeholder 2">
            <a:extLst>
              <a:ext uri="{FF2B5EF4-FFF2-40B4-BE49-F238E27FC236}">
                <a16:creationId xmlns:a16="http://schemas.microsoft.com/office/drawing/2014/main" id="{02D006E7-07FE-4B09-A2B3-E98D1C616353}"/>
              </a:ext>
            </a:extLst>
          </p:cNvPr>
          <p:cNvSpPr>
            <a:spLocks noGrp="1"/>
          </p:cNvSpPr>
          <p:nvPr>
            <p:ph idx="1"/>
          </p:nvPr>
        </p:nvSpPr>
        <p:spPr>
          <a:xfrm>
            <a:off x="230869" y="2401163"/>
            <a:ext cx="3238640" cy="2384300"/>
          </a:xfrm>
        </p:spPr>
        <p:txBody>
          <a:bodyPr>
            <a:normAutofit/>
          </a:bodyPr>
          <a:lstStyle/>
          <a:p>
            <a:pPr marL="342900" indent="-342900">
              <a:buFont typeface="+mj-lt"/>
              <a:buAutoNum type="arabicPeriod"/>
            </a:pPr>
            <a:r>
              <a:rPr lang="en-GB" sz="1800">
                <a:solidFill>
                  <a:schemeClr val="bg1"/>
                </a:solidFill>
              </a:rPr>
              <a:t>Broker meets with Leading Underwriter to negotiate best quote for terms &amp; conditions for proposed contract </a:t>
            </a:r>
          </a:p>
          <a:p>
            <a:pPr marL="342900" indent="-342900">
              <a:buFont typeface="+mj-lt"/>
              <a:buAutoNum type="arabicPeriod"/>
            </a:pPr>
            <a:r>
              <a:rPr lang="en-GB" sz="1800">
                <a:solidFill>
                  <a:schemeClr val="bg1"/>
                </a:solidFill>
              </a:rPr>
              <a:t>Client agrees to purchase proposed coverage</a:t>
            </a:r>
          </a:p>
        </p:txBody>
      </p:sp>
      <p:pic>
        <p:nvPicPr>
          <p:cNvPr id="4" name="Picture 3">
            <a:extLst>
              <a:ext uri="{FF2B5EF4-FFF2-40B4-BE49-F238E27FC236}">
                <a16:creationId xmlns:a16="http://schemas.microsoft.com/office/drawing/2014/main" id="{2B91C808-D974-4BF3-BD39-D9C5D6B8325C}"/>
              </a:ext>
            </a:extLst>
          </p:cNvPr>
          <p:cNvPicPr>
            <a:picLocks noChangeAspect="1"/>
          </p:cNvPicPr>
          <p:nvPr/>
        </p:nvPicPr>
        <p:blipFill rotWithShape="1">
          <a:blip r:embed="rId2"/>
          <a:srcRect l="6968"/>
          <a:stretch/>
        </p:blipFill>
        <p:spPr>
          <a:xfrm>
            <a:off x="6107209" y="1871876"/>
            <a:ext cx="2914445" cy="4523843"/>
          </a:xfrm>
          <a:prstGeom prst="rect">
            <a:avLst/>
          </a:prstGeom>
          <a:noFill/>
          <a:ln>
            <a:solidFill>
              <a:schemeClr val="tx1"/>
            </a:solidFill>
          </a:ln>
        </p:spPr>
      </p:pic>
      <p:pic>
        <p:nvPicPr>
          <p:cNvPr id="5" name="Picture 4">
            <a:extLst>
              <a:ext uri="{FF2B5EF4-FFF2-40B4-BE49-F238E27FC236}">
                <a16:creationId xmlns:a16="http://schemas.microsoft.com/office/drawing/2014/main" id="{59CFDF04-22AF-4AB4-8955-0A613D98F379}"/>
              </a:ext>
            </a:extLst>
          </p:cNvPr>
          <p:cNvPicPr>
            <a:picLocks noChangeAspect="1"/>
          </p:cNvPicPr>
          <p:nvPr/>
        </p:nvPicPr>
        <p:blipFill rotWithShape="1">
          <a:blip r:embed="rId3"/>
          <a:srcRect l="6968"/>
          <a:stretch/>
        </p:blipFill>
        <p:spPr>
          <a:xfrm>
            <a:off x="8141283" y="2061804"/>
            <a:ext cx="3061303" cy="4666043"/>
          </a:xfrm>
          <a:prstGeom prst="rect">
            <a:avLst/>
          </a:prstGeom>
          <a:noFill/>
          <a:ln>
            <a:solidFill>
              <a:schemeClr val="tx1"/>
            </a:solidFill>
          </a:ln>
        </p:spPr>
      </p:pic>
      <p:sp>
        <p:nvSpPr>
          <p:cNvPr id="6" name="TextBox 5">
            <a:extLst>
              <a:ext uri="{FF2B5EF4-FFF2-40B4-BE49-F238E27FC236}">
                <a16:creationId xmlns:a16="http://schemas.microsoft.com/office/drawing/2014/main" id="{E6451306-D099-4D9D-9E9B-27743FDA650C}"/>
              </a:ext>
            </a:extLst>
          </p:cNvPr>
          <p:cNvSpPr txBox="1"/>
          <p:nvPr/>
        </p:nvSpPr>
        <p:spPr>
          <a:xfrm>
            <a:off x="3621654" y="2401163"/>
            <a:ext cx="2227538"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“Contract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Otherwise </a:t>
            </a:r>
            <a:b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b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known as:</a:t>
            </a:r>
            <a:b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b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 Placing Slip </a:t>
            </a:r>
          </a:p>
        </p:txBody>
      </p:sp>
      <p:sp>
        <p:nvSpPr>
          <p:cNvPr id="9" name="Arrow: Left 8">
            <a:extLst>
              <a:ext uri="{FF2B5EF4-FFF2-40B4-BE49-F238E27FC236}">
                <a16:creationId xmlns:a16="http://schemas.microsoft.com/office/drawing/2014/main" id="{B457042B-A893-42BD-A394-5AD49C5089E7}"/>
              </a:ext>
            </a:extLst>
          </p:cNvPr>
          <p:cNvSpPr/>
          <p:nvPr/>
        </p:nvSpPr>
        <p:spPr>
          <a:xfrm rot="10800000">
            <a:off x="4249064" y="3914606"/>
            <a:ext cx="1556658" cy="87085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9135C9EC-561C-4161-9444-92B2D06C1B9D}"/>
              </a:ext>
            </a:extLst>
          </p:cNvPr>
          <p:cNvPicPr>
            <a:picLocks noChangeAspect="1"/>
          </p:cNvPicPr>
          <p:nvPr/>
        </p:nvPicPr>
        <p:blipFill>
          <a:blip r:embed="rId4"/>
          <a:stretch>
            <a:fillRect/>
          </a:stretch>
        </p:blipFill>
        <p:spPr>
          <a:xfrm>
            <a:off x="2948011" y="3289384"/>
            <a:ext cx="530398" cy="506012"/>
          </a:xfrm>
          <a:prstGeom prst="rect">
            <a:avLst/>
          </a:prstGeom>
        </p:spPr>
      </p:pic>
      <p:sp>
        <p:nvSpPr>
          <p:cNvPr id="16" name="Title 1">
            <a:extLst>
              <a:ext uri="{FF2B5EF4-FFF2-40B4-BE49-F238E27FC236}">
                <a16:creationId xmlns:a16="http://schemas.microsoft.com/office/drawing/2014/main" id="{FD4393B1-1587-4C27-A09C-614FDA5F05F3}"/>
              </a:ext>
            </a:extLst>
          </p:cNvPr>
          <p:cNvSpPr txBox="1">
            <a:spLocks/>
          </p:cNvSpPr>
          <p:nvPr/>
        </p:nvSpPr>
        <p:spPr>
          <a:xfrm>
            <a:off x="227349" y="0"/>
            <a:ext cx="11125236" cy="110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000">
                <a:solidFill>
                  <a:schemeClr val="accent1"/>
                </a:solidFill>
                <a:latin typeface="Verdana" panose="020B0604030504040204" pitchFamily="34" charset="0"/>
                <a:ea typeface="Verdana" panose="020B0604030504040204" pitchFamily="34" charset="0"/>
              </a:rPr>
              <a:t>Let’s see an example placement</a:t>
            </a:r>
            <a:r>
              <a:rPr lang="en-GB" sz="3000">
                <a:latin typeface="Verdana" panose="020B0604030504040204" pitchFamily="34" charset="0"/>
                <a:ea typeface="Verdana" panose="020B0604030504040204" pitchFamily="34" charset="0"/>
              </a:rPr>
              <a:t> </a:t>
            </a:r>
            <a:r>
              <a:rPr lang="en-GB" sz="3000">
                <a:solidFill>
                  <a:schemeClr val="accent1"/>
                </a:solidFill>
                <a:latin typeface="Verdana" panose="020B0604030504040204" pitchFamily="34" charset="0"/>
                <a:ea typeface="Verdana" panose="020B0604030504040204" pitchFamily="34" charset="0"/>
              </a:rPr>
              <a:t>process in action</a:t>
            </a:r>
            <a:endParaRPr lang="en-GB" sz="3000"/>
          </a:p>
        </p:txBody>
      </p:sp>
      <p:grpSp>
        <p:nvGrpSpPr>
          <p:cNvPr id="2" name="Group 1">
            <a:extLst>
              <a:ext uri="{FF2B5EF4-FFF2-40B4-BE49-F238E27FC236}">
                <a16:creationId xmlns:a16="http://schemas.microsoft.com/office/drawing/2014/main" id="{80C557E7-F503-43D0-8F7F-AF46C421D313}"/>
              </a:ext>
            </a:extLst>
          </p:cNvPr>
          <p:cNvGrpSpPr/>
          <p:nvPr/>
        </p:nvGrpSpPr>
        <p:grpSpPr>
          <a:xfrm>
            <a:off x="9040641" y="4973927"/>
            <a:ext cx="2065693" cy="400110"/>
            <a:chOff x="9136893" y="4957885"/>
            <a:chExt cx="2065693" cy="400110"/>
          </a:xfrm>
        </p:grpSpPr>
        <p:sp>
          <p:nvSpPr>
            <p:cNvPr id="18" name="TextBox 17">
              <a:extLst>
                <a:ext uri="{FF2B5EF4-FFF2-40B4-BE49-F238E27FC236}">
                  <a16:creationId xmlns:a16="http://schemas.microsoft.com/office/drawing/2014/main" id="{0202344B-733A-4ED0-B1A9-B99D5197F907}"/>
                </a:ext>
              </a:extLst>
            </p:cNvPr>
            <p:cNvSpPr txBox="1"/>
            <p:nvPr/>
          </p:nvSpPr>
          <p:spPr>
            <a:xfrm>
              <a:off x="9136893" y="5038491"/>
              <a:ext cx="1243392" cy="276999"/>
            </a:xfrm>
            <a:prstGeom prst="rect">
              <a:avLst/>
            </a:prstGeom>
            <a:noFill/>
          </p:spPr>
          <p:txBody>
            <a:bodyPr wrap="square" rtlCol="0">
              <a:spAutoFit/>
            </a:bodyPr>
            <a:lstStyle/>
            <a:p>
              <a:r>
                <a:rPr lang="en-GB" sz="1200" b="1" i="1">
                  <a:latin typeface="Ink Free" panose="03080402000500000000" pitchFamily="66" charset="0"/>
                </a:rPr>
                <a:t>7,750,000</a:t>
              </a:r>
              <a:endParaRPr lang="en-GB" sz="1050" b="1" i="1">
                <a:latin typeface="Ink Free" panose="03080402000500000000" pitchFamily="66" charset="0"/>
              </a:endParaRPr>
            </a:p>
          </p:txBody>
        </p:sp>
        <p:sp>
          <p:nvSpPr>
            <p:cNvPr id="19" name="TextBox 18">
              <a:extLst>
                <a:ext uri="{FF2B5EF4-FFF2-40B4-BE49-F238E27FC236}">
                  <a16:creationId xmlns:a16="http://schemas.microsoft.com/office/drawing/2014/main" id="{EE392A1F-6D1F-4D1C-B772-C48E6D11A9EE}"/>
                </a:ext>
              </a:extLst>
            </p:cNvPr>
            <p:cNvSpPr txBox="1"/>
            <p:nvPr/>
          </p:nvSpPr>
          <p:spPr>
            <a:xfrm>
              <a:off x="9885253" y="4957885"/>
              <a:ext cx="1317333" cy="400110"/>
            </a:xfrm>
            <a:prstGeom prst="rect">
              <a:avLst/>
            </a:prstGeom>
            <a:noFill/>
          </p:spPr>
          <p:txBody>
            <a:bodyPr wrap="square" rtlCol="0">
              <a:spAutoFit/>
            </a:bodyPr>
            <a:lstStyle/>
            <a:p>
              <a:r>
                <a:rPr lang="en-GB" sz="1400" i="1">
                  <a:latin typeface="Ink Free" panose="03080402000500000000" pitchFamily="66" charset="0"/>
                </a:rPr>
                <a:t>TAF</a:t>
              </a:r>
              <a:r>
                <a:rPr lang="en-GB" sz="2000" i="1">
                  <a:latin typeface="Ink Free" panose="03080402000500000000" pitchFamily="66" charset="0"/>
                </a:rPr>
                <a:t> </a:t>
              </a:r>
              <a:r>
                <a:rPr lang="en-GB" sz="600" i="1">
                  <a:latin typeface="Ink Free" panose="03080402000500000000" pitchFamily="66" charset="0"/>
                </a:rPr>
                <a:t>22 / </a:t>
              </a:r>
              <a:r>
                <a:rPr lang="en-GB" sz="700" i="1">
                  <a:latin typeface="Ink Free" panose="03080402000500000000" pitchFamily="66" charset="0"/>
                </a:rPr>
                <a:t>2/ </a:t>
              </a:r>
              <a:r>
                <a:rPr lang="en-GB" sz="1100" i="1">
                  <a:latin typeface="Ink Free" panose="03080402000500000000" pitchFamily="66" charset="0"/>
                </a:rPr>
                <a:t> </a:t>
              </a:r>
              <a:r>
                <a:rPr lang="en-GB" sz="700" i="1">
                  <a:latin typeface="Ink Free" panose="03080402000500000000" pitchFamily="66" charset="0"/>
                </a:rPr>
                <a:t>15</a:t>
              </a:r>
              <a:endParaRPr lang="en-GB" sz="900" i="1">
                <a:latin typeface="Ink Free" panose="03080402000500000000" pitchFamily="66" charset="0"/>
              </a:endParaRPr>
            </a:p>
          </p:txBody>
        </p:sp>
      </p:grpSp>
      <p:pic>
        <p:nvPicPr>
          <p:cNvPr id="27" name="Picture 26">
            <a:extLst>
              <a:ext uri="{FF2B5EF4-FFF2-40B4-BE49-F238E27FC236}">
                <a16:creationId xmlns:a16="http://schemas.microsoft.com/office/drawing/2014/main" id="{150756E0-EE47-46DE-B4B8-EF11FD1261CA}"/>
              </a:ext>
            </a:extLst>
          </p:cNvPr>
          <p:cNvPicPr>
            <a:picLocks noChangeAspect="1"/>
          </p:cNvPicPr>
          <p:nvPr/>
        </p:nvPicPr>
        <p:blipFill>
          <a:blip r:embed="rId4"/>
          <a:stretch>
            <a:fillRect/>
          </a:stretch>
        </p:blipFill>
        <p:spPr>
          <a:xfrm>
            <a:off x="2943561" y="3296806"/>
            <a:ext cx="530398" cy="506012"/>
          </a:xfrm>
          <a:prstGeom prst="rect">
            <a:avLst/>
          </a:prstGeom>
        </p:spPr>
      </p:pic>
      <p:grpSp>
        <p:nvGrpSpPr>
          <p:cNvPr id="41" name="Groupe 25">
            <a:extLst>
              <a:ext uri="{FF2B5EF4-FFF2-40B4-BE49-F238E27FC236}">
                <a16:creationId xmlns:a16="http://schemas.microsoft.com/office/drawing/2014/main" id="{ED93CCB6-F5D6-405C-86F8-7EF033177295}"/>
              </a:ext>
            </a:extLst>
          </p:cNvPr>
          <p:cNvGrpSpPr/>
          <p:nvPr/>
        </p:nvGrpSpPr>
        <p:grpSpPr>
          <a:xfrm>
            <a:off x="2889952" y="4021135"/>
            <a:ext cx="578676" cy="568276"/>
            <a:chOff x="5579149" y="3717000"/>
            <a:chExt cx="762640" cy="720000"/>
          </a:xfrm>
        </p:grpSpPr>
        <p:sp>
          <p:nvSpPr>
            <p:cNvPr id="42" name="Freeform 117">
              <a:extLst>
                <a:ext uri="{FF2B5EF4-FFF2-40B4-BE49-F238E27FC236}">
                  <a16:creationId xmlns:a16="http://schemas.microsoft.com/office/drawing/2014/main" id="{55D29745-F86C-447C-B8AC-B42FC2005CF0}"/>
                </a:ext>
              </a:extLst>
            </p:cNvPr>
            <p:cNvSpPr>
              <a:spLocks/>
            </p:cNvSpPr>
            <p:nvPr/>
          </p:nvSpPr>
          <p:spPr bwMode="auto">
            <a:xfrm>
              <a:off x="5579149" y="3717000"/>
              <a:ext cx="762640" cy="720000"/>
            </a:xfrm>
            <a:custGeom>
              <a:avLst/>
              <a:gdLst>
                <a:gd name="T0" fmla="*/ 42 w 294"/>
                <a:gd name="T1" fmla="*/ 214 h 274"/>
                <a:gd name="T2" fmla="*/ 70 w 294"/>
                <a:gd name="T3" fmla="*/ 41 h 274"/>
                <a:gd name="T4" fmla="*/ 251 w 294"/>
                <a:gd name="T5" fmla="*/ 66 h 274"/>
                <a:gd name="T6" fmla="*/ 219 w 294"/>
                <a:gd name="T7" fmla="*/ 233 h 274"/>
                <a:gd name="T8" fmla="*/ 42 w 294"/>
                <a:gd name="T9" fmla="*/ 214 h 274"/>
              </a:gdLst>
              <a:ahLst/>
              <a:cxnLst>
                <a:cxn ang="0">
                  <a:pos x="T0" y="T1"/>
                </a:cxn>
                <a:cxn ang="0">
                  <a:pos x="T2" y="T3"/>
                </a:cxn>
                <a:cxn ang="0">
                  <a:pos x="T4" y="T5"/>
                </a:cxn>
                <a:cxn ang="0">
                  <a:pos x="T6" y="T7"/>
                </a:cxn>
                <a:cxn ang="0">
                  <a:pos x="T8" y="T9"/>
                </a:cxn>
              </a:cxnLst>
              <a:rect l="0" t="0" r="r" b="b"/>
              <a:pathLst>
                <a:path w="294" h="274">
                  <a:moveTo>
                    <a:pt x="42" y="214"/>
                  </a:moveTo>
                  <a:cubicBezTo>
                    <a:pt x="0" y="159"/>
                    <a:pt x="13" y="82"/>
                    <a:pt x="70" y="41"/>
                  </a:cubicBezTo>
                  <a:cubicBezTo>
                    <a:pt x="128" y="0"/>
                    <a:pt x="209" y="11"/>
                    <a:pt x="251" y="66"/>
                  </a:cubicBezTo>
                  <a:cubicBezTo>
                    <a:pt x="294" y="121"/>
                    <a:pt x="276" y="192"/>
                    <a:pt x="219" y="233"/>
                  </a:cubicBezTo>
                  <a:cubicBezTo>
                    <a:pt x="161" y="274"/>
                    <a:pt x="84" y="269"/>
                    <a:pt x="42" y="214"/>
                  </a:cubicBezTo>
                </a:path>
              </a:pathLst>
            </a:custGeom>
            <a:solidFill>
              <a:srgbClr val="2B0A3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nvGrpSpPr>
            <p:cNvPr id="43" name="Groupe 522">
              <a:extLst>
                <a:ext uri="{FF2B5EF4-FFF2-40B4-BE49-F238E27FC236}">
                  <a16:creationId xmlns:a16="http://schemas.microsoft.com/office/drawing/2014/main" id="{2727DB6A-C1C2-499A-9829-57D0CD4A6817}"/>
                </a:ext>
              </a:extLst>
            </p:cNvPr>
            <p:cNvGrpSpPr/>
            <p:nvPr/>
          </p:nvGrpSpPr>
          <p:grpSpPr>
            <a:xfrm rot="1149511">
              <a:off x="5781383" y="3841264"/>
              <a:ext cx="358174" cy="404467"/>
              <a:chOff x="7940675" y="1608138"/>
              <a:chExt cx="466726" cy="527050"/>
            </a:xfrm>
          </p:grpSpPr>
          <p:sp>
            <p:nvSpPr>
              <p:cNvPr id="44" name="Freeform 118">
                <a:extLst>
                  <a:ext uri="{FF2B5EF4-FFF2-40B4-BE49-F238E27FC236}">
                    <a16:creationId xmlns:a16="http://schemas.microsoft.com/office/drawing/2014/main" id="{B63DB6C4-3E37-4D34-A5F4-F16096EF053A}"/>
                  </a:ext>
                </a:extLst>
              </p:cNvPr>
              <p:cNvSpPr>
                <a:spLocks/>
              </p:cNvSpPr>
              <p:nvPr/>
            </p:nvSpPr>
            <p:spPr bwMode="auto">
              <a:xfrm>
                <a:off x="7940675" y="1824038"/>
                <a:ext cx="80963" cy="307975"/>
              </a:xfrm>
              <a:custGeom>
                <a:avLst/>
                <a:gdLst>
                  <a:gd name="T0" fmla="*/ 9 w 24"/>
                  <a:gd name="T1" fmla="*/ 0 h 90"/>
                  <a:gd name="T2" fmla="*/ 24 w 24"/>
                  <a:gd name="T3" fmla="*/ 0 h 90"/>
                  <a:gd name="T4" fmla="*/ 24 w 24"/>
                  <a:gd name="T5" fmla="*/ 90 h 90"/>
                  <a:gd name="T6" fmla="*/ 0 w 24"/>
                  <a:gd name="T7" fmla="*/ 90 h 90"/>
                  <a:gd name="T8" fmla="*/ 0 w 24"/>
                  <a:gd name="T9" fmla="*/ 10 h 90"/>
                  <a:gd name="T10" fmla="*/ 9 w 24"/>
                  <a:gd name="T11" fmla="*/ 0 h 90"/>
                </a:gdLst>
                <a:ahLst/>
                <a:cxnLst>
                  <a:cxn ang="0">
                    <a:pos x="T0" y="T1"/>
                  </a:cxn>
                  <a:cxn ang="0">
                    <a:pos x="T2" y="T3"/>
                  </a:cxn>
                  <a:cxn ang="0">
                    <a:pos x="T4" y="T5"/>
                  </a:cxn>
                  <a:cxn ang="0">
                    <a:pos x="T6" y="T7"/>
                  </a:cxn>
                  <a:cxn ang="0">
                    <a:pos x="T8" y="T9"/>
                  </a:cxn>
                  <a:cxn ang="0">
                    <a:pos x="T10" y="T11"/>
                  </a:cxn>
                </a:cxnLst>
                <a:rect l="0" t="0" r="r" b="b"/>
                <a:pathLst>
                  <a:path w="24" h="90">
                    <a:moveTo>
                      <a:pt x="9" y="0"/>
                    </a:moveTo>
                    <a:cubicBezTo>
                      <a:pt x="24" y="0"/>
                      <a:pt x="24" y="0"/>
                      <a:pt x="24" y="0"/>
                    </a:cubicBezTo>
                    <a:cubicBezTo>
                      <a:pt x="24" y="90"/>
                      <a:pt x="24" y="90"/>
                      <a:pt x="24" y="90"/>
                    </a:cubicBezTo>
                    <a:cubicBezTo>
                      <a:pt x="0" y="90"/>
                      <a:pt x="0" y="90"/>
                      <a:pt x="0" y="90"/>
                    </a:cubicBezTo>
                    <a:cubicBezTo>
                      <a:pt x="0" y="10"/>
                      <a:pt x="0" y="10"/>
                      <a:pt x="0" y="10"/>
                    </a:cubicBezTo>
                    <a:cubicBezTo>
                      <a:pt x="0" y="10"/>
                      <a:pt x="0" y="0"/>
                      <a:pt x="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45" name="Freeform 119">
                <a:extLst>
                  <a:ext uri="{FF2B5EF4-FFF2-40B4-BE49-F238E27FC236}">
                    <a16:creationId xmlns:a16="http://schemas.microsoft.com/office/drawing/2014/main" id="{2594F4FB-12EC-4C63-948B-8E43639EA334}"/>
                  </a:ext>
                </a:extLst>
              </p:cNvPr>
              <p:cNvSpPr>
                <a:spLocks/>
              </p:cNvSpPr>
              <p:nvPr/>
            </p:nvSpPr>
            <p:spPr bwMode="auto">
              <a:xfrm>
                <a:off x="8059738" y="1608138"/>
                <a:ext cx="347663" cy="527050"/>
              </a:xfrm>
              <a:custGeom>
                <a:avLst/>
                <a:gdLst>
                  <a:gd name="T0" fmla="*/ 54 w 103"/>
                  <a:gd name="T1" fmla="*/ 54 h 154"/>
                  <a:gd name="T2" fmla="*/ 56 w 103"/>
                  <a:gd name="T3" fmla="*/ 54 h 154"/>
                  <a:gd name="T4" fmla="*/ 86 w 103"/>
                  <a:gd name="T5" fmla="*/ 54 h 154"/>
                  <a:gd name="T6" fmla="*/ 99 w 103"/>
                  <a:gd name="T7" fmla="*/ 62 h 154"/>
                  <a:gd name="T8" fmla="*/ 94 w 103"/>
                  <a:gd name="T9" fmla="*/ 82 h 154"/>
                  <a:gd name="T10" fmla="*/ 94 w 103"/>
                  <a:gd name="T11" fmla="*/ 84 h 154"/>
                  <a:gd name="T12" fmla="*/ 92 w 103"/>
                  <a:gd name="T13" fmla="*/ 104 h 154"/>
                  <a:gd name="T14" fmla="*/ 91 w 103"/>
                  <a:gd name="T15" fmla="*/ 106 h 154"/>
                  <a:gd name="T16" fmla="*/ 90 w 103"/>
                  <a:gd name="T17" fmla="*/ 128 h 154"/>
                  <a:gd name="T18" fmla="*/ 90 w 103"/>
                  <a:gd name="T19" fmla="*/ 129 h 154"/>
                  <a:gd name="T20" fmla="*/ 95 w 103"/>
                  <a:gd name="T21" fmla="*/ 143 h 154"/>
                  <a:gd name="T22" fmla="*/ 84 w 103"/>
                  <a:gd name="T23" fmla="*/ 154 h 154"/>
                  <a:gd name="T24" fmla="*/ 81 w 103"/>
                  <a:gd name="T25" fmla="*/ 154 h 154"/>
                  <a:gd name="T26" fmla="*/ 7 w 103"/>
                  <a:gd name="T27" fmla="*/ 154 h 154"/>
                  <a:gd name="T28" fmla="*/ 0 w 103"/>
                  <a:gd name="T29" fmla="*/ 147 h 154"/>
                  <a:gd name="T30" fmla="*/ 0 w 103"/>
                  <a:gd name="T31" fmla="*/ 64 h 154"/>
                  <a:gd name="T32" fmla="*/ 1 w 103"/>
                  <a:gd name="T33" fmla="*/ 61 h 154"/>
                  <a:gd name="T34" fmla="*/ 22 w 103"/>
                  <a:gd name="T35" fmla="*/ 37 h 154"/>
                  <a:gd name="T36" fmla="*/ 33 w 103"/>
                  <a:gd name="T37" fmla="*/ 24 h 154"/>
                  <a:gd name="T38" fmla="*/ 36 w 103"/>
                  <a:gd name="T39" fmla="*/ 17 h 154"/>
                  <a:gd name="T40" fmla="*/ 36 w 103"/>
                  <a:gd name="T41" fmla="*/ 11 h 154"/>
                  <a:gd name="T42" fmla="*/ 50 w 103"/>
                  <a:gd name="T43" fmla="*/ 2 h 154"/>
                  <a:gd name="T44" fmla="*/ 57 w 103"/>
                  <a:gd name="T45" fmla="*/ 7 h 154"/>
                  <a:gd name="T46" fmla="*/ 60 w 103"/>
                  <a:gd name="T47" fmla="*/ 18 h 154"/>
                  <a:gd name="T48" fmla="*/ 57 w 103"/>
                  <a:gd name="T49" fmla="*/ 45 h 154"/>
                  <a:gd name="T50" fmla="*/ 54 w 103"/>
                  <a:gd name="T51" fmla="*/ 53 h 154"/>
                  <a:gd name="T52" fmla="*/ 54 w 103"/>
                  <a:gd name="T53" fmla="*/ 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3" h="154">
                    <a:moveTo>
                      <a:pt x="54" y="54"/>
                    </a:moveTo>
                    <a:cubicBezTo>
                      <a:pt x="56" y="54"/>
                      <a:pt x="56" y="54"/>
                      <a:pt x="56" y="54"/>
                    </a:cubicBezTo>
                    <a:cubicBezTo>
                      <a:pt x="66" y="54"/>
                      <a:pt x="76" y="54"/>
                      <a:pt x="86" y="54"/>
                    </a:cubicBezTo>
                    <a:cubicBezTo>
                      <a:pt x="92" y="54"/>
                      <a:pt x="96" y="57"/>
                      <a:pt x="99" y="62"/>
                    </a:cubicBezTo>
                    <a:cubicBezTo>
                      <a:pt x="103" y="69"/>
                      <a:pt x="101" y="78"/>
                      <a:pt x="94" y="82"/>
                    </a:cubicBezTo>
                    <a:cubicBezTo>
                      <a:pt x="93" y="83"/>
                      <a:pt x="93" y="83"/>
                      <a:pt x="94" y="84"/>
                    </a:cubicBezTo>
                    <a:cubicBezTo>
                      <a:pt x="99" y="90"/>
                      <a:pt x="98" y="100"/>
                      <a:pt x="92" y="104"/>
                    </a:cubicBezTo>
                    <a:cubicBezTo>
                      <a:pt x="90" y="105"/>
                      <a:pt x="90" y="105"/>
                      <a:pt x="91" y="106"/>
                    </a:cubicBezTo>
                    <a:cubicBezTo>
                      <a:pt x="97" y="112"/>
                      <a:pt x="97" y="122"/>
                      <a:pt x="90" y="128"/>
                    </a:cubicBezTo>
                    <a:cubicBezTo>
                      <a:pt x="89" y="128"/>
                      <a:pt x="89" y="128"/>
                      <a:pt x="90" y="129"/>
                    </a:cubicBezTo>
                    <a:cubicBezTo>
                      <a:pt x="94" y="132"/>
                      <a:pt x="96" y="138"/>
                      <a:pt x="95" y="143"/>
                    </a:cubicBezTo>
                    <a:cubicBezTo>
                      <a:pt x="94" y="149"/>
                      <a:pt x="89" y="153"/>
                      <a:pt x="84" y="154"/>
                    </a:cubicBezTo>
                    <a:cubicBezTo>
                      <a:pt x="83" y="154"/>
                      <a:pt x="82" y="154"/>
                      <a:pt x="81" y="154"/>
                    </a:cubicBezTo>
                    <a:cubicBezTo>
                      <a:pt x="56" y="154"/>
                      <a:pt x="32" y="154"/>
                      <a:pt x="7" y="154"/>
                    </a:cubicBezTo>
                    <a:cubicBezTo>
                      <a:pt x="3" y="154"/>
                      <a:pt x="0" y="151"/>
                      <a:pt x="0" y="147"/>
                    </a:cubicBezTo>
                    <a:cubicBezTo>
                      <a:pt x="0" y="119"/>
                      <a:pt x="0" y="92"/>
                      <a:pt x="0" y="64"/>
                    </a:cubicBezTo>
                    <a:cubicBezTo>
                      <a:pt x="0" y="63"/>
                      <a:pt x="0" y="62"/>
                      <a:pt x="1" y="61"/>
                    </a:cubicBezTo>
                    <a:cubicBezTo>
                      <a:pt x="8" y="53"/>
                      <a:pt x="15" y="45"/>
                      <a:pt x="22" y="37"/>
                    </a:cubicBezTo>
                    <a:cubicBezTo>
                      <a:pt x="26" y="33"/>
                      <a:pt x="30" y="29"/>
                      <a:pt x="33" y="24"/>
                    </a:cubicBezTo>
                    <a:cubicBezTo>
                      <a:pt x="35" y="22"/>
                      <a:pt x="36" y="20"/>
                      <a:pt x="36" y="17"/>
                    </a:cubicBezTo>
                    <a:cubicBezTo>
                      <a:pt x="36" y="15"/>
                      <a:pt x="36" y="13"/>
                      <a:pt x="36" y="11"/>
                    </a:cubicBezTo>
                    <a:cubicBezTo>
                      <a:pt x="37" y="5"/>
                      <a:pt x="44" y="0"/>
                      <a:pt x="50" y="2"/>
                    </a:cubicBezTo>
                    <a:cubicBezTo>
                      <a:pt x="53" y="2"/>
                      <a:pt x="55" y="4"/>
                      <a:pt x="57" y="7"/>
                    </a:cubicBezTo>
                    <a:cubicBezTo>
                      <a:pt x="59" y="10"/>
                      <a:pt x="59" y="14"/>
                      <a:pt x="60" y="18"/>
                    </a:cubicBezTo>
                    <a:cubicBezTo>
                      <a:pt x="60" y="27"/>
                      <a:pt x="60" y="36"/>
                      <a:pt x="57" y="45"/>
                    </a:cubicBezTo>
                    <a:cubicBezTo>
                      <a:pt x="57" y="47"/>
                      <a:pt x="56" y="50"/>
                      <a:pt x="54" y="53"/>
                    </a:cubicBezTo>
                    <a:cubicBezTo>
                      <a:pt x="54" y="53"/>
                      <a:pt x="54" y="53"/>
                      <a:pt x="54" y="54"/>
                    </a:cubicBezTo>
                  </a:path>
                </a:pathLst>
              </a:custGeom>
              <a:solidFill>
                <a:srgbClr val="C8FF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spTree>
    <p:extLst>
      <p:ext uri="{BB962C8B-B14F-4D97-AF65-F5344CB8AC3E}">
        <p14:creationId xmlns:p14="http://schemas.microsoft.com/office/powerpoint/2010/main" val="191579275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1.66667E-6 4.81481E-6 L 0.59245 0.19305 " pathEditMode="relative" rAng="0" ptsTypes="AA">
                                      <p:cBhvr>
                                        <p:cTn id="6" dur="2000" fill="hold"/>
                                        <p:tgtEl>
                                          <p:spTgt spid="7"/>
                                        </p:tgtEl>
                                        <p:attrNameLst>
                                          <p:attrName>ppt_x</p:attrName>
                                          <p:attrName>ppt_y</p:attrName>
                                        </p:attrNameLst>
                                      </p:cBhvr>
                                      <p:rCtr x="29622" y="9653"/>
                                    </p:animMotion>
                                  </p:childTnLst>
                                </p:cTn>
                              </p:par>
                            </p:childTnLst>
                          </p:cTn>
                        </p:par>
                        <p:par>
                          <p:cTn id="7" fill="hold">
                            <p:stCondLst>
                              <p:cond delay="2000"/>
                            </p:stCondLst>
                            <p:childTnLst>
                              <p:par>
                                <p:cTn id="8" presetID="22" presetClass="entr" presetSubtype="8" fill="hold" nodeType="afterEffect">
                                  <p:stCondLst>
                                    <p:cond delay="2000"/>
                                  </p:stCondLst>
                                  <p:childTnLst>
                                    <p:set>
                                      <p:cBhvr>
                                        <p:cTn id="9" dur="1" fill="hold">
                                          <p:stCondLst>
                                            <p:cond delay="0"/>
                                          </p:stCondLst>
                                        </p:cTn>
                                        <p:tgtEl>
                                          <p:spTgt spid="29">
                                            <p:txEl>
                                              <p:pRg st="1" end="1"/>
                                            </p:txEl>
                                          </p:spTgt>
                                        </p:tgtEl>
                                        <p:attrNameLst>
                                          <p:attrName>style.visibility</p:attrName>
                                        </p:attrNameLst>
                                      </p:cBhvr>
                                      <p:to>
                                        <p:strVal val="visible"/>
                                      </p:to>
                                    </p:set>
                                    <p:animEffect transition="in" filter="wipe(left)">
                                      <p:cBhvr>
                                        <p:cTn id="10" dur="500"/>
                                        <p:tgtEl>
                                          <p:spTgt spid="29">
                                            <p:txEl>
                                              <p:pRg st="1" end="1"/>
                                            </p:txEl>
                                          </p:spTgt>
                                        </p:tgtEl>
                                      </p:cBhvr>
                                    </p:animEffect>
                                  </p:childTnLst>
                                </p:cTn>
                              </p:par>
                            </p:childTnLst>
                          </p:cTn>
                        </p:par>
                        <p:par>
                          <p:cTn id="11" fill="hold">
                            <p:stCondLst>
                              <p:cond delay="4500"/>
                            </p:stCondLst>
                            <p:childTnLst>
                              <p:par>
                                <p:cTn id="12" presetID="22" presetClass="entr" presetSubtype="8"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wipe(left)">
                                      <p:cBhvr>
                                        <p:cTn id="1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1E92E4-BA47-4AA6-BA25-2F7C76608BEA}"/>
              </a:ext>
            </a:extLst>
          </p:cNvPr>
          <p:cNvPicPr>
            <a:picLocks noChangeAspect="1"/>
          </p:cNvPicPr>
          <p:nvPr/>
        </p:nvPicPr>
        <p:blipFill>
          <a:blip r:embed="rId3"/>
          <a:stretch>
            <a:fillRect/>
          </a:stretch>
        </p:blipFill>
        <p:spPr>
          <a:xfrm>
            <a:off x="3878407" y="1257464"/>
            <a:ext cx="3995331" cy="5600535"/>
          </a:xfrm>
          <a:prstGeom prst="rect">
            <a:avLst/>
          </a:prstGeom>
          <a:ln>
            <a:solidFill>
              <a:schemeClr val="tx1"/>
            </a:solidFill>
          </a:ln>
        </p:spPr>
      </p:pic>
      <p:pic>
        <p:nvPicPr>
          <p:cNvPr id="12" name="Picture 11">
            <a:extLst>
              <a:ext uri="{FF2B5EF4-FFF2-40B4-BE49-F238E27FC236}">
                <a16:creationId xmlns:a16="http://schemas.microsoft.com/office/drawing/2014/main" id="{588F88C8-1199-4C30-BE3C-34F0321361AC}"/>
              </a:ext>
            </a:extLst>
          </p:cNvPr>
          <p:cNvPicPr>
            <a:picLocks noChangeAspect="1"/>
          </p:cNvPicPr>
          <p:nvPr/>
        </p:nvPicPr>
        <p:blipFill rotWithShape="1">
          <a:blip r:embed="rId4"/>
          <a:srcRect l="12735" r="27841" b="6545"/>
          <a:stretch/>
        </p:blipFill>
        <p:spPr>
          <a:xfrm>
            <a:off x="4944765" y="2678961"/>
            <a:ext cx="2065469" cy="834880"/>
          </a:xfrm>
          <a:prstGeom prst="rect">
            <a:avLst/>
          </a:prstGeom>
        </p:spPr>
      </p:pic>
      <p:pic>
        <p:nvPicPr>
          <p:cNvPr id="25" name="Picture 24">
            <a:extLst>
              <a:ext uri="{FF2B5EF4-FFF2-40B4-BE49-F238E27FC236}">
                <a16:creationId xmlns:a16="http://schemas.microsoft.com/office/drawing/2014/main" id="{AC25C0B5-2525-4C9A-9481-071943F9BED5}"/>
              </a:ext>
            </a:extLst>
          </p:cNvPr>
          <p:cNvPicPr>
            <a:picLocks noChangeAspect="1"/>
          </p:cNvPicPr>
          <p:nvPr/>
        </p:nvPicPr>
        <p:blipFill>
          <a:blip r:embed="rId5"/>
          <a:stretch>
            <a:fillRect/>
          </a:stretch>
        </p:blipFill>
        <p:spPr>
          <a:xfrm>
            <a:off x="270086" y="5710333"/>
            <a:ext cx="530398" cy="506012"/>
          </a:xfrm>
          <a:prstGeom prst="rect">
            <a:avLst/>
          </a:prstGeom>
        </p:spPr>
      </p:pic>
      <p:sp>
        <p:nvSpPr>
          <p:cNvPr id="23" name="Rectangle 22">
            <a:extLst>
              <a:ext uri="{FF2B5EF4-FFF2-40B4-BE49-F238E27FC236}">
                <a16:creationId xmlns:a16="http://schemas.microsoft.com/office/drawing/2014/main" id="{20605E57-0EDC-4A86-956E-C9D84267908F}"/>
              </a:ext>
            </a:extLst>
          </p:cNvPr>
          <p:cNvSpPr/>
          <p:nvPr/>
        </p:nvSpPr>
        <p:spPr>
          <a:xfrm>
            <a:off x="666013" y="2243515"/>
            <a:ext cx="3061302" cy="4394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F0ABA93-E687-4F31-BFE3-223F047728FF}"/>
              </a:ext>
            </a:extLst>
          </p:cNvPr>
          <p:cNvPicPr>
            <a:picLocks noChangeAspect="1"/>
          </p:cNvPicPr>
          <p:nvPr/>
        </p:nvPicPr>
        <p:blipFill rotWithShape="1">
          <a:blip r:embed="rId6"/>
          <a:srcRect l="6369" r="3454" b="23312"/>
          <a:stretch/>
        </p:blipFill>
        <p:spPr>
          <a:xfrm>
            <a:off x="4944765" y="3542122"/>
            <a:ext cx="2366037" cy="477835"/>
          </a:xfrm>
          <a:prstGeom prst="rect">
            <a:avLst/>
          </a:prstGeom>
        </p:spPr>
      </p:pic>
      <p:pic>
        <p:nvPicPr>
          <p:cNvPr id="13" name="Picture 12">
            <a:extLst>
              <a:ext uri="{FF2B5EF4-FFF2-40B4-BE49-F238E27FC236}">
                <a16:creationId xmlns:a16="http://schemas.microsoft.com/office/drawing/2014/main" id="{840FFEB6-F254-44CD-9900-1A0899710273}"/>
              </a:ext>
            </a:extLst>
          </p:cNvPr>
          <p:cNvPicPr>
            <a:picLocks noChangeAspect="1"/>
          </p:cNvPicPr>
          <p:nvPr/>
        </p:nvPicPr>
        <p:blipFill rotWithShape="1">
          <a:blip r:embed="rId7"/>
          <a:srcRect l="4116" r="9466" b="10513"/>
          <a:stretch/>
        </p:blipFill>
        <p:spPr>
          <a:xfrm>
            <a:off x="4944764" y="4094578"/>
            <a:ext cx="2366037" cy="978083"/>
          </a:xfrm>
          <a:prstGeom prst="rect">
            <a:avLst/>
          </a:prstGeom>
        </p:spPr>
      </p:pic>
      <p:pic>
        <p:nvPicPr>
          <p:cNvPr id="14" name="Picture 13">
            <a:extLst>
              <a:ext uri="{FF2B5EF4-FFF2-40B4-BE49-F238E27FC236}">
                <a16:creationId xmlns:a16="http://schemas.microsoft.com/office/drawing/2014/main" id="{04F52516-539F-461C-A1FD-72D4F95B26A2}"/>
              </a:ext>
            </a:extLst>
          </p:cNvPr>
          <p:cNvPicPr>
            <a:picLocks noChangeAspect="1"/>
          </p:cNvPicPr>
          <p:nvPr/>
        </p:nvPicPr>
        <p:blipFill rotWithShape="1">
          <a:blip r:embed="rId8"/>
          <a:srcRect l="8849" r="3800" b="6262"/>
          <a:stretch/>
        </p:blipFill>
        <p:spPr>
          <a:xfrm>
            <a:off x="4944764" y="5064029"/>
            <a:ext cx="2533047" cy="1052704"/>
          </a:xfrm>
          <a:prstGeom prst="rect">
            <a:avLst/>
          </a:prstGeom>
        </p:spPr>
      </p:pic>
      <p:pic>
        <p:nvPicPr>
          <p:cNvPr id="15" name="Picture 14">
            <a:extLst>
              <a:ext uri="{FF2B5EF4-FFF2-40B4-BE49-F238E27FC236}">
                <a16:creationId xmlns:a16="http://schemas.microsoft.com/office/drawing/2014/main" id="{354F356F-264A-46F3-8896-4F8A8DC08901}"/>
              </a:ext>
            </a:extLst>
          </p:cNvPr>
          <p:cNvPicPr>
            <a:picLocks noChangeAspect="1"/>
          </p:cNvPicPr>
          <p:nvPr/>
        </p:nvPicPr>
        <p:blipFill>
          <a:blip r:embed="rId3"/>
          <a:stretch>
            <a:fillRect/>
          </a:stretch>
        </p:blipFill>
        <p:spPr>
          <a:xfrm>
            <a:off x="7969915" y="1257463"/>
            <a:ext cx="3995331" cy="5600535"/>
          </a:xfrm>
          <a:prstGeom prst="rect">
            <a:avLst/>
          </a:prstGeom>
          <a:ln>
            <a:solidFill>
              <a:schemeClr val="tx1"/>
            </a:solidFill>
          </a:ln>
        </p:spPr>
      </p:pic>
      <p:pic>
        <p:nvPicPr>
          <p:cNvPr id="16" name="Picture 15">
            <a:extLst>
              <a:ext uri="{FF2B5EF4-FFF2-40B4-BE49-F238E27FC236}">
                <a16:creationId xmlns:a16="http://schemas.microsoft.com/office/drawing/2014/main" id="{AB423BF7-10E5-4BF5-9625-86C81B0977EE}"/>
              </a:ext>
            </a:extLst>
          </p:cNvPr>
          <p:cNvPicPr>
            <a:picLocks noChangeAspect="1"/>
          </p:cNvPicPr>
          <p:nvPr/>
        </p:nvPicPr>
        <p:blipFill>
          <a:blip r:embed="rId9"/>
          <a:stretch>
            <a:fillRect/>
          </a:stretch>
        </p:blipFill>
        <p:spPr>
          <a:xfrm>
            <a:off x="9091612" y="2825115"/>
            <a:ext cx="2466975" cy="819150"/>
          </a:xfrm>
          <a:prstGeom prst="rect">
            <a:avLst/>
          </a:prstGeom>
        </p:spPr>
      </p:pic>
      <p:pic>
        <p:nvPicPr>
          <p:cNvPr id="17" name="Picture 16">
            <a:extLst>
              <a:ext uri="{FF2B5EF4-FFF2-40B4-BE49-F238E27FC236}">
                <a16:creationId xmlns:a16="http://schemas.microsoft.com/office/drawing/2014/main" id="{9936B664-B869-43FE-8DCC-B61C95007F6B}"/>
              </a:ext>
            </a:extLst>
          </p:cNvPr>
          <p:cNvPicPr>
            <a:picLocks noChangeAspect="1"/>
          </p:cNvPicPr>
          <p:nvPr/>
        </p:nvPicPr>
        <p:blipFill>
          <a:blip r:embed="rId10"/>
          <a:stretch>
            <a:fillRect/>
          </a:stretch>
        </p:blipFill>
        <p:spPr>
          <a:xfrm>
            <a:off x="9091612" y="3659694"/>
            <a:ext cx="2390775" cy="923925"/>
          </a:xfrm>
          <a:prstGeom prst="rect">
            <a:avLst/>
          </a:prstGeom>
        </p:spPr>
      </p:pic>
      <p:pic>
        <p:nvPicPr>
          <p:cNvPr id="18" name="Picture 17">
            <a:extLst>
              <a:ext uri="{FF2B5EF4-FFF2-40B4-BE49-F238E27FC236}">
                <a16:creationId xmlns:a16="http://schemas.microsoft.com/office/drawing/2014/main" id="{8427B388-A64E-45FF-A278-6E6535377131}"/>
              </a:ext>
            </a:extLst>
          </p:cNvPr>
          <p:cNvPicPr>
            <a:picLocks noChangeAspect="1"/>
          </p:cNvPicPr>
          <p:nvPr/>
        </p:nvPicPr>
        <p:blipFill>
          <a:blip r:embed="rId11"/>
          <a:stretch>
            <a:fillRect/>
          </a:stretch>
        </p:blipFill>
        <p:spPr>
          <a:xfrm>
            <a:off x="9091612" y="4722720"/>
            <a:ext cx="2190750" cy="1200150"/>
          </a:xfrm>
          <a:prstGeom prst="rect">
            <a:avLst/>
          </a:prstGeom>
        </p:spPr>
      </p:pic>
      <p:sp>
        <p:nvSpPr>
          <p:cNvPr id="20" name="Callout: Bent Line with Border and Accent Bar 19">
            <a:extLst>
              <a:ext uri="{FF2B5EF4-FFF2-40B4-BE49-F238E27FC236}">
                <a16:creationId xmlns:a16="http://schemas.microsoft.com/office/drawing/2014/main" id="{FC3BFC78-47F4-4586-BD3A-CE13EEF13ABA}"/>
              </a:ext>
            </a:extLst>
          </p:cNvPr>
          <p:cNvSpPr/>
          <p:nvPr/>
        </p:nvSpPr>
        <p:spPr>
          <a:xfrm>
            <a:off x="1634997" y="3013662"/>
            <a:ext cx="1344667" cy="725183"/>
          </a:xfrm>
          <a:prstGeom prst="accentBorderCallout2">
            <a:avLst>
              <a:gd name="adj1" fmla="val 18750"/>
              <a:gd name="adj2" fmla="val -8333"/>
              <a:gd name="adj3" fmla="val 18750"/>
              <a:gd name="adj4" fmla="val -16667"/>
              <a:gd name="adj5" fmla="val 67946"/>
              <a:gd name="adj6" fmla="val -310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Leading</a:t>
            </a:r>
            <a:b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b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Underwriter</a:t>
            </a:r>
          </a:p>
        </p:txBody>
      </p:sp>
      <p:sp>
        <p:nvSpPr>
          <p:cNvPr id="21" name="Rectangle 20">
            <a:extLst>
              <a:ext uri="{FF2B5EF4-FFF2-40B4-BE49-F238E27FC236}">
                <a16:creationId xmlns:a16="http://schemas.microsoft.com/office/drawing/2014/main" id="{23F28F79-5E3F-44D4-B124-9F99C086B414}"/>
              </a:ext>
            </a:extLst>
          </p:cNvPr>
          <p:cNvSpPr/>
          <p:nvPr/>
        </p:nvSpPr>
        <p:spPr>
          <a:xfrm>
            <a:off x="600222" y="2173575"/>
            <a:ext cx="3061302" cy="4394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98A2740-7C8D-4469-96AF-AA5DA3915226}"/>
              </a:ext>
            </a:extLst>
          </p:cNvPr>
          <p:cNvSpPr/>
          <p:nvPr/>
        </p:nvSpPr>
        <p:spPr>
          <a:xfrm>
            <a:off x="521653" y="2111312"/>
            <a:ext cx="3061302" cy="4394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6DB6565F-9F60-40AC-8CA7-DF6487CDA6C1}"/>
              </a:ext>
            </a:extLst>
          </p:cNvPr>
          <p:cNvSpPr/>
          <p:nvPr/>
        </p:nvSpPr>
        <p:spPr>
          <a:xfrm>
            <a:off x="187502" y="1704755"/>
            <a:ext cx="3325374" cy="4701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627E7B06-BCC1-4210-8D44-0F6C5EDEB0E6}"/>
              </a:ext>
            </a:extLst>
          </p:cNvPr>
          <p:cNvSpPr txBox="1"/>
          <p:nvPr/>
        </p:nvSpPr>
        <p:spPr>
          <a:xfrm>
            <a:off x="167120" y="1911964"/>
            <a:ext cx="330705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Calibri" panose="020F0502020204030204"/>
                <a:ea typeface="+mn-ea"/>
                <a:cs typeface="+mn-cs"/>
              </a:rPr>
              <a:t>ACME INSURANCE BROKERS LIMITED</a:t>
            </a:r>
          </a:p>
        </p:txBody>
      </p:sp>
      <p:pic>
        <p:nvPicPr>
          <p:cNvPr id="27" name="Picture 26">
            <a:extLst>
              <a:ext uri="{FF2B5EF4-FFF2-40B4-BE49-F238E27FC236}">
                <a16:creationId xmlns:a16="http://schemas.microsoft.com/office/drawing/2014/main" id="{43CCFD8A-31F3-42AD-A2E8-ECA859B1F7AC}"/>
              </a:ext>
            </a:extLst>
          </p:cNvPr>
          <p:cNvPicPr>
            <a:picLocks noChangeAspect="1"/>
          </p:cNvPicPr>
          <p:nvPr/>
        </p:nvPicPr>
        <p:blipFill>
          <a:blip r:embed="rId12"/>
          <a:stretch>
            <a:fillRect/>
          </a:stretch>
        </p:blipFill>
        <p:spPr>
          <a:xfrm>
            <a:off x="253066" y="2626947"/>
            <a:ext cx="2981125" cy="3399137"/>
          </a:xfrm>
          <a:prstGeom prst="rect">
            <a:avLst/>
          </a:prstGeom>
        </p:spPr>
      </p:pic>
      <p:sp>
        <p:nvSpPr>
          <p:cNvPr id="29" name="Content Placeholder 2">
            <a:extLst>
              <a:ext uri="{FF2B5EF4-FFF2-40B4-BE49-F238E27FC236}">
                <a16:creationId xmlns:a16="http://schemas.microsoft.com/office/drawing/2014/main" id="{02D006E7-07FE-4B09-A2B3-E98D1C616353}"/>
              </a:ext>
            </a:extLst>
          </p:cNvPr>
          <p:cNvSpPr>
            <a:spLocks noGrp="1"/>
          </p:cNvSpPr>
          <p:nvPr>
            <p:ph idx="1"/>
          </p:nvPr>
        </p:nvSpPr>
        <p:spPr>
          <a:xfrm>
            <a:off x="294618" y="2243515"/>
            <a:ext cx="3238640" cy="4163090"/>
          </a:xfrm>
        </p:spPr>
        <p:txBody>
          <a:bodyPr>
            <a:normAutofit lnSpcReduction="10000"/>
          </a:bodyPr>
          <a:lstStyle/>
          <a:p>
            <a:pPr marL="342900" indent="-342900">
              <a:buFont typeface="+mj-lt"/>
              <a:buAutoNum type="arabicPeriod"/>
            </a:pPr>
            <a:r>
              <a:rPr lang="en-GB" sz="1800">
                <a:solidFill>
                  <a:schemeClr val="bg1"/>
                </a:solidFill>
              </a:rPr>
              <a:t>Broker meets with Leading Underwriter and negotiates best quote for terms &amp; conditions for proposed contract </a:t>
            </a:r>
          </a:p>
          <a:p>
            <a:pPr marL="342900" indent="-342900">
              <a:buFont typeface="+mj-lt"/>
              <a:buAutoNum type="arabicPeriod"/>
            </a:pPr>
            <a:r>
              <a:rPr lang="en-GB" sz="1800">
                <a:solidFill>
                  <a:schemeClr val="bg1"/>
                </a:solidFill>
              </a:rPr>
              <a:t>Client agrees to purchase proposed coverage</a:t>
            </a:r>
          </a:p>
          <a:p>
            <a:pPr marL="342900" indent="-342900">
              <a:buFont typeface="+mj-lt"/>
              <a:buAutoNum type="arabicPeriod"/>
            </a:pPr>
            <a:r>
              <a:rPr lang="en-GB" sz="1800">
                <a:solidFill>
                  <a:schemeClr val="bg1"/>
                </a:solidFill>
              </a:rPr>
              <a:t>Broker presents Placing slip to Lead Underwriter to bind agreed percentage share of contract</a:t>
            </a:r>
          </a:p>
          <a:p>
            <a:pPr marL="342900" indent="-342900">
              <a:buFont typeface="+mj-lt"/>
              <a:buAutoNum type="arabicPeriod"/>
            </a:pPr>
            <a:r>
              <a:rPr lang="en-GB" sz="1800">
                <a:solidFill>
                  <a:schemeClr val="bg1"/>
                </a:solidFill>
              </a:rPr>
              <a:t>Broker then seeks support from following market underwriters until percentages equals or exceeds 100%</a:t>
            </a:r>
          </a:p>
        </p:txBody>
      </p:sp>
      <p:sp>
        <p:nvSpPr>
          <p:cNvPr id="31" name="Callout: Line with Border and Accent Bar 30">
            <a:extLst>
              <a:ext uri="{FF2B5EF4-FFF2-40B4-BE49-F238E27FC236}">
                <a16:creationId xmlns:a16="http://schemas.microsoft.com/office/drawing/2014/main" id="{0E2EBA4F-2593-4D8F-8C38-CBE9EA6141EE}"/>
              </a:ext>
            </a:extLst>
          </p:cNvPr>
          <p:cNvSpPr/>
          <p:nvPr/>
        </p:nvSpPr>
        <p:spPr>
          <a:xfrm>
            <a:off x="7399437" y="3002908"/>
            <a:ext cx="1044780" cy="641357"/>
          </a:xfrm>
          <a:prstGeom prst="accentBorderCallout1">
            <a:avLst>
              <a:gd name="adj1" fmla="val 42267"/>
              <a:gd name="adj2" fmla="val -8333"/>
              <a:gd name="adj3" fmla="val 16962"/>
              <a:gd name="adj4" fmla="val -39235"/>
            </a:avLst>
          </a:prstGeom>
          <a:solidFill>
            <a:schemeClr val="tx1"/>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Leading Underwriter</a:t>
            </a:r>
          </a:p>
        </p:txBody>
      </p:sp>
      <p:sp>
        <p:nvSpPr>
          <p:cNvPr id="28" name="Title 1">
            <a:extLst>
              <a:ext uri="{FF2B5EF4-FFF2-40B4-BE49-F238E27FC236}">
                <a16:creationId xmlns:a16="http://schemas.microsoft.com/office/drawing/2014/main" id="{544A710B-EBF8-4FA0-AD1A-4793CD6B61FA}"/>
              </a:ext>
            </a:extLst>
          </p:cNvPr>
          <p:cNvSpPr txBox="1">
            <a:spLocks/>
          </p:cNvSpPr>
          <p:nvPr/>
        </p:nvSpPr>
        <p:spPr>
          <a:xfrm>
            <a:off x="227349" y="0"/>
            <a:ext cx="11125236" cy="110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000">
                <a:solidFill>
                  <a:schemeClr val="accent1"/>
                </a:solidFill>
                <a:latin typeface="Verdana" panose="020B0604030504040204" pitchFamily="34" charset="0"/>
                <a:ea typeface="Verdana" panose="020B0604030504040204" pitchFamily="34" charset="0"/>
              </a:rPr>
              <a:t>Placement</a:t>
            </a:r>
            <a:r>
              <a:rPr lang="en-GB" sz="3000">
                <a:latin typeface="Verdana" panose="020B0604030504040204" pitchFamily="34" charset="0"/>
                <a:ea typeface="Verdana" panose="020B0604030504040204" pitchFamily="34" charset="0"/>
              </a:rPr>
              <a:t> </a:t>
            </a:r>
            <a:r>
              <a:rPr lang="en-GB" sz="3000">
                <a:solidFill>
                  <a:schemeClr val="accent1"/>
                </a:solidFill>
                <a:latin typeface="Verdana" panose="020B0604030504040204" pitchFamily="34" charset="0"/>
                <a:ea typeface="Verdana" panose="020B0604030504040204" pitchFamily="34" charset="0"/>
              </a:rPr>
              <a:t>process example</a:t>
            </a:r>
            <a:endParaRPr lang="en-GB" sz="3000"/>
          </a:p>
        </p:txBody>
      </p:sp>
      <p:pic>
        <p:nvPicPr>
          <p:cNvPr id="2" name="Picture 1">
            <a:extLst>
              <a:ext uri="{FF2B5EF4-FFF2-40B4-BE49-F238E27FC236}">
                <a16:creationId xmlns:a16="http://schemas.microsoft.com/office/drawing/2014/main" id="{F663EF38-2282-4B3E-9CD4-2E0EADAE959A}"/>
              </a:ext>
            </a:extLst>
          </p:cNvPr>
          <p:cNvPicPr>
            <a:picLocks noChangeAspect="1"/>
          </p:cNvPicPr>
          <p:nvPr/>
        </p:nvPicPr>
        <p:blipFill>
          <a:blip r:embed="rId13"/>
          <a:stretch>
            <a:fillRect/>
          </a:stretch>
        </p:blipFill>
        <p:spPr>
          <a:xfrm>
            <a:off x="3219743" y="4647233"/>
            <a:ext cx="530398" cy="506012"/>
          </a:xfrm>
          <a:prstGeom prst="rect">
            <a:avLst/>
          </a:prstGeom>
        </p:spPr>
      </p:pic>
    </p:spTree>
    <p:extLst>
      <p:ext uri="{BB962C8B-B14F-4D97-AF65-F5344CB8AC3E}">
        <p14:creationId xmlns:p14="http://schemas.microsoft.com/office/powerpoint/2010/main" val="107300967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9">
                                            <p:txEl>
                                              <p:pRg st="2" end="2"/>
                                            </p:txEl>
                                          </p:spTgt>
                                        </p:tgtEl>
                                        <p:attrNameLst>
                                          <p:attrName>style.visibility</p:attrName>
                                        </p:attrNameLst>
                                      </p:cBhvr>
                                      <p:to>
                                        <p:strVal val="visible"/>
                                      </p:to>
                                    </p:set>
                                    <p:animEffect transition="in" filter="wipe(left)">
                                      <p:cBhvr>
                                        <p:cTn id="7" dur="500"/>
                                        <p:tgtEl>
                                          <p:spTgt spid="29">
                                            <p:txEl>
                                              <p:pRg st="2" end="2"/>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42" presetClass="path" presetSubtype="0" accel="50000" decel="50000" fill="hold" nodeType="withEffect">
                                  <p:stCondLst>
                                    <p:cond delay="0"/>
                                  </p:stCondLst>
                                  <p:childTnLst>
                                    <p:animMotion origin="layout" path="M 0.19935 -0.12986 L 0.53112 -0.46967 " pathEditMode="relative" rAng="0" ptsTypes="AA">
                                      <p:cBhvr>
                                        <p:cTn id="17" dur="2000" fill="hold"/>
                                        <p:tgtEl>
                                          <p:spTgt spid="25"/>
                                        </p:tgtEl>
                                        <p:attrNameLst>
                                          <p:attrName>ppt_x</p:attrName>
                                          <p:attrName>ppt_y</p:attrName>
                                        </p:attrNameLst>
                                      </p:cBhvr>
                                      <p:rCtr x="16589" y="-16991"/>
                                    </p:animMotion>
                                  </p:childTnLst>
                                </p:cTn>
                              </p:par>
                            </p:childTnLst>
                          </p:cTn>
                        </p:par>
                        <p:par>
                          <p:cTn id="18" fill="hold">
                            <p:stCondLst>
                              <p:cond delay="300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par>
                          <p:cTn id="25" fill="hold">
                            <p:stCondLst>
                              <p:cond delay="3500"/>
                            </p:stCondLst>
                            <p:childTnLst>
                              <p:par>
                                <p:cTn id="26" presetID="22" presetClass="entr" presetSubtype="8" fill="hold" nodeType="afterEffect">
                                  <p:stCondLst>
                                    <p:cond delay="0"/>
                                  </p:stCondLst>
                                  <p:childTnLst>
                                    <p:set>
                                      <p:cBhvr>
                                        <p:cTn id="27" dur="1" fill="hold">
                                          <p:stCondLst>
                                            <p:cond delay="0"/>
                                          </p:stCondLst>
                                        </p:cTn>
                                        <p:tgtEl>
                                          <p:spTgt spid="29">
                                            <p:txEl>
                                              <p:pRg st="3" end="3"/>
                                            </p:txEl>
                                          </p:spTgt>
                                        </p:tgtEl>
                                        <p:attrNameLst>
                                          <p:attrName>style.visibility</p:attrName>
                                        </p:attrNameLst>
                                      </p:cBhvr>
                                      <p:to>
                                        <p:strVal val="visible"/>
                                      </p:to>
                                    </p:set>
                                    <p:animEffect transition="in" filter="wipe(left)">
                                      <p:cBhvr>
                                        <p:cTn id="28" dur="500"/>
                                        <p:tgtEl>
                                          <p:spTgt spid="29">
                                            <p:txEl>
                                              <p:pRg st="3" end="3"/>
                                            </p:txEl>
                                          </p:spTgt>
                                        </p:tgtEl>
                                      </p:cBhvr>
                                    </p:animEffect>
                                  </p:childTnLst>
                                </p:cTn>
                              </p:par>
                            </p:childTnLst>
                          </p:cTn>
                        </p:par>
                        <p:par>
                          <p:cTn id="29" fill="hold">
                            <p:stCondLst>
                              <p:cond delay="4000"/>
                            </p:stCondLst>
                            <p:childTnLst>
                              <p:par>
                                <p:cTn id="30" presetID="22" presetClass="entr" presetSubtype="1" fill="hold" nodeType="afterEffect">
                                  <p:stCondLst>
                                    <p:cond delay="50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par>
                          <p:cTn id="33" fill="hold">
                            <p:stCondLst>
                              <p:cond delay="5000"/>
                            </p:stCondLst>
                            <p:childTnLst>
                              <p:par>
                                <p:cTn id="34" presetID="22" presetClass="entr" presetSubtype="1" fill="hold" nodeType="afterEffect">
                                  <p:stCondLst>
                                    <p:cond delay="500"/>
                                  </p:stCondLst>
                                  <p:childTnLst>
                                    <p:set>
                                      <p:cBhvr>
                                        <p:cTn id="35" dur="1" fill="hold">
                                          <p:stCondLst>
                                            <p:cond delay="0"/>
                                          </p:stCondLst>
                                        </p:cTn>
                                        <p:tgtEl>
                                          <p:spTgt spid="13"/>
                                        </p:tgtEl>
                                        <p:attrNameLst>
                                          <p:attrName>style.visibility</p:attrName>
                                        </p:attrNameLst>
                                      </p:cBhvr>
                                      <p:to>
                                        <p:strVal val="visible"/>
                                      </p:to>
                                    </p:set>
                                    <p:animEffect transition="in" filter="wipe(up)">
                                      <p:cBhvr>
                                        <p:cTn id="36" dur="1000"/>
                                        <p:tgtEl>
                                          <p:spTgt spid="13"/>
                                        </p:tgtEl>
                                      </p:cBhvr>
                                    </p:animEffect>
                                  </p:childTnLst>
                                </p:cTn>
                              </p:par>
                            </p:childTnLst>
                          </p:cTn>
                        </p:par>
                        <p:par>
                          <p:cTn id="37" fill="hold">
                            <p:stCondLst>
                              <p:cond delay="6500"/>
                            </p:stCondLst>
                            <p:childTnLst>
                              <p:par>
                                <p:cTn id="38" presetID="22" presetClass="entr" presetSubtype="1" fill="hold" nodeType="afterEffect">
                                  <p:stCondLst>
                                    <p:cond delay="50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1000"/>
                                        <p:tgtEl>
                                          <p:spTgt spid="14"/>
                                        </p:tgtEl>
                                      </p:cBhvr>
                                    </p:animEffect>
                                  </p:childTnLst>
                                </p:cTn>
                              </p:par>
                            </p:childTnLst>
                          </p:cTn>
                        </p:par>
                        <p:par>
                          <p:cTn id="41" fill="hold">
                            <p:stCondLst>
                              <p:cond delay="8000"/>
                            </p:stCondLst>
                            <p:childTnLst>
                              <p:par>
                                <p:cTn id="42" presetID="2" presetClass="entr" presetSubtype="12" fill="hold" nodeType="afterEffect">
                                  <p:stCondLst>
                                    <p:cond delay="50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1000" fill="hold"/>
                                        <p:tgtEl>
                                          <p:spTgt spid="15"/>
                                        </p:tgtEl>
                                        <p:attrNameLst>
                                          <p:attrName>ppt_x</p:attrName>
                                        </p:attrNameLst>
                                      </p:cBhvr>
                                      <p:tavLst>
                                        <p:tav tm="0">
                                          <p:val>
                                            <p:strVal val="0-#ppt_w/2"/>
                                          </p:val>
                                        </p:tav>
                                        <p:tav tm="100000">
                                          <p:val>
                                            <p:strVal val="#ppt_x"/>
                                          </p:val>
                                        </p:tav>
                                      </p:tavLst>
                                    </p:anim>
                                    <p:anim calcmode="lin" valueType="num">
                                      <p:cBhvr additive="base">
                                        <p:cTn id="45" dur="1000" fill="hold"/>
                                        <p:tgtEl>
                                          <p:spTgt spid="15"/>
                                        </p:tgtEl>
                                        <p:attrNameLst>
                                          <p:attrName>ppt_y</p:attrName>
                                        </p:attrNameLst>
                                      </p:cBhvr>
                                      <p:tavLst>
                                        <p:tav tm="0">
                                          <p:val>
                                            <p:strVal val="1+#ppt_h/2"/>
                                          </p:val>
                                        </p:tav>
                                        <p:tav tm="100000">
                                          <p:val>
                                            <p:strVal val="#ppt_y"/>
                                          </p:val>
                                        </p:tav>
                                      </p:tavLst>
                                    </p:anim>
                                  </p:childTnLst>
                                </p:cTn>
                              </p:par>
                            </p:childTnLst>
                          </p:cTn>
                        </p:par>
                        <p:par>
                          <p:cTn id="46" fill="hold">
                            <p:stCondLst>
                              <p:cond delay="9500"/>
                            </p:stCondLst>
                            <p:childTnLst>
                              <p:par>
                                <p:cTn id="47" presetID="22" presetClass="entr" presetSubtype="1" fill="hold" nodeType="afterEffect">
                                  <p:stCondLst>
                                    <p:cond delay="500"/>
                                  </p:stCondLst>
                                  <p:childTnLst>
                                    <p:set>
                                      <p:cBhvr>
                                        <p:cTn id="48" dur="1" fill="hold">
                                          <p:stCondLst>
                                            <p:cond delay="0"/>
                                          </p:stCondLst>
                                        </p:cTn>
                                        <p:tgtEl>
                                          <p:spTgt spid="16"/>
                                        </p:tgtEl>
                                        <p:attrNameLst>
                                          <p:attrName>style.visibility</p:attrName>
                                        </p:attrNameLst>
                                      </p:cBhvr>
                                      <p:to>
                                        <p:strVal val="visible"/>
                                      </p:to>
                                    </p:set>
                                    <p:animEffect transition="in" filter="wipe(up)">
                                      <p:cBhvr>
                                        <p:cTn id="49" dur="1000"/>
                                        <p:tgtEl>
                                          <p:spTgt spid="16"/>
                                        </p:tgtEl>
                                      </p:cBhvr>
                                    </p:animEffect>
                                  </p:childTnLst>
                                </p:cTn>
                              </p:par>
                            </p:childTnLst>
                          </p:cTn>
                        </p:par>
                        <p:par>
                          <p:cTn id="50" fill="hold">
                            <p:stCondLst>
                              <p:cond delay="11000"/>
                            </p:stCondLst>
                            <p:childTnLst>
                              <p:par>
                                <p:cTn id="51" presetID="22" presetClass="entr" presetSubtype="1" fill="hold" nodeType="afterEffect">
                                  <p:stCondLst>
                                    <p:cond delay="500"/>
                                  </p:stCondLst>
                                  <p:childTnLst>
                                    <p:set>
                                      <p:cBhvr>
                                        <p:cTn id="52" dur="1" fill="hold">
                                          <p:stCondLst>
                                            <p:cond delay="0"/>
                                          </p:stCondLst>
                                        </p:cTn>
                                        <p:tgtEl>
                                          <p:spTgt spid="17"/>
                                        </p:tgtEl>
                                        <p:attrNameLst>
                                          <p:attrName>style.visibility</p:attrName>
                                        </p:attrNameLst>
                                      </p:cBhvr>
                                      <p:to>
                                        <p:strVal val="visible"/>
                                      </p:to>
                                    </p:set>
                                    <p:animEffect transition="in" filter="wipe(up)">
                                      <p:cBhvr>
                                        <p:cTn id="53" dur="1000"/>
                                        <p:tgtEl>
                                          <p:spTgt spid="17"/>
                                        </p:tgtEl>
                                      </p:cBhvr>
                                    </p:animEffect>
                                  </p:childTnLst>
                                </p:cTn>
                              </p:par>
                            </p:childTnLst>
                          </p:cTn>
                        </p:par>
                        <p:par>
                          <p:cTn id="54" fill="hold">
                            <p:stCondLst>
                              <p:cond delay="12500"/>
                            </p:stCondLst>
                            <p:childTnLst>
                              <p:par>
                                <p:cTn id="55" presetID="22" presetClass="entr" presetSubtype="1" fill="hold" nodeType="afterEffect">
                                  <p:stCondLst>
                                    <p:cond delay="50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818C0AF-082B-4DB4-8518-8930FF9C4374}"/>
              </a:ext>
            </a:extLst>
          </p:cNvPr>
          <p:cNvSpPr>
            <a:spLocks noGrp="1"/>
          </p:cNvSpPr>
          <p:nvPr>
            <p:ph type="pic" sz="quarter" idx="10"/>
          </p:nvPr>
        </p:nvSpPr>
        <p:spPr/>
        <p:txBody>
          <a:bodyPr/>
          <a:lstStyle/>
          <a:p>
            <a:endParaRPr lang="en-IN"/>
          </a:p>
        </p:txBody>
      </p:sp>
      <p:sp>
        <p:nvSpPr>
          <p:cNvPr id="6" name="Text Placeholder 5">
            <a:extLst>
              <a:ext uri="{FF2B5EF4-FFF2-40B4-BE49-F238E27FC236}">
                <a16:creationId xmlns:a16="http://schemas.microsoft.com/office/drawing/2014/main" id="{04B1E1E7-86F0-4435-B0FF-87B544CDDB29}"/>
              </a:ext>
            </a:extLst>
          </p:cNvPr>
          <p:cNvSpPr>
            <a:spLocks noGrp="1"/>
          </p:cNvSpPr>
          <p:nvPr>
            <p:ph type="body" sz="quarter" idx="11"/>
          </p:nvPr>
        </p:nvSpPr>
        <p:spPr/>
        <p:txBody>
          <a:bodyPr/>
          <a:lstStyle/>
          <a:p>
            <a:r>
              <a:rPr lang="en-GB"/>
              <a:t>London Market Underwriting</a:t>
            </a:r>
          </a:p>
        </p:txBody>
      </p:sp>
    </p:spTree>
    <p:extLst>
      <p:ext uri="{BB962C8B-B14F-4D97-AF65-F5344CB8AC3E}">
        <p14:creationId xmlns:p14="http://schemas.microsoft.com/office/powerpoint/2010/main" val="40879167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London Market Underwriting</a:t>
            </a:r>
            <a:endParaRPr lang="en-GB"/>
          </a:p>
        </p:txBody>
      </p:sp>
      <p:sp>
        <p:nvSpPr>
          <p:cNvPr id="5" name="Text Placeholder 4"/>
          <p:cNvSpPr>
            <a:spLocks noGrp="1"/>
          </p:cNvSpPr>
          <p:nvPr>
            <p:ph type="body" sz="quarter" idx="10"/>
          </p:nvPr>
        </p:nvSpPr>
        <p:spPr/>
        <p:txBody>
          <a:bodyPr vert="horz" lIns="0" tIns="0" rIns="0" bIns="0" rtlCol="0" anchor="t">
            <a:normAutofit lnSpcReduction="10000"/>
          </a:bodyPr>
          <a:lstStyle/>
          <a:p>
            <a:pPr>
              <a:lnSpc>
                <a:spcPct val="110000"/>
              </a:lnSpc>
            </a:pPr>
            <a:r>
              <a:rPr lang="en-GB"/>
              <a:t>In addition to the Lloyds of London market there is a strong London corporate insurance market outside of Lloyd's and within the square mile.  </a:t>
            </a:r>
          </a:p>
          <a:p>
            <a:pPr>
              <a:lnSpc>
                <a:spcPct val="110000"/>
              </a:lnSpc>
            </a:pPr>
            <a:r>
              <a:rPr lang="en-GB"/>
              <a:t>Many UK domestic and foreign insurers have a presence in London with the objective of underwriting large risks.  Some of this appetite is driven by the need for them to be able to support their large commercial clients in all the territories in which they trade. Typically, they set up dedicated business units to underwrite and accept these risks.</a:t>
            </a:r>
          </a:p>
          <a:p>
            <a:pPr>
              <a:lnSpc>
                <a:spcPct val="110000"/>
              </a:lnSpc>
            </a:pPr>
            <a:r>
              <a:rPr lang="en-GB">
                <a:ea typeface="Verdana"/>
              </a:rPr>
              <a:t>With the introduction of Corporate Capital at Lloyd's several corporate insurers have set up their own Managing Agents and Syndicates to trade within Lloyd's. Other insurers have a presence in the London Underwriting Centre (LUC) from where they underwrite outside the Lloyd's market.  Some insurers even have a presence in both Lloyd's and the LUC.</a:t>
            </a:r>
            <a:endParaRPr lang="en-GB"/>
          </a:p>
          <a:p>
            <a:pPr>
              <a:lnSpc>
                <a:spcPct val="110000"/>
              </a:lnSpc>
            </a:pPr>
            <a:r>
              <a:rPr lang="en-GB"/>
              <a:t>Since the end of 2015, the LUC has been located at One Minster Court, London.  Having all the underwriting companies in one place facilitates brokers in the placement of subscription risks since all the underwriters are in the one building.</a:t>
            </a:r>
            <a:endParaRPr lang="en-GB">
              <a:ea typeface="Verdana"/>
            </a:endParaRPr>
          </a:p>
        </p:txBody>
      </p:sp>
      <p:sp>
        <p:nvSpPr>
          <p:cNvPr id="2" name="Text Placeholder 1">
            <a:extLst>
              <a:ext uri="{FF2B5EF4-FFF2-40B4-BE49-F238E27FC236}">
                <a16:creationId xmlns:a16="http://schemas.microsoft.com/office/drawing/2014/main" id="{FB7BCF90-D33F-4255-AC70-7CA1DF24A417}"/>
              </a:ext>
            </a:extLst>
          </p:cNvPr>
          <p:cNvSpPr>
            <a:spLocks noGrp="1"/>
          </p:cNvSpPr>
          <p:nvPr>
            <p:ph type="body" sz="quarter" idx="11"/>
          </p:nvPr>
        </p:nvSpPr>
        <p:spPr/>
        <p:txBody>
          <a:bodyPr/>
          <a:lstStyle/>
          <a:p>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FB813-0905-43F8-BF8A-BBD1ACFD3FCD}"/>
              </a:ext>
            </a:extLst>
          </p:cNvPr>
          <p:cNvSpPr>
            <a:spLocks noGrp="1"/>
          </p:cNvSpPr>
          <p:nvPr>
            <p:ph type="title"/>
          </p:nvPr>
        </p:nvSpPr>
        <p:spPr/>
        <p:txBody>
          <a:bodyPr/>
          <a:lstStyle/>
          <a:p>
            <a:r>
              <a:rPr lang="en-GB"/>
              <a:t>The International Underwriting Association of London</a:t>
            </a:r>
          </a:p>
        </p:txBody>
      </p:sp>
      <p:sp>
        <p:nvSpPr>
          <p:cNvPr id="3" name="Text Placeholder 2">
            <a:extLst>
              <a:ext uri="{FF2B5EF4-FFF2-40B4-BE49-F238E27FC236}">
                <a16:creationId xmlns:a16="http://schemas.microsoft.com/office/drawing/2014/main" id="{B094D535-8762-46CF-B0BE-ED51E7579F43}"/>
              </a:ext>
            </a:extLst>
          </p:cNvPr>
          <p:cNvSpPr>
            <a:spLocks noGrp="1"/>
          </p:cNvSpPr>
          <p:nvPr>
            <p:ph type="body" sz="quarter" idx="10"/>
          </p:nvPr>
        </p:nvSpPr>
        <p:spPr>
          <a:xfrm>
            <a:off x="227348" y="1815351"/>
            <a:ext cx="6823200" cy="4466201"/>
          </a:xfrm>
        </p:spPr>
        <p:txBody>
          <a:bodyPr vert="horz" lIns="0" tIns="0" rIns="0" bIns="0" rtlCol="0" anchor="t">
            <a:normAutofit fontScale="55000" lnSpcReduction="20000"/>
          </a:bodyPr>
          <a:lstStyle/>
          <a:p>
            <a:pPr>
              <a:lnSpc>
                <a:spcPct val="110000"/>
              </a:lnSpc>
            </a:pPr>
            <a:r>
              <a:rPr lang="en-GB"/>
              <a:t>The International Underwriting Association of London (IUA) is the focal representative and market organisation for non-Lloyd’s international and wholesale insurance and reinsurance companies operating in the London Market.</a:t>
            </a:r>
            <a:endParaRPr lang="en-US"/>
          </a:p>
          <a:p>
            <a:pPr>
              <a:lnSpc>
                <a:spcPct val="110000"/>
              </a:lnSpc>
            </a:pPr>
            <a:r>
              <a:rPr lang="en-GB">
                <a:ea typeface="Verdana"/>
              </a:rPr>
              <a:t>The IUA is situate at One Minster Court London, the same building that houses the London Underwriting Centre.</a:t>
            </a:r>
            <a:endParaRPr lang="en-GB"/>
          </a:p>
          <a:p>
            <a:pPr>
              <a:lnSpc>
                <a:spcPct val="110000"/>
              </a:lnSpc>
            </a:pPr>
            <a:r>
              <a:rPr lang="en-GB"/>
              <a:t>The IUA was formed on 31 December 1998, through the merger of the London International Insurance and Reinsurance Market Association (LIRMA) and the Institute of London Underwriters (ILU). This union brought together the representative bodies for the marine and non-marine sectors of the London company insurance market.</a:t>
            </a:r>
            <a:br>
              <a:rPr lang="en-GB"/>
            </a:br>
            <a:br>
              <a:rPr lang="en-GB"/>
            </a:br>
            <a:r>
              <a:rPr lang="en-GB"/>
              <a:t>The ILU's history in the marine, aviation and transport insurance markets dates back to 1884. Senior members of marine insurance companies had, since the 1850s, been meeting informally in the Jerusalem Coffee House and the Jamaica Wine Rooms near the Royal Exchange to discuss policy wordings and other matters of mutual interest. A proposal was made to establish a formal representative underwriting association in July 1882 and two years later the new ILU took up offices in the Royal Exchange Buildings.</a:t>
            </a:r>
            <a:endParaRPr lang="en-GB">
              <a:ea typeface="Verdana"/>
            </a:endParaRPr>
          </a:p>
          <a:p>
            <a:pPr>
              <a:lnSpc>
                <a:spcPct val="110000"/>
              </a:lnSpc>
            </a:pPr>
            <a:br>
              <a:rPr lang="en-GB"/>
            </a:br>
            <a:r>
              <a:rPr lang="en-GB"/>
              <a:t>The IUA promotes the design and implementation of all aspects of market modernisation, including process reforms and electronic interfaces across the market. This includes working on new processes for placing, claims and accounting and settlement using ACORD standards as the preferred format for data, in conjunction with leading organisation in the market.</a:t>
            </a:r>
          </a:p>
        </p:txBody>
      </p:sp>
      <p:sp>
        <p:nvSpPr>
          <p:cNvPr id="4" name="Text Placeholder 3">
            <a:extLst>
              <a:ext uri="{FF2B5EF4-FFF2-40B4-BE49-F238E27FC236}">
                <a16:creationId xmlns:a16="http://schemas.microsoft.com/office/drawing/2014/main" id="{FCF5788E-4DFA-4AD8-986D-90A388601EEB}"/>
              </a:ext>
            </a:extLst>
          </p:cNvPr>
          <p:cNvSpPr>
            <a:spLocks noGrp="1"/>
          </p:cNvSpPr>
          <p:nvPr>
            <p:ph type="body" sz="quarter" idx="11"/>
          </p:nvPr>
        </p:nvSpPr>
        <p:spPr/>
        <p:txBody>
          <a:bodyPr/>
          <a:lstStyle/>
          <a:p>
            <a:r>
              <a:rPr lang="en-GB"/>
              <a:t>(IUA)</a:t>
            </a:r>
          </a:p>
        </p:txBody>
      </p:sp>
      <p:pic>
        <p:nvPicPr>
          <p:cNvPr id="7" name="Picture 7" descr="A statue of a dog&#10;&#10;Description automatically generated">
            <a:extLst>
              <a:ext uri="{FF2B5EF4-FFF2-40B4-BE49-F238E27FC236}">
                <a16:creationId xmlns:a16="http://schemas.microsoft.com/office/drawing/2014/main" id="{BF52D2CB-4229-44F1-9F08-90D7F2FB5C66}"/>
              </a:ext>
            </a:extLst>
          </p:cNvPr>
          <p:cNvPicPr>
            <a:picLocks noChangeAspect="1"/>
          </p:cNvPicPr>
          <p:nvPr/>
        </p:nvPicPr>
        <p:blipFill>
          <a:blip r:embed="rId3"/>
          <a:stretch>
            <a:fillRect/>
          </a:stretch>
        </p:blipFill>
        <p:spPr>
          <a:xfrm>
            <a:off x="7679267" y="1152782"/>
            <a:ext cx="3547533" cy="4349237"/>
          </a:xfrm>
          <a:prstGeom prst="rect">
            <a:avLst/>
          </a:prstGeom>
        </p:spPr>
      </p:pic>
    </p:spTree>
    <p:extLst>
      <p:ext uri="{BB962C8B-B14F-4D97-AF65-F5344CB8AC3E}">
        <p14:creationId xmlns:p14="http://schemas.microsoft.com/office/powerpoint/2010/main" val="220464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2B0E1-9B3E-48C4-AB3E-9A8DD06EE44A}"/>
              </a:ext>
            </a:extLst>
          </p:cNvPr>
          <p:cNvSpPr>
            <a:spLocks noGrp="1"/>
          </p:cNvSpPr>
          <p:nvPr>
            <p:ph type="title"/>
          </p:nvPr>
        </p:nvSpPr>
        <p:spPr/>
        <p:txBody>
          <a:bodyPr/>
          <a:lstStyle/>
          <a:p>
            <a:r>
              <a:rPr lang="en-GB"/>
              <a:t>IUA Ordinary Members</a:t>
            </a:r>
          </a:p>
        </p:txBody>
      </p:sp>
      <p:sp>
        <p:nvSpPr>
          <p:cNvPr id="4" name="Text Placeholder 3">
            <a:extLst>
              <a:ext uri="{FF2B5EF4-FFF2-40B4-BE49-F238E27FC236}">
                <a16:creationId xmlns:a16="http://schemas.microsoft.com/office/drawing/2014/main" id="{2EE90513-18CC-42AE-8B29-7EF33CBC115E}"/>
              </a:ext>
            </a:extLst>
          </p:cNvPr>
          <p:cNvSpPr>
            <a:spLocks noGrp="1"/>
          </p:cNvSpPr>
          <p:nvPr>
            <p:ph type="body" sz="quarter" idx="11"/>
          </p:nvPr>
        </p:nvSpPr>
        <p:spPr/>
        <p:txBody>
          <a:bodyPr/>
          <a:lstStyle/>
          <a:p>
            <a:r>
              <a:rPr lang="en-GB"/>
              <a:t>Total of 65 Ordinary Members</a:t>
            </a:r>
          </a:p>
        </p:txBody>
      </p:sp>
      <p:graphicFrame>
        <p:nvGraphicFramePr>
          <p:cNvPr id="5" name="Table 5">
            <a:extLst>
              <a:ext uri="{FF2B5EF4-FFF2-40B4-BE49-F238E27FC236}">
                <a16:creationId xmlns:a16="http://schemas.microsoft.com/office/drawing/2014/main" id="{9EBAFF12-E97C-4615-9997-3EF5E57E5B17}"/>
              </a:ext>
            </a:extLst>
          </p:cNvPr>
          <p:cNvGraphicFramePr>
            <a:graphicFrameLocks noGrp="1"/>
          </p:cNvGraphicFramePr>
          <p:nvPr>
            <p:extLst>
              <p:ext uri="{D42A27DB-BD31-4B8C-83A1-F6EECF244321}">
                <p14:modId xmlns:p14="http://schemas.microsoft.com/office/powerpoint/2010/main" val="1940820591"/>
              </p:ext>
            </p:extLst>
          </p:nvPr>
        </p:nvGraphicFramePr>
        <p:xfrm>
          <a:off x="263376" y="1628800"/>
          <a:ext cx="11665248" cy="5019089"/>
        </p:xfrm>
        <a:graphic>
          <a:graphicData uri="http://schemas.openxmlformats.org/drawingml/2006/table">
            <a:tbl>
              <a:tblPr firstRow="1" bandRow="1">
                <a:tableStyleId>{2D5ABB26-0587-4C30-8999-92F81FD0307C}</a:tableStyleId>
              </a:tblPr>
              <a:tblGrid>
                <a:gridCol w="3888416">
                  <a:extLst>
                    <a:ext uri="{9D8B030D-6E8A-4147-A177-3AD203B41FA5}">
                      <a16:colId xmlns:a16="http://schemas.microsoft.com/office/drawing/2014/main" val="3147025797"/>
                    </a:ext>
                  </a:extLst>
                </a:gridCol>
                <a:gridCol w="3888416">
                  <a:extLst>
                    <a:ext uri="{9D8B030D-6E8A-4147-A177-3AD203B41FA5}">
                      <a16:colId xmlns:a16="http://schemas.microsoft.com/office/drawing/2014/main" val="2007938215"/>
                    </a:ext>
                  </a:extLst>
                </a:gridCol>
                <a:gridCol w="3888416">
                  <a:extLst>
                    <a:ext uri="{9D8B030D-6E8A-4147-A177-3AD203B41FA5}">
                      <a16:colId xmlns:a16="http://schemas.microsoft.com/office/drawing/2014/main" val="2164963519"/>
                    </a:ext>
                  </a:extLst>
                </a:gridCol>
              </a:tblGrid>
              <a:tr h="153641">
                <a:tc>
                  <a:txBody>
                    <a:bodyPr/>
                    <a:lstStyle/>
                    <a:p>
                      <a:pPr algn="l" fontAlgn="b"/>
                      <a:r>
                        <a:rPr lang="en-GB" sz="1200" u="none" strike="noStrike" baseline="0">
                          <a:effectLst/>
                        </a:rPr>
                        <a:t>AIG UK</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Fidelis Underwriting Limited</a:t>
                      </a:r>
                      <a:endParaRPr lang="en-GB" sz="1200" b="0" i="0" u="none" strike="noStrike">
                        <a:solidFill>
                          <a:srgbClr val="333333"/>
                        </a:solidFill>
                        <a:effectLst/>
                        <a:latin typeface="Museo_sans"/>
                      </a:endParaRPr>
                    </a:p>
                  </a:txBody>
                  <a:tcPr marL="7620" marR="7620" marT="7620" marB="0" anchor="b"/>
                </a:tc>
                <a:tc>
                  <a:txBody>
                    <a:bodyPr/>
                    <a:lstStyle/>
                    <a:p>
                      <a:pPr algn="l" fontAlgn="b"/>
                      <a:r>
                        <a:rPr lang="en-GB" sz="1200" u="none" strike="noStrike">
                          <a:effectLst/>
                        </a:rPr>
                        <a:t>Norwegian Hull Club</a:t>
                      </a:r>
                      <a:endParaRPr lang="en-GB" sz="1200" b="0" i="0" u="none" strike="noStrike">
                        <a:solidFill>
                          <a:srgbClr val="333333"/>
                        </a:solidFill>
                        <a:effectLst/>
                        <a:latin typeface="Museo_sans"/>
                      </a:endParaRPr>
                    </a:p>
                  </a:txBody>
                  <a:tcPr marL="7620" marR="7620" marT="7620" marB="0" anchor="b"/>
                </a:tc>
                <a:extLst>
                  <a:ext uri="{0D108BD9-81ED-4DB2-BD59-A6C34878D82A}">
                    <a16:rowId xmlns:a16="http://schemas.microsoft.com/office/drawing/2014/main" val="519516733"/>
                  </a:ext>
                </a:extLst>
              </a:tr>
              <a:tr h="153641">
                <a:tc>
                  <a:txBody>
                    <a:bodyPr/>
                    <a:lstStyle/>
                    <a:p>
                      <a:pPr algn="l" fontAlgn="b"/>
                      <a:r>
                        <a:rPr lang="en-GB" sz="1200" u="none" strike="noStrike" baseline="0">
                          <a:effectLst/>
                        </a:rPr>
                        <a:t>Allianz Global Corporate Specialty SE</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Gard Marine and Energy Europe AS </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Qatar Reinsurance Company Limited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597579539"/>
                  </a:ext>
                </a:extLst>
              </a:tr>
              <a:tr h="153641">
                <a:tc>
                  <a:txBody>
                    <a:bodyPr/>
                    <a:lstStyle/>
                    <a:p>
                      <a:pPr algn="l" fontAlgn="b"/>
                      <a:r>
                        <a:rPr lang="en-GB" sz="1200" u="none" strike="noStrike" baseline="0">
                          <a:effectLst/>
                        </a:rPr>
                        <a:t>Allied World Assurance Company (Europe) DAC</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General Insurance Corporation of India (GIC Re- UK London Branch)</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QBE Insurance (Europe) Ltd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3913383957"/>
                  </a:ext>
                </a:extLst>
              </a:tr>
              <a:tr h="153641">
                <a:tc>
                  <a:txBody>
                    <a:bodyPr/>
                    <a:lstStyle/>
                    <a:p>
                      <a:pPr algn="l" fontAlgn="b"/>
                      <a:r>
                        <a:rPr lang="en-GB" sz="1200" u="none" strike="noStrike" baseline="0">
                          <a:effectLst/>
                        </a:rPr>
                        <a:t>Arch Insurance Company (Europe) Limited</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General Reinsurance Company</a:t>
                      </a:r>
                      <a:endParaRPr lang="en-GB" sz="1200" b="0" i="0" u="none" strike="noStrike">
                        <a:solidFill>
                          <a:srgbClr val="333333"/>
                        </a:solidFill>
                        <a:effectLst/>
                        <a:latin typeface="Museo_sans"/>
                      </a:endParaRPr>
                    </a:p>
                  </a:txBody>
                  <a:tcPr marL="7620" marR="7620" marT="7620" marB="0"/>
                </a:tc>
                <a:tc>
                  <a:txBody>
                    <a:bodyPr/>
                    <a:lstStyle/>
                    <a:p>
                      <a:pPr algn="l" fontAlgn="b"/>
                      <a:r>
                        <a:rPr lang="fr-FR" sz="1200" u="none" strike="noStrike">
                          <a:effectLst/>
                        </a:rPr>
                        <a:t>Renaissance Re Europe AG, UK Branch</a:t>
                      </a:r>
                      <a:endParaRPr lang="fr-FR"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369530591"/>
                  </a:ext>
                </a:extLst>
              </a:tr>
              <a:tr h="153641">
                <a:tc>
                  <a:txBody>
                    <a:bodyPr/>
                    <a:lstStyle/>
                    <a:p>
                      <a:pPr algn="l" fontAlgn="b"/>
                      <a:r>
                        <a:rPr lang="en-GB" sz="1200" u="none" strike="noStrike" baseline="0">
                          <a:effectLst/>
                        </a:rPr>
                        <a:t>Aspen Insurance UK Limited</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Global Aerospace Underwriting Managers (GAUM)</a:t>
                      </a:r>
                      <a:endParaRPr lang="en-GB" sz="1200" b="0" i="0" u="none" strike="noStrike">
                        <a:solidFill>
                          <a:srgbClr val="333333"/>
                        </a:solidFill>
                        <a:effectLst/>
                        <a:latin typeface="Museo_sans"/>
                      </a:endParaRPr>
                    </a:p>
                  </a:txBody>
                  <a:tcPr marL="7620" marR="7620" marT="7620" marB="0"/>
                </a:tc>
                <a:tc>
                  <a:txBody>
                    <a:bodyPr/>
                    <a:lstStyle/>
                    <a:p>
                      <a:pPr algn="l" fontAlgn="b"/>
                      <a:r>
                        <a:rPr lang="fr-FR" sz="1200" u="none" strike="noStrike">
                          <a:effectLst/>
                        </a:rPr>
                        <a:t>Royal &amp; Sun Alliance Insurance Plc</a:t>
                      </a:r>
                      <a:endParaRPr lang="fr-FR"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105172203"/>
                  </a:ext>
                </a:extLst>
              </a:tr>
              <a:tr h="153641">
                <a:tc>
                  <a:txBody>
                    <a:bodyPr/>
                    <a:lstStyle/>
                    <a:p>
                      <a:pPr algn="l" fontAlgn="b"/>
                      <a:r>
                        <a:rPr lang="it-IT" sz="1200" u="none" strike="noStrike" baseline="0">
                          <a:effectLst/>
                        </a:rPr>
                        <a:t>Assicurazioni Generali S.p.A. (UK Branch)</a:t>
                      </a:r>
                      <a:endParaRPr lang="it-IT"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Great Lakes Insurance SE (UK Branch – a Munich Re company)</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RSA Luxembourg S.A.</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838826972"/>
                  </a:ext>
                </a:extLst>
              </a:tr>
              <a:tr h="153641">
                <a:tc>
                  <a:txBody>
                    <a:bodyPr/>
                    <a:lstStyle/>
                    <a:p>
                      <a:pPr algn="l" fontAlgn="b"/>
                      <a:r>
                        <a:rPr lang="nb-NO" sz="1200" u="none" strike="noStrike" baseline="0">
                          <a:effectLst/>
                        </a:rPr>
                        <a:t>Assuranceforeningen Skuld (Gjensidig) UK Branch</a:t>
                      </a:r>
                      <a:endParaRPr lang="nb-NO"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Hannover Rueck SE</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SCOR UK Company Limited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81179592"/>
                  </a:ext>
                </a:extLst>
              </a:tr>
              <a:tr h="153641">
                <a:tc>
                  <a:txBody>
                    <a:bodyPr/>
                    <a:lstStyle/>
                    <a:p>
                      <a:pPr algn="l" fontAlgn="b"/>
                      <a:r>
                        <a:rPr lang="en-GB" sz="1200" u="none" strike="noStrike" baseline="0">
                          <a:effectLst/>
                        </a:rPr>
                        <a:t>Astaara Company Limited</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HDI Global SE – UK</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Sirius International Insurance Corporation (</a:t>
                      </a:r>
                      <a:r>
                        <a:rPr lang="en-GB" sz="1200" u="none" strike="noStrike" err="1">
                          <a:effectLst/>
                        </a:rPr>
                        <a:t>publ</a:t>
                      </a:r>
                      <a:r>
                        <a:rPr lang="en-GB" sz="1200" u="none" strike="noStrike">
                          <a:effectLst/>
                        </a:rPr>
                        <a:t>)</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4184888641"/>
                  </a:ext>
                </a:extLst>
              </a:tr>
              <a:tr h="153641">
                <a:tc>
                  <a:txBody>
                    <a:bodyPr/>
                    <a:lstStyle/>
                    <a:p>
                      <a:pPr algn="l" fontAlgn="b"/>
                      <a:r>
                        <a:rPr lang="en-GB" sz="1200" u="none" strike="noStrike" baseline="0">
                          <a:effectLst/>
                        </a:rPr>
                        <a:t>Aviva Insurance Limited</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HDI Global Specialty SE</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Sovereign Risk Insurance Ltd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2308733318"/>
                  </a:ext>
                </a:extLst>
              </a:tr>
              <a:tr h="153641">
                <a:tc>
                  <a:txBody>
                    <a:bodyPr/>
                    <a:lstStyle/>
                    <a:p>
                      <a:pPr algn="l" fontAlgn="b"/>
                      <a:r>
                        <a:rPr lang="en-GB" sz="1200" u="none" strike="noStrike" baseline="0">
                          <a:effectLst/>
                        </a:rPr>
                        <a:t>AXA XL</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Helvetia Insurance Company</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Starr International (Europe) Limited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470484692"/>
                  </a:ext>
                </a:extLst>
              </a:tr>
              <a:tr h="153641">
                <a:tc>
                  <a:txBody>
                    <a:bodyPr/>
                    <a:lstStyle/>
                    <a:p>
                      <a:pPr algn="l" fontAlgn="b"/>
                      <a:r>
                        <a:rPr lang="en-GB" sz="1200" u="none" strike="noStrike" baseline="0">
                          <a:effectLst/>
                        </a:rPr>
                        <a:t>Axis Specialty Europe Plc</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Houston Casualty Company London</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Starstone Insurance SE</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3343669551"/>
                  </a:ext>
                </a:extLst>
              </a:tr>
              <a:tr h="153641">
                <a:tc>
                  <a:txBody>
                    <a:bodyPr/>
                    <a:lstStyle/>
                    <a:p>
                      <a:pPr algn="l" fontAlgn="b"/>
                      <a:r>
                        <a:rPr lang="en-GB" sz="1200" u="none" strike="noStrike" baseline="0">
                          <a:effectLst/>
                        </a:rPr>
                        <a:t>Barents Reinsurance SA</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HSB Engineering Insurance Limited</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Swiss Re Europe S.A, UK Branch</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1979352394"/>
                  </a:ext>
                </a:extLst>
              </a:tr>
              <a:tr h="153641">
                <a:tc>
                  <a:txBody>
                    <a:bodyPr/>
                    <a:lstStyle/>
                    <a:p>
                      <a:pPr algn="l" fontAlgn="b"/>
                      <a:r>
                        <a:rPr lang="en-GB" sz="1200" u="none" strike="noStrike" baseline="0">
                          <a:effectLst/>
                        </a:rPr>
                        <a:t>Berkley Re UK Limited</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International General Insurance Co Ltd (Bermuda)</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Swiss Re International SE</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1315915595"/>
                  </a:ext>
                </a:extLst>
              </a:tr>
              <a:tr h="153641">
                <a:tc>
                  <a:txBody>
                    <a:bodyPr/>
                    <a:lstStyle/>
                    <a:p>
                      <a:pPr algn="l" fontAlgn="b"/>
                      <a:r>
                        <a:rPr lang="en-GB" sz="1200" u="none" strike="noStrike" baseline="0">
                          <a:effectLst/>
                        </a:rPr>
                        <a:t>Berkley Offshore Underwriting Managers</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International General Insurance Company (UK) Ltd</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The Hartford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1215955826"/>
                  </a:ext>
                </a:extLst>
              </a:tr>
              <a:tr h="153641">
                <a:tc>
                  <a:txBody>
                    <a:bodyPr/>
                    <a:lstStyle/>
                    <a:p>
                      <a:pPr algn="l" fontAlgn="b"/>
                      <a:r>
                        <a:rPr lang="en-GB" sz="1200" u="none" strike="noStrike" baseline="0">
                          <a:effectLst/>
                        </a:rPr>
                        <a:t>Chaucer Insurance Company DAC</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Korean Reinsurance Company </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a:effectLst/>
                        </a:rPr>
                        <a:t>The North of England P&amp;I Association Ltd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2563288022"/>
                  </a:ext>
                </a:extLst>
              </a:tr>
              <a:tr h="153641">
                <a:tc>
                  <a:txBody>
                    <a:bodyPr/>
                    <a:lstStyle/>
                    <a:p>
                      <a:pPr algn="l" fontAlgn="b"/>
                      <a:r>
                        <a:rPr lang="en-GB" sz="1200" u="none" strike="noStrike" baseline="0">
                          <a:effectLst/>
                        </a:rPr>
                        <a:t>Chubb European Group SE</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La Reunion </a:t>
                      </a:r>
                      <a:r>
                        <a:rPr lang="en-GB" sz="1200" u="none" strike="noStrike" err="1">
                          <a:effectLst/>
                        </a:rPr>
                        <a:t>Aerienne</a:t>
                      </a:r>
                      <a:r>
                        <a:rPr lang="en-GB" sz="1200" u="none" strike="noStrike">
                          <a:effectLst/>
                        </a:rPr>
                        <a:t> London Ltd</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err="1">
                          <a:effectLst/>
                        </a:rPr>
                        <a:t>Tokio</a:t>
                      </a:r>
                      <a:r>
                        <a:rPr lang="en-GB" sz="1200" u="none" strike="noStrike">
                          <a:effectLst/>
                        </a:rPr>
                        <a:t> Marine Kiln Insurance Limited</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500676322"/>
                  </a:ext>
                </a:extLst>
              </a:tr>
              <a:tr h="153641">
                <a:tc>
                  <a:txBody>
                    <a:bodyPr/>
                    <a:lstStyle/>
                    <a:p>
                      <a:pPr algn="l" fontAlgn="b"/>
                      <a:r>
                        <a:rPr lang="en-GB" sz="1200" u="none" strike="noStrike" baseline="0">
                          <a:effectLst/>
                        </a:rPr>
                        <a:t>CNA Insurance Company Limited </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Lancashire Insurance Company (UK) Limited </a:t>
                      </a:r>
                      <a:endParaRPr lang="en-GB" sz="1200" b="0" i="0" u="none" strike="noStrike">
                        <a:solidFill>
                          <a:srgbClr val="333333"/>
                        </a:solidFill>
                        <a:effectLst/>
                        <a:latin typeface="Museo_sans"/>
                      </a:endParaRPr>
                    </a:p>
                  </a:txBody>
                  <a:tcPr marL="7620" marR="7620" marT="7620" marB="0"/>
                </a:tc>
                <a:tc>
                  <a:txBody>
                    <a:bodyPr/>
                    <a:lstStyle/>
                    <a:p>
                      <a:pPr algn="l" fontAlgn="b"/>
                      <a:r>
                        <a:rPr lang="en-GB" sz="1200" u="none" strike="noStrike" err="1">
                          <a:effectLst/>
                        </a:rPr>
                        <a:t>TransAtlantic</a:t>
                      </a:r>
                      <a:r>
                        <a:rPr lang="en-GB" sz="1200" u="none" strike="noStrike">
                          <a:effectLst/>
                        </a:rPr>
                        <a:t> Reinsurance Company</a:t>
                      </a:r>
                      <a:endParaRPr lang="en-GB" sz="1200" b="0" i="0" u="none" strike="noStrike">
                        <a:solidFill>
                          <a:srgbClr val="333333"/>
                        </a:solidFill>
                        <a:effectLst/>
                        <a:latin typeface="Museo_sans"/>
                      </a:endParaRPr>
                    </a:p>
                  </a:txBody>
                  <a:tcPr marL="7620" marR="7620" marT="7620" marB="0"/>
                </a:tc>
                <a:extLst>
                  <a:ext uri="{0D108BD9-81ED-4DB2-BD59-A6C34878D82A}">
                    <a16:rowId xmlns:a16="http://schemas.microsoft.com/office/drawing/2014/main" val="1319393489"/>
                  </a:ext>
                </a:extLst>
              </a:tr>
              <a:tr h="153641">
                <a:tc>
                  <a:txBody>
                    <a:bodyPr/>
                    <a:lstStyle/>
                    <a:p>
                      <a:pPr algn="l" fontAlgn="b"/>
                      <a:r>
                        <a:rPr lang="en-GB" sz="1200" u="none" strike="noStrike" baseline="0">
                          <a:effectLst/>
                        </a:rPr>
                        <a:t>Convex Insurance UK Limited</a:t>
                      </a:r>
                      <a:endParaRPr lang="en-GB" sz="1200" b="0" i="0" u="none" strike="noStrike" baseline="0">
                        <a:solidFill>
                          <a:srgbClr val="333333"/>
                        </a:solidFill>
                        <a:effectLst/>
                        <a:latin typeface="Museo_sans"/>
                      </a:endParaRPr>
                    </a:p>
                  </a:txBody>
                  <a:tcPr marL="7620" marR="7620" marT="7620" marB="0" anchor="b"/>
                </a:tc>
                <a:tc>
                  <a:txBody>
                    <a:bodyPr/>
                    <a:lstStyle/>
                    <a:p>
                      <a:pPr algn="l" fontAlgn="b"/>
                      <a:r>
                        <a:rPr lang="en-GB" sz="1200" u="none" strike="noStrike">
                          <a:effectLst/>
                        </a:rPr>
                        <a:t>Liberty Mutual Insurance Europe SE</a:t>
                      </a:r>
                      <a:endParaRPr lang="en-GB" sz="1200" b="0" i="0" u="none" strike="noStrike">
                        <a:solidFill>
                          <a:srgbClr val="333333"/>
                        </a:solidFill>
                        <a:effectLst/>
                        <a:latin typeface="Museo_sans"/>
                      </a:endParaRPr>
                    </a:p>
                  </a:txBody>
                  <a:tcPr marL="7620" marR="7620" marT="7620" marB="0" anchor="b"/>
                </a:tc>
                <a:tc>
                  <a:txBody>
                    <a:bodyPr/>
                    <a:lstStyle/>
                    <a:p>
                      <a:pPr algn="l" fontAlgn="b"/>
                      <a:r>
                        <a:rPr lang="en-GB" sz="1200" u="none" strike="noStrike">
                          <a:effectLst/>
                        </a:rPr>
                        <a:t>Trans Re London Limited</a:t>
                      </a:r>
                      <a:endParaRPr lang="en-GB" sz="1200" b="0" i="0" u="none" strike="noStrike">
                        <a:solidFill>
                          <a:srgbClr val="333333"/>
                        </a:solidFill>
                        <a:effectLst/>
                        <a:latin typeface="Museo_sans"/>
                      </a:endParaRPr>
                    </a:p>
                  </a:txBody>
                  <a:tcPr marL="7620" marR="7620" marT="7620" marB="0" anchor="b"/>
                </a:tc>
                <a:extLst>
                  <a:ext uri="{0D108BD9-81ED-4DB2-BD59-A6C34878D82A}">
                    <a16:rowId xmlns:a16="http://schemas.microsoft.com/office/drawing/2014/main" val="4231558766"/>
                  </a:ext>
                </a:extLst>
              </a:tr>
              <a:tr h="153641">
                <a:tc>
                  <a:txBody>
                    <a:bodyPr/>
                    <a:lstStyle/>
                    <a:p>
                      <a:pPr algn="l" fontAlgn="b"/>
                      <a:r>
                        <a:rPr lang="en-GB" sz="1200" u="none" strike="noStrike" baseline="0">
                          <a:effectLst/>
                        </a:rPr>
                        <a:t>Endurance Worldwide Insurance Limited</a:t>
                      </a:r>
                      <a:endParaRPr lang="en-GB" sz="1200" b="0" i="0" u="none" strike="noStrike" baseline="0">
                        <a:solidFill>
                          <a:srgbClr val="333333"/>
                        </a:solidFill>
                        <a:effectLst/>
                        <a:latin typeface="Museo_sans"/>
                      </a:endParaRPr>
                    </a:p>
                  </a:txBody>
                  <a:tcPr marL="7620" marR="7620" marT="7620" marB="0" anchor="b"/>
                </a:tc>
                <a:tc>
                  <a:txBody>
                    <a:bodyPr/>
                    <a:lstStyle/>
                    <a:p>
                      <a:pPr algn="l" fontAlgn="b"/>
                      <a:r>
                        <a:rPr lang="en-GB" sz="1200" u="none" strike="noStrike">
                          <a:effectLst/>
                        </a:rPr>
                        <a:t>Markel Insurance SE</a:t>
                      </a:r>
                      <a:endParaRPr lang="en-GB" sz="1200" b="0" i="0" u="none" strike="noStrike">
                        <a:solidFill>
                          <a:srgbClr val="333333"/>
                        </a:solidFill>
                        <a:effectLst/>
                        <a:latin typeface="Museo_sans"/>
                      </a:endParaRPr>
                    </a:p>
                  </a:txBody>
                  <a:tcPr marL="7620" marR="7620" marT="7620" marB="0" anchor="b"/>
                </a:tc>
                <a:tc>
                  <a:txBody>
                    <a:bodyPr/>
                    <a:lstStyle/>
                    <a:p>
                      <a:pPr algn="l" fontAlgn="b"/>
                      <a:r>
                        <a:rPr lang="en-GB" sz="1200" u="none" strike="noStrike">
                          <a:effectLst/>
                        </a:rPr>
                        <a:t>Travelers Insurance Company </a:t>
                      </a:r>
                      <a:endParaRPr lang="en-GB" sz="1200" b="0" i="0" u="none" strike="noStrike">
                        <a:solidFill>
                          <a:srgbClr val="333333"/>
                        </a:solidFill>
                        <a:effectLst/>
                        <a:latin typeface="Museo_sans"/>
                      </a:endParaRPr>
                    </a:p>
                  </a:txBody>
                  <a:tcPr marL="7620" marR="7620" marT="7620" marB="0" anchor="b"/>
                </a:tc>
                <a:extLst>
                  <a:ext uri="{0D108BD9-81ED-4DB2-BD59-A6C34878D82A}">
                    <a16:rowId xmlns:a16="http://schemas.microsoft.com/office/drawing/2014/main" val="5165997"/>
                  </a:ext>
                </a:extLst>
              </a:tr>
              <a:tr h="153641">
                <a:tc>
                  <a:txBody>
                    <a:bodyPr/>
                    <a:lstStyle/>
                    <a:p>
                      <a:pPr algn="l" fontAlgn="b"/>
                      <a:r>
                        <a:rPr lang="en-GB" sz="1200" u="none" strike="noStrike" baseline="0">
                          <a:effectLst/>
                        </a:rPr>
                        <a:t>Euler Hermes UK</a:t>
                      </a:r>
                      <a:endParaRPr lang="en-GB" sz="1200" b="0" i="0" u="none" strike="noStrike" baseline="0">
                        <a:solidFill>
                          <a:srgbClr val="333333"/>
                        </a:solidFill>
                        <a:effectLst/>
                        <a:latin typeface="Museo_sans"/>
                      </a:endParaRPr>
                    </a:p>
                  </a:txBody>
                  <a:tcPr marL="7620" marR="7620" marT="7620" marB="0" anchor="b"/>
                </a:tc>
                <a:tc>
                  <a:txBody>
                    <a:bodyPr/>
                    <a:lstStyle/>
                    <a:p>
                      <a:pPr algn="l" fontAlgn="b"/>
                      <a:r>
                        <a:rPr lang="en-GB" sz="1200" u="none" strike="noStrike">
                          <a:effectLst/>
                        </a:rPr>
                        <a:t>Markel International Insurance Company Limited</a:t>
                      </a:r>
                      <a:endParaRPr lang="en-GB" sz="1200" b="0" i="0" u="none" strike="noStrike">
                        <a:solidFill>
                          <a:srgbClr val="333333"/>
                        </a:solidFill>
                        <a:effectLst/>
                        <a:latin typeface="Museo_sans"/>
                      </a:endParaRPr>
                    </a:p>
                  </a:txBody>
                  <a:tcPr marL="7620" marR="7620" marT="7620" marB="0" anchor="b"/>
                </a:tc>
                <a:tc>
                  <a:txBody>
                    <a:bodyPr/>
                    <a:lstStyle/>
                    <a:p>
                      <a:pPr algn="l" fontAlgn="b"/>
                      <a:r>
                        <a:rPr lang="en-GB" sz="1200" u="none" strike="noStrike">
                          <a:effectLst/>
                        </a:rPr>
                        <a:t>UNIQA </a:t>
                      </a:r>
                      <a:r>
                        <a:rPr lang="en-GB" sz="1200" u="none" strike="noStrike" err="1">
                          <a:effectLst/>
                        </a:rPr>
                        <a:t>Osterreich</a:t>
                      </a:r>
                      <a:r>
                        <a:rPr lang="en-GB" sz="1200" u="none" strike="noStrike">
                          <a:effectLst/>
                        </a:rPr>
                        <a:t> </a:t>
                      </a:r>
                      <a:r>
                        <a:rPr lang="en-GB" sz="1200" u="none" strike="noStrike" err="1">
                          <a:effectLst/>
                        </a:rPr>
                        <a:t>Versicherungen</a:t>
                      </a:r>
                      <a:r>
                        <a:rPr lang="en-GB" sz="1200" u="none" strike="noStrike">
                          <a:effectLst/>
                        </a:rPr>
                        <a:t> AG</a:t>
                      </a:r>
                      <a:endParaRPr lang="en-GB" sz="1200" b="0" i="0" u="none" strike="noStrike">
                        <a:solidFill>
                          <a:srgbClr val="333333"/>
                        </a:solidFill>
                        <a:effectLst/>
                        <a:latin typeface="Museo_sans"/>
                      </a:endParaRPr>
                    </a:p>
                  </a:txBody>
                  <a:tcPr marL="7620" marR="7620" marT="7620" marB="0" anchor="b"/>
                </a:tc>
                <a:extLst>
                  <a:ext uri="{0D108BD9-81ED-4DB2-BD59-A6C34878D82A}">
                    <a16:rowId xmlns:a16="http://schemas.microsoft.com/office/drawing/2014/main" val="3105018362"/>
                  </a:ext>
                </a:extLst>
              </a:tr>
              <a:tr h="153641">
                <a:tc>
                  <a:txBody>
                    <a:bodyPr/>
                    <a:lstStyle/>
                    <a:p>
                      <a:pPr algn="l" fontAlgn="b"/>
                      <a:r>
                        <a:rPr lang="en-GB" sz="1200" u="none" strike="noStrike" baseline="0">
                          <a:effectLst/>
                        </a:rPr>
                        <a:t>Everest Insurance (Ireland) DAC</a:t>
                      </a:r>
                      <a:endParaRPr lang="en-GB" sz="1200" b="0" i="0" u="none" strike="noStrike" baseline="0">
                        <a:solidFill>
                          <a:srgbClr val="333333"/>
                        </a:solidFill>
                        <a:effectLst/>
                        <a:latin typeface="Museo_sans"/>
                      </a:endParaRPr>
                    </a:p>
                  </a:txBody>
                  <a:tcPr marL="7620" marR="7620" marT="7620" marB="0" anchor="b"/>
                </a:tc>
                <a:tc>
                  <a:txBody>
                    <a:bodyPr/>
                    <a:lstStyle/>
                    <a:p>
                      <a:pPr algn="l" fontAlgn="b"/>
                      <a:r>
                        <a:rPr lang="en-GB" sz="1200" u="none" strike="noStrike">
                          <a:effectLst/>
                        </a:rPr>
                        <a:t>MS Amlin Insurance SE</a:t>
                      </a:r>
                      <a:endParaRPr lang="en-GB" sz="1200" b="0" i="0" u="none" strike="noStrike">
                        <a:solidFill>
                          <a:srgbClr val="333333"/>
                        </a:solidFill>
                        <a:effectLst/>
                        <a:latin typeface="Museo_sans"/>
                      </a:endParaRPr>
                    </a:p>
                  </a:txBody>
                  <a:tcPr marL="7620" marR="7620" marT="7620" marB="0" anchor="b"/>
                </a:tc>
                <a:tc>
                  <a:txBody>
                    <a:bodyPr/>
                    <a:lstStyle/>
                    <a:p>
                      <a:pPr algn="l" fontAlgn="b"/>
                      <a:r>
                        <a:rPr lang="en-GB" sz="1200" u="none" strike="noStrike">
                          <a:effectLst/>
                        </a:rPr>
                        <a:t>Zurich Insurance Plc</a:t>
                      </a:r>
                      <a:endParaRPr lang="en-GB" sz="1200" b="0" i="0" u="none" strike="noStrike">
                        <a:solidFill>
                          <a:srgbClr val="333333"/>
                        </a:solidFill>
                        <a:effectLst/>
                        <a:latin typeface="Museo_sans"/>
                      </a:endParaRPr>
                    </a:p>
                  </a:txBody>
                  <a:tcPr marL="7620" marR="7620" marT="7620" marB="0" anchor="b"/>
                </a:tc>
                <a:extLst>
                  <a:ext uri="{0D108BD9-81ED-4DB2-BD59-A6C34878D82A}">
                    <a16:rowId xmlns:a16="http://schemas.microsoft.com/office/drawing/2014/main" val="1494253763"/>
                  </a:ext>
                </a:extLst>
              </a:tr>
              <a:tr h="287069">
                <a:tc>
                  <a:txBody>
                    <a:bodyPr/>
                    <a:lstStyle/>
                    <a:p>
                      <a:pPr algn="l" fontAlgn="b"/>
                      <a:r>
                        <a:rPr lang="en-GB" sz="1200" u="none" strike="noStrike" baseline="0">
                          <a:effectLst/>
                        </a:rPr>
                        <a:t>Everest Reinsurance (Bermuda) Ltd</a:t>
                      </a:r>
                      <a:endParaRPr lang="en-GB" sz="1200" b="0" i="0" u="none" strike="noStrike" baseline="0">
                        <a:solidFill>
                          <a:srgbClr val="333333"/>
                        </a:solidFill>
                        <a:effectLst/>
                        <a:latin typeface="Museo_sans"/>
                      </a:endParaRPr>
                    </a:p>
                  </a:txBody>
                  <a:tcPr marL="7620" marR="7620" marT="7620" marB="0"/>
                </a:tc>
                <a:tc>
                  <a:txBody>
                    <a:bodyPr/>
                    <a:lstStyle/>
                    <a:p>
                      <a:pPr algn="l" fontAlgn="b"/>
                      <a:r>
                        <a:rPr lang="en-GB" sz="1200" u="none" strike="noStrike">
                          <a:effectLst/>
                        </a:rPr>
                        <a:t>New India Assurance Company Limited</a:t>
                      </a:r>
                      <a:endParaRPr lang="en-GB" sz="1200" b="0" i="0" u="none" strike="noStrike">
                        <a:solidFill>
                          <a:srgbClr val="333333"/>
                        </a:solidFill>
                        <a:effectLst/>
                        <a:latin typeface="Museo_sans"/>
                      </a:endParaRPr>
                    </a:p>
                  </a:txBody>
                  <a:tcPr marL="7620" marR="7620" marT="7620" marB="0"/>
                </a:tc>
                <a:tc>
                  <a:txBody>
                    <a:bodyPr/>
                    <a:lstStyle/>
                    <a:p>
                      <a:endParaRPr lang="en-GB" sz="1200"/>
                    </a:p>
                  </a:txBody>
                  <a:tcPr/>
                </a:tc>
                <a:extLst>
                  <a:ext uri="{0D108BD9-81ED-4DB2-BD59-A6C34878D82A}">
                    <a16:rowId xmlns:a16="http://schemas.microsoft.com/office/drawing/2014/main" val="3069541022"/>
                  </a:ext>
                </a:extLst>
              </a:tr>
            </a:tbl>
          </a:graphicData>
        </a:graphic>
      </p:graphicFrame>
    </p:spTree>
    <p:extLst>
      <p:ext uri="{BB962C8B-B14F-4D97-AF65-F5344CB8AC3E}">
        <p14:creationId xmlns:p14="http://schemas.microsoft.com/office/powerpoint/2010/main" val="2404682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4FD1776-9AEB-480C-9974-060215E4F0C4}"/>
              </a:ext>
            </a:extLst>
          </p:cNvPr>
          <p:cNvSpPr>
            <a:spLocks noGrp="1"/>
          </p:cNvSpPr>
          <p:nvPr>
            <p:ph type="pic" sz="quarter" idx="10"/>
          </p:nvPr>
        </p:nvSpPr>
        <p:spPr/>
        <p:txBody>
          <a:bodyPr/>
          <a:lstStyle/>
          <a:p>
            <a:endParaRPr lang="en-IN"/>
          </a:p>
        </p:txBody>
      </p:sp>
      <p:sp>
        <p:nvSpPr>
          <p:cNvPr id="3" name="Text Placeholder 2">
            <a:extLst>
              <a:ext uri="{FF2B5EF4-FFF2-40B4-BE49-F238E27FC236}">
                <a16:creationId xmlns:a16="http://schemas.microsoft.com/office/drawing/2014/main" id="{AC2D3B8A-D02B-4DF0-AB99-E4A1701CD808}"/>
              </a:ext>
            </a:extLst>
          </p:cNvPr>
          <p:cNvSpPr>
            <a:spLocks noGrp="1"/>
          </p:cNvSpPr>
          <p:nvPr>
            <p:ph type="body" sz="quarter" idx="11"/>
          </p:nvPr>
        </p:nvSpPr>
        <p:spPr/>
        <p:txBody>
          <a:bodyPr/>
          <a:lstStyle/>
          <a:p>
            <a:r>
              <a:rPr lang="en-GB"/>
              <a:t>Appendix</a:t>
            </a:r>
          </a:p>
        </p:txBody>
      </p:sp>
    </p:spTree>
    <p:extLst>
      <p:ext uri="{BB962C8B-B14F-4D97-AF65-F5344CB8AC3E}">
        <p14:creationId xmlns:p14="http://schemas.microsoft.com/office/powerpoint/2010/main" val="1615626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Useful Links</a:t>
            </a:r>
            <a:endParaRPr lang="en-GB"/>
          </a:p>
        </p:txBody>
      </p:sp>
      <p:sp>
        <p:nvSpPr>
          <p:cNvPr id="6" name="Text Placeholder 5"/>
          <p:cNvSpPr>
            <a:spLocks noGrp="1"/>
          </p:cNvSpPr>
          <p:nvPr>
            <p:ph type="body" sz="quarter" idx="11"/>
          </p:nvPr>
        </p:nvSpPr>
        <p:spPr/>
        <p:txBody>
          <a:bodyPr/>
          <a:lstStyle/>
          <a:p>
            <a:r>
              <a:rPr lang="en-GB" dirty="0"/>
              <a:t>Lloyds of London</a:t>
            </a:r>
          </a:p>
        </p:txBody>
      </p:sp>
      <p:graphicFrame>
        <p:nvGraphicFramePr>
          <p:cNvPr id="2" name="Table 2">
            <a:extLst>
              <a:ext uri="{FF2B5EF4-FFF2-40B4-BE49-F238E27FC236}">
                <a16:creationId xmlns:a16="http://schemas.microsoft.com/office/drawing/2014/main" id="{DA6B7E08-A89E-4977-AC44-BED8A45CE71E}"/>
              </a:ext>
            </a:extLst>
          </p:cNvPr>
          <p:cNvGraphicFramePr>
            <a:graphicFrameLocks noGrp="1"/>
          </p:cNvGraphicFramePr>
          <p:nvPr>
            <p:extLst>
              <p:ext uri="{D42A27DB-BD31-4B8C-83A1-F6EECF244321}">
                <p14:modId xmlns:p14="http://schemas.microsoft.com/office/powerpoint/2010/main" val="3545273320"/>
              </p:ext>
            </p:extLst>
          </p:nvPr>
        </p:nvGraphicFramePr>
        <p:xfrm>
          <a:off x="227013" y="1507888"/>
          <a:ext cx="11125236" cy="4892913"/>
        </p:xfrm>
        <a:graphic>
          <a:graphicData uri="http://schemas.openxmlformats.org/drawingml/2006/table">
            <a:tbl>
              <a:tblPr firstRow="1" bandRow="1">
                <a:tableStyleId>{2D5ABB26-0587-4C30-8999-92F81FD0307C}</a:tableStyleId>
              </a:tblPr>
              <a:tblGrid>
                <a:gridCol w="3492388">
                  <a:extLst>
                    <a:ext uri="{9D8B030D-6E8A-4147-A177-3AD203B41FA5}">
                      <a16:colId xmlns:a16="http://schemas.microsoft.com/office/drawing/2014/main" val="2251323784"/>
                    </a:ext>
                  </a:extLst>
                </a:gridCol>
                <a:gridCol w="7632848">
                  <a:extLst>
                    <a:ext uri="{9D8B030D-6E8A-4147-A177-3AD203B41FA5}">
                      <a16:colId xmlns:a16="http://schemas.microsoft.com/office/drawing/2014/main" val="1905750632"/>
                    </a:ext>
                  </a:extLst>
                </a:gridCol>
              </a:tblGrid>
              <a:tr h="453440">
                <a:tc>
                  <a:txBody>
                    <a:bodyPr/>
                    <a:lstStyle/>
                    <a:p>
                      <a:r>
                        <a:rPr lang="en-GB" sz="1600">
                          <a:solidFill>
                            <a:schemeClr val="bg1"/>
                          </a:solidFill>
                        </a:rPr>
                        <a:t>Lloyd's Website</a:t>
                      </a:r>
                    </a:p>
                  </a:txBody>
                  <a:tcPr>
                    <a:solidFill>
                      <a:schemeClr val="accent2"/>
                    </a:solidFill>
                  </a:tcPr>
                </a:tc>
                <a:tc>
                  <a:txBody>
                    <a:bodyPr/>
                    <a:lstStyle/>
                    <a:p>
                      <a:r>
                        <a:rPr lang="en-GB" sz="1600" dirty="0">
                          <a:solidFill>
                            <a:schemeClr val="bg1"/>
                          </a:solidFill>
                          <a:hlinkClick r:id="rId2">
                            <a:extLst>
                              <a:ext uri="{A12FA001-AC4F-418D-AE19-62706E023703}">
                                <ahyp:hlinkClr xmlns:ahyp="http://schemas.microsoft.com/office/drawing/2018/hyperlinkcolor" val="tx"/>
                              </a:ext>
                            </a:extLst>
                          </a:hlinkClick>
                        </a:rPr>
                        <a:t>www.Lloyds.com</a:t>
                      </a:r>
                      <a:endParaRPr lang="en-GB" sz="1600" dirty="0">
                        <a:solidFill>
                          <a:schemeClr val="bg1"/>
                        </a:solidFill>
                      </a:endParaRPr>
                    </a:p>
                  </a:txBody>
                  <a:tcPr>
                    <a:solidFill>
                      <a:schemeClr val="accent2"/>
                    </a:solidFill>
                  </a:tcPr>
                </a:tc>
                <a:extLst>
                  <a:ext uri="{0D108BD9-81ED-4DB2-BD59-A6C34878D82A}">
                    <a16:rowId xmlns:a16="http://schemas.microsoft.com/office/drawing/2014/main" val="2867728260"/>
                  </a:ext>
                </a:extLst>
              </a:tr>
              <a:tr h="563217">
                <a:tc>
                  <a:txBody>
                    <a:bodyPr/>
                    <a:lstStyle/>
                    <a:p>
                      <a:r>
                        <a:rPr lang="en-GB" sz="1600">
                          <a:solidFill>
                            <a:schemeClr val="bg1"/>
                          </a:solidFill>
                        </a:rPr>
                        <a:t>Lloyd's Room Plan</a:t>
                      </a:r>
                    </a:p>
                  </a:txBody>
                  <a:tcPr>
                    <a:solidFill>
                      <a:schemeClr val="accent2"/>
                    </a:solidFill>
                  </a:tcPr>
                </a:tc>
                <a:tc>
                  <a:txBody>
                    <a:bodyPr/>
                    <a:lstStyle/>
                    <a:p>
                      <a:pPr lvl="0">
                        <a:buNone/>
                      </a:pPr>
                      <a:r>
                        <a:rPr lang="en-GB" sz="1600" b="0" i="0" u="sng" strike="noStrike" noProof="0" dirty="0">
                          <a:solidFill>
                            <a:schemeClr val="bg1"/>
                          </a:solidFill>
                          <a:latin typeface="+mn-lt"/>
                        </a:rPr>
                        <a:t>https://www.lloyds.com/ukbuildingservices/</a:t>
                      </a:r>
                      <a:br>
                        <a:rPr lang="en-GB" sz="1600" b="0" i="0" u="sng" strike="noStrike" noProof="0" dirty="0">
                          <a:solidFill>
                            <a:schemeClr val="bg1"/>
                          </a:solidFill>
                          <a:latin typeface="+mn-lt"/>
                        </a:rPr>
                      </a:br>
                      <a:r>
                        <a:rPr lang="en-GB" sz="1200" b="0" i="0" u="none" strike="noStrike" kern="1200" noProof="0" dirty="0">
                          <a:solidFill>
                            <a:schemeClr val="bg1"/>
                          </a:solidFill>
                          <a:latin typeface="Verdana"/>
                          <a:ea typeface="+mn-ea"/>
                          <a:cs typeface="+mn-cs"/>
                        </a:rPr>
                        <a:t>Select “Navigating the room 2020</a:t>
                      </a:r>
                      <a:endParaRPr lang="en-US" sz="1200" b="0" i="0" u="none" strike="noStrike" kern="1200" dirty="0">
                        <a:solidFill>
                          <a:schemeClr val="bg1"/>
                        </a:solidFill>
                        <a:latin typeface="Verdana"/>
                        <a:ea typeface="+mn-ea"/>
                        <a:cs typeface="+mn-cs"/>
                      </a:endParaRPr>
                    </a:p>
                  </a:txBody>
                  <a:tcPr>
                    <a:solidFill>
                      <a:schemeClr val="accent2"/>
                    </a:solidFill>
                  </a:tcPr>
                </a:tc>
                <a:extLst>
                  <a:ext uri="{0D108BD9-81ED-4DB2-BD59-A6C34878D82A}">
                    <a16:rowId xmlns:a16="http://schemas.microsoft.com/office/drawing/2014/main" val="2644082803"/>
                  </a:ext>
                </a:extLst>
              </a:tr>
              <a:tr h="761999">
                <a:tc>
                  <a:txBody>
                    <a:bodyPr/>
                    <a:lstStyle/>
                    <a:p>
                      <a:pPr lvl="0">
                        <a:buNone/>
                      </a:pPr>
                      <a:r>
                        <a:rPr lang="en-GB" sz="1600" b="0" i="0" u="none" strike="noStrike" noProof="0">
                          <a:solidFill>
                            <a:schemeClr val="bg1"/>
                          </a:solidFill>
                          <a:latin typeface="Verdana"/>
                        </a:rPr>
                        <a:t>Lloyd's Market Association</a:t>
                      </a:r>
                      <a:endParaRPr lang="en-US" sz="1600">
                        <a:solidFill>
                          <a:schemeClr val="bg1"/>
                        </a:solidFill>
                      </a:endParaRPr>
                    </a:p>
                  </a:txBody>
                  <a:tcPr>
                    <a:solidFill>
                      <a:schemeClr val="accent2"/>
                    </a:solidFill>
                  </a:tcPr>
                </a:tc>
                <a:tc>
                  <a:txBody>
                    <a:bodyPr/>
                    <a:lstStyle/>
                    <a:p>
                      <a:pPr lvl="0">
                        <a:buNone/>
                      </a:pPr>
                      <a:r>
                        <a:rPr lang="en-GB" sz="1600" b="0" i="0" u="none" strike="noStrike" noProof="0" dirty="0">
                          <a:solidFill>
                            <a:schemeClr val="bg1"/>
                          </a:solidFill>
                          <a:latin typeface="Verdana"/>
                          <a:hlinkClick r:id="rId3">
                            <a:extLst>
                              <a:ext uri="{A12FA001-AC4F-418D-AE19-62706E023703}">
                                <ahyp:hlinkClr xmlns:ahyp="http://schemas.microsoft.com/office/drawing/2018/hyperlinkcolor" val="tx"/>
                              </a:ext>
                            </a:extLst>
                          </a:hlinkClick>
                        </a:rPr>
                        <a:t>www.lmalloyds.com</a:t>
                      </a:r>
                      <a:endParaRPr lang="en-GB" sz="1600" b="0" i="0" u="none" strike="noStrike" noProof="0" dirty="0">
                        <a:solidFill>
                          <a:schemeClr val="bg1"/>
                        </a:solidFill>
                        <a:latin typeface="Verdana"/>
                      </a:endParaRPr>
                    </a:p>
                    <a:p>
                      <a:pPr lvl="0">
                        <a:buNone/>
                      </a:pPr>
                      <a:r>
                        <a:rPr lang="en-GB" sz="1200" b="0" i="0" u="none" strike="noStrike" noProof="0" dirty="0">
                          <a:solidFill>
                            <a:schemeClr val="bg1"/>
                          </a:solidFill>
                          <a:latin typeface="Verdana"/>
                        </a:rPr>
                        <a:t>The LMA provides representation, information and technical services to underwriting businesses in the Lloyd's market.</a:t>
                      </a:r>
                      <a:endParaRPr lang="en-GB" sz="1200" dirty="0">
                        <a:solidFill>
                          <a:schemeClr val="bg1"/>
                        </a:solidFill>
                      </a:endParaRPr>
                    </a:p>
                  </a:txBody>
                  <a:tcPr>
                    <a:solidFill>
                      <a:schemeClr val="accent2"/>
                    </a:solidFill>
                  </a:tcPr>
                </a:tc>
                <a:extLst>
                  <a:ext uri="{0D108BD9-81ED-4DB2-BD59-A6C34878D82A}">
                    <a16:rowId xmlns:a16="http://schemas.microsoft.com/office/drawing/2014/main" val="3532482397"/>
                  </a:ext>
                </a:extLst>
              </a:tr>
              <a:tr h="761999">
                <a:tc>
                  <a:txBody>
                    <a:bodyPr/>
                    <a:lstStyle/>
                    <a:p>
                      <a:pPr lvl="0">
                        <a:buNone/>
                      </a:pPr>
                      <a:r>
                        <a:rPr lang="en-GB" sz="1600" b="0" i="0" u="none" strike="noStrike" noProof="0">
                          <a:solidFill>
                            <a:schemeClr val="bg1"/>
                          </a:solidFill>
                          <a:latin typeface="Verdana"/>
                        </a:rPr>
                        <a:t>Lloyds Register</a:t>
                      </a:r>
                      <a:endParaRPr lang="en-US" sz="1600">
                        <a:solidFill>
                          <a:schemeClr val="bg1"/>
                        </a:solidFill>
                      </a:endParaRPr>
                    </a:p>
                  </a:txBody>
                  <a:tcPr>
                    <a:solidFill>
                      <a:schemeClr val="accent2"/>
                    </a:solidFill>
                  </a:tcPr>
                </a:tc>
                <a:tc>
                  <a:txBody>
                    <a:bodyPr/>
                    <a:lstStyle/>
                    <a:p>
                      <a:pPr lvl="0">
                        <a:buNone/>
                      </a:pPr>
                      <a:r>
                        <a:rPr lang="en-GB" sz="1600" b="0" i="0" u="none" strike="noStrike" noProof="0" dirty="0">
                          <a:solidFill>
                            <a:schemeClr val="bg1"/>
                          </a:solidFill>
                          <a:latin typeface="Verdana"/>
                          <a:hlinkClick r:id="rId4">
                            <a:extLst>
                              <a:ext uri="{A12FA001-AC4F-418D-AE19-62706E023703}">
                                <ahyp:hlinkClr xmlns:ahyp="http://schemas.microsoft.com/office/drawing/2018/hyperlinkcolor" val="tx"/>
                              </a:ext>
                            </a:extLst>
                          </a:hlinkClick>
                        </a:rPr>
                        <a:t>www.lr.org</a:t>
                      </a:r>
                      <a:r>
                        <a:rPr lang="en-GB" sz="1600" b="0" i="0" u="none" strike="noStrike" noProof="0" dirty="0">
                          <a:solidFill>
                            <a:schemeClr val="bg1"/>
                          </a:solidFill>
                          <a:latin typeface="Verdana"/>
                        </a:rPr>
                        <a:t> </a:t>
                      </a:r>
                      <a:endParaRPr lang="en-US" sz="1600" b="0" i="0" u="none" strike="noStrike" noProof="0" dirty="0">
                        <a:solidFill>
                          <a:schemeClr val="bg1"/>
                        </a:solidFill>
                        <a:latin typeface="Verdana"/>
                      </a:endParaRPr>
                    </a:p>
                    <a:p>
                      <a:pPr lvl="0">
                        <a:buNone/>
                      </a:pPr>
                      <a:r>
                        <a:rPr lang="en-GB" sz="1200" b="0" i="0" u="none" strike="noStrike" noProof="0" dirty="0">
                          <a:solidFill>
                            <a:schemeClr val="bg1"/>
                          </a:solidFill>
                          <a:latin typeface="Verdana"/>
                        </a:rPr>
                        <a:t>Lloyd's Register provides information on surveys, inspections, construction and classification, issues related to ISO Standards and some historical shipping records.</a:t>
                      </a:r>
                      <a:endParaRPr lang="en-GB" sz="1200" dirty="0">
                        <a:solidFill>
                          <a:schemeClr val="bg1"/>
                        </a:solidFill>
                      </a:endParaRPr>
                    </a:p>
                  </a:txBody>
                  <a:tcPr>
                    <a:solidFill>
                      <a:schemeClr val="accent2"/>
                    </a:solidFill>
                  </a:tcPr>
                </a:tc>
                <a:extLst>
                  <a:ext uri="{0D108BD9-81ED-4DB2-BD59-A6C34878D82A}">
                    <a16:rowId xmlns:a16="http://schemas.microsoft.com/office/drawing/2014/main" val="1051352953"/>
                  </a:ext>
                </a:extLst>
              </a:tr>
              <a:tr h="1027042">
                <a:tc>
                  <a:txBody>
                    <a:bodyPr/>
                    <a:lstStyle/>
                    <a:p>
                      <a:pPr lvl="0">
                        <a:buNone/>
                      </a:pPr>
                      <a:r>
                        <a:rPr lang="en-GB" sz="1600" b="0" i="0" u="none" strike="noStrike" noProof="0">
                          <a:solidFill>
                            <a:schemeClr val="bg1"/>
                          </a:solidFill>
                          <a:latin typeface="Verdana"/>
                        </a:rPr>
                        <a:t>London Market Insurance Brokers Committee (LMBC)</a:t>
                      </a:r>
                      <a:endParaRPr lang="en-US" sz="1600">
                        <a:solidFill>
                          <a:schemeClr val="bg1"/>
                        </a:solidFill>
                      </a:endParaRPr>
                    </a:p>
                  </a:txBody>
                  <a:tcPr>
                    <a:solidFill>
                      <a:schemeClr val="accent2"/>
                    </a:solidFill>
                  </a:tcPr>
                </a:tc>
                <a:tc>
                  <a:txBody>
                    <a:bodyPr/>
                    <a:lstStyle/>
                    <a:p>
                      <a:pPr lvl="0">
                        <a:buNone/>
                      </a:pPr>
                      <a:r>
                        <a:rPr lang="en-GB" sz="1600" b="0" i="0" u="none" strike="noStrike" noProof="0" dirty="0">
                          <a:solidFill>
                            <a:schemeClr val="bg1"/>
                          </a:solidFill>
                          <a:latin typeface="Verdana"/>
                          <a:hlinkClick r:id="rId5">
                            <a:extLst>
                              <a:ext uri="{A12FA001-AC4F-418D-AE19-62706E023703}">
                                <ahyp:hlinkClr xmlns:ahyp="http://schemas.microsoft.com/office/drawing/2018/hyperlinkcolor" val="tx"/>
                              </a:ext>
                            </a:extLst>
                          </a:hlinkClick>
                        </a:rPr>
                        <a:t>www.lmbc.co.uk</a:t>
                      </a:r>
                      <a:r>
                        <a:rPr lang="en-GB" sz="1600" b="0" i="0" u="none" strike="noStrike" noProof="0" dirty="0">
                          <a:solidFill>
                            <a:schemeClr val="bg1"/>
                          </a:solidFill>
                          <a:latin typeface="Verdana"/>
                        </a:rPr>
                        <a:t> </a:t>
                      </a:r>
                      <a:endParaRPr lang="en-US" sz="1600" b="0" i="0" u="none" strike="noStrike" noProof="0" dirty="0">
                        <a:solidFill>
                          <a:schemeClr val="bg1"/>
                        </a:solidFill>
                        <a:latin typeface="Verdana"/>
                      </a:endParaRPr>
                    </a:p>
                    <a:p>
                      <a:pPr lvl="0">
                        <a:buNone/>
                      </a:pPr>
                      <a:r>
                        <a:rPr lang="en-GB" sz="1200" b="0" i="0" u="none" strike="noStrike" noProof="0" dirty="0">
                          <a:solidFill>
                            <a:schemeClr val="bg1"/>
                          </a:solidFill>
                          <a:latin typeface="Verdana"/>
                        </a:rPr>
                        <a:t>LMBC is a trade body representing the interests of Lloyd's brokers operating in the London and worldwide insurance and reinsurance markets.</a:t>
                      </a:r>
                    </a:p>
                    <a:p>
                      <a:pPr lvl="0">
                        <a:buNone/>
                      </a:pPr>
                      <a:endParaRPr lang="en-GB" sz="1600" dirty="0">
                        <a:solidFill>
                          <a:schemeClr val="bg1"/>
                        </a:solidFill>
                      </a:endParaRPr>
                    </a:p>
                  </a:txBody>
                  <a:tcPr>
                    <a:solidFill>
                      <a:schemeClr val="accent2"/>
                    </a:solidFill>
                  </a:tcPr>
                </a:tc>
                <a:extLst>
                  <a:ext uri="{0D108BD9-81ED-4DB2-BD59-A6C34878D82A}">
                    <a16:rowId xmlns:a16="http://schemas.microsoft.com/office/drawing/2014/main" val="1893515468"/>
                  </a:ext>
                </a:extLst>
              </a:tr>
              <a:tr h="828260">
                <a:tc>
                  <a:txBody>
                    <a:bodyPr/>
                    <a:lstStyle/>
                    <a:p>
                      <a:pPr lvl="0" algn="l">
                        <a:lnSpc>
                          <a:spcPct val="100000"/>
                        </a:lnSpc>
                        <a:spcBef>
                          <a:spcPts val="0"/>
                        </a:spcBef>
                        <a:spcAft>
                          <a:spcPts val="0"/>
                        </a:spcAft>
                        <a:buNone/>
                      </a:pPr>
                      <a:r>
                        <a:rPr lang="en-GB" sz="1600" b="0" i="0" u="none" strike="noStrike" noProof="0">
                          <a:solidFill>
                            <a:schemeClr val="bg1"/>
                          </a:solidFill>
                          <a:latin typeface="Verdana"/>
                        </a:rPr>
                        <a:t>Guildhall Library</a:t>
                      </a:r>
                    </a:p>
                    <a:p>
                      <a:pPr lvl="0">
                        <a:buNone/>
                      </a:pPr>
                      <a:endParaRPr lang="en-GB" sz="1600" b="0">
                        <a:solidFill>
                          <a:schemeClr val="bg1"/>
                        </a:solidFill>
                      </a:endParaRPr>
                    </a:p>
                  </a:txBody>
                  <a:tcPr>
                    <a:solidFill>
                      <a:schemeClr val="accent2"/>
                    </a:solidFill>
                  </a:tcPr>
                </a:tc>
                <a:tc>
                  <a:txBody>
                    <a:bodyPr/>
                    <a:lstStyle/>
                    <a:p>
                      <a:pPr lvl="0">
                        <a:buNone/>
                      </a:pPr>
                      <a:r>
                        <a:rPr lang="en-GB" sz="1600" b="0" i="0" u="none" strike="noStrike" noProof="0" dirty="0">
                          <a:solidFill>
                            <a:schemeClr val="bg1"/>
                          </a:solidFill>
                          <a:latin typeface="Verdana"/>
                          <a:hlinkClick r:id="rId6">
                            <a:extLst>
                              <a:ext uri="{A12FA001-AC4F-418D-AE19-62706E023703}">
                                <ahyp:hlinkClr xmlns:ahyp="http://schemas.microsoft.com/office/drawing/2018/hyperlinkcolor" val="tx"/>
                              </a:ext>
                            </a:extLst>
                          </a:hlinkClick>
                        </a:rPr>
                        <a:t>https://www.cityoflondon.gov.uk/things-to-do/history-and-heritage/guildhall-library</a:t>
                      </a:r>
                      <a:r>
                        <a:rPr lang="en-GB" sz="1600" b="0" i="0" u="none" strike="noStrike" noProof="0" dirty="0">
                          <a:solidFill>
                            <a:schemeClr val="bg1"/>
                          </a:solidFill>
                          <a:latin typeface="Verdana"/>
                        </a:rPr>
                        <a:t> </a:t>
                      </a:r>
                      <a:endParaRPr lang="en-US" sz="1600" b="0" i="0" u="none" strike="noStrike" noProof="0" dirty="0">
                        <a:solidFill>
                          <a:schemeClr val="bg1"/>
                        </a:solidFill>
                        <a:latin typeface="Verdana"/>
                      </a:endParaRPr>
                    </a:p>
                    <a:p>
                      <a:pPr lvl="0">
                        <a:buNone/>
                      </a:pPr>
                      <a:r>
                        <a:rPr lang="en-GB" sz="1200" b="0" i="0" u="none" strike="noStrike" noProof="0" dirty="0">
                          <a:solidFill>
                            <a:schemeClr val="bg1"/>
                          </a:solidFill>
                          <a:latin typeface="Verdana"/>
                        </a:rPr>
                        <a:t>The library contains all Lloyd's shipping records prior to 1985, plus other historical records.</a:t>
                      </a:r>
                    </a:p>
                  </a:txBody>
                  <a:tcPr>
                    <a:solidFill>
                      <a:schemeClr val="accent2"/>
                    </a:solidFill>
                  </a:tcPr>
                </a:tc>
                <a:extLst>
                  <a:ext uri="{0D108BD9-81ED-4DB2-BD59-A6C34878D82A}">
                    <a16:rowId xmlns:a16="http://schemas.microsoft.com/office/drawing/2014/main" val="549271214"/>
                  </a:ext>
                </a:extLst>
              </a:tr>
              <a:tr h="496956">
                <a:tc>
                  <a:txBody>
                    <a:bodyPr/>
                    <a:lstStyle/>
                    <a:p>
                      <a:pPr lvl="0">
                        <a:buNone/>
                      </a:pPr>
                      <a:r>
                        <a:rPr lang="en-GB" sz="1600" b="0" i="0" u="none" strike="noStrike" noProof="0" dirty="0">
                          <a:solidFill>
                            <a:schemeClr val="bg1"/>
                          </a:solidFill>
                          <a:latin typeface="Verdana"/>
                        </a:rPr>
                        <a:t>Lets Talk Business</a:t>
                      </a:r>
                      <a:endParaRPr lang="en-US" sz="1600" dirty="0">
                        <a:solidFill>
                          <a:schemeClr val="bg1"/>
                        </a:solidFill>
                      </a:endParaRPr>
                    </a:p>
                  </a:txBody>
                  <a:tcPr>
                    <a:solidFill>
                      <a:schemeClr val="accent2"/>
                    </a:solidFill>
                  </a:tcPr>
                </a:tc>
                <a:tc>
                  <a:txBody>
                    <a:bodyPr/>
                    <a:lstStyle/>
                    <a:p>
                      <a:pPr marL="0" marR="0" lvl="0" indent="0" algn="l">
                        <a:lnSpc>
                          <a:spcPct val="100000"/>
                        </a:lnSpc>
                        <a:spcBef>
                          <a:spcPts val="0"/>
                        </a:spcBef>
                        <a:spcAft>
                          <a:spcPts val="0"/>
                        </a:spcAft>
                        <a:buNone/>
                      </a:pPr>
                      <a:r>
                        <a:rPr lang="en-GB" sz="1200" b="0" i="0" u="none" strike="noStrike" noProof="0" dirty="0">
                          <a:solidFill>
                            <a:schemeClr val="bg1"/>
                          </a:solidFill>
                          <a:latin typeface="Verdana"/>
                          <a:hlinkClick r:id="rId7">
                            <a:extLst>
                              <a:ext uri="{A12FA001-AC4F-418D-AE19-62706E023703}">
                                <ahyp:hlinkClr xmlns:ahyp="http://schemas.microsoft.com/office/drawing/2018/hyperlinkcolor" val="tx"/>
                              </a:ext>
                            </a:extLst>
                          </a:hlinkClick>
                        </a:rPr>
                        <a:t>https://www.youtube.com/c/LetsTalkBusiness/videos</a:t>
                      </a:r>
                      <a:endParaRPr lang="en-GB" sz="1200" b="0" i="0" u="none" strike="noStrike" noProof="0" dirty="0">
                        <a:solidFill>
                          <a:schemeClr val="bg1"/>
                        </a:solidFill>
                        <a:latin typeface="Verdana"/>
                      </a:endParaRPr>
                    </a:p>
                    <a:p>
                      <a:pPr marL="0" marR="0" lvl="0" indent="0" algn="l">
                        <a:lnSpc>
                          <a:spcPct val="100000"/>
                        </a:lnSpc>
                        <a:spcBef>
                          <a:spcPts val="0"/>
                        </a:spcBef>
                        <a:spcAft>
                          <a:spcPts val="0"/>
                        </a:spcAft>
                        <a:buNone/>
                      </a:pPr>
                      <a:r>
                        <a:rPr lang="en-GB" sz="1200" b="0" i="0" u="none" strike="noStrike" noProof="0" dirty="0">
                          <a:solidFill>
                            <a:schemeClr val="bg1"/>
                          </a:solidFill>
                          <a:latin typeface="Verdana"/>
                        </a:rPr>
                        <a:t>60 videos covering aspects of Lloyds, the Lloyds Market and Lloyds Processing</a:t>
                      </a:r>
                      <a:endParaRPr lang="en-GB" dirty="0">
                        <a:solidFill>
                          <a:schemeClr val="bg1"/>
                        </a:solidFill>
                      </a:endParaRPr>
                    </a:p>
                  </a:txBody>
                  <a:tcPr>
                    <a:solidFill>
                      <a:schemeClr val="accent2"/>
                    </a:solidFill>
                  </a:tcPr>
                </a:tc>
                <a:extLst>
                  <a:ext uri="{0D108BD9-81ED-4DB2-BD59-A6C34878D82A}">
                    <a16:rowId xmlns:a16="http://schemas.microsoft.com/office/drawing/2014/main" val="55900365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Useful Links</a:t>
            </a:r>
            <a:endParaRPr lang="en-GB"/>
          </a:p>
        </p:txBody>
      </p:sp>
      <p:sp>
        <p:nvSpPr>
          <p:cNvPr id="6" name="Text Placeholder 5"/>
          <p:cNvSpPr>
            <a:spLocks noGrp="1"/>
          </p:cNvSpPr>
          <p:nvPr>
            <p:ph type="body" sz="quarter" idx="11"/>
          </p:nvPr>
        </p:nvSpPr>
        <p:spPr>
          <a:xfrm>
            <a:off x="227349" y="4078796"/>
            <a:ext cx="11700000" cy="339774"/>
          </a:xfrm>
        </p:spPr>
        <p:txBody>
          <a:bodyPr/>
          <a:lstStyle/>
          <a:p>
            <a:r>
              <a:rPr lang="en-GB"/>
              <a:t>Others</a:t>
            </a:r>
          </a:p>
        </p:txBody>
      </p:sp>
      <p:graphicFrame>
        <p:nvGraphicFramePr>
          <p:cNvPr id="2" name="Table 2">
            <a:extLst>
              <a:ext uri="{FF2B5EF4-FFF2-40B4-BE49-F238E27FC236}">
                <a16:creationId xmlns:a16="http://schemas.microsoft.com/office/drawing/2014/main" id="{DA6B7E08-A89E-4977-AC44-BED8A45CE71E}"/>
              </a:ext>
            </a:extLst>
          </p:cNvPr>
          <p:cNvGraphicFramePr>
            <a:graphicFrameLocks noGrp="1"/>
          </p:cNvGraphicFramePr>
          <p:nvPr>
            <p:extLst>
              <p:ext uri="{D42A27DB-BD31-4B8C-83A1-F6EECF244321}">
                <p14:modId xmlns:p14="http://schemas.microsoft.com/office/powerpoint/2010/main" val="3931488849"/>
              </p:ext>
            </p:extLst>
          </p:nvPr>
        </p:nvGraphicFramePr>
        <p:xfrm>
          <a:off x="227349" y="4354611"/>
          <a:ext cx="11125236" cy="2208530"/>
        </p:xfrm>
        <a:graphic>
          <a:graphicData uri="http://schemas.openxmlformats.org/drawingml/2006/table">
            <a:tbl>
              <a:tblPr firstRow="1" bandRow="1">
                <a:tableStyleId>{2D5ABB26-0587-4C30-8999-92F81FD0307C}</a:tableStyleId>
              </a:tblPr>
              <a:tblGrid>
                <a:gridCol w="3492388">
                  <a:extLst>
                    <a:ext uri="{9D8B030D-6E8A-4147-A177-3AD203B41FA5}">
                      <a16:colId xmlns:a16="http://schemas.microsoft.com/office/drawing/2014/main" val="2251323784"/>
                    </a:ext>
                  </a:extLst>
                </a:gridCol>
                <a:gridCol w="7632848">
                  <a:extLst>
                    <a:ext uri="{9D8B030D-6E8A-4147-A177-3AD203B41FA5}">
                      <a16:colId xmlns:a16="http://schemas.microsoft.com/office/drawing/2014/main" val="1905750632"/>
                    </a:ext>
                  </a:extLst>
                </a:gridCol>
              </a:tblGrid>
              <a:tr h="476559">
                <a:tc>
                  <a:txBody>
                    <a:bodyPr/>
                    <a:lstStyle/>
                    <a:p>
                      <a:r>
                        <a:rPr lang="en-GB" sz="1400" dirty="0"/>
                        <a:t>Chartered Insurance Institute</a:t>
                      </a:r>
                    </a:p>
                  </a:txBody>
                  <a:tcPr/>
                </a:tc>
                <a:tc>
                  <a:txBody>
                    <a:bodyPr/>
                    <a:lstStyle/>
                    <a:p>
                      <a:r>
                        <a:rPr lang="en-GB" sz="1200" dirty="0">
                          <a:hlinkClick r:id="rId2"/>
                        </a:rPr>
                        <a:t>https://www.cii.co.uk/learning/qualifications/certificate-in-london-market-insurance-qualification/</a:t>
                      </a:r>
                      <a:r>
                        <a:rPr lang="en-GB" sz="1200" dirty="0"/>
                        <a:t> </a:t>
                      </a:r>
                    </a:p>
                    <a:p>
                      <a:r>
                        <a:rPr lang="en-GB" sz="1200" dirty="0"/>
                        <a:t>Certificate in London Market Insurance</a:t>
                      </a:r>
                    </a:p>
                  </a:txBody>
                  <a:tcPr/>
                </a:tc>
                <a:extLst>
                  <a:ext uri="{0D108BD9-81ED-4DB2-BD59-A6C34878D82A}">
                    <a16:rowId xmlns:a16="http://schemas.microsoft.com/office/drawing/2014/main" val="2867728260"/>
                  </a:ext>
                </a:extLst>
              </a:tr>
              <a:tr h="0">
                <a:tc>
                  <a:txBody>
                    <a:bodyPr/>
                    <a:lstStyle/>
                    <a:p>
                      <a:r>
                        <a:rPr lang="en-GB" sz="1400"/>
                        <a:t>Association of British Insurers</a:t>
                      </a:r>
                    </a:p>
                  </a:txBody>
                  <a:tcPr/>
                </a:tc>
                <a:tc>
                  <a:txBody>
                    <a:bodyPr/>
                    <a:lstStyle/>
                    <a:p>
                      <a:r>
                        <a:rPr lang="en-GB" sz="1200">
                          <a:hlinkClick r:id="rId3"/>
                        </a:rPr>
                        <a:t>www.abi.org.uk</a:t>
                      </a:r>
                      <a:endParaRPr lang="en-GB" sz="1200"/>
                    </a:p>
                  </a:txBody>
                  <a:tcPr/>
                </a:tc>
                <a:extLst>
                  <a:ext uri="{0D108BD9-81ED-4DB2-BD59-A6C34878D82A}">
                    <a16:rowId xmlns:a16="http://schemas.microsoft.com/office/drawing/2014/main" val="2644082803"/>
                  </a:ext>
                </a:extLst>
              </a:tr>
              <a:tr h="0">
                <a:tc>
                  <a:txBody>
                    <a:bodyPr/>
                    <a:lstStyle/>
                    <a:p>
                      <a:r>
                        <a:rPr lang="en-GB" sz="1400"/>
                        <a:t>Xchanging</a:t>
                      </a:r>
                    </a:p>
                  </a:txBody>
                  <a:tcPr/>
                </a:tc>
                <a:tc>
                  <a:txBody>
                    <a:bodyPr/>
                    <a:lstStyle/>
                    <a:p>
                      <a:r>
                        <a:rPr lang="en-GB" sz="1200">
                          <a:hlinkClick r:id="rId4"/>
                        </a:rPr>
                        <a:t>www.dcx.technology</a:t>
                      </a:r>
                      <a:r>
                        <a:rPr lang="en-GB" sz="1200"/>
                        <a:t> </a:t>
                      </a:r>
                    </a:p>
                    <a:p>
                      <a:r>
                        <a:rPr lang="en-GB" sz="1200" b="0" i="0" kern="1200">
                          <a:solidFill>
                            <a:schemeClr val="tx1"/>
                          </a:solidFill>
                          <a:effectLst/>
                          <a:latin typeface="+mn-lt"/>
                          <a:ea typeface="+mn-ea"/>
                          <a:cs typeface="+mn-cs"/>
                        </a:rPr>
                        <a:t>XIS/XCS are responsible for Lloyd's market processing.</a:t>
                      </a:r>
                      <a:endParaRPr lang="en-GB" sz="1200"/>
                    </a:p>
                  </a:txBody>
                  <a:tcPr/>
                </a:tc>
                <a:extLst>
                  <a:ext uri="{0D108BD9-81ED-4DB2-BD59-A6C34878D82A}">
                    <a16:rowId xmlns:a16="http://schemas.microsoft.com/office/drawing/2014/main" val="3532482397"/>
                  </a:ext>
                </a:extLst>
              </a:tr>
              <a:tr h="195356">
                <a:tc>
                  <a:txBody>
                    <a:bodyPr/>
                    <a:lstStyle/>
                    <a:p>
                      <a:r>
                        <a:rPr lang="en-GB" sz="1400"/>
                        <a:t>ECF</a:t>
                      </a:r>
                    </a:p>
                  </a:txBody>
                  <a:tcPr/>
                </a:tc>
                <a:tc>
                  <a:txBody>
                    <a:bodyPr/>
                    <a:lstStyle/>
                    <a:p>
                      <a:r>
                        <a:rPr lang="en-GB" sz="1200">
                          <a:hlinkClick r:id="rId5"/>
                        </a:rPr>
                        <a:t>https://www.ecfinfo.com/training/about/what-is-ecf/</a:t>
                      </a:r>
                      <a:r>
                        <a:rPr lang="en-GB" sz="1200"/>
                        <a:t> </a:t>
                      </a:r>
                    </a:p>
                    <a:p>
                      <a:r>
                        <a:rPr lang="en-GB" sz="1200"/>
                        <a:t>Explanation of ECF and the ECF process flow</a:t>
                      </a:r>
                    </a:p>
                  </a:txBody>
                  <a:tcPr/>
                </a:tc>
                <a:extLst>
                  <a:ext uri="{0D108BD9-81ED-4DB2-BD59-A6C34878D82A}">
                    <a16:rowId xmlns:a16="http://schemas.microsoft.com/office/drawing/2014/main" val="1051352953"/>
                  </a:ext>
                </a:extLst>
              </a:tr>
              <a:tr h="349250">
                <a:tc>
                  <a:txBody>
                    <a:bodyPr/>
                    <a:lstStyle/>
                    <a:p>
                      <a:r>
                        <a:rPr lang="en-GB" sz="1400"/>
                        <a:t>TMEL</a:t>
                      </a:r>
                    </a:p>
                  </a:txBody>
                  <a:tcPr/>
                </a:tc>
                <a:tc>
                  <a:txBody>
                    <a:bodyPr/>
                    <a:lstStyle/>
                    <a:p>
                      <a:r>
                        <a:rPr lang="en-GB" sz="1200" dirty="0">
                          <a:hlinkClick r:id="rId6"/>
                        </a:rPr>
                        <a:t>https://www.lmalloyds.com/LMA/Market_Processes/TMEL.aspx</a:t>
                      </a:r>
                      <a:r>
                        <a:rPr lang="en-GB" sz="1200" dirty="0"/>
                        <a:t> </a:t>
                      </a:r>
                    </a:p>
                  </a:txBody>
                  <a:tcPr/>
                </a:tc>
                <a:extLst>
                  <a:ext uri="{0D108BD9-81ED-4DB2-BD59-A6C34878D82A}">
                    <a16:rowId xmlns:a16="http://schemas.microsoft.com/office/drawing/2014/main" val="1897756753"/>
                  </a:ext>
                </a:extLst>
              </a:tr>
            </a:tbl>
          </a:graphicData>
        </a:graphic>
      </p:graphicFrame>
      <p:sp>
        <p:nvSpPr>
          <p:cNvPr id="5" name="Text Placeholder 5">
            <a:extLst>
              <a:ext uri="{FF2B5EF4-FFF2-40B4-BE49-F238E27FC236}">
                <a16:creationId xmlns:a16="http://schemas.microsoft.com/office/drawing/2014/main" id="{049798B0-BE1F-402B-9749-D1C649CE859E}"/>
              </a:ext>
            </a:extLst>
          </p:cNvPr>
          <p:cNvSpPr txBox="1">
            <a:spLocks/>
          </p:cNvSpPr>
          <p:nvPr/>
        </p:nvSpPr>
        <p:spPr>
          <a:xfrm>
            <a:off x="227349" y="897797"/>
            <a:ext cx="11700000" cy="339774"/>
          </a:xfrm>
          <a:prstGeom prst="rect">
            <a:avLst/>
          </a:prstGeom>
        </p:spPr>
        <p:txBody>
          <a:bodyPr vert="horz" lIns="0" tIns="0" rIns="0" bIns="0" rtlCol="0" anchor="t">
            <a:norm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000">
                <a:solidFill>
                  <a:schemeClr val="accent2"/>
                </a:solidFill>
                <a:latin typeface="+mj-lt"/>
              </a:rPr>
              <a:t>London Market</a:t>
            </a:r>
          </a:p>
        </p:txBody>
      </p:sp>
      <p:graphicFrame>
        <p:nvGraphicFramePr>
          <p:cNvPr id="3" name="Table 2">
            <a:extLst>
              <a:ext uri="{FF2B5EF4-FFF2-40B4-BE49-F238E27FC236}">
                <a16:creationId xmlns:a16="http://schemas.microsoft.com/office/drawing/2014/main" id="{BE75B367-CD52-42CF-AECD-70F59AD87427}"/>
              </a:ext>
            </a:extLst>
          </p:cNvPr>
          <p:cNvGraphicFramePr>
            <a:graphicFrameLocks noGrp="1"/>
          </p:cNvGraphicFramePr>
          <p:nvPr>
            <p:extLst>
              <p:ext uri="{D42A27DB-BD31-4B8C-83A1-F6EECF244321}">
                <p14:modId xmlns:p14="http://schemas.microsoft.com/office/powerpoint/2010/main" val="371842117"/>
              </p:ext>
            </p:extLst>
          </p:nvPr>
        </p:nvGraphicFramePr>
        <p:xfrm>
          <a:off x="227350" y="1256476"/>
          <a:ext cx="11125235" cy="2681393"/>
        </p:xfrm>
        <a:graphic>
          <a:graphicData uri="http://schemas.openxmlformats.org/drawingml/2006/table">
            <a:tbl>
              <a:tblPr firstRow="1" bandRow="1">
                <a:tableStyleId>{2D5ABB26-0587-4C30-8999-92F81FD0307C}</a:tableStyleId>
              </a:tblPr>
              <a:tblGrid>
                <a:gridCol w="3492387">
                  <a:extLst>
                    <a:ext uri="{9D8B030D-6E8A-4147-A177-3AD203B41FA5}">
                      <a16:colId xmlns:a16="http://schemas.microsoft.com/office/drawing/2014/main" val="479841099"/>
                    </a:ext>
                  </a:extLst>
                </a:gridCol>
                <a:gridCol w="7632848">
                  <a:extLst>
                    <a:ext uri="{9D8B030D-6E8A-4147-A177-3AD203B41FA5}">
                      <a16:colId xmlns:a16="http://schemas.microsoft.com/office/drawing/2014/main" val="1044738460"/>
                    </a:ext>
                  </a:extLst>
                </a:gridCol>
              </a:tblGrid>
              <a:tr h="486833">
                <a:tc>
                  <a:txBody>
                    <a:bodyPr/>
                    <a:lstStyle/>
                    <a:p>
                      <a:pPr lvl="0">
                        <a:buNone/>
                      </a:pPr>
                      <a:r>
                        <a:rPr lang="en-GB" sz="1400"/>
                        <a:t>LMA guide to Claims</a:t>
                      </a:r>
                      <a:endParaRPr lang="en-US" sz="1400"/>
                    </a:p>
                  </a:txBody>
                  <a:tcPr/>
                </a:tc>
                <a:tc>
                  <a:txBody>
                    <a:bodyPr/>
                    <a:lstStyle/>
                    <a:p>
                      <a:pPr lvl="0">
                        <a:buNone/>
                      </a:pPr>
                      <a:r>
                        <a:rPr lang="en-GB" sz="1200" u="none" strike="noStrike" noProof="0" dirty="0">
                          <a:hlinkClick r:id="rId7"/>
                        </a:rPr>
                        <a:t>https://www.lmalloyds.com/CMDownload.aspx?ContentKey=2e172ce9-5883-4f57-b63a-ee710bae95a9&amp;ContentItemKey=1b2259c9-6952-4718-bed2-219c6ebbc103</a:t>
                      </a:r>
                      <a:r>
                        <a:rPr lang="en-GB" sz="1200" u="none" strike="noStrike" noProof="0" dirty="0"/>
                        <a:t> </a:t>
                      </a:r>
                      <a:endParaRPr lang="en-GB" sz="1200" dirty="0"/>
                    </a:p>
                  </a:txBody>
                  <a:tcPr/>
                </a:tc>
                <a:extLst>
                  <a:ext uri="{0D108BD9-81ED-4DB2-BD59-A6C34878D82A}">
                    <a16:rowId xmlns:a16="http://schemas.microsoft.com/office/drawing/2014/main" val="791192791"/>
                  </a:ext>
                </a:extLst>
              </a:tr>
              <a:tr h="0">
                <a:tc>
                  <a:txBody>
                    <a:bodyPr/>
                    <a:lstStyle/>
                    <a:p>
                      <a:pPr lvl="0">
                        <a:buNone/>
                      </a:pPr>
                      <a:r>
                        <a:rPr lang="en-GB" sz="1400" u="none" strike="noStrike" noProof="0"/>
                        <a:t>IUA</a:t>
                      </a:r>
                      <a:endParaRPr lang="en-US" sz="1400"/>
                    </a:p>
                  </a:txBody>
                  <a:tcPr/>
                </a:tc>
                <a:tc>
                  <a:txBody>
                    <a:bodyPr/>
                    <a:lstStyle/>
                    <a:p>
                      <a:pPr lvl="0">
                        <a:buNone/>
                      </a:pPr>
                      <a:r>
                        <a:rPr lang="en-GB" sz="1200" u="none" strike="noStrike" noProof="0">
                          <a:hlinkClick r:id="rId8"/>
                        </a:rPr>
                        <a:t>www.iua.co.uk</a:t>
                      </a:r>
                      <a:endParaRPr lang="en-US" sz="1200"/>
                    </a:p>
                  </a:txBody>
                  <a:tcPr/>
                </a:tc>
                <a:extLst>
                  <a:ext uri="{0D108BD9-81ED-4DB2-BD59-A6C34878D82A}">
                    <a16:rowId xmlns:a16="http://schemas.microsoft.com/office/drawing/2014/main" val="1445682138"/>
                  </a:ext>
                </a:extLst>
              </a:tr>
              <a:tr h="165233">
                <a:tc>
                  <a:txBody>
                    <a:bodyPr/>
                    <a:lstStyle/>
                    <a:p>
                      <a:pPr lvl="0">
                        <a:buNone/>
                      </a:pPr>
                      <a:r>
                        <a:rPr lang="en-GB" sz="1400" u="none" strike="noStrike" noProof="0"/>
                        <a:t>IUA Annual Review</a:t>
                      </a:r>
                    </a:p>
                  </a:txBody>
                  <a:tcPr/>
                </a:tc>
                <a:tc>
                  <a:txBody>
                    <a:bodyPr/>
                    <a:lstStyle/>
                    <a:p>
                      <a:pPr lvl="0">
                        <a:buNone/>
                      </a:pPr>
                      <a:r>
                        <a:rPr lang="en-GB" sz="1200" b="0" i="0" u="none" strike="noStrike" noProof="0">
                          <a:latin typeface="Verdana"/>
                          <a:hlinkClick r:id="rId9"/>
                        </a:rPr>
                        <a:t>https://www.iua.co.uk/IUA_Member/Publications/annual_report_home.aspx</a:t>
                      </a:r>
                      <a:r>
                        <a:rPr lang="en-GB" sz="1200" b="0" i="0" u="none" strike="noStrike" noProof="0">
                          <a:latin typeface="Verdana"/>
                        </a:rPr>
                        <a:t> </a:t>
                      </a:r>
                      <a:endParaRPr lang="en-US" sz="1200"/>
                    </a:p>
                  </a:txBody>
                  <a:tcPr/>
                </a:tc>
                <a:extLst>
                  <a:ext uri="{0D108BD9-81ED-4DB2-BD59-A6C34878D82A}">
                    <a16:rowId xmlns:a16="http://schemas.microsoft.com/office/drawing/2014/main" val="3788873205"/>
                  </a:ext>
                </a:extLst>
              </a:tr>
              <a:tr h="0">
                <a:tc>
                  <a:txBody>
                    <a:bodyPr/>
                    <a:lstStyle/>
                    <a:p>
                      <a:pPr lvl="0">
                        <a:buNone/>
                      </a:pPr>
                      <a:r>
                        <a:rPr lang="en-GB" sz="1400" u="none" strike="noStrike" noProof="0"/>
                        <a:t>LIIBA </a:t>
                      </a:r>
                      <a:r>
                        <a:rPr lang="en-GB" sz="1200" u="none" strike="noStrike" noProof="0"/>
                        <a:t>(London &amp; International Insurance Brokers Association)</a:t>
                      </a:r>
                      <a:endParaRPr lang="en-US" sz="1200"/>
                    </a:p>
                  </a:txBody>
                  <a:tcPr/>
                </a:tc>
                <a:tc>
                  <a:txBody>
                    <a:bodyPr/>
                    <a:lstStyle/>
                    <a:p>
                      <a:pPr lvl="0">
                        <a:buNone/>
                      </a:pPr>
                      <a:r>
                        <a:rPr lang="en-GB" sz="1200" u="none" strike="noStrike" noProof="0">
                          <a:hlinkClick r:id="rId10"/>
                        </a:rPr>
                        <a:t>www.liiba.co.uk</a:t>
                      </a:r>
                      <a:r>
                        <a:rPr lang="en-GB" sz="1200" u="none" strike="noStrike" noProof="0"/>
                        <a:t> </a:t>
                      </a:r>
                      <a:endParaRPr lang="en-US" sz="1200"/>
                    </a:p>
                  </a:txBody>
                  <a:tcPr/>
                </a:tc>
                <a:extLst>
                  <a:ext uri="{0D108BD9-81ED-4DB2-BD59-A6C34878D82A}">
                    <a16:rowId xmlns:a16="http://schemas.microsoft.com/office/drawing/2014/main" val="973139127"/>
                  </a:ext>
                </a:extLst>
              </a:tr>
              <a:tr h="0">
                <a:tc>
                  <a:txBody>
                    <a:bodyPr/>
                    <a:lstStyle/>
                    <a:p>
                      <a:pPr lvl="0">
                        <a:buNone/>
                      </a:pPr>
                      <a:r>
                        <a:rPr lang="en-US" sz="1400"/>
                        <a:t>LMG</a:t>
                      </a:r>
                      <a:r>
                        <a:rPr lang="en-US" sz="1200"/>
                        <a:t> (London Market Group)</a:t>
                      </a:r>
                    </a:p>
                  </a:txBody>
                  <a:tcPr/>
                </a:tc>
                <a:tc>
                  <a:txBody>
                    <a:bodyPr/>
                    <a:lstStyle/>
                    <a:p>
                      <a:pPr lvl="0">
                        <a:buNone/>
                      </a:pPr>
                      <a:r>
                        <a:rPr lang="en-GB" sz="1200" u="sng" kern="1200">
                          <a:solidFill>
                            <a:schemeClr val="tx1"/>
                          </a:solidFill>
                          <a:effectLst/>
                          <a:latin typeface="+mn-lt"/>
                          <a:ea typeface="+mn-ea"/>
                          <a:cs typeface="+mn-cs"/>
                          <a:hlinkClick r:id="rId11"/>
                        </a:rPr>
                        <a:t>https://lmg.london/</a:t>
                      </a:r>
                      <a:r>
                        <a:rPr lang="en-GB" sz="1200" u="sng" kern="1200">
                          <a:solidFill>
                            <a:schemeClr val="tx1"/>
                          </a:solidFill>
                          <a:effectLst/>
                          <a:latin typeface="+mn-lt"/>
                          <a:ea typeface="+mn-ea"/>
                          <a:cs typeface="+mn-cs"/>
                        </a:rPr>
                        <a:t> </a:t>
                      </a:r>
                      <a:endParaRPr lang="en-US" sz="1200"/>
                    </a:p>
                  </a:txBody>
                  <a:tcPr/>
                </a:tc>
                <a:extLst>
                  <a:ext uri="{0D108BD9-81ED-4DB2-BD59-A6C34878D82A}">
                    <a16:rowId xmlns:a16="http://schemas.microsoft.com/office/drawing/2014/main" val="2434819793"/>
                  </a:ext>
                </a:extLst>
              </a:tr>
              <a:tr h="0">
                <a:tc>
                  <a:txBody>
                    <a:bodyPr/>
                    <a:lstStyle/>
                    <a:p>
                      <a:pPr lvl="0">
                        <a:buNone/>
                      </a:pPr>
                      <a:r>
                        <a:rPr lang="en-US" sz="1400"/>
                        <a:t>LMG</a:t>
                      </a:r>
                      <a:r>
                        <a:rPr lang="en-US" sz="1200"/>
                        <a:t> – London Matters 2020 Report</a:t>
                      </a:r>
                    </a:p>
                  </a:txBody>
                  <a:tcPr/>
                </a:tc>
                <a:tc>
                  <a:txBody>
                    <a:bodyPr/>
                    <a:lstStyle/>
                    <a:p>
                      <a:pPr lvl="0">
                        <a:buNone/>
                      </a:pPr>
                      <a:r>
                        <a:rPr lang="en-US" sz="1200">
                          <a:hlinkClick r:id="rId12"/>
                        </a:rPr>
                        <a:t>https://lmg.london/london-matters-2020-report/</a:t>
                      </a:r>
                      <a:r>
                        <a:rPr lang="en-US" sz="1200"/>
                        <a:t> </a:t>
                      </a:r>
                    </a:p>
                  </a:txBody>
                  <a:tcPr/>
                </a:tc>
                <a:extLst>
                  <a:ext uri="{0D108BD9-81ED-4DB2-BD59-A6C34878D82A}">
                    <a16:rowId xmlns:a16="http://schemas.microsoft.com/office/drawing/2014/main" val="2679974036"/>
                  </a:ext>
                </a:extLst>
              </a:tr>
              <a:tr h="0">
                <a:tc>
                  <a:txBody>
                    <a:bodyPr/>
                    <a:lstStyle/>
                    <a:p>
                      <a:pPr lvl="0">
                        <a:buNone/>
                      </a:pPr>
                      <a:r>
                        <a:rPr lang="en-US" sz="1400" dirty="0"/>
                        <a:t>LMG</a:t>
                      </a:r>
                      <a:r>
                        <a:rPr lang="en-US" sz="1200" dirty="0"/>
                        <a:t> – London Matters 2017 Report</a:t>
                      </a:r>
                    </a:p>
                  </a:txBody>
                  <a:tcPr/>
                </a:tc>
                <a:tc>
                  <a:txBody>
                    <a:bodyPr/>
                    <a:lstStyle/>
                    <a:p>
                      <a:pPr lvl="0">
                        <a:buNone/>
                      </a:pPr>
                      <a:r>
                        <a:rPr lang="en-US" sz="1200" dirty="0">
                          <a:hlinkClick r:id="rId13"/>
                        </a:rPr>
                        <a:t>https://lmg.london/document/london-matters-2017/</a:t>
                      </a:r>
                      <a:r>
                        <a:rPr lang="en-US" sz="1200" dirty="0"/>
                        <a:t> </a:t>
                      </a:r>
                    </a:p>
                  </a:txBody>
                  <a:tcPr/>
                </a:tc>
                <a:extLst>
                  <a:ext uri="{0D108BD9-81ED-4DB2-BD59-A6C34878D82A}">
                    <a16:rowId xmlns:a16="http://schemas.microsoft.com/office/drawing/2014/main" val="1656672968"/>
                  </a:ext>
                </a:extLst>
              </a:tr>
            </a:tbl>
          </a:graphicData>
        </a:graphic>
      </p:graphicFrame>
    </p:spTree>
    <p:extLst>
      <p:ext uri="{BB962C8B-B14F-4D97-AF65-F5344CB8AC3E}">
        <p14:creationId xmlns:p14="http://schemas.microsoft.com/office/powerpoint/2010/main" val="3898447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9F676-36F2-48DD-BB55-2C6CB901C84F}"/>
              </a:ext>
            </a:extLst>
          </p:cNvPr>
          <p:cNvSpPr>
            <a:spLocks noGrp="1"/>
          </p:cNvSpPr>
          <p:nvPr>
            <p:ph type="title"/>
          </p:nvPr>
        </p:nvSpPr>
        <p:spPr/>
        <p:txBody>
          <a:bodyPr/>
          <a:lstStyle/>
          <a:p>
            <a:r>
              <a:rPr lang="en-GB"/>
              <a:t>DXC (Xchanging)</a:t>
            </a:r>
          </a:p>
        </p:txBody>
      </p:sp>
      <p:sp>
        <p:nvSpPr>
          <p:cNvPr id="3" name="Text Placeholder 2">
            <a:extLst>
              <a:ext uri="{FF2B5EF4-FFF2-40B4-BE49-F238E27FC236}">
                <a16:creationId xmlns:a16="http://schemas.microsoft.com/office/drawing/2014/main" id="{10B5B26C-BA77-4D60-8A20-999E917AD2E1}"/>
              </a:ext>
            </a:extLst>
          </p:cNvPr>
          <p:cNvSpPr>
            <a:spLocks noGrp="1"/>
          </p:cNvSpPr>
          <p:nvPr>
            <p:ph type="body" sz="quarter" idx="10"/>
          </p:nvPr>
        </p:nvSpPr>
        <p:spPr/>
        <p:txBody>
          <a:bodyPr vert="horz" lIns="0" tIns="0" rIns="0" bIns="0" rtlCol="0" anchor="t">
            <a:normAutofit/>
          </a:bodyPr>
          <a:lstStyle/>
          <a:p>
            <a:r>
              <a:rPr lang="en-GB" dirty="0"/>
              <a:t>In 2001 Lloyd's and the International Underwriting Association (IUA) created partnerships with Xchanging for the </a:t>
            </a:r>
            <a:r>
              <a:rPr lang="en-GB" dirty="0" err="1"/>
              <a:t>backoffice</a:t>
            </a:r>
            <a:r>
              <a:rPr lang="en-GB" dirty="0"/>
              <a:t> processing of policy and claims services. </a:t>
            </a:r>
          </a:p>
          <a:p>
            <a:r>
              <a:rPr lang="en-GB" dirty="0"/>
              <a:t>Xchanging Ins-sure Services (XIS) saw the creation of a single "bureau" for both the Lloyd's and companies markets for premium and policy processing services. </a:t>
            </a:r>
            <a:endParaRPr lang="en-GB" dirty="0">
              <a:ea typeface="Verdana"/>
            </a:endParaRPr>
          </a:p>
          <a:p>
            <a:r>
              <a:rPr lang="en-GB" dirty="0"/>
              <a:t>Xchanging Claims Service (XCS) provides claims services processing services for the Lloyd's Market.</a:t>
            </a:r>
          </a:p>
          <a:p>
            <a:r>
              <a:rPr lang="en-GB" dirty="0"/>
              <a:t>In 2016, Xchanging was acquired by CSC. In 2017, CSC merged with HP Enterprise Services to form DXC Technology.</a:t>
            </a:r>
            <a:endParaRPr lang="en-GB" dirty="0">
              <a:ea typeface="Verdana"/>
            </a:endParaRPr>
          </a:p>
          <a:p>
            <a:endParaRPr lang="en-GB" dirty="0"/>
          </a:p>
        </p:txBody>
      </p:sp>
      <p:sp>
        <p:nvSpPr>
          <p:cNvPr id="4" name="Text Placeholder 3">
            <a:extLst>
              <a:ext uri="{FF2B5EF4-FFF2-40B4-BE49-F238E27FC236}">
                <a16:creationId xmlns:a16="http://schemas.microsoft.com/office/drawing/2014/main" id="{77ACEBD8-80A4-4921-A829-6E7BCF772626}"/>
              </a:ext>
            </a:extLst>
          </p:cNvPr>
          <p:cNvSpPr>
            <a:spLocks noGrp="1"/>
          </p:cNvSpPr>
          <p:nvPr>
            <p:ph type="body" sz="quarter" idx="11"/>
          </p:nvPr>
        </p:nvSpPr>
        <p:spPr/>
        <p:txBody>
          <a:bodyPr/>
          <a:lstStyle/>
          <a:p>
            <a:r>
              <a:rPr lang="en-GB"/>
              <a:t>Undertakes back office processing for Lloyds including messaging</a:t>
            </a:r>
          </a:p>
        </p:txBody>
      </p:sp>
    </p:spTree>
    <p:extLst>
      <p:ext uri="{BB962C8B-B14F-4D97-AF65-F5344CB8AC3E}">
        <p14:creationId xmlns:p14="http://schemas.microsoft.com/office/powerpoint/2010/main" val="1194724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F46A-18E3-4E4A-98AC-615213471A02}"/>
              </a:ext>
            </a:extLst>
          </p:cNvPr>
          <p:cNvSpPr>
            <a:spLocks noGrp="1"/>
          </p:cNvSpPr>
          <p:nvPr>
            <p:ph type="title"/>
          </p:nvPr>
        </p:nvSpPr>
        <p:spPr/>
        <p:txBody>
          <a:bodyPr/>
          <a:lstStyle/>
          <a:p>
            <a:r>
              <a:rPr lang="en-GB"/>
              <a:t>Electronic Messaging</a:t>
            </a:r>
          </a:p>
        </p:txBody>
      </p:sp>
      <p:sp>
        <p:nvSpPr>
          <p:cNvPr id="6" name="Text Placeholder 5">
            <a:extLst>
              <a:ext uri="{FF2B5EF4-FFF2-40B4-BE49-F238E27FC236}">
                <a16:creationId xmlns:a16="http://schemas.microsoft.com/office/drawing/2014/main" id="{3C287304-903E-4D44-BDD4-20B761E40960}"/>
              </a:ext>
            </a:extLst>
          </p:cNvPr>
          <p:cNvSpPr>
            <a:spLocks noGrp="1"/>
          </p:cNvSpPr>
          <p:nvPr>
            <p:ph type="body" sz="quarter" idx="11"/>
          </p:nvPr>
        </p:nvSpPr>
        <p:spPr/>
        <p:txBody>
          <a:bodyPr>
            <a:normAutofit lnSpcReduction="10000"/>
          </a:bodyPr>
          <a:lstStyle/>
          <a:p>
            <a:r>
              <a:rPr lang="en-GB"/>
              <a:t>Common electronic messaging abbreviations that you will come across in the market and with which you should be familiar</a:t>
            </a:r>
          </a:p>
        </p:txBody>
      </p:sp>
      <p:graphicFrame>
        <p:nvGraphicFramePr>
          <p:cNvPr id="7" name="Table 7">
            <a:extLst>
              <a:ext uri="{FF2B5EF4-FFF2-40B4-BE49-F238E27FC236}">
                <a16:creationId xmlns:a16="http://schemas.microsoft.com/office/drawing/2014/main" id="{C5E0A5B3-6DE0-4A10-B5AE-D408D40A4545}"/>
              </a:ext>
            </a:extLst>
          </p:cNvPr>
          <p:cNvGraphicFramePr>
            <a:graphicFrameLocks noGrp="1"/>
          </p:cNvGraphicFramePr>
          <p:nvPr>
            <p:extLst>
              <p:ext uri="{D42A27DB-BD31-4B8C-83A1-F6EECF244321}">
                <p14:modId xmlns:p14="http://schemas.microsoft.com/office/powerpoint/2010/main" val="4141590130"/>
              </p:ext>
            </p:extLst>
          </p:nvPr>
        </p:nvGraphicFramePr>
        <p:xfrm>
          <a:off x="227349" y="1772816"/>
          <a:ext cx="11125236" cy="4856480"/>
        </p:xfrm>
        <a:graphic>
          <a:graphicData uri="http://schemas.openxmlformats.org/drawingml/2006/table">
            <a:tbl>
              <a:tblPr firstRow="1" bandRow="1">
                <a:tableStyleId>{793D81CF-94F2-401A-BA57-92F5A7B2D0C5}</a:tableStyleId>
              </a:tblPr>
              <a:tblGrid>
                <a:gridCol w="8892987">
                  <a:extLst>
                    <a:ext uri="{9D8B030D-6E8A-4147-A177-3AD203B41FA5}">
                      <a16:colId xmlns:a16="http://schemas.microsoft.com/office/drawing/2014/main" val="925472136"/>
                    </a:ext>
                  </a:extLst>
                </a:gridCol>
                <a:gridCol w="2232249">
                  <a:extLst>
                    <a:ext uri="{9D8B030D-6E8A-4147-A177-3AD203B41FA5}">
                      <a16:colId xmlns:a16="http://schemas.microsoft.com/office/drawing/2014/main" val="3939035638"/>
                    </a:ext>
                  </a:extLst>
                </a:gridCol>
              </a:tblGrid>
              <a:tr h="370840">
                <a:tc>
                  <a:txBody>
                    <a:bodyPr/>
                    <a:lstStyle/>
                    <a:p>
                      <a:r>
                        <a:rPr lang="en-GB" sz="1600"/>
                        <a:t>Message</a:t>
                      </a:r>
                    </a:p>
                  </a:txBody>
                  <a:tcPr/>
                </a:tc>
                <a:tc>
                  <a:txBody>
                    <a:bodyPr/>
                    <a:lstStyle/>
                    <a:p>
                      <a:r>
                        <a:rPr lang="en-GB" sz="1600"/>
                        <a:t>Abbreviation</a:t>
                      </a:r>
                    </a:p>
                  </a:txBody>
                  <a:tcPr/>
                </a:tc>
                <a:extLst>
                  <a:ext uri="{0D108BD9-81ED-4DB2-BD59-A6C34878D82A}">
                    <a16:rowId xmlns:a16="http://schemas.microsoft.com/office/drawing/2014/main" val="298262951"/>
                  </a:ext>
                </a:extLst>
              </a:tr>
              <a:tr h="370840">
                <a:tc>
                  <a:txBody>
                    <a:bodyPr/>
                    <a:lstStyle/>
                    <a:p>
                      <a:r>
                        <a:rPr lang="en-GB" sz="1400"/>
                        <a:t>Underwriters Signing Message</a:t>
                      </a:r>
                    </a:p>
                  </a:txBody>
                  <a:tcPr/>
                </a:tc>
                <a:tc>
                  <a:txBody>
                    <a:bodyPr/>
                    <a:lstStyle/>
                    <a:p>
                      <a:r>
                        <a:rPr lang="en-GB" sz="1400"/>
                        <a:t>USM</a:t>
                      </a:r>
                    </a:p>
                  </a:txBody>
                  <a:tcPr/>
                </a:tc>
                <a:extLst>
                  <a:ext uri="{0D108BD9-81ED-4DB2-BD59-A6C34878D82A}">
                    <a16:rowId xmlns:a16="http://schemas.microsoft.com/office/drawing/2014/main" val="3046737674"/>
                  </a:ext>
                </a:extLst>
              </a:tr>
              <a:tr h="370840">
                <a:tc>
                  <a:txBody>
                    <a:bodyPr/>
                    <a:lstStyle/>
                    <a:p>
                      <a:r>
                        <a:rPr lang="en-GB" sz="1400"/>
                        <a:t>Syndicate Claims Message</a:t>
                      </a:r>
                      <a:br>
                        <a:rPr lang="en-GB" sz="1600"/>
                      </a:br>
                      <a:r>
                        <a:rPr lang="en-GB" sz="1000"/>
                        <a:t>The SCM is an electronic message of claim advices transmitted via the London Insurance Market Network (</a:t>
                      </a:r>
                      <a:r>
                        <a:rPr lang="en-GB" sz="1000" err="1"/>
                        <a:t>LIMNet</a:t>
                      </a:r>
                      <a:r>
                        <a:rPr lang="en-GB" sz="1000"/>
                        <a:t>) or via the Lloyd’s Insurance Network (LIN).</a:t>
                      </a:r>
                    </a:p>
                  </a:txBody>
                  <a:tcPr/>
                </a:tc>
                <a:tc>
                  <a:txBody>
                    <a:bodyPr/>
                    <a:lstStyle/>
                    <a:p>
                      <a:r>
                        <a:rPr lang="en-GB" sz="1400"/>
                        <a:t>SCM</a:t>
                      </a:r>
                    </a:p>
                  </a:txBody>
                  <a:tcPr/>
                </a:tc>
                <a:extLst>
                  <a:ext uri="{0D108BD9-81ED-4DB2-BD59-A6C34878D82A}">
                    <a16:rowId xmlns:a16="http://schemas.microsoft.com/office/drawing/2014/main" val="3550004576"/>
                  </a:ext>
                </a:extLst>
              </a:tr>
              <a:tr h="370840">
                <a:tc>
                  <a:txBody>
                    <a:bodyPr/>
                    <a:lstStyle/>
                    <a:p>
                      <a:r>
                        <a:rPr lang="en-GB" sz="1400"/>
                        <a:t>London Insurance Market Claim Movement</a:t>
                      </a:r>
                      <a:br>
                        <a:rPr lang="en-GB" sz="1400"/>
                      </a:br>
                      <a:r>
                        <a:rPr lang="en-GB" sz="1000"/>
                        <a:t>The London Insurance Market Claims Message (LIMCLM) is a standard format for the transmission of claims advices and settlements via Information Exchange facilities within </a:t>
                      </a:r>
                      <a:r>
                        <a:rPr lang="en-GB" sz="1000" err="1"/>
                        <a:t>LIMNet</a:t>
                      </a:r>
                      <a:endParaRPr lang="en-GB"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LIMCLIM</a:t>
                      </a:r>
                    </a:p>
                    <a:p>
                      <a:endParaRPr lang="en-GB" sz="1400"/>
                    </a:p>
                  </a:txBody>
                  <a:tcPr/>
                </a:tc>
                <a:extLst>
                  <a:ext uri="{0D108BD9-81ED-4DB2-BD59-A6C34878D82A}">
                    <a16:rowId xmlns:a16="http://schemas.microsoft.com/office/drawing/2014/main" val="4248976661"/>
                  </a:ext>
                </a:extLst>
              </a:tr>
              <a:tr h="370840">
                <a:tc>
                  <a:txBody>
                    <a:bodyPr/>
                    <a:lstStyle/>
                    <a:p>
                      <a:r>
                        <a:rPr lang="en-GB" sz="1400"/>
                        <a:t>London Premium Advise Note</a:t>
                      </a:r>
                    </a:p>
                    <a:p>
                      <a:r>
                        <a:rPr lang="en-GB" sz="1000"/>
                        <a:t>All Accounting and Settlement (A&amp;S) premium entries submitted to Xchanging must be accompanies with a London Premium Advise Note.  This applies to both Lloyd’s and Company underwriters</a:t>
                      </a:r>
                    </a:p>
                  </a:txBody>
                  <a:tcPr/>
                </a:tc>
                <a:tc>
                  <a:txBody>
                    <a:bodyPr/>
                    <a:lstStyle/>
                    <a:p>
                      <a:r>
                        <a:rPr lang="en-GB" sz="1400"/>
                        <a:t>LPAN</a:t>
                      </a:r>
                    </a:p>
                  </a:txBody>
                  <a:tcPr/>
                </a:tc>
                <a:extLst>
                  <a:ext uri="{0D108BD9-81ED-4DB2-BD59-A6C34878D82A}">
                    <a16:rowId xmlns:a16="http://schemas.microsoft.com/office/drawing/2014/main" val="2122582776"/>
                  </a:ext>
                </a:extLst>
              </a:tr>
              <a:tr h="370840">
                <a:tc>
                  <a:txBody>
                    <a:bodyPr/>
                    <a:lstStyle/>
                    <a:p>
                      <a:r>
                        <a:rPr lang="en-GB" sz="1400"/>
                        <a:t>Electronic Claim File</a:t>
                      </a:r>
                    </a:p>
                    <a:p>
                      <a:r>
                        <a:rPr lang="en-GB" sz="1000" b="0" i="0" kern="1200">
                          <a:solidFill>
                            <a:schemeClr val="dk1"/>
                          </a:solidFill>
                          <a:effectLst/>
                          <a:latin typeface="+mn-lt"/>
                          <a:ea typeface="+mn-ea"/>
                          <a:cs typeface="+mn-cs"/>
                        </a:rPr>
                        <a:t>The Electronic Claim File (ECF) is the combination of the Insurers’ Market Repository (IMR) and the Claims Loss Advice and Settlement System (CLASS). It enables carriers to review and respond to claim documents, claim data and claim financials in an electronic format.</a:t>
                      </a:r>
                      <a:endParaRPr lang="en-GB" sz="1000"/>
                    </a:p>
                  </a:txBody>
                  <a:tcPr/>
                </a:tc>
                <a:tc>
                  <a:txBody>
                    <a:bodyPr/>
                    <a:lstStyle/>
                    <a:p>
                      <a:r>
                        <a:rPr lang="en-GB" sz="1400"/>
                        <a:t>ECF/ECF2</a:t>
                      </a:r>
                    </a:p>
                  </a:txBody>
                  <a:tcPr/>
                </a:tc>
                <a:extLst>
                  <a:ext uri="{0D108BD9-81ED-4DB2-BD59-A6C34878D82A}">
                    <a16:rowId xmlns:a16="http://schemas.microsoft.com/office/drawing/2014/main" val="2370607414"/>
                  </a:ext>
                </a:extLst>
              </a:tr>
              <a:tr h="370840">
                <a:tc>
                  <a:txBody>
                    <a:bodyPr/>
                    <a:lstStyle/>
                    <a:p>
                      <a:r>
                        <a:rPr lang="en-GB" sz="1400"/>
                        <a:t>Claims Loss Advice and Settlement System</a:t>
                      </a:r>
                    </a:p>
                    <a:p>
                      <a:r>
                        <a:rPr lang="en-GB" sz="1000" b="0" i="0" kern="1200">
                          <a:solidFill>
                            <a:schemeClr val="dk1"/>
                          </a:solidFill>
                          <a:effectLst/>
                          <a:latin typeface="+mn-lt"/>
                          <a:ea typeface="+mn-ea"/>
                          <a:cs typeface="+mn-cs"/>
                        </a:rPr>
                        <a:t>Used by brokers to create new, and update existing, claim records with data and financials supplied by the client.</a:t>
                      </a:r>
                      <a:endParaRPr lang="en-GB" sz="1000"/>
                    </a:p>
                  </a:txBody>
                  <a:tcPr/>
                </a:tc>
                <a:tc>
                  <a:txBody>
                    <a:bodyPr/>
                    <a:lstStyle/>
                    <a:p>
                      <a:r>
                        <a:rPr lang="en-GB" sz="1400"/>
                        <a:t>CLASS</a:t>
                      </a:r>
                    </a:p>
                  </a:txBody>
                  <a:tcPr/>
                </a:tc>
                <a:extLst>
                  <a:ext uri="{0D108BD9-81ED-4DB2-BD59-A6C34878D82A}">
                    <a16:rowId xmlns:a16="http://schemas.microsoft.com/office/drawing/2014/main" val="2091593245"/>
                  </a:ext>
                </a:extLst>
              </a:tr>
              <a:tr h="370840">
                <a:tc>
                  <a:txBody>
                    <a:bodyPr/>
                    <a:lstStyle/>
                    <a:p>
                      <a:r>
                        <a:rPr lang="en-GB" sz="1400"/>
                        <a:t>Insurer’s Market Repository</a:t>
                      </a:r>
                    </a:p>
                    <a:p>
                      <a:r>
                        <a:rPr lang="en-GB" sz="1000" b="0" i="0" kern="1200">
                          <a:solidFill>
                            <a:schemeClr val="dk1"/>
                          </a:solidFill>
                          <a:effectLst/>
                          <a:latin typeface="+mn-lt"/>
                          <a:ea typeface="+mn-ea"/>
                          <a:cs typeface="+mn-cs"/>
                        </a:rPr>
                        <a:t>The Insurers’ Market Repository (IMR) is a document library allowing claim and policy documentation to be stored and linked back to policy and claim records created by the broker.</a:t>
                      </a:r>
                      <a:endParaRPr lang="en-GB" sz="1000"/>
                    </a:p>
                  </a:txBody>
                  <a:tcPr/>
                </a:tc>
                <a:tc>
                  <a:txBody>
                    <a:bodyPr/>
                    <a:lstStyle/>
                    <a:p>
                      <a:r>
                        <a:rPr lang="en-GB" sz="1400"/>
                        <a:t>IMR</a:t>
                      </a:r>
                    </a:p>
                  </a:txBody>
                  <a:tcPr/>
                </a:tc>
                <a:extLst>
                  <a:ext uri="{0D108BD9-81ED-4DB2-BD59-A6C34878D82A}">
                    <a16:rowId xmlns:a16="http://schemas.microsoft.com/office/drawing/2014/main" val="3590962183"/>
                  </a:ext>
                </a:extLst>
              </a:tr>
              <a:tr h="370840">
                <a:tc>
                  <a:txBody>
                    <a:bodyPr/>
                    <a:lstStyle/>
                    <a:p>
                      <a:r>
                        <a:rPr lang="en-GB" sz="1400"/>
                        <a:t>The Message Exchange Ltd</a:t>
                      </a:r>
                    </a:p>
                    <a:p>
                      <a:r>
                        <a:rPr lang="en-GB" sz="1000" b="0" i="0" kern="1200">
                          <a:solidFill>
                            <a:schemeClr val="dk1"/>
                          </a:solidFill>
                          <a:effectLst/>
                          <a:latin typeface="+mn-lt"/>
                          <a:ea typeface="+mn-ea"/>
                          <a:cs typeface="+mn-cs"/>
                        </a:rPr>
                        <a:t>Owns and operates The Exchange, the messaging hub that supports the sending and receiving of ACORD standard data messages between counterparties in the London insurance market. </a:t>
                      </a:r>
                      <a:endParaRPr lang="en-GB" sz="1000"/>
                    </a:p>
                  </a:txBody>
                  <a:tcPr/>
                </a:tc>
                <a:tc>
                  <a:txBody>
                    <a:bodyPr/>
                    <a:lstStyle/>
                    <a:p>
                      <a:r>
                        <a:rPr lang="en-GB" sz="1400"/>
                        <a:t>TMEL</a:t>
                      </a:r>
                    </a:p>
                  </a:txBody>
                  <a:tcPr/>
                </a:tc>
                <a:extLst>
                  <a:ext uri="{0D108BD9-81ED-4DB2-BD59-A6C34878D82A}">
                    <a16:rowId xmlns:a16="http://schemas.microsoft.com/office/drawing/2014/main" val="331709244"/>
                  </a:ext>
                </a:extLst>
              </a:tr>
            </a:tbl>
          </a:graphicData>
        </a:graphic>
      </p:graphicFrame>
      <p:sp>
        <p:nvSpPr>
          <p:cNvPr id="3" name="TextBox 2">
            <a:extLst>
              <a:ext uri="{FF2B5EF4-FFF2-40B4-BE49-F238E27FC236}">
                <a16:creationId xmlns:a16="http://schemas.microsoft.com/office/drawing/2014/main" id="{7CD089D0-BCC3-F8EC-BF87-3B37C7F6624F}"/>
              </a:ext>
            </a:extLst>
          </p:cNvPr>
          <p:cNvSpPr txBox="1"/>
          <p:nvPr/>
        </p:nvSpPr>
        <p:spPr>
          <a:xfrm rot="20018846">
            <a:off x="4065095" y="3789761"/>
            <a:ext cx="4151301" cy="707886"/>
          </a:xfrm>
          <a:prstGeom prst="rect">
            <a:avLst/>
          </a:prstGeom>
          <a:noFill/>
        </p:spPr>
        <p:txBody>
          <a:bodyPr wrap="square" rtlCol="0">
            <a:spAutoFit/>
          </a:bodyPr>
          <a:lstStyle/>
          <a:p>
            <a:r>
              <a:rPr lang="en-GB" sz="4000" dirty="0">
                <a:solidFill>
                  <a:srgbClr val="FF0000"/>
                </a:solidFill>
              </a:rPr>
              <a:t>To be updated</a:t>
            </a:r>
          </a:p>
        </p:txBody>
      </p:sp>
    </p:spTree>
    <p:extLst>
      <p:ext uri="{BB962C8B-B14F-4D97-AF65-F5344CB8AC3E}">
        <p14:creationId xmlns:p14="http://schemas.microsoft.com/office/powerpoint/2010/main" val="3156748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4EF18-50AC-41A2-B76F-FC71C3FEA26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Lst>
          </a:blip>
          <a:stretch>
            <a:fillRect/>
          </a:stretch>
        </p:blipFill>
        <p:spPr>
          <a:xfrm>
            <a:off x="3137405" y="1941761"/>
            <a:ext cx="6119373" cy="2974478"/>
          </a:xfrm>
          <a:prstGeom prst="rect">
            <a:avLst/>
          </a:prstGeom>
        </p:spPr>
      </p:pic>
      <p:sp>
        <p:nvSpPr>
          <p:cNvPr id="2" name="Title 1">
            <a:extLst>
              <a:ext uri="{FF2B5EF4-FFF2-40B4-BE49-F238E27FC236}">
                <a16:creationId xmlns:a16="http://schemas.microsoft.com/office/drawing/2014/main" id="{41B81D35-8DFE-4294-9D25-D597351D70DF}"/>
              </a:ext>
            </a:extLst>
          </p:cNvPr>
          <p:cNvSpPr>
            <a:spLocks noGrp="1"/>
          </p:cNvSpPr>
          <p:nvPr>
            <p:ph type="title"/>
          </p:nvPr>
        </p:nvSpPr>
        <p:spPr/>
        <p:txBody>
          <a:bodyPr/>
          <a:lstStyle/>
          <a:p>
            <a:r>
              <a:rPr lang="en-GB"/>
              <a:t>Question Time </a:t>
            </a:r>
          </a:p>
        </p:txBody>
      </p:sp>
      <p:sp>
        <p:nvSpPr>
          <p:cNvPr id="4" name="Text Placeholder 3">
            <a:extLst>
              <a:ext uri="{FF2B5EF4-FFF2-40B4-BE49-F238E27FC236}">
                <a16:creationId xmlns:a16="http://schemas.microsoft.com/office/drawing/2014/main" id="{E1AC61FD-E228-4DA3-898B-8F05F6B2FD3A}"/>
              </a:ext>
            </a:extLst>
          </p:cNvPr>
          <p:cNvSpPr>
            <a:spLocks noGrp="1"/>
          </p:cNvSpPr>
          <p:nvPr>
            <p:ph type="body" sz="quarter" idx="11"/>
          </p:nvPr>
        </p:nvSpPr>
        <p:spPr/>
        <p:txBody>
          <a:bodyPr/>
          <a:lstStyle/>
          <a:p>
            <a:pPr algn="ctr"/>
            <a:r>
              <a:rPr lang="en-GB" sz="3600" b="1"/>
              <a:t>Any Questions?</a:t>
            </a:r>
          </a:p>
          <a:p>
            <a:pPr algn="ctr"/>
            <a:endParaRPr lang="en-GB"/>
          </a:p>
        </p:txBody>
      </p:sp>
    </p:spTree>
    <p:extLst>
      <p:ext uri="{BB962C8B-B14F-4D97-AF65-F5344CB8AC3E}">
        <p14:creationId xmlns:p14="http://schemas.microsoft.com/office/powerpoint/2010/main" val="1085355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 name="Groupe 329"/>
          <p:cNvGrpSpPr/>
          <p:nvPr/>
        </p:nvGrpSpPr>
        <p:grpSpPr>
          <a:xfrm>
            <a:off x="1334184" y="1197430"/>
            <a:ext cx="9015993" cy="5146903"/>
            <a:chOff x="191183" y="1197429"/>
            <a:chExt cx="9015993" cy="5146903"/>
          </a:xfrm>
          <a:solidFill>
            <a:schemeClr val="bg1">
              <a:lumMod val="95000"/>
            </a:schemeClr>
          </a:solidFill>
        </p:grpSpPr>
        <p:grpSp>
          <p:nvGrpSpPr>
            <p:cNvPr id="12" name="Groupe 548"/>
            <p:cNvGrpSpPr/>
            <p:nvPr/>
          </p:nvGrpSpPr>
          <p:grpSpPr>
            <a:xfrm>
              <a:off x="6206848" y="2797979"/>
              <a:ext cx="3000328" cy="3473175"/>
              <a:chOff x="6206848" y="2797979"/>
              <a:chExt cx="3000328" cy="3473175"/>
            </a:xfrm>
            <a:grpFill/>
          </p:grpSpPr>
          <p:sp>
            <p:nvSpPr>
              <p:cNvPr id="453" name="Freeform 766"/>
              <p:cNvSpPr>
                <a:spLocks noEditPoints="1"/>
              </p:cNvSpPr>
              <p:nvPr/>
            </p:nvSpPr>
            <p:spPr bwMode="auto">
              <a:xfrm>
                <a:off x="6206848" y="2797979"/>
                <a:ext cx="1737525" cy="1285319"/>
              </a:xfrm>
              <a:custGeom>
                <a:avLst/>
                <a:gdLst/>
                <a:ahLst/>
                <a:cxnLst>
                  <a:cxn ang="0">
                    <a:pos x="690" y="91"/>
                  </a:cxn>
                  <a:cxn ang="0">
                    <a:pos x="698" y="65"/>
                  </a:cxn>
                  <a:cxn ang="0">
                    <a:pos x="701" y="31"/>
                  </a:cxn>
                  <a:cxn ang="0">
                    <a:pos x="696" y="11"/>
                  </a:cxn>
                  <a:cxn ang="0">
                    <a:pos x="723" y="2"/>
                  </a:cxn>
                  <a:cxn ang="0">
                    <a:pos x="751" y="4"/>
                  </a:cxn>
                  <a:cxn ang="0">
                    <a:pos x="766" y="14"/>
                  </a:cxn>
                  <a:cxn ang="0">
                    <a:pos x="780" y="31"/>
                  </a:cxn>
                  <a:cxn ang="0">
                    <a:pos x="802" y="57"/>
                  </a:cxn>
                  <a:cxn ang="0">
                    <a:pos x="821" y="82"/>
                  </a:cxn>
                  <a:cxn ang="0">
                    <a:pos x="840" y="83"/>
                  </a:cxn>
                  <a:cxn ang="0">
                    <a:pos x="859" y="97"/>
                  </a:cxn>
                  <a:cxn ang="0">
                    <a:pos x="867" y="113"/>
                  </a:cxn>
                  <a:cxn ang="0">
                    <a:pos x="894" y="118"/>
                  </a:cxn>
                  <a:cxn ang="0">
                    <a:pos x="913" y="99"/>
                  </a:cxn>
                  <a:cxn ang="0">
                    <a:pos x="922" y="122"/>
                  </a:cxn>
                  <a:cxn ang="0">
                    <a:pos x="924" y="147"/>
                  </a:cxn>
                  <a:cxn ang="0">
                    <a:pos x="922" y="169"/>
                  </a:cxn>
                  <a:cxn ang="0">
                    <a:pos x="898" y="181"/>
                  </a:cxn>
                  <a:cxn ang="0">
                    <a:pos x="906" y="219"/>
                  </a:cxn>
                  <a:cxn ang="0">
                    <a:pos x="837" y="296"/>
                  </a:cxn>
                  <a:cxn ang="0">
                    <a:pos x="803" y="317"/>
                  </a:cxn>
                  <a:cxn ang="0">
                    <a:pos x="803" y="309"/>
                  </a:cxn>
                  <a:cxn ang="0">
                    <a:pos x="803" y="285"/>
                  </a:cxn>
                  <a:cxn ang="0">
                    <a:pos x="770" y="296"/>
                  </a:cxn>
                  <a:cxn ang="0">
                    <a:pos x="746" y="322"/>
                  </a:cxn>
                  <a:cxn ang="0">
                    <a:pos x="766" y="340"/>
                  </a:cxn>
                  <a:cxn ang="0">
                    <a:pos x="788" y="341"/>
                  </a:cxn>
                  <a:cxn ang="0">
                    <a:pos x="822" y="347"/>
                  </a:cxn>
                  <a:cxn ang="0">
                    <a:pos x="803" y="362"/>
                  </a:cxn>
                  <a:cxn ang="0">
                    <a:pos x="785" y="382"/>
                  </a:cxn>
                  <a:cxn ang="0">
                    <a:pos x="810" y="427"/>
                  </a:cxn>
                  <a:cxn ang="0">
                    <a:pos x="816" y="450"/>
                  </a:cxn>
                  <a:cxn ang="0">
                    <a:pos x="792" y="447"/>
                  </a:cxn>
                  <a:cxn ang="0">
                    <a:pos x="827" y="474"/>
                  </a:cxn>
                  <a:cxn ang="0">
                    <a:pos x="827" y="480"/>
                  </a:cxn>
                  <a:cxn ang="0">
                    <a:pos x="840" y="491"/>
                  </a:cxn>
                  <a:cxn ang="0">
                    <a:pos x="837" y="504"/>
                  </a:cxn>
                  <a:cxn ang="0">
                    <a:pos x="830" y="521"/>
                  </a:cxn>
                  <a:cxn ang="0">
                    <a:pos x="826" y="538"/>
                  </a:cxn>
                  <a:cxn ang="0">
                    <a:pos x="816" y="550"/>
                  </a:cxn>
                  <a:cxn ang="0">
                    <a:pos x="816" y="567"/>
                  </a:cxn>
                  <a:cxn ang="0">
                    <a:pos x="807" y="572"/>
                  </a:cxn>
                  <a:cxn ang="0">
                    <a:pos x="797" y="586"/>
                  </a:cxn>
                  <a:cxn ang="0">
                    <a:pos x="788" y="595"/>
                  </a:cxn>
                  <a:cxn ang="0">
                    <a:pos x="770" y="612"/>
                  </a:cxn>
                  <a:cxn ang="0">
                    <a:pos x="750" y="618"/>
                  </a:cxn>
                  <a:cxn ang="0">
                    <a:pos x="735" y="622"/>
                  </a:cxn>
                  <a:cxn ang="0">
                    <a:pos x="708" y="633"/>
                  </a:cxn>
                  <a:cxn ang="0">
                    <a:pos x="697" y="637"/>
                  </a:cxn>
                  <a:cxn ang="0">
                    <a:pos x="691" y="650"/>
                  </a:cxn>
                  <a:cxn ang="0">
                    <a:pos x="677" y="632"/>
                  </a:cxn>
                  <a:cxn ang="0">
                    <a:pos x="569" y="647"/>
                  </a:cxn>
                  <a:cxn ang="0">
                    <a:pos x="789" y="599"/>
                  </a:cxn>
                  <a:cxn ang="0">
                    <a:pos x="842" y="481"/>
                  </a:cxn>
                  <a:cxn ang="0">
                    <a:pos x="844" y="624"/>
                  </a:cxn>
                  <a:cxn ang="0">
                    <a:pos x="854" y="574"/>
                  </a:cxn>
                  <a:cxn ang="0">
                    <a:pos x="833" y="587"/>
                  </a:cxn>
                  <a:cxn ang="0">
                    <a:pos x="842" y="622"/>
                  </a:cxn>
                  <a:cxn ang="0">
                    <a:pos x="690" y="656"/>
                  </a:cxn>
                  <a:cxn ang="0">
                    <a:pos x="693" y="684"/>
                  </a:cxn>
                  <a:cxn ang="0">
                    <a:pos x="702" y="655"/>
                  </a:cxn>
                </a:cxnLst>
                <a:rect l="0" t="0" r="r" b="b"/>
                <a:pathLst>
                  <a:path w="926" h="685">
                    <a:moveTo>
                      <a:pt x="280" y="146"/>
                    </a:moveTo>
                    <a:lnTo>
                      <a:pt x="284" y="146"/>
                    </a:lnTo>
                    <a:lnTo>
                      <a:pt x="287" y="147"/>
                    </a:lnTo>
                    <a:lnTo>
                      <a:pt x="289" y="147"/>
                    </a:lnTo>
                    <a:lnTo>
                      <a:pt x="414" y="150"/>
                    </a:lnTo>
                    <a:lnTo>
                      <a:pt x="637" y="127"/>
                    </a:lnTo>
                    <a:lnTo>
                      <a:pt x="666" y="97"/>
                    </a:lnTo>
                    <a:lnTo>
                      <a:pt x="671" y="95"/>
                    </a:lnTo>
                    <a:lnTo>
                      <a:pt x="672" y="95"/>
                    </a:lnTo>
                    <a:lnTo>
                      <a:pt x="674" y="97"/>
                    </a:lnTo>
                    <a:lnTo>
                      <a:pt x="677" y="97"/>
                    </a:lnTo>
                    <a:lnTo>
                      <a:pt x="681" y="97"/>
                    </a:lnTo>
                    <a:lnTo>
                      <a:pt x="682" y="98"/>
                    </a:lnTo>
                    <a:lnTo>
                      <a:pt x="683" y="98"/>
                    </a:lnTo>
                    <a:lnTo>
                      <a:pt x="690" y="91"/>
                    </a:lnTo>
                    <a:lnTo>
                      <a:pt x="694" y="90"/>
                    </a:lnTo>
                    <a:lnTo>
                      <a:pt x="698" y="88"/>
                    </a:lnTo>
                    <a:lnTo>
                      <a:pt x="701" y="87"/>
                    </a:lnTo>
                    <a:lnTo>
                      <a:pt x="702" y="84"/>
                    </a:lnTo>
                    <a:lnTo>
                      <a:pt x="701" y="80"/>
                    </a:lnTo>
                    <a:lnTo>
                      <a:pt x="700" y="80"/>
                    </a:lnTo>
                    <a:lnTo>
                      <a:pt x="700" y="80"/>
                    </a:lnTo>
                    <a:lnTo>
                      <a:pt x="698" y="80"/>
                    </a:lnTo>
                    <a:lnTo>
                      <a:pt x="697" y="80"/>
                    </a:lnTo>
                    <a:lnTo>
                      <a:pt x="697" y="76"/>
                    </a:lnTo>
                    <a:lnTo>
                      <a:pt x="697" y="75"/>
                    </a:lnTo>
                    <a:lnTo>
                      <a:pt x="697" y="71"/>
                    </a:lnTo>
                    <a:lnTo>
                      <a:pt x="696" y="68"/>
                    </a:lnTo>
                    <a:lnTo>
                      <a:pt x="697" y="67"/>
                    </a:lnTo>
                    <a:lnTo>
                      <a:pt x="698" y="65"/>
                    </a:lnTo>
                    <a:lnTo>
                      <a:pt x="698" y="63"/>
                    </a:lnTo>
                    <a:lnTo>
                      <a:pt x="697" y="61"/>
                    </a:lnTo>
                    <a:lnTo>
                      <a:pt x="697" y="59"/>
                    </a:lnTo>
                    <a:lnTo>
                      <a:pt x="697" y="56"/>
                    </a:lnTo>
                    <a:lnTo>
                      <a:pt x="696" y="55"/>
                    </a:lnTo>
                    <a:lnTo>
                      <a:pt x="696" y="52"/>
                    </a:lnTo>
                    <a:lnTo>
                      <a:pt x="697" y="49"/>
                    </a:lnTo>
                    <a:lnTo>
                      <a:pt x="700" y="48"/>
                    </a:lnTo>
                    <a:lnTo>
                      <a:pt x="700" y="44"/>
                    </a:lnTo>
                    <a:lnTo>
                      <a:pt x="701" y="41"/>
                    </a:lnTo>
                    <a:lnTo>
                      <a:pt x="704" y="40"/>
                    </a:lnTo>
                    <a:lnTo>
                      <a:pt x="704" y="37"/>
                    </a:lnTo>
                    <a:lnTo>
                      <a:pt x="702" y="36"/>
                    </a:lnTo>
                    <a:lnTo>
                      <a:pt x="702" y="33"/>
                    </a:lnTo>
                    <a:lnTo>
                      <a:pt x="701" y="31"/>
                    </a:lnTo>
                    <a:lnTo>
                      <a:pt x="700" y="29"/>
                    </a:lnTo>
                    <a:lnTo>
                      <a:pt x="698" y="25"/>
                    </a:lnTo>
                    <a:lnTo>
                      <a:pt x="696" y="25"/>
                    </a:lnTo>
                    <a:lnTo>
                      <a:pt x="694" y="26"/>
                    </a:lnTo>
                    <a:lnTo>
                      <a:pt x="691" y="27"/>
                    </a:lnTo>
                    <a:lnTo>
                      <a:pt x="689" y="27"/>
                    </a:lnTo>
                    <a:lnTo>
                      <a:pt x="689" y="26"/>
                    </a:lnTo>
                    <a:lnTo>
                      <a:pt x="689" y="23"/>
                    </a:lnTo>
                    <a:lnTo>
                      <a:pt x="689" y="22"/>
                    </a:lnTo>
                    <a:lnTo>
                      <a:pt x="689" y="21"/>
                    </a:lnTo>
                    <a:lnTo>
                      <a:pt x="690" y="19"/>
                    </a:lnTo>
                    <a:lnTo>
                      <a:pt x="691" y="16"/>
                    </a:lnTo>
                    <a:lnTo>
                      <a:pt x="693" y="14"/>
                    </a:lnTo>
                    <a:lnTo>
                      <a:pt x="693" y="12"/>
                    </a:lnTo>
                    <a:lnTo>
                      <a:pt x="696" y="11"/>
                    </a:lnTo>
                    <a:lnTo>
                      <a:pt x="698" y="10"/>
                    </a:lnTo>
                    <a:lnTo>
                      <a:pt x="701" y="10"/>
                    </a:lnTo>
                    <a:lnTo>
                      <a:pt x="702" y="10"/>
                    </a:lnTo>
                    <a:lnTo>
                      <a:pt x="702" y="8"/>
                    </a:lnTo>
                    <a:lnTo>
                      <a:pt x="705" y="10"/>
                    </a:lnTo>
                    <a:lnTo>
                      <a:pt x="706" y="8"/>
                    </a:lnTo>
                    <a:lnTo>
                      <a:pt x="708" y="6"/>
                    </a:lnTo>
                    <a:lnTo>
                      <a:pt x="710" y="6"/>
                    </a:lnTo>
                    <a:lnTo>
                      <a:pt x="712" y="4"/>
                    </a:lnTo>
                    <a:lnTo>
                      <a:pt x="715" y="4"/>
                    </a:lnTo>
                    <a:lnTo>
                      <a:pt x="717" y="4"/>
                    </a:lnTo>
                    <a:lnTo>
                      <a:pt x="720" y="4"/>
                    </a:lnTo>
                    <a:lnTo>
                      <a:pt x="721" y="3"/>
                    </a:lnTo>
                    <a:lnTo>
                      <a:pt x="723" y="3"/>
                    </a:lnTo>
                    <a:lnTo>
                      <a:pt x="723" y="2"/>
                    </a:lnTo>
                    <a:lnTo>
                      <a:pt x="727" y="0"/>
                    </a:lnTo>
                    <a:lnTo>
                      <a:pt x="728" y="0"/>
                    </a:lnTo>
                    <a:lnTo>
                      <a:pt x="730" y="0"/>
                    </a:lnTo>
                    <a:lnTo>
                      <a:pt x="732" y="0"/>
                    </a:lnTo>
                    <a:lnTo>
                      <a:pt x="734" y="3"/>
                    </a:lnTo>
                    <a:lnTo>
                      <a:pt x="738" y="3"/>
                    </a:lnTo>
                    <a:lnTo>
                      <a:pt x="740" y="4"/>
                    </a:lnTo>
                    <a:lnTo>
                      <a:pt x="740" y="6"/>
                    </a:lnTo>
                    <a:lnTo>
                      <a:pt x="744" y="6"/>
                    </a:lnTo>
                    <a:lnTo>
                      <a:pt x="746" y="4"/>
                    </a:lnTo>
                    <a:lnTo>
                      <a:pt x="747" y="6"/>
                    </a:lnTo>
                    <a:lnTo>
                      <a:pt x="750" y="7"/>
                    </a:lnTo>
                    <a:lnTo>
                      <a:pt x="750" y="7"/>
                    </a:lnTo>
                    <a:lnTo>
                      <a:pt x="750" y="4"/>
                    </a:lnTo>
                    <a:lnTo>
                      <a:pt x="751" y="4"/>
                    </a:lnTo>
                    <a:lnTo>
                      <a:pt x="753" y="4"/>
                    </a:lnTo>
                    <a:lnTo>
                      <a:pt x="755" y="4"/>
                    </a:lnTo>
                    <a:lnTo>
                      <a:pt x="755" y="4"/>
                    </a:lnTo>
                    <a:lnTo>
                      <a:pt x="757" y="6"/>
                    </a:lnTo>
                    <a:lnTo>
                      <a:pt x="758" y="6"/>
                    </a:lnTo>
                    <a:lnTo>
                      <a:pt x="761" y="6"/>
                    </a:lnTo>
                    <a:lnTo>
                      <a:pt x="761" y="7"/>
                    </a:lnTo>
                    <a:lnTo>
                      <a:pt x="761" y="8"/>
                    </a:lnTo>
                    <a:lnTo>
                      <a:pt x="762" y="10"/>
                    </a:lnTo>
                    <a:lnTo>
                      <a:pt x="763" y="11"/>
                    </a:lnTo>
                    <a:lnTo>
                      <a:pt x="763" y="11"/>
                    </a:lnTo>
                    <a:lnTo>
                      <a:pt x="765" y="10"/>
                    </a:lnTo>
                    <a:lnTo>
                      <a:pt x="768" y="11"/>
                    </a:lnTo>
                    <a:lnTo>
                      <a:pt x="768" y="12"/>
                    </a:lnTo>
                    <a:lnTo>
                      <a:pt x="766" y="14"/>
                    </a:lnTo>
                    <a:lnTo>
                      <a:pt x="768" y="15"/>
                    </a:lnTo>
                    <a:lnTo>
                      <a:pt x="770" y="15"/>
                    </a:lnTo>
                    <a:lnTo>
                      <a:pt x="772" y="15"/>
                    </a:lnTo>
                    <a:lnTo>
                      <a:pt x="772" y="16"/>
                    </a:lnTo>
                    <a:lnTo>
                      <a:pt x="772" y="18"/>
                    </a:lnTo>
                    <a:lnTo>
                      <a:pt x="774" y="18"/>
                    </a:lnTo>
                    <a:lnTo>
                      <a:pt x="774" y="19"/>
                    </a:lnTo>
                    <a:lnTo>
                      <a:pt x="774" y="22"/>
                    </a:lnTo>
                    <a:lnTo>
                      <a:pt x="776" y="23"/>
                    </a:lnTo>
                    <a:lnTo>
                      <a:pt x="776" y="25"/>
                    </a:lnTo>
                    <a:lnTo>
                      <a:pt x="776" y="26"/>
                    </a:lnTo>
                    <a:lnTo>
                      <a:pt x="780" y="26"/>
                    </a:lnTo>
                    <a:lnTo>
                      <a:pt x="780" y="27"/>
                    </a:lnTo>
                    <a:lnTo>
                      <a:pt x="780" y="30"/>
                    </a:lnTo>
                    <a:lnTo>
                      <a:pt x="780" y="31"/>
                    </a:lnTo>
                    <a:lnTo>
                      <a:pt x="782" y="33"/>
                    </a:lnTo>
                    <a:lnTo>
                      <a:pt x="784" y="36"/>
                    </a:lnTo>
                    <a:lnTo>
                      <a:pt x="785" y="37"/>
                    </a:lnTo>
                    <a:lnTo>
                      <a:pt x="787" y="40"/>
                    </a:lnTo>
                    <a:lnTo>
                      <a:pt x="788" y="41"/>
                    </a:lnTo>
                    <a:lnTo>
                      <a:pt x="789" y="42"/>
                    </a:lnTo>
                    <a:lnTo>
                      <a:pt x="791" y="44"/>
                    </a:lnTo>
                    <a:lnTo>
                      <a:pt x="791" y="45"/>
                    </a:lnTo>
                    <a:lnTo>
                      <a:pt x="789" y="46"/>
                    </a:lnTo>
                    <a:lnTo>
                      <a:pt x="791" y="48"/>
                    </a:lnTo>
                    <a:lnTo>
                      <a:pt x="792" y="46"/>
                    </a:lnTo>
                    <a:lnTo>
                      <a:pt x="793" y="49"/>
                    </a:lnTo>
                    <a:lnTo>
                      <a:pt x="793" y="50"/>
                    </a:lnTo>
                    <a:lnTo>
                      <a:pt x="796" y="55"/>
                    </a:lnTo>
                    <a:lnTo>
                      <a:pt x="802" y="57"/>
                    </a:lnTo>
                    <a:lnTo>
                      <a:pt x="803" y="60"/>
                    </a:lnTo>
                    <a:lnTo>
                      <a:pt x="803" y="63"/>
                    </a:lnTo>
                    <a:lnTo>
                      <a:pt x="804" y="64"/>
                    </a:lnTo>
                    <a:lnTo>
                      <a:pt x="804" y="67"/>
                    </a:lnTo>
                    <a:lnTo>
                      <a:pt x="806" y="68"/>
                    </a:lnTo>
                    <a:lnTo>
                      <a:pt x="807" y="68"/>
                    </a:lnTo>
                    <a:lnTo>
                      <a:pt x="808" y="71"/>
                    </a:lnTo>
                    <a:lnTo>
                      <a:pt x="808" y="72"/>
                    </a:lnTo>
                    <a:lnTo>
                      <a:pt x="810" y="75"/>
                    </a:lnTo>
                    <a:lnTo>
                      <a:pt x="812" y="79"/>
                    </a:lnTo>
                    <a:lnTo>
                      <a:pt x="815" y="79"/>
                    </a:lnTo>
                    <a:lnTo>
                      <a:pt x="816" y="82"/>
                    </a:lnTo>
                    <a:lnTo>
                      <a:pt x="818" y="82"/>
                    </a:lnTo>
                    <a:lnTo>
                      <a:pt x="819" y="80"/>
                    </a:lnTo>
                    <a:lnTo>
                      <a:pt x="821" y="82"/>
                    </a:lnTo>
                    <a:lnTo>
                      <a:pt x="822" y="82"/>
                    </a:lnTo>
                    <a:lnTo>
                      <a:pt x="825" y="82"/>
                    </a:lnTo>
                    <a:lnTo>
                      <a:pt x="826" y="80"/>
                    </a:lnTo>
                    <a:lnTo>
                      <a:pt x="829" y="80"/>
                    </a:lnTo>
                    <a:lnTo>
                      <a:pt x="829" y="82"/>
                    </a:lnTo>
                    <a:lnTo>
                      <a:pt x="827" y="82"/>
                    </a:lnTo>
                    <a:lnTo>
                      <a:pt x="829" y="83"/>
                    </a:lnTo>
                    <a:lnTo>
                      <a:pt x="831" y="83"/>
                    </a:lnTo>
                    <a:lnTo>
                      <a:pt x="833" y="84"/>
                    </a:lnTo>
                    <a:lnTo>
                      <a:pt x="834" y="86"/>
                    </a:lnTo>
                    <a:lnTo>
                      <a:pt x="835" y="86"/>
                    </a:lnTo>
                    <a:lnTo>
                      <a:pt x="835" y="86"/>
                    </a:lnTo>
                    <a:lnTo>
                      <a:pt x="837" y="84"/>
                    </a:lnTo>
                    <a:lnTo>
                      <a:pt x="838" y="86"/>
                    </a:lnTo>
                    <a:lnTo>
                      <a:pt x="840" y="83"/>
                    </a:lnTo>
                    <a:lnTo>
                      <a:pt x="841" y="83"/>
                    </a:lnTo>
                    <a:lnTo>
                      <a:pt x="842" y="84"/>
                    </a:lnTo>
                    <a:lnTo>
                      <a:pt x="842" y="86"/>
                    </a:lnTo>
                    <a:lnTo>
                      <a:pt x="844" y="87"/>
                    </a:lnTo>
                    <a:lnTo>
                      <a:pt x="845" y="87"/>
                    </a:lnTo>
                    <a:lnTo>
                      <a:pt x="846" y="88"/>
                    </a:lnTo>
                    <a:lnTo>
                      <a:pt x="848" y="90"/>
                    </a:lnTo>
                    <a:lnTo>
                      <a:pt x="848" y="90"/>
                    </a:lnTo>
                    <a:lnTo>
                      <a:pt x="849" y="91"/>
                    </a:lnTo>
                    <a:lnTo>
                      <a:pt x="849" y="93"/>
                    </a:lnTo>
                    <a:lnTo>
                      <a:pt x="853" y="94"/>
                    </a:lnTo>
                    <a:lnTo>
                      <a:pt x="853" y="95"/>
                    </a:lnTo>
                    <a:lnTo>
                      <a:pt x="854" y="95"/>
                    </a:lnTo>
                    <a:lnTo>
                      <a:pt x="856" y="97"/>
                    </a:lnTo>
                    <a:lnTo>
                      <a:pt x="859" y="97"/>
                    </a:lnTo>
                    <a:lnTo>
                      <a:pt x="860" y="97"/>
                    </a:lnTo>
                    <a:lnTo>
                      <a:pt x="861" y="97"/>
                    </a:lnTo>
                    <a:lnTo>
                      <a:pt x="863" y="95"/>
                    </a:lnTo>
                    <a:lnTo>
                      <a:pt x="864" y="95"/>
                    </a:lnTo>
                    <a:lnTo>
                      <a:pt x="865" y="95"/>
                    </a:lnTo>
                    <a:lnTo>
                      <a:pt x="865" y="97"/>
                    </a:lnTo>
                    <a:lnTo>
                      <a:pt x="864" y="99"/>
                    </a:lnTo>
                    <a:lnTo>
                      <a:pt x="864" y="101"/>
                    </a:lnTo>
                    <a:lnTo>
                      <a:pt x="864" y="102"/>
                    </a:lnTo>
                    <a:lnTo>
                      <a:pt x="867" y="102"/>
                    </a:lnTo>
                    <a:lnTo>
                      <a:pt x="867" y="105"/>
                    </a:lnTo>
                    <a:lnTo>
                      <a:pt x="868" y="108"/>
                    </a:lnTo>
                    <a:lnTo>
                      <a:pt x="867" y="110"/>
                    </a:lnTo>
                    <a:lnTo>
                      <a:pt x="867" y="110"/>
                    </a:lnTo>
                    <a:lnTo>
                      <a:pt x="867" y="113"/>
                    </a:lnTo>
                    <a:lnTo>
                      <a:pt x="869" y="116"/>
                    </a:lnTo>
                    <a:lnTo>
                      <a:pt x="871" y="117"/>
                    </a:lnTo>
                    <a:lnTo>
                      <a:pt x="872" y="120"/>
                    </a:lnTo>
                    <a:lnTo>
                      <a:pt x="874" y="121"/>
                    </a:lnTo>
                    <a:lnTo>
                      <a:pt x="876" y="121"/>
                    </a:lnTo>
                    <a:lnTo>
                      <a:pt x="878" y="120"/>
                    </a:lnTo>
                    <a:lnTo>
                      <a:pt x="879" y="120"/>
                    </a:lnTo>
                    <a:lnTo>
                      <a:pt x="880" y="121"/>
                    </a:lnTo>
                    <a:lnTo>
                      <a:pt x="882" y="122"/>
                    </a:lnTo>
                    <a:lnTo>
                      <a:pt x="883" y="122"/>
                    </a:lnTo>
                    <a:lnTo>
                      <a:pt x="884" y="121"/>
                    </a:lnTo>
                    <a:lnTo>
                      <a:pt x="887" y="121"/>
                    </a:lnTo>
                    <a:lnTo>
                      <a:pt x="888" y="121"/>
                    </a:lnTo>
                    <a:lnTo>
                      <a:pt x="893" y="120"/>
                    </a:lnTo>
                    <a:lnTo>
                      <a:pt x="894" y="118"/>
                    </a:lnTo>
                    <a:lnTo>
                      <a:pt x="895" y="118"/>
                    </a:lnTo>
                    <a:lnTo>
                      <a:pt x="895" y="117"/>
                    </a:lnTo>
                    <a:lnTo>
                      <a:pt x="895" y="114"/>
                    </a:lnTo>
                    <a:lnTo>
                      <a:pt x="898" y="113"/>
                    </a:lnTo>
                    <a:lnTo>
                      <a:pt x="898" y="110"/>
                    </a:lnTo>
                    <a:lnTo>
                      <a:pt x="898" y="109"/>
                    </a:lnTo>
                    <a:lnTo>
                      <a:pt x="901" y="109"/>
                    </a:lnTo>
                    <a:lnTo>
                      <a:pt x="903" y="109"/>
                    </a:lnTo>
                    <a:lnTo>
                      <a:pt x="903" y="106"/>
                    </a:lnTo>
                    <a:lnTo>
                      <a:pt x="905" y="105"/>
                    </a:lnTo>
                    <a:lnTo>
                      <a:pt x="906" y="105"/>
                    </a:lnTo>
                    <a:lnTo>
                      <a:pt x="907" y="102"/>
                    </a:lnTo>
                    <a:lnTo>
                      <a:pt x="909" y="101"/>
                    </a:lnTo>
                    <a:lnTo>
                      <a:pt x="912" y="101"/>
                    </a:lnTo>
                    <a:lnTo>
                      <a:pt x="913" y="99"/>
                    </a:lnTo>
                    <a:lnTo>
                      <a:pt x="916" y="101"/>
                    </a:lnTo>
                    <a:lnTo>
                      <a:pt x="917" y="102"/>
                    </a:lnTo>
                    <a:lnTo>
                      <a:pt x="918" y="102"/>
                    </a:lnTo>
                    <a:lnTo>
                      <a:pt x="920" y="103"/>
                    </a:lnTo>
                    <a:lnTo>
                      <a:pt x="921" y="106"/>
                    </a:lnTo>
                    <a:lnTo>
                      <a:pt x="920" y="108"/>
                    </a:lnTo>
                    <a:lnTo>
                      <a:pt x="920" y="109"/>
                    </a:lnTo>
                    <a:lnTo>
                      <a:pt x="922" y="112"/>
                    </a:lnTo>
                    <a:lnTo>
                      <a:pt x="922" y="113"/>
                    </a:lnTo>
                    <a:lnTo>
                      <a:pt x="924" y="114"/>
                    </a:lnTo>
                    <a:lnTo>
                      <a:pt x="926" y="116"/>
                    </a:lnTo>
                    <a:lnTo>
                      <a:pt x="925" y="118"/>
                    </a:lnTo>
                    <a:lnTo>
                      <a:pt x="925" y="121"/>
                    </a:lnTo>
                    <a:lnTo>
                      <a:pt x="925" y="122"/>
                    </a:lnTo>
                    <a:lnTo>
                      <a:pt x="922" y="122"/>
                    </a:lnTo>
                    <a:lnTo>
                      <a:pt x="921" y="125"/>
                    </a:lnTo>
                    <a:lnTo>
                      <a:pt x="921" y="127"/>
                    </a:lnTo>
                    <a:lnTo>
                      <a:pt x="922" y="128"/>
                    </a:lnTo>
                    <a:lnTo>
                      <a:pt x="922" y="129"/>
                    </a:lnTo>
                    <a:lnTo>
                      <a:pt x="922" y="131"/>
                    </a:lnTo>
                    <a:lnTo>
                      <a:pt x="921" y="133"/>
                    </a:lnTo>
                    <a:lnTo>
                      <a:pt x="922" y="135"/>
                    </a:lnTo>
                    <a:lnTo>
                      <a:pt x="924" y="135"/>
                    </a:lnTo>
                    <a:lnTo>
                      <a:pt x="924" y="137"/>
                    </a:lnTo>
                    <a:lnTo>
                      <a:pt x="924" y="137"/>
                    </a:lnTo>
                    <a:lnTo>
                      <a:pt x="924" y="139"/>
                    </a:lnTo>
                    <a:lnTo>
                      <a:pt x="924" y="140"/>
                    </a:lnTo>
                    <a:lnTo>
                      <a:pt x="922" y="140"/>
                    </a:lnTo>
                    <a:lnTo>
                      <a:pt x="922" y="143"/>
                    </a:lnTo>
                    <a:lnTo>
                      <a:pt x="924" y="147"/>
                    </a:lnTo>
                    <a:lnTo>
                      <a:pt x="925" y="148"/>
                    </a:lnTo>
                    <a:lnTo>
                      <a:pt x="925" y="148"/>
                    </a:lnTo>
                    <a:lnTo>
                      <a:pt x="924" y="150"/>
                    </a:lnTo>
                    <a:lnTo>
                      <a:pt x="922" y="152"/>
                    </a:lnTo>
                    <a:lnTo>
                      <a:pt x="924" y="154"/>
                    </a:lnTo>
                    <a:lnTo>
                      <a:pt x="924" y="155"/>
                    </a:lnTo>
                    <a:lnTo>
                      <a:pt x="925" y="156"/>
                    </a:lnTo>
                    <a:lnTo>
                      <a:pt x="922" y="158"/>
                    </a:lnTo>
                    <a:lnTo>
                      <a:pt x="922" y="158"/>
                    </a:lnTo>
                    <a:lnTo>
                      <a:pt x="922" y="159"/>
                    </a:lnTo>
                    <a:lnTo>
                      <a:pt x="924" y="162"/>
                    </a:lnTo>
                    <a:lnTo>
                      <a:pt x="922" y="163"/>
                    </a:lnTo>
                    <a:lnTo>
                      <a:pt x="921" y="166"/>
                    </a:lnTo>
                    <a:lnTo>
                      <a:pt x="921" y="167"/>
                    </a:lnTo>
                    <a:lnTo>
                      <a:pt x="922" y="169"/>
                    </a:lnTo>
                    <a:lnTo>
                      <a:pt x="921" y="170"/>
                    </a:lnTo>
                    <a:lnTo>
                      <a:pt x="922" y="171"/>
                    </a:lnTo>
                    <a:lnTo>
                      <a:pt x="922" y="173"/>
                    </a:lnTo>
                    <a:lnTo>
                      <a:pt x="922" y="175"/>
                    </a:lnTo>
                    <a:lnTo>
                      <a:pt x="922" y="177"/>
                    </a:lnTo>
                    <a:lnTo>
                      <a:pt x="920" y="177"/>
                    </a:lnTo>
                    <a:lnTo>
                      <a:pt x="918" y="175"/>
                    </a:lnTo>
                    <a:lnTo>
                      <a:pt x="910" y="174"/>
                    </a:lnTo>
                    <a:lnTo>
                      <a:pt x="907" y="174"/>
                    </a:lnTo>
                    <a:lnTo>
                      <a:pt x="906" y="173"/>
                    </a:lnTo>
                    <a:lnTo>
                      <a:pt x="905" y="173"/>
                    </a:lnTo>
                    <a:lnTo>
                      <a:pt x="902" y="177"/>
                    </a:lnTo>
                    <a:lnTo>
                      <a:pt x="902" y="180"/>
                    </a:lnTo>
                    <a:lnTo>
                      <a:pt x="901" y="181"/>
                    </a:lnTo>
                    <a:lnTo>
                      <a:pt x="898" y="181"/>
                    </a:lnTo>
                    <a:lnTo>
                      <a:pt x="897" y="182"/>
                    </a:lnTo>
                    <a:lnTo>
                      <a:pt x="897" y="184"/>
                    </a:lnTo>
                    <a:lnTo>
                      <a:pt x="897" y="186"/>
                    </a:lnTo>
                    <a:lnTo>
                      <a:pt x="901" y="192"/>
                    </a:lnTo>
                    <a:lnTo>
                      <a:pt x="901" y="193"/>
                    </a:lnTo>
                    <a:lnTo>
                      <a:pt x="902" y="194"/>
                    </a:lnTo>
                    <a:lnTo>
                      <a:pt x="903" y="197"/>
                    </a:lnTo>
                    <a:lnTo>
                      <a:pt x="903" y="200"/>
                    </a:lnTo>
                    <a:lnTo>
                      <a:pt x="905" y="204"/>
                    </a:lnTo>
                    <a:lnTo>
                      <a:pt x="905" y="205"/>
                    </a:lnTo>
                    <a:lnTo>
                      <a:pt x="905" y="211"/>
                    </a:lnTo>
                    <a:lnTo>
                      <a:pt x="906" y="212"/>
                    </a:lnTo>
                    <a:lnTo>
                      <a:pt x="906" y="215"/>
                    </a:lnTo>
                    <a:lnTo>
                      <a:pt x="906" y="218"/>
                    </a:lnTo>
                    <a:lnTo>
                      <a:pt x="906" y="219"/>
                    </a:lnTo>
                    <a:lnTo>
                      <a:pt x="906" y="220"/>
                    </a:lnTo>
                    <a:lnTo>
                      <a:pt x="906" y="222"/>
                    </a:lnTo>
                    <a:lnTo>
                      <a:pt x="906" y="224"/>
                    </a:lnTo>
                    <a:lnTo>
                      <a:pt x="905" y="224"/>
                    </a:lnTo>
                    <a:lnTo>
                      <a:pt x="902" y="224"/>
                    </a:lnTo>
                    <a:lnTo>
                      <a:pt x="899" y="224"/>
                    </a:lnTo>
                    <a:lnTo>
                      <a:pt x="899" y="226"/>
                    </a:lnTo>
                    <a:lnTo>
                      <a:pt x="901" y="228"/>
                    </a:lnTo>
                    <a:lnTo>
                      <a:pt x="901" y="230"/>
                    </a:lnTo>
                    <a:lnTo>
                      <a:pt x="901" y="231"/>
                    </a:lnTo>
                    <a:lnTo>
                      <a:pt x="901" y="233"/>
                    </a:lnTo>
                    <a:lnTo>
                      <a:pt x="888" y="242"/>
                    </a:lnTo>
                    <a:lnTo>
                      <a:pt x="884" y="264"/>
                    </a:lnTo>
                    <a:lnTo>
                      <a:pt x="844" y="294"/>
                    </a:lnTo>
                    <a:lnTo>
                      <a:pt x="837" y="296"/>
                    </a:lnTo>
                    <a:lnTo>
                      <a:pt x="835" y="296"/>
                    </a:lnTo>
                    <a:lnTo>
                      <a:pt x="835" y="294"/>
                    </a:lnTo>
                    <a:lnTo>
                      <a:pt x="831" y="298"/>
                    </a:lnTo>
                    <a:lnTo>
                      <a:pt x="827" y="299"/>
                    </a:lnTo>
                    <a:lnTo>
                      <a:pt x="826" y="299"/>
                    </a:lnTo>
                    <a:lnTo>
                      <a:pt x="825" y="298"/>
                    </a:lnTo>
                    <a:lnTo>
                      <a:pt x="821" y="300"/>
                    </a:lnTo>
                    <a:lnTo>
                      <a:pt x="818" y="300"/>
                    </a:lnTo>
                    <a:lnTo>
                      <a:pt x="816" y="303"/>
                    </a:lnTo>
                    <a:lnTo>
                      <a:pt x="815" y="303"/>
                    </a:lnTo>
                    <a:lnTo>
                      <a:pt x="810" y="307"/>
                    </a:lnTo>
                    <a:lnTo>
                      <a:pt x="806" y="310"/>
                    </a:lnTo>
                    <a:lnTo>
                      <a:pt x="807" y="314"/>
                    </a:lnTo>
                    <a:lnTo>
                      <a:pt x="807" y="314"/>
                    </a:lnTo>
                    <a:lnTo>
                      <a:pt x="803" y="317"/>
                    </a:lnTo>
                    <a:lnTo>
                      <a:pt x="800" y="319"/>
                    </a:lnTo>
                    <a:lnTo>
                      <a:pt x="799" y="319"/>
                    </a:lnTo>
                    <a:lnTo>
                      <a:pt x="796" y="322"/>
                    </a:lnTo>
                    <a:lnTo>
                      <a:pt x="795" y="322"/>
                    </a:lnTo>
                    <a:lnTo>
                      <a:pt x="795" y="319"/>
                    </a:lnTo>
                    <a:lnTo>
                      <a:pt x="792" y="318"/>
                    </a:lnTo>
                    <a:lnTo>
                      <a:pt x="793" y="317"/>
                    </a:lnTo>
                    <a:lnTo>
                      <a:pt x="796" y="317"/>
                    </a:lnTo>
                    <a:lnTo>
                      <a:pt x="797" y="314"/>
                    </a:lnTo>
                    <a:lnTo>
                      <a:pt x="800" y="314"/>
                    </a:lnTo>
                    <a:lnTo>
                      <a:pt x="802" y="314"/>
                    </a:lnTo>
                    <a:lnTo>
                      <a:pt x="802" y="313"/>
                    </a:lnTo>
                    <a:lnTo>
                      <a:pt x="800" y="311"/>
                    </a:lnTo>
                    <a:lnTo>
                      <a:pt x="800" y="310"/>
                    </a:lnTo>
                    <a:lnTo>
                      <a:pt x="803" y="309"/>
                    </a:lnTo>
                    <a:lnTo>
                      <a:pt x="804" y="306"/>
                    </a:lnTo>
                    <a:lnTo>
                      <a:pt x="800" y="309"/>
                    </a:lnTo>
                    <a:lnTo>
                      <a:pt x="797" y="310"/>
                    </a:lnTo>
                    <a:lnTo>
                      <a:pt x="796" y="309"/>
                    </a:lnTo>
                    <a:lnTo>
                      <a:pt x="796" y="306"/>
                    </a:lnTo>
                    <a:lnTo>
                      <a:pt x="797" y="306"/>
                    </a:lnTo>
                    <a:lnTo>
                      <a:pt x="797" y="305"/>
                    </a:lnTo>
                    <a:lnTo>
                      <a:pt x="795" y="300"/>
                    </a:lnTo>
                    <a:lnTo>
                      <a:pt x="795" y="298"/>
                    </a:lnTo>
                    <a:lnTo>
                      <a:pt x="795" y="296"/>
                    </a:lnTo>
                    <a:lnTo>
                      <a:pt x="797" y="296"/>
                    </a:lnTo>
                    <a:lnTo>
                      <a:pt x="797" y="292"/>
                    </a:lnTo>
                    <a:lnTo>
                      <a:pt x="800" y="288"/>
                    </a:lnTo>
                    <a:lnTo>
                      <a:pt x="802" y="287"/>
                    </a:lnTo>
                    <a:lnTo>
                      <a:pt x="803" y="285"/>
                    </a:lnTo>
                    <a:lnTo>
                      <a:pt x="803" y="283"/>
                    </a:lnTo>
                    <a:lnTo>
                      <a:pt x="796" y="280"/>
                    </a:lnTo>
                    <a:lnTo>
                      <a:pt x="792" y="275"/>
                    </a:lnTo>
                    <a:lnTo>
                      <a:pt x="791" y="277"/>
                    </a:lnTo>
                    <a:lnTo>
                      <a:pt x="789" y="277"/>
                    </a:lnTo>
                    <a:lnTo>
                      <a:pt x="788" y="276"/>
                    </a:lnTo>
                    <a:lnTo>
                      <a:pt x="784" y="276"/>
                    </a:lnTo>
                    <a:lnTo>
                      <a:pt x="782" y="280"/>
                    </a:lnTo>
                    <a:lnTo>
                      <a:pt x="781" y="280"/>
                    </a:lnTo>
                    <a:lnTo>
                      <a:pt x="781" y="283"/>
                    </a:lnTo>
                    <a:lnTo>
                      <a:pt x="777" y="287"/>
                    </a:lnTo>
                    <a:lnTo>
                      <a:pt x="777" y="292"/>
                    </a:lnTo>
                    <a:lnTo>
                      <a:pt x="776" y="292"/>
                    </a:lnTo>
                    <a:lnTo>
                      <a:pt x="773" y="296"/>
                    </a:lnTo>
                    <a:lnTo>
                      <a:pt x="770" y="296"/>
                    </a:lnTo>
                    <a:lnTo>
                      <a:pt x="765" y="299"/>
                    </a:lnTo>
                    <a:lnTo>
                      <a:pt x="763" y="306"/>
                    </a:lnTo>
                    <a:lnTo>
                      <a:pt x="763" y="309"/>
                    </a:lnTo>
                    <a:lnTo>
                      <a:pt x="763" y="309"/>
                    </a:lnTo>
                    <a:lnTo>
                      <a:pt x="765" y="313"/>
                    </a:lnTo>
                    <a:lnTo>
                      <a:pt x="762" y="313"/>
                    </a:lnTo>
                    <a:lnTo>
                      <a:pt x="763" y="314"/>
                    </a:lnTo>
                    <a:lnTo>
                      <a:pt x="762" y="317"/>
                    </a:lnTo>
                    <a:lnTo>
                      <a:pt x="758" y="317"/>
                    </a:lnTo>
                    <a:lnTo>
                      <a:pt x="754" y="317"/>
                    </a:lnTo>
                    <a:lnTo>
                      <a:pt x="749" y="315"/>
                    </a:lnTo>
                    <a:lnTo>
                      <a:pt x="747" y="317"/>
                    </a:lnTo>
                    <a:lnTo>
                      <a:pt x="746" y="318"/>
                    </a:lnTo>
                    <a:lnTo>
                      <a:pt x="746" y="321"/>
                    </a:lnTo>
                    <a:lnTo>
                      <a:pt x="746" y="322"/>
                    </a:lnTo>
                    <a:lnTo>
                      <a:pt x="746" y="324"/>
                    </a:lnTo>
                    <a:lnTo>
                      <a:pt x="744" y="325"/>
                    </a:lnTo>
                    <a:lnTo>
                      <a:pt x="746" y="328"/>
                    </a:lnTo>
                    <a:lnTo>
                      <a:pt x="746" y="332"/>
                    </a:lnTo>
                    <a:lnTo>
                      <a:pt x="749" y="333"/>
                    </a:lnTo>
                    <a:lnTo>
                      <a:pt x="754" y="336"/>
                    </a:lnTo>
                    <a:lnTo>
                      <a:pt x="754" y="338"/>
                    </a:lnTo>
                    <a:lnTo>
                      <a:pt x="757" y="341"/>
                    </a:lnTo>
                    <a:lnTo>
                      <a:pt x="757" y="340"/>
                    </a:lnTo>
                    <a:lnTo>
                      <a:pt x="758" y="341"/>
                    </a:lnTo>
                    <a:lnTo>
                      <a:pt x="758" y="340"/>
                    </a:lnTo>
                    <a:lnTo>
                      <a:pt x="761" y="340"/>
                    </a:lnTo>
                    <a:lnTo>
                      <a:pt x="761" y="341"/>
                    </a:lnTo>
                    <a:lnTo>
                      <a:pt x="762" y="341"/>
                    </a:lnTo>
                    <a:lnTo>
                      <a:pt x="766" y="340"/>
                    </a:lnTo>
                    <a:lnTo>
                      <a:pt x="766" y="343"/>
                    </a:lnTo>
                    <a:lnTo>
                      <a:pt x="766" y="347"/>
                    </a:lnTo>
                    <a:lnTo>
                      <a:pt x="770" y="355"/>
                    </a:lnTo>
                    <a:lnTo>
                      <a:pt x="774" y="355"/>
                    </a:lnTo>
                    <a:lnTo>
                      <a:pt x="777" y="353"/>
                    </a:lnTo>
                    <a:lnTo>
                      <a:pt x="780" y="355"/>
                    </a:lnTo>
                    <a:lnTo>
                      <a:pt x="781" y="353"/>
                    </a:lnTo>
                    <a:lnTo>
                      <a:pt x="782" y="351"/>
                    </a:lnTo>
                    <a:lnTo>
                      <a:pt x="781" y="348"/>
                    </a:lnTo>
                    <a:lnTo>
                      <a:pt x="780" y="348"/>
                    </a:lnTo>
                    <a:lnTo>
                      <a:pt x="784" y="347"/>
                    </a:lnTo>
                    <a:lnTo>
                      <a:pt x="787" y="345"/>
                    </a:lnTo>
                    <a:lnTo>
                      <a:pt x="787" y="343"/>
                    </a:lnTo>
                    <a:lnTo>
                      <a:pt x="785" y="341"/>
                    </a:lnTo>
                    <a:lnTo>
                      <a:pt x="788" y="341"/>
                    </a:lnTo>
                    <a:lnTo>
                      <a:pt x="795" y="338"/>
                    </a:lnTo>
                    <a:lnTo>
                      <a:pt x="796" y="340"/>
                    </a:lnTo>
                    <a:lnTo>
                      <a:pt x="797" y="340"/>
                    </a:lnTo>
                    <a:lnTo>
                      <a:pt x="799" y="343"/>
                    </a:lnTo>
                    <a:lnTo>
                      <a:pt x="800" y="344"/>
                    </a:lnTo>
                    <a:lnTo>
                      <a:pt x="803" y="345"/>
                    </a:lnTo>
                    <a:lnTo>
                      <a:pt x="811" y="345"/>
                    </a:lnTo>
                    <a:lnTo>
                      <a:pt x="812" y="344"/>
                    </a:lnTo>
                    <a:lnTo>
                      <a:pt x="816" y="344"/>
                    </a:lnTo>
                    <a:lnTo>
                      <a:pt x="815" y="344"/>
                    </a:lnTo>
                    <a:lnTo>
                      <a:pt x="819" y="344"/>
                    </a:lnTo>
                    <a:lnTo>
                      <a:pt x="823" y="344"/>
                    </a:lnTo>
                    <a:lnTo>
                      <a:pt x="825" y="344"/>
                    </a:lnTo>
                    <a:lnTo>
                      <a:pt x="822" y="345"/>
                    </a:lnTo>
                    <a:lnTo>
                      <a:pt x="822" y="347"/>
                    </a:lnTo>
                    <a:lnTo>
                      <a:pt x="823" y="351"/>
                    </a:lnTo>
                    <a:lnTo>
                      <a:pt x="822" y="351"/>
                    </a:lnTo>
                    <a:lnTo>
                      <a:pt x="821" y="352"/>
                    </a:lnTo>
                    <a:lnTo>
                      <a:pt x="821" y="355"/>
                    </a:lnTo>
                    <a:lnTo>
                      <a:pt x="823" y="355"/>
                    </a:lnTo>
                    <a:lnTo>
                      <a:pt x="823" y="356"/>
                    </a:lnTo>
                    <a:lnTo>
                      <a:pt x="819" y="359"/>
                    </a:lnTo>
                    <a:lnTo>
                      <a:pt x="816" y="357"/>
                    </a:lnTo>
                    <a:lnTo>
                      <a:pt x="815" y="355"/>
                    </a:lnTo>
                    <a:lnTo>
                      <a:pt x="815" y="357"/>
                    </a:lnTo>
                    <a:lnTo>
                      <a:pt x="814" y="355"/>
                    </a:lnTo>
                    <a:lnTo>
                      <a:pt x="811" y="359"/>
                    </a:lnTo>
                    <a:lnTo>
                      <a:pt x="808" y="359"/>
                    </a:lnTo>
                    <a:lnTo>
                      <a:pt x="806" y="362"/>
                    </a:lnTo>
                    <a:lnTo>
                      <a:pt x="803" y="362"/>
                    </a:lnTo>
                    <a:lnTo>
                      <a:pt x="803" y="363"/>
                    </a:lnTo>
                    <a:lnTo>
                      <a:pt x="800" y="362"/>
                    </a:lnTo>
                    <a:lnTo>
                      <a:pt x="797" y="362"/>
                    </a:lnTo>
                    <a:lnTo>
                      <a:pt x="800" y="363"/>
                    </a:lnTo>
                    <a:lnTo>
                      <a:pt x="800" y="366"/>
                    </a:lnTo>
                    <a:lnTo>
                      <a:pt x="797" y="367"/>
                    </a:lnTo>
                    <a:lnTo>
                      <a:pt x="797" y="370"/>
                    </a:lnTo>
                    <a:lnTo>
                      <a:pt x="793" y="370"/>
                    </a:lnTo>
                    <a:lnTo>
                      <a:pt x="791" y="372"/>
                    </a:lnTo>
                    <a:lnTo>
                      <a:pt x="792" y="374"/>
                    </a:lnTo>
                    <a:lnTo>
                      <a:pt x="795" y="375"/>
                    </a:lnTo>
                    <a:lnTo>
                      <a:pt x="792" y="378"/>
                    </a:lnTo>
                    <a:lnTo>
                      <a:pt x="791" y="378"/>
                    </a:lnTo>
                    <a:lnTo>
                      <a:pt x="788" y="382"/>
                    </a:lnTo>
                    <a:lnTo>
                      <a:pt x="785" y="382"/>
                    </a:lnTo>
                    <a:lnTo>
                      <a:pt x="785" y="382"/>
                    </a:lnTo>
                    <a:lnTo>
                      <a:pt x="784" y="386"/>
                    </a:lnTo>
                    <a:lnTo>
                      <a:pt x="785" y="389"/>
                    </a:lnTo>
                    <a:lnTo>
                      <a:pt x="784" y="394"/>
                    </a:lnTo>
                    <a:lnTo>
                      <a:pt x="784" y="401"/>
                    </a:lnTo>
                    <a:lnTo>
                      <a:pt x="785" y="401"/>
                    </a:lnTo>
                    <a:lnTo>
                      <a:pt x="792" y="404"/>
                    </a:lnTo>
                    <a:lnTo>
                      <a:pt x="792" y="406"/>
                    </a:lnTo>
                    <a:lnTo>
                      <a:pt x="795" y="405"/>
                    </a:lnTo>
                    <a:lnTo>
                      <a:pt x="803" y="409"/>
                    </a:lnTo>
                    <a:lnTo>
                      <a:pt x="807" y="417"/>
                    </a:lnTo>
                    <a:lnTo>
                      <a:pt x="808" y="419"/>
                    </a:lnTo>
                    <a:lnTo>
                      <a:pt x="807" y="421"/>
                    </a:lnTo>
                    <a:lnTo>
                      <a:pt x="810" y="423"/>
                    </a:lnTo>
                    <a:lnTo>
                      <a:pt x="810" y="427"/>
                    </a:lnTo>
                    <a:lnTo>
                      <a:pt x="815" y="431"/>
                    </a:lnTo>
                    <a:lnTo>
                      <a:pt x="815" y="435"/>
                    </a:lnTo>
                    <a:lnTo>
                      <a:pt x="819" y="440"/>
                    </a:lnTo>
                    <a:lnTo>
                      <a:pt x="822" y="442"/>
                    </a:lnTo>
                    <a:lnTo>
                      <a:pt x="825" y="440"/>
                    </a:lnTo>
                    <a:lnTo>
                      <a:pt x="826" y="442"/>
                    </a:lnTo>
                    <a:lnTo>
                      <a:pt x="826" y="443"/>
                    </a:lnTo>
                    <a:lnTo>
                      <a:pt x="829" y="447"/>
                    </a:lnTo>
                    <a:lnTo>
                      <a:pt x="831" y="449"/>
                    </a:lnTo>
                    <a:lnTo>
                      <a:pt x="833" y="453"/>
                    </a:lnTo>
                    <a:lnTo>
                      <a:pt x="831" y="453"/>
                    </a:lnTo>
                    <a:lnTo>
                      <a:pt x="826" y="451"/>
                    </a:lnTo>
                    <a:lnTo>
                      <a:pt x="822" y="454"/>
                    </a:lnTo>
                    <a:lnTo>
                      <a:pt x="819" y="450"/>
                    </a:lnTo>
                    <a:lnTo>
                      <a:pt x="816" y="450"/>
                    </a:lnTo>
                    <a:lnTo>
                      <a:pt x="814" y="449"/>
                    </a:lnTo>
                    <a:lnTo>
                      <a:pt x="808" y="447"/>
                    </a:lnTo>
                    <a:lnTo>
                      <a:pt x="807" y="450"/>
                    </a:lnTo>
                    <a:lnTo>
                      <a:pt x="804" y="450"/>
                    </a:lnTo>
                    <a:lnTo>
                      <a:pt x="803" y="449"/>
                    </a:lnTo>
                    <a:lnTo>
                      <a:pt x="800" y="444"/>
                    </a:lnTo>
                    <a:lnTo>
                      <a:pt x="797" y="446"/>
                    </a:lnTo>
                    <a:lnTo>
                      <a:pt x="795" y="444"/>
                    </a:lnTo>
                    <a:lnTo>
                      <a:pt x="795" y="446"/>
                    </a:lnTo>
                    <a:lnTo>
                      <a:pt x="792" y="446"/>
                    </a:lnTo>
                    <a:lnTo>
                      <a:pt x="791" y="446"/>
                    </a:lnTo>
                    <a:lnTo>
                      <a:pt x="788" y="446"/>
                    </a:lnTo>
                    <a:lnTo>
                      <a:pt x="785" y="453"/>
                    </a:lnTo>
                    <a:lnTo>
                      <a:pt x="789" y="449"/>
                    </a:lnTo>
                    <a:lnTo>
                      <a:pt x="792" y="447"/>
                    </a:lnTo>
                    <a:lnTo>
                      <a:pt x="796" y="447"/>
                    </a:lnTo>
                    <a:lnTo>
                      <a:pt x="799" y="446"/>
                    </a:lnTo>
                    <a:lnTo>
                      <a:pt x="800" y="447"/>
                    </a:lnTo>
                    <a:lnTo>
                      <a:pt x="800" y="449"/>
                    </a:lnTo>
                    <a:lnTo>
                      <a:pt x="804" y="451"/>
                    </a:lnTo>
                    <a:lnTo>
                      <a:pt x="806" y="453"/>
                    </a:lnTo>
                    <a:lnTo>
                      <a:pt x="811" y="449"/>
                    </a:lnTo>
                    <a:lnTo>
                      <a:pt x="814" y="449"/>
                    </a:lnTo>
                    <a:lnTo>
                      <a:pt x="819" y="454"/>
                    </a:lnTo>
                    <a:lnTo>
                      <a:pt x="825" y="457"/>
                    </a:lnTo>
                    <a:lnTo>
                      <a:pt x="831" y="462"/>
                    </a:lnTo>
                    <a:lnTo>
                      <a:pt x="834" y="468"/>
                    </a:lnTo>
                    <a:lnTo>
                      <a:pt x="834" y="469"/>
                    </a:lnTo>
                    <a:lnTo>
                      <a:pt x="831" y="470"/>
                    </a:lnTo>
                    <a:lnTo>
                      <a:pt x="827" y="474"/>
                    </a:lnTo>
                    <a:lnTo>
                      <a:pt x="826" y="473"/>
                    </a:lnTo>
                    <a:lnTo>
                      <a:pt x="825" y="474"/>
                    </a:lnTo>
                    <a:lnTo>
                      <a:pt x="825" y="477"/>
                    </a:lnTo>
                    <a:lnTo>
                      <a:pt x="822" y="478"/>
                    </a:lnTo>
                    <a:lnTo>
                      <a:pt x="818" y="477"/>
                    </a:lnTo>
                    <a:lnTo>
                      <a:pt x="816" y="478"/>
                    </a:lnTo>
                    <a:lnTo>
                      <a:pt x="815" y="478"/>
                    </a:lnTo>
                    <a:lnTo>
                      <a:pt x="811" y="481"/>
                    </a:lnTo>
                    <a:lnTo>
                      <a:pt x="811" y="484"/>
                    </a:lnTo>
                    <a:lnTo>
                      <a:pt x="812" y="481"/>
                    </a:lnTo>
                    <a:lnTo>
                      <a:pt x="815" y="480"/>
                    </a:lnTo>
                    <a:lnTo>
                      <a:pt x="818" y="478"/>
                    </a:lnTo>
                    <a:lnTo>
                      <a:pt x="821" y="482"/>
                    </a:lnTo>
                    <a:lnTo>
                      <a:pt x="823" y="484"/>
                    </a:lnTo>
                    <a:lnTo>
                      <a:pt x="827" y="480"/>
                    </a:lnTo>
                    <a:lnTo>
                      <a:pt x="830" y="480"/>
                    </a:lnTo>
                    <a:lnTo>
                      <a:pt x="835" y="487"/>
                    </a:lnTo>
                    <a:lnTo>
                      <a:pt x="835" y="485"/>
                    </a:lnTo>
                    <a:lnTo>
                      <a:pt x="837" y="487"/>
                    </a:lnTo>
                    <a:lnTo>
                      <a:pt x="840" y="487"/>
                    </a:lnTo>
                    <a:lnTo>
                      <a:pt x="841" y="488"/>
                    </a:lnTo>
                    <a:lnTo>
                      <a:pt x="834" y="493"/>
                    </a:lnTo>
                    <a:lnTo>
                      <a:pt x="830" y="493"/>
                    </a:lnTo>
                    <a:lnTo>
                      <a:pt x="830" y="496"/>
                    </a:lnTo>
                    <a:lnTo>
                      <a:pt x="831" y="497"/>
                    </a:lnTo>
                    <a:lnTo>
                      <a:pt x="835" y="493"/>
                    </a:lnTo>
                    <a:lnTo>
                      <a:pt x="838" y="495"/>
                    </a:lnTo>
                    <a:lnTo>
                      <a:pt x="838" y="493"/>
                    </a:lnTo>
                    <a:lnTo>
                      <a:pt x="838" y="492"/>
                    </a:lnTo>
                    <a:lnTo>
                      <a:pt x="840" y="491"/>
                    </a:lnTo>
                    <a:lnTo>
                      <a:pt x="841" y="492"/>
                    </a:lnTo>
                    <a:lnTo>
                      <a:pt x="842" y="496"/>
                    </a:lnTo>
                    <a:lnTo>
                      <a:pt x="842" y="497"/>
                    </a:lnTo>
                    <a:lnTo>
                      <a:pt x="841" y="499"/>
                    </a:lnTo>
                    <a:lnTo>
                      <a:pt x="841" y="497"/>
                    </a:lnTo>
                    <a:lnTo>
                      <a:pt x="840" y="497"/>
                    </a:lnTo>
                    <a:lnTo>
                      <a:pt x="838" y="499"/>
                    </a:lnTo>
                    <a:lnTo>
                      <a:pt x="838" y="499"/>
                    </a:lnTo>
                    <a:lnTo>
                      <a:pt x="835" y="499"/>
                    </a:lnTo>
                    <a:lnTo>
                      <a:pt x="831" y="502"/>
                    </a:lnTo>
                    <a:lnTo>
                      <a:pt x="831" y="503"/>
                    </a:lnTo>
                    <a:lnTo>
                      <a:pt x="837" y="502"/>
                    </a:lnTo>
                    <a:lnTo>
                      <a:pt x="838" y="503"/>
                    </a:lnTo>
                    <a:lnTo>
                      <a:pt x="838" y="504"/>
                    </a:lnTo>
                    <a:lnTo>
                      <a:pt x="837" y="504"/>
                    </a:lnTo>
                    <a:lnTo>
                      <a:pt x="834" y="506"/>
                    </a:lnTo>
                    <a:lnTo>
                      <a:pt x="837" y="507"/>
                    </a:lnTo>
                    <a:lnTo>
                      <a:pt x="838" y="508"/>
                    </a:lnTo>
                    <a:lnTo>
                      <a:pt x="835" y="510"/>
                    </a:lnTo>
                    <a:lnTo>
                      <a:pt x="834" y="510"/>
                    </a:lnTo>
                    <a:lnTo>
                      <a:pt x="833" y="511"/>
                    </a:lnTo>
                    <a:lnTo>
                      <a:pt x="834" y="512"/>
                    </a:lnTo>
                    <a:lnTo>
                      <a:pt x="837" y="512"/>
                    </a:lnTo>
                    <a:lnTo>
                      <a:pt x="838" y="515"/>
                    </a:lnTo>
                    <a:lnTo>
                      <a:pt x="837" y="516"/>
                    </a:lnTo>
                    <a:lnTo>
                      <a:pt x="835" y="519"/>
                    </a:lnTo>
                    <a:lnTo>
                      <a:pt x="835" y="518"/>
                    </a:lnTo>
                    <a:lnTo>
                      <a:pt x="834" y="515"/>
                    </a:lnTo>
                    <a:lnTo>
                      <a:pt x="833" y="516"/>
                    </a:lnTo>
                    <a:lnTo>
                      <a:pt x="830" y="521"/>
                    </a:lnTo>
                    <a:lnTo>
                      <a:pt x="829" y="522"/>
                    </a:lnTo>
                    <a:lnTo>
                      <a:pt x="825" y="521"/>
                    </a:lnTo>
                    <a:lnTo>
                      <a:pt x="827" y="522"/>
                    </a:lnTo>
                    <a:lnTo>
                      <a:pt x="827" y="525"/>
                    </a:lnTo>
                    <a:lnTo>
                      <a:pt x="829" y="526"/>
                    </a:lnTo>
                    <a:lnTo>
                      <a:pt x="827" y="527"/>
                    </a:lnTo>
                    <a:lnTo>
                      <a:pt x="827" y="529"/>
                    </a:lnTo>
                    <a:lnTo>
                      <a:pt x="827" y="530"/>
                    </a:lnTo>
                    <a:lnTo>
                      <a:pt x="827" y="531"/>
                    </a:lnTo>
                    <a:lnTo>
                      <a:pt x="827" y="534"/>
                    </a:lnTo>
                    <a:lnTo>
                      <a:pt x="825" y="535"/>
                    </a:lnTo>
                    <a:lnTo>
                      <a:pt x="823" y="533"/>
                    </a:lnTo>
                    <a:lnTo>
                      <a:pt x="822" y="535"/>
                    </a:lnTo>
                    <a:lnTo>
                      <a:pt x="825" y="535"/>
                    </a:lnTo>
                    <a:lnTo>
                      <a:pt x="826" y="538"/>
                    </a:lnTo>
                    <a:lnTo>
                      <a:pt x="823" y="538"/>
                    </a:lnTo>
                    <a:lnTo>
                      <a:pt x="823" y="540"/>
                    </a:lnTo>
                    <a:lnTo>
                      <a:pt x="819" y="544"/>
                    </a:lnTo>
                    <a:lnTo>
                      <a:pt x="818" y="544"/>
                    </a:lnTo>
                    <a:lnTo>
                      <a:pt x="818" y="541"/>
                    </a:lnTo>
                    <a:lnTo>
                      <a:pt x="816" y="541"/>
                    </a:lnTo>
                    <a:lnTo>
                      <a:pt x="815" y="541"/>
                    </a:lnTo>
                    <a:lnTo>
                      <a:pt x="815" y="542"/>
                    </a:lnTo>
                    <a:lnTo>
                      <a:pt x="812" y="542"/>
                    </a:lnTo>
                    <a:lnTo>
                      <a:pt x="814" y="544"/>
                    </a:lnTo>
                    <a:lnTo>
                      <a:pt x="812" y="545"/>
                    </a:lnTo>
                    <a:lnTo>
                      <a:pt x="815" y="545"/>
                    </a:lnTo>
                    <a:lnTo>
                      <a:pt x="816" y="548"/>
                    </a:lnTo>
                    <a:lnTo>
                      <a:pt x="814" y="548"/>
                    </a:lnTo>
                    <a:lnTo>
                      <a:pt x="816" y="550"/>
                    </a:lnTo>
                    <a:lnTo>
                      <a:pt x="819" y="549"/>
                    </a:lnTo>
                    <a:lnTo>
                      <a:pt x="821" y="550"/>
                    </a:lnTo>
                    <a:lnTo>
                      <a:pt x="815" y="553"/>
                    </a:lnTo>
                    <a:lnTo>
                      <a:pt x="812" y="554"/>
                    </a:lnTo>
                    <a:lnTo>
                      <a:pt x="812" y="557"/>
                    </a:lnTo>
                    <a:lnTo>
                      <a:pt x="814" y="556"/>
                    </a:lnTo>
                    <a:lnTo>
                      <a:pt x="815" y="556"/>
                    </a:lnTo>
                    <a:lnTo>
                      <a:pt x="816" y="557"/>
                    </a:lnTo>
                    <a:lnTo>
                      <a:pt x="814" y="560"/>
                    </a:lnTo>
                    <a:lnTo>
                      <a:pt x="816" y="561"/>
                    </a:lnTo>
                    <a:lnTo>
                      <a:pt x="816" y="563"/>
                    </a:lnTo>
                    <a:lnTo>
                      <a:pt x="814" y="564"/>
                    </a:lnTo>
                    <a:lnTo>
                      <a:pt x="815" y="565"/>
                    </a:lnTo>
                    <a:lnTo>
                      <a:pt x="816" y="565"/>
                    </a:lnTo>
                    <a:lnTo>
                      <a:pt x="816" y="567"/>
                    </a:lnTo>
                    <a:lnTo>
                      <a:pt x="816" y="571"/>
                    </a:lnTo>
                    <a:lnTo>
                      <a:pt x="815" y="568"/>
                    </a:lnTo>
                    <a:lnTo>
                      <a:pt x="814" y="568"/>
                    </a:lnTo>
                    <a:lnTo>
                      <a:pt x="814" y="567"/>
                    </a:lnTo>
                    <a:lnTo>
                      <a:pt x="811" y="564"/>
                    </a:lnTo>
                    <a:lnTo>
                      <a:pt x="811" y="567"/>
                    </a:lnTo>
                    <a:lnTo>
                      <a:pt x="810" y="567"/>
                    </a:lnTo>
                    <a:lnTo>
                      <a:pt x="808" y="568"/>
                    </a:lnTo>
                    <a:lnTo>
                      <a:pt x="811" y="571"/>
                    </a:lnTo>
                    <a:lnTo>
                      <a:pt x="811" y="572"/>
                    </a:lnTo>
                    <a:lnTo>
                      <a:pt x="810" y="571"/>
                    </a:lnTo>
                    <a:lnTo>
                      <a:pt x="808" y="571"/>
                    </a:lnTo>
                    <a:lnTo>
                      <a:pt x="808" y="569"/>
                    </a:lnTo>
                    <a:lnTo>
                      <a:pt x="806" y="571"/>
                    </a:lnTo>
                    <a:lnTo>
                      <a:pt x="807" y="572"/>
                    </a:lnTo>
                    <a:lnTo>
                      <a:pt x="808" y="575"/>
                    </a:lnTo>
                    <a:lnTo>
                      <a:pt x="810" y="575"/>
                    </a:lnTo>
                    <a:lnTo>
                      <a:pt x="810" y="575"/>
                    </a:lnTo>
                    <a:lnTo>
                      <a:pt x="808" y="576"/>
                    </a:lnTo>
                    <a:lnTo>
                      <a:pt x="806" y="575"/>
                    </a:lnTo>
                    <a:lnTo>
                      <a:pt x="806" y="576"/>
                    </a:lnTo>
                    <a:lnTo>
                      <a:pt x="806" y="578"/>
                    </a:lnTo>
                    <a:lnTo>
                      <a:pt x="808" y="579"/>
                    </a:lnTo>
                    <a:lnTo>
                      <a:pt x="807" y="582"/>
                    </a:lnTo>
                    <a:lnTo>
                      <a:pt x="803" y="579"/>
                    </a:lnTo>
                    <a:lnTo>
                      <a:pt x="802" y="580"/>
                    </a:lnTo>
                    <a:lnTo>
                      <a:pt x="800" y="580"/>
                    </a:lnTo>
                    <a:lnTo>
                      <a:pt x="799" y="583"/>
                    </a:lnTo>
                    <a:lnTo>
                      <a:pt x="793" y="583"/>
                    </a:lnTo>
                    <a:lnTo>
                      <a:pt x="797" y="586"/>
                    </a:lnTo>
                    <a:lnTo>
                      <a:pt x="800" y="584"/>
                    </a:lnTo>
                    <a:lnTo>
                      <a:pt x="802" y="586"/>
                    </a:lnTo>
                    <a:lnTo>
                      <a:pt x="802" y="587"/>
                    </a:lnTo>
                    <a:lnTo>
                      <a:pt x="799" y="588"/>
                    </a:lnTo>
                    <a:lnTo>
                      <a:pt x="799" y="591"/>
                    </a:lnTo>
                    <a:lnTo>
                      <a:pt x="797" y="588"/>
                    </a:lnTo>
                    <a:lnTo>
                      <a:pt x="796" y="591"/>
                    </a:lnTo>
                    <a:lnTo>
                      <a:pt x="795" y="593"/>
                    </a:lnTo>
                    <a:lnTo>
                      <a:pt x="795" y="591"/>
                    </a:lnTo>
                    <a:lnTo>
                      <a:pt x="793" y="591"/>
                    </a:lnTo>
                    <a:lnTo>
                      <a:pt x="793" y="594"/>
                    </a:lnTo>
                    <a:lnTo>
                      <a:pt x="791" y="594"/>
                    </a:lnTo>
                    <a:lnTo>
                      <a:pt x="791" y="597"/>
                    </a:lnTo>
                    <a:lnTo>
                      <a:pt x="788" y="597"/>
                    </a:lnTo>
                    <a:lnTo>
                      <a:pt x="788" y="595"/>
                    </a:lnTo>
                    <a:lnTo>
                      <a:pt x="784" y="595"/>
                    </a:lnTo>
                    <a:lnTo>
                      <a:pt x="782" y="598"/>
                    </a:lnTo>
                    <a:lnTo>
                      <a:pt x="781" y="597"/>
                    </a:lnTo>
                    <a:lnTo>
                      <a:pt x="782" y="599"/>
                    </a:lnTo>
                    <a:lnTo>
                      <a:pt x="782" y="603"/>
                    </a:lnTo>
                    <a:lnTo>
                      <a:pt x="781" y="605"/>
                    </a:lnTo>
                    <a:lnTo>
                      <a:pt x="782" y="606"/>
                    </a:lnTo>
                    <a:lnTo>
                      <a:pt x="780" y="607"/>
                    </a:lnTo>
                    <a:lnTo>
                      <a:pt x="778" y="607"/>
                    </a:lnTo>
                    <a:lnTo>
                      <a:pt x="777" y="609"/>
                    </a:lnTo>
                    <a:lnTo>
                      <a:pt x="777" y="606"/>
                    </a:lnTo>
                    <a:lnTo>
                      <a:pt x="776" y="607"/>
                    </a:lnTo>
                    <a:lnTo>
                      <a:pt x="774" y="610"/>
                    </a:lnTo>
                    <a:lnTo>
                      <a:pt x="770" y="610"/>
                    </a:lnTo>
                    <a:lnTo>
                      <a:pt x="770" y="612"/>
                    </a:lnTo>
                    <a:lnTo>
                      <a:pt x="768" y="612"/>
                    </a:lnTo>
                    <a:lnTo>
                      <a:pt x="768" y="610"/>
                    </a:lnTo>
                    <a:lnTo>
                      <a:pt x="766" y="610"/>
                    </a:lnTo>
                    <a:lnTo>
                      <a:pt x="766" y="613"/>
                    </a:lnTo>
                    <a:lnTo>
                      <a:pt x="765" y="614"/>
                    </a:lnTo>
                    <a:lnTo>
                      <a:pt x="762" y="612"/>
                    </a:lnTo>
                    <a:lnTo>
                      <a:pt x="761" y="610"/>
                    </a:lnTo>
                    <a:lnTo>
                      <a:pt x="761" y="612"/>
                    </a:lnTo>
                    <a:lnTo>
                      <a:pt x="758" y="612"/>
                    </a:lnTo>
                    <a:lnTo>
                      <a:pt x="758" y="614"/>
                    </a:lnTo>
                    <a:lnTo>
                      <a:pt x="755" y="614"/>
                    </a:lnTo>
                    <a:lnTo>
                      <a:pt x="754" y="613"/>
                    </a:lnTo>
                    <a:lnTo>
                      <a:pt x="753" y="614"/>
                    </a:lnTo>
                    <a:lnTo>
                      <a:pt x="750" y="616"/>
                    </a:lnTo>
                    <a:lnTo>
                      <a:pt x="750" y="618"/>
                    </a:lnTo>
                    <a:lnTo>
                      <a:pt x="744" y="621"/>
                    </a:lnTo>
                    <a:lnTo>
                      <a:pt x="744" y="620"/>
                    </a:lnTo>
                    <a:lnTo>
                      <a:pt x="746" y="618"/>
                    </a:lnTo>
                    <a:lnTo>
                      <a:pt x="747" y="617"/>
                    </a:lnTo>
                    <a:lnTo>
                      <a:pt x="746" y="617"/>
                    </a:lnTo>
                    <a:lnTo>
                      <a:pt x="742" y="614"/>
                    </a:lnTo>
                    <a:lnTo>
                      <a:pt x="742" y="613"/>
                    </a:lnTo>
                    <a:lnTo>
                      <a:pt x="739" y="610"/>
                    </a:lnTo>
                    <a:lnTo>
                      <a:pt x="738" y="609"/>
                    </a:lnTo>
                    <a:lnTo>
                      <a:pt x="738" y="610"/>
                    </a:lnTo>
                    <a:lnTo>
                      <a:pt x="738" y="613"/>
                    </a:lnTo>
                    <a:lnTo>
                      <a:pt x="738" y="616"/>
                    </a:lnTo>
                    <a:lnTo>
                      <a:pt x="739" y="618"/>
                    </a:lnTo>
                    <a:lnTo>
                      <a:pt x="736" y="620"/>
                    </a:lnTo>
                    <a:lnTo>
                      <a:pt x="735" y="622"/>
                    </a:lnTo>
                    <a:lnTo>
                      <a:pt x="734" y="624"/>
                    </a:lnTo>
                    <a:lnTo>
                      <a:pt x="732" y="622"/>
                    </a:lnTo>
                    <a:lnTo>
                      <a:pt x="732" y="621"/>
                    </a:lnTo>
                    <a:lnTo>
                      <a:pt x="731" y="622"/>
                    </a:lnTo>
                    <a:lnTo>
                      <a:pt x="730" y="625"/>
                    </a:lnTo>
                    <a:lnTo>
                      <a:pt x="727" y="628"/>
                    </a:lnTo>
                    <a:lnTo>
                      <a:pt x="724" y="629"/>
                    </a:lnTo>
                    <a:lnTo>
                      <a:pt x="723" y="629"/>
                    </a:lnTo>
                    <a:lnTo>
                      <a:pt x="720" y="629"/>
                    </a:lnTo>
                    <a:lnTo>
                      <a:pt x="717" y="629"/>
                    </a:lnTo>
                    <a:lnTo>
                      <a:pt x="715" y="629"/>
                    </a:lnTo>
                    <a:lnTo>
                      <a:pt x="716" y="632"/>
                    </a:lnTo>
                    <a:lnTo>
                      <a:pt x="712" y="633"/>
                    </a:lnTo>
                    <a:lnTo>
                      <a:pt x="709" y="635"/>
                    </a:lnTo>
                    <a:lnTo>
                      <a:pt x="708" y="633"/>
                    </a:lnTo>
                    <a:lnTo>
                      <a:pt x="706" y="635"/>
                    </a:lnTo>
                    <a:lnTo>
                      <a:pt x="704" y="636"/>
                    </a:lnTo>
                    <a:lnTo>
                      <a:pt x="702" y="637"/>
                    </a:lnTo>
                    <a:lnTo>
                      <a:pt x="701" y="637"/>
                    </a:lnTo>
                    <a:lnTo>
                      <a:pt x="702" y="636"/>
                    </a:lnTo>
                    <a:lnTo>
                      <a:pt x="701" y="636"/>
                    </a:lnTo>
                    <a:lnTo>
                      <a:pt x="701" y="636"/>
                    </a:lnTo>
                    <a:lnTo>
                      <a:pt x="701" y="635"/>
                    </a:lnTo>
                    <a:lnTo>
                      <a:pt x="700" y="635"/>
                    </a:lnTo>
                    <a:lnTo>
                      <a:pt x="700" y="635"/>
                    </a:lnTo>
                    <a:lnTo>
                      <a:pt x="700" y="633"/>
                    </a:lnTo>
                    <a:lnTo>
                      <a:pt x="698" y="635"/>
                    </a:lnTo>
                    <a:lnTo>
                      <a:pt x="697" y="635"/>
                    </a:lnTo>
                    <a:lnTo>
                      <a:pt x="698" y="636"/>
                    </a:lnTo>
                    <a:lnTo>
                      <a:pt x="697" y="637"/>
                    </a:lnTo>
                    <a:lnTo>
                      <a:pt x="696" y="640"/>
                    </a:lnTo>
                    <a:lnTo>
                      <a:pt x="696" y="640"/>
                    </a:lnTo>
                    <a:lnTo>
                      <a:pt x="696" y="643"/>
                    </a:lnTo>
                    <a:lnTo>
                      <a:pt x="698" y="643"/>
                    </a:lnTo>
                    <a:lnTo>
                      <a:pt x="700" y="646"/>
                    </a:lnTo>
                    <a:lnTo>
                      <a:pt x="700" y="647"/>
                    </a:lnTo>
                    <a:lnTo>
                      <a:pt x="700" y="647"/>
                    </a:lnTo>
                    <a:lnTo>
                      <a:pt x="701" y="648"/>
                    </a:lnTo>
                    <a:lnTo>
                      <a:pt x="698" y="651"/>
                    </a:lnTo>
                    <a:lnTo>
                      <a:pt x="697" y="651"/>
                    </a:lnTo>
                    <a:lnTo>
                      <a:pt x="697" y="651"/>
                    </a:lnTo>
                    <a:lnTo>
                      <a:pt x="694" y="650"/>
                    </a:lnTo>
                    <a:lnTo>
                      <a:pt x="693" y="652"/>
                    </a:lnTo>
                    <a:lnTo>
                      <a:pt x="691" y="652"/>
                    </a:lnTo>
                    <a:lnTo>
                      <a:pt x="691" y="650"/>
                    </a:lnTo>
                    <a:lnTo>
                      <a:pt x="691" y="648"/>
                    </a:lnTo>
                    <a:lnTo>
                      <a:pt x="690" y="647"/>
                    </a:lnTo>
                    <a:lnTo>
                      <a:pt x="686" y="643"/>
                    </a:lnTo>
                    <a:lnTo>
                      <a:pt x="686" y="640"/>
                    </a:lnTo>
                    <a:lnTo>
                      <a:pt x="689" y="637"/>
                    </a:lnTo>
                    <a:lnTo>
                      <a:pt x="689" y="636"/>
                    </a:lnTo>
                    <a:lnTo>
                      <a:pt x="691" y="635"/>
                    </a:lnTo>
                    <a:lnTo>
                      <a:pt x="690" y="635"/>
                    </a:lnTo>
                    <a:lnTo>
                      <a:pt x="689" y="633"/>
                    </a:lnTo>
                    <a:lnTo>
                      <a:pt x="687" y="635"/>
                    </a:lnTo>
                    <a:lnTo>
                      <a:pt x="685" y="632"/>
                    </a:lnTo>
                    <a:lnTo>
                      <a:pt x="683" y="635"/>
                    </a:lnTo>
                    <a:lnTo>
                      <a:pt x="682" y="635"/>
                    </a:lnTo>
                    <a:lnTo>
                      <a:pt x="681" y="635"/>
                    </a:lnTo>
                    <a:lnTo>
                      <a:pt x="677" y="632"/>
                    </a:lnTo>
                    <a:lnTo>
                      <a:pt x="675" y="633"/>
                    </a:lnTo>
                    <a:lnTo>
                      <a:pt x="672" y="631"/>
                    </a:lnTo>
                    <a:lnTo>
                      <a:pt x="671" y="628"/>
                    </a:lnTo>
                    <a:lnTo>
                      <a:pt x="671" y="631"/>
                    </a:lnTo>
                    <a:lnTo>
                      <a:pt x="671" y="632"/>
                    </a:lnTo>
                    <a:lnTo>
                      <a:pt x="668" y="633"/>
                    </a:lnTo>
                    <a:lnTo>
                      <a:pt x="667" y="632"/>
                    </a:lnTo>
                    <a:lnTo>
                      <a:pt x="666" y="633"/>
                    </a:lnTo>
                    <a:lnTo>
                      <a:pt x="664" y="632"/>
                    </a:lnTo>
                    <a:lnTo>
                      <a:pt x="664" y="632"/>
                    </a:lnTo>
                    <a:lnTo>
                      <a:pt x="664" y="632"/>
                    </a:lnTo>
                    <a:lnTo>
                      <a:pt x="663" y="632"/>
                    </a:lnTo>
                    <a:lnTo>
                      <a:pt x="648" y="633"/>
                    </a:lnTo>
                    <a:lnTo>
                      <a:pt x="618" y="621"/>
                    </a:lnTo>
                    <a:lnTo>
                      <a:pt x="569" y="647"/>
                    </a:lnTo>
                    <a:lnTo>
                      <a:pt x="534" y="635"/>
                    </a:lnTo>
                    <a:lnTo>
                      <a:pt x="450" y="574"/>
                    </a:lnTo>
                    <a:lnTo>
                      <a:pt x="273" y="557"/>
                    </a:lnTo>
                    <a:lnTo>
                      <a:pt x="179" y="469"/>
                    </a:lnTo>
                    <a:lnTo>
                      <a:pt x="0" y="391"/>
                    </a:lnTo>
                    <a:lnTo>
                      <a:pt x="14" y="239"/>
                    </a:lnTo>
                    <a:lnTo>
                      <a:pt x="132" y="175"/>
                    </a:lnTo>
                    <a:lnTo>
                      <a:pt x="269" y="147"/>
                    </a:lnTo>
                    <a:lnTo>
                      <a:pt x="280" y="146"/>
                    </a:lnTo>
                    <a:lnTo>
                      <a:pt x="280" y="146"/>
                    </a:lnTo>
                    <a:close/>
                    <a:moveTo>
                      <a:pt x="788" y="599"/>
                    </a:moveTo>
                    <a:lnTo>
                      <a:pt x="788" y="601"/>
                    </a:lnTo>
                    <a:lnTo>
                      <a:pt x="791" y="601"/>
                    </a:lnTo>
                    <a:lnTo>
                      <a:pt x="792" y="601"/>
                    </a:lnTo>
                    <a:lnTo>
                      <a:pt x="789" y="599"/>
                    </a:lnTo>
                    <a:lnTo>
                      <a:pt x="788" y="599"/>
                    </a:lnTo>
                    <a:lnTo>
                      <a:pt x="788" y="599"/>
                    </a:lnTo>
                    <a:close/>
                    <a:moveTo>
                      <a:pt x="818" y="563"/>
                    </a:moveTo>
                    <a:lnTo>
                      <a:pt x="819" y="567"/>
                    </a:lnTo>
                    <a:lnTo>
                      <a:pt x="821" y="565"/>
                    </a:lnTo>
                    <a:lnTo>
                      <a:pt x="821" y="564"/>
                    </a:lnTo>
                    <a:lnTo>
                      <a:pt x="819" y="563"/>
                    </a:lnTo>
                    <a:lnTo>
                      <a:pt x="818" y="563"/>
                    </a:lnTo>
                    <a:lnTo>
                      <a:pt x="818" y="563"/>
                    </a:lnTo>
                    <a:close/>
                    <a:moveTo>
                      <a:pt x="840" y="481"/>
                    </a:moveTo>
                    <a:lnTo>
                      <a:pt x="841" y="482"/>
                    </a:lnTo>
                    <a:lnTo>
                      <a:pt x="844" y="484"/>
                    </a:lnTo>
                    <a:lnTo>
                      <a:pt x="845" y="485"/>
                    </a:lnTo>
                    <a:lnTo>
                      <a:pt x="845" y="482"/>
                    </a:lnTo>
                    <a:lnTo>
                      <a:pt x="842" y="481"/>
                    </a:lnTo>
                    <a:lnTo>
                      <a:pt x="841" y="481"/>
                    </a:lnTo>
                    <a:lnTo>
                      <a:pt x="840" y="481"/>
                    </a:lnTo>
                    <a:lnTo>
                      <a:pt x="840" y="481"/>
                    </a:lnTo>
                    <a:close/>
                    <a:moveTo>
                      <a:pt x="825" y="453"/>
                    </a:moveTo>
                    <a:lnTo>
                      <a:pt x="825" y="454"/>
                    </a:lnTo>
                    <a:lnTo>
                      <a:pt x="826" y="457"/>
                    </a:lnTo>
                    <a:lnTo>
                      <a:pt x="829" y="457"/>
                    </a:lnTo>
                    <a:lnTo>
                      <a:pt x="831" y="458"/>
                    </a:lnTo>
                    <a:lnTo>
                      <a:pt x="831" y="454"/>
                    </a:lnTo>
                    <a:lnTo>
                      <a:pt x="829" y="454"/>
                    </a:lnTo>
                    <a:lnTo>
                      <a:pt x="827" y="454"/>
                    </a:lnTo>
                    <a:lnTo>
                      <a:pt x="825" y="453"/>
                    </a:lnTo>
                    <a:lnTo>
                      <a:pt x="825" y="453"/>
                    </a:lnTo>
                    <a:close/>
                    <a:moveTo>
                      <a:pt x="842" y="625"/>
                    </a:moveTo>
                    <a:lnTo>
                      <a:pt x="844" y="624"/>
                    </a:lnTo>
                    <a:lnTo>
                      <a:pt x="846" y="625"/>
                    </a:lnTo>
                    <a:lnTo>
                      <a:pt x="845" y="622"/>
                    </a:lnTo>
                    <a:lnTo>
                      <a:pt x="846" y="618"/>
                    </a:lnTo>
                    <a:lnTo>
                      <a:pt x="845" y="614"/>
                    </a:lnTo>
                    <a:lnTo>
                      <a:pt x="846" y="612"/>
                    </a:lnTo>
                    <a:lnTo>
                      <a:pt x="850" y="606"/>
                    </a:lnTo>
                    <a:lnTo>
                      <a:pt x="850" y="602"/>
                    </a:lnTo>
                    <a:lnTo>
                      <a:pt x="852" y="602"/>
                    </a:lnTo>
                    <a:lnTo>
                      <a:pt x="850" y="601"/>
                    </a:lnTo>
                    <a:lnTo>
                      <a:pt x="852" y="595"/>
                    </a:lnTo>
                    <a:lnTo>
                      <a:pt x="852" y="591"/>
                    </a:lnTo>
                    <a:lnTo>
                      <a:pt x="850" y="587"/>
                    </a:lnTo>
                    <a:lnTo>
                      <a:pt x="852" y="584"/>
                    </a:lnTo>
                    <a:lnTo>
                      <a:pt x="853" y="578"/>
                    </a:lnTo>
                    <a:lnTo>
                      <a:pt x="854" y="574"/>
                    </a:lnTo>
                    <a:lnTo>
                      <a:pt x="854" y="574"/>
                    </a:lnTo>
                    <a:lnTo>
                      <a:pt x="854" y="571"/>
                    </a:lnTo>
                    <a:lnTo>
                      <a:pt x="852" y="569"/>
                    </a:lnTo>
                    <a:lnTo>
                      <a:pt x="852" y="569"/>
                    </a:lnTo>
                    <a:lnTo>
                      <a:pt x="849" y="565"/>
                    </a:lnTo>
                    <a:lnTo>
                      <a:pt x="846" y="565"/>
                    </a:lnTo>
                    <a:lnTo>
                      <a:pt x="845" y="565"/>
                    </a:lnTo>
                    <a:lnTo>
                      <a:pt x="845" y="568"/>
                    </a:lnTo>
                    <a:lnTo>
                      <a:pt x="842" y="568"/>
                    </a:lnTo>
                    <a:lnTo>
                      <a:pt x="840" y="572"/>
                    </a:lnTo>
                    <a:lnTo>
                      <a:pt x="837" y="578"/>
                    </a:lnTo>
                    <a:lnTo>
                      <a:pt x="837" y="579"/>
                    </a:lnTo>
                    <a:lnTo>
                      <a:pt x="837" y="580"/>
                    </a:lnTo>
                    <a:lnTo>
                      <a:pt x="835" y="582"/>
                    </a:lnTo>
                    <a:lnTo>
                      <a:pt x="833" y="587"/>
                    </a:lnTo>
                    <a:lnTo>
                      <a:pt x="831" y="593"/>
                    </a:lnTo>
                    <a:lnTo>
                      <a:pt x="830" y="594"/>
                    </a:lnTo>
                    <a:lnTo>
                      <a:pt x="830" y="595"/>
                    </a:lnTo>
                    <a:lnTo>
                      <a:pt x="831" y="601"/>
                    </a:lnTo>
                    <a:lnTo>
                      <a:pt x="831" y="606"/>
                    </a:lnTo>
                    <a:lnTo>
                      <a:pt x="833" y="607"/>
                    </a:lnTo>
                    <a:lnTo>
                      <a:pt x="833" y="609"/>
                    </a:lnTo>
                    <a:lnTo>
                      <a:pt x="833" y="609"/>
                    </a:lnTo>
                    <a:lnTo>
                      <a:pt x="833" y="610"/>
                    </a:lnTo>
                    <a:lnTo>
                      <a:pt x="834" y="613"/>
                    </a:lnTo>
                    <a:lnTo>
                      <a:pt x="835" y="613"/>
                    </a:lnTo>
                    <a:lnTo>
                      <a:pt x="835" y="616"/>
                    </a:lnTo>
                    <a:lnTo>
                      <a:pt x="840" y="617"/>
                    </a:lnTo>
                    <a:lnTo>
                      <a:pt x="842" y="620"/>
                    </a:lnTo>
                    <a:lnTo>
                      <a:pt x="842" y="622"/>
                    </a:lnTo>
                    <a:lnTo>
                      <a:pt x="842" y="625"/>
                    </a:lnTo>
                    <a:lnTo>
                      <a:pt x="842" y="625"/>
                    </a:lnTo>
                    <a:close/>
                    <a:moveTo>
                      <a:pt x="698" y="640"/>
                    </a:moveTo>
                    <a:lnTo>
                      <a:pt x="700" y="641"/>
                    </a:lnTo>
                    <a:lnTo>
                      <a:pt x="702" y="641"/>
                    </a:lnTo>
                    <a:lnTo>
                      <a:pt x="705" y="643"/>
                    </a:lnTo>
                    <a:lnTo>
                      <a:pt x="705" y="641"/>
                    </a:lnTo>
                    <a:lnTo>
                      <a:pt x="702" y="640"/>
                    </a:lnTo>
                    <a:lnTo>
                      <a:pt x="698" y="640"/>
                    </a:lnTo>
                    <a:lnTo>
                      <a:pt x="698" y="640"/>
                    </a:lnTo>
                    <a:close/>
                    <a:moveTo>
                      <a:pt x="700" y="655"/>
                    </a:moveTo>
                    <a:lnTo>
                      <a:pt x="696" y="655"/>
                    </a:lnTo>
                    <a:lnTo>
                      <a:pt x="694" y="655"/>
                    </a:lnTo>
                    <a:lnTo>
                      <a:pt x="693" y="656"/>
                    </a:lnTo>
                    <a:lnTo>
                      <a:pt x="690" y="656"/>
                    </a:lnTo>
                    <a:lnTo>
                      <a:pt x="687" y="658"/>
                    </a:lnTo>
                    <a:lnTo>
                      <a:pt x="685" y="658"/>
                    </a:lnTo>
                    <a:lnTo>
                      <a:pt x="683" y="660"/>
                    </a:lnTo>
                    <a:lnTo>
                      <a:pt x="679" y="663"/>
                    </a:lnTo>
                    <a:lnTo>
                      <a:pt x="677" y="667"/>
                    </a:lnTo>
                    <a:lnTo>
                      <a:pt x="678" y="670"/>
                    </a:lnTo>
                    <a:lnTo>
                      <a:pt x="678" y="675"/>
                    </a:lnTo>
                    <a:lnTo>
                      <a:pt x="679" y="678"/>
                    </a:lnTo>
                    <a:lnTo>
                      <a:pt x="679" y="679"/>
                    </a:lnTo>
                    <a:lnTo>
                      <a:pt x="682" y="682"/>
                    </a:lnTo>
                    <a:lnTo>
                      <a:pt x="685" y="682"/>
                    </a:lnTo>
                    <a:lnTo>
                      <a:pt x="686" y="684"/>
                    </a:lnTo>
                    <a:lnTo>
                      <a:pt x="689" y="684"/>
                    </a:lnTo>
                    <a:lnTo>
                      <a:pt x="691" y="685"/>
                    </a:lnTo>
                    <a:lnTo>
                      <a:pt x="693" y="684"/>
                    </a:lnTo>
                    <a:lnTo>
                      <a:pt x="693" y="681"/>
                    </a:lnTo>
                    <a:lnTo>
                      <a:pt x="696" y="681"/>
                    </a:lnTo>
                    <a:lnTo>
                      <a:pt x="698" y="682"/>
                    </a:lnTo>
                    <a:lnTo>
                      <a:pt x="700" y="679"/>
                    </a:lnTo>
                    <a:lnTo>
                      <a:pt x="700" y="678"/>
                    </a:lnTo>
                    <a:lnTo>
                      <a:pt x="702" y="677"/>
                    </a:lnTo>
                    <a:lnTo>
                      <a:pt x="705" y="675"/>
                    </a:lnTo>
                    <a:lnTo>
                      <a:pt x="704" y="673"/>
                    </a:lnTo>
                    <a:lnTo>
                      <a:pt x="705" y="669"/>
                    </a:lnTo>
                    <a:lnTo>
                      <a:pt x="706" y="667"/>
                    </a:lnTo>
                    <a:lnTo>
                      <a:pt x="708" y="665"/>
                    </a:lnTo>
                    <a:lnTo>
                      <a:pt x="709" y="662"/>
                    </a:lnTo>
                    <a:lnTo>
                      <a:pt x="709" y="658"/>
                    </a:lnTo>
                    <a:lnTo>
                      <a:pt x="705" y="656"/>
                    </a:lnTo>
                    <a:lnTo>
                      <a:pt x="702" y="655"/>
                    </a:lnTo>
                    <a:lnTo>
                      <a:pt x="701" y="656"/>
                    </a:lnTo>
                    <a:lnTo>
                      <a:pt x="701" y="656"/>
                    </a:lnTo>
                    <a:lnTo>
                      <a:pt x="700" y="655"/>
                    </a:lnTo>
                    <a:lnTo>
                      <a:pt x="700" y="65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4" name="Freeform 768"/>
              <p:cNvSpPr>
                <a:spLocks noEditPoints="1"/>
              </p:cNvSpPr>
              <p:nvPr/>
            </p:nvSpPr>
            <p:spPr bwMode="auto">
              <a:xfrm>
                <a:off x="7863690" y="3088817"/>
                <a:ext cx="420309" cy="810595"/>
              </a:xfrm>
              <a:custGeom>
                <a:avLst/>
                <a:gdLst/>
                <a:ahLst/>
                <a:cxnLst>
                  <a:cxn ang="0">
                    <a:pos x="92" y="207"/>
                  </a:cxn>
                  <a:cxn ang="0">
                    <a:pos x="7" y="428"/>
                  </a:cxn>
                  <a:cxn ang="0">
                    <a:pos x="49" y="394"/>
                  </a:cxn>
                  <a:cxn ang="0">
                    <a:pos x="49" y="394"/>
                  </a:cxn>
                  <a:cxn ang="0">
                    <a:pos x="64" y="359"/>
                  </a:cxn>
                  <a:cxn ang="0">
                    <a:pos x="67" y="360"/>
                  </a:cxn>
                  <a:cxn ang="0">
                    <a:pos x="156" y="90"/>
                  </a:cxn>
                  <a:cxn ang="0">
                    <a:pos x="148" y="61"/>
                  </a:cxn>
                  <a:cxn ang="0">
                    <a:pos x="160" y="52"/>
                  </a:cxn>
                  <a:cxn ang="0">
                    <a:pos x="160" y="31"/>
                  </a:cxn>
                  <a:cxn ang="0">
                    <a:pos x="158" y="0"/>
                  </a:cxn>
                  <a:cxn ang="0">
                    <a:pos x="196" y="30"/>
                  </a:cxn>
                  <a:cxn ang="0">
                    <a:pos x="211" y="33"/>
                  </a:cxn>
                  <a:cxn ang="0">
                    <a:pos x="220" y="44"/>
                  </a:cxn>
                  <a:cxn ang="0">
                    <a:pos x="197" y="63"/>
                  </a:cxn>
                  <a:cxn ang="0">
                    <a:pos x="174" y="61"/>
                  </a:cxn>
                  <a:cxn ang="0">
                    <a:pos x="162" y="72"/>
                  </a:cxn>
                  <a:cxn ang="0">
                    <a:pos x="158" y="91"/>
                  </a:cxn>
                  <a:cxn ang="0">
                    <a:pos x="156" y="163"/>
                  </a:cxn>
                  <a:cxn ang="0">
                    <a:pos x="49" y="266"/>
                  </a:cxn>
                  <a:cxn ang="0">
                    <a:pos x="45" y="272"/>
                  </a:cxn>
                  <a:cxn ang="0">
                    <a:pos x="42" y="279"/>
                  </a:cxn>
                  <a:cxn ang="0">
                    <a:pos x="63" y="285"/>
                  </a:cxn>
                  <a:cxn ang="0">
                    <a:pos x="61" y="277"/>
                  </a:cxn>
                  <a:cxn ang="0">
                    <a:pos x="111" y="241"/>
                  </a:cxn>
                  <a:cxn ang="0">
                    <a:pos x="103" y="268"/>
                  </a:cxn>
                  <a:cxn ang="0">
                    <a:pos x="122" y="249"/>
                  </a:cxn>
                  <a:cxn ang="0">
                    <a:pos x="99" y="250"/>
                  </a:cxn>
                  <a:cxn ang="0">
                    <a:pos x="99" y="268"/>
                  </a:cxn>
                  <a:cxn ang="0">
                    <a:pos x="83" y="315"/>
                  </a:cxn>
                  <a:cxn ang="0">
                    <a:pos x="80" y="298"/>
                  </a:cxn>
                  <a:cxn ang="0">
                    <a:pos x="87" y="269"/>
                  </a:cxn>
                  <a:cxn ang="0">
                    <a:pos x="76" y="257"/>
                  </a:cxn>
                  <a:cxn ang="0">
                    <a:pos x="87" y="242"/>
                  </a:cxn>
                  <a:cxn ang="0">
                    <a:pos x="113" y="235"/>
                  </a:cxn>
                  <a:cxn ang="0">
                    <a:pos x="126" y="247"/>
                  </a:cxn>
                  <a:cxn ang="0">
                    <a:pos x="147" y="241"/>
                  </a:cxn>
                  <a:cxn ang="0">
                    <a:pos x="148" y="231"/>
                  </a:cxn>
                  <a:cxn ang="0">
                    <a:pos x="159" y="231"/>
                  </a:cxn>
                  <a:cxn ang="0">
                    <a:pos x="179" y="227"/>
                  </a:cxn>
                  <a:cxn ang="0">
                    <a:pos x="186" y="216"/>
                  </a:cxn>
                  <a:cxn ang="0">
                    <a:pos x="194" y="201"/>
                  </a:cxn>
                  <a:cxn ang="0">
                    <a:pos x="197" y="154"/>
                  </a:cxn>
                  <a:cxn ang="0">
                    <a:pos x="196" y="129"/>
                  </a:cxn>
                  <a:cxn ang="0">
                    <a:pos x="177" y="88"/>
                  </a:cxn>
                  <a:cxn ang="0">
                    <a:pos x="175" y="97"/>
                  </a:cxn>
                  <a:cxn ang="0">
                    <a:pos x="162" y="95"/>
                  </a:cxn>
                  <a:cxn ang="0">
                    <a:pos x="158" y="121"/>
                  </a:cxn>
                  <a:cxn ang="0">
                    <a:pos x="160" y="169"/>
                  </a:cxn>
                  <a:cxn ang="0">
                    <a:pos x="140" y="179"/>
                  </a:cxn>
                  <a:cxn ang="0">
                    <a:pos x="130" y="200"/>
                  </a:cxn>
                  <a:cxn ang="0">
                    <a:pos x="124" y="216"/>
                  </a:cxn>
                  <a:cxn ang="0">
                    <a:pos x="95" y="219"/>
                  </a:cxn>
                  <a:cxn ang="0">
                    <a:pos x="68" y="243"/>
                  </a:cxn>
                  <a:cxn ang="0">
                    <a:pos x="53" y="265"/>
                  </a:cxn>
                  <a:cxn ang="0">
                    <a:pos x="56" y="276"/>
                  </a:cxn>
                  <a:cxn ang="0">
                    <a:pos x="61" y="269"/>
                  </a:cxn>
                  <a:cxn ang="0">
                    <a:pos x="67" y="295"/>
                  </a:cxn>
                  <a:cxn ang="0">
                    <a:pos x="76" y="294"/>
                  </a:cxn>
                </a:cxnLst>
                <a:rect l="0" t="0" r="r" b="b"/>
                <a:pathLst>
                  <a:path w="224" h="432">
                    <a:moveTo>
                      <a:pt x="90" y="207"/>
                    </a:moveTo>
                    <a:lnTo>
                      <a:pt x="90" y="208"/>
                    </a:lnTo>
                    <a:lnTo>
                      <a:pt x="90" y="209"/>
                    </a:lnTo>
                    <a:lnTo>
                      <a:pt x="88" y="208"/>
                    </a:lnTo>
                    <a:lnTo>
                      <a:pt x="90" y="207"/>
                    </a:lnTo>
                    <a:lnTo>
                      <a:pt x="90" y="207"/>
                    </a:lnTo>
                    <a:close/>
                    <a:moveTo>
                      <a:pt x="91" y="207"/>
                    </a:moveTo>
                    <a:lnTo>
                      <a:pt x="91" y="205"/>
                    </a:lnTo>
                    <a:lnTo>
                      <a:pt x="92" y="204"/>
                    </a:lnTo>
                    <a:lnTo>
                      <a:pt x="94" y="204"/>
                    </a:lnTo>
                    <a:lnTo>
                      <a:pt x="94" y="207"/>
                    </a:lnTo>
                    <a:lnTo>
                      <a:pt x="92" y="207"/>
                    </a:lnTo>
                    <a:lnTo>
                      <a:pt x="91" y="207"/>
                    </a:lnTo>
                    <a:lnTo>
                      <a:pt x="91" y="207"/>
                    </a:lnTo>
                    <a:close/>
                    <a:moveTo>
                      <a:pt x="3" y="431"/>
                    </a:moveTo>
                    <a:lnTo>
                      <a:pt x="1" y="429"/>
                    </a:lnTo>
                    <a:lnTo>
                      <a:pt x="0" y="429"/>
                    </a:lnTo>
                    <a:lnTo>
                      <a:pt x="0" y="432"/>
                    </a:lnTo>
                    <a:lnTo>
                      <a:pt x="1" y="432"/>
                    </a:lnTo>
                    <a:lnTo>
                      <a:pt x="3" y="431"/>
                    </a:lnTo>
                    <a:lnTo>
                      <a:pt x="3" y="431"/>
                    </a:lnTo>
                    <a:close/>
                    <a:moveTo>
                      <a:pt x="4" y="428"/>
                    </a:moveTo>
                    <a:lnTo>
                      <a:pt x="5" y="427"/>
                    </a:lnTo>
                    <a:lnTo>
                      <a:pt x="7" y="428"/>
                    </a:lnTo>
                    <a:lnTo>
                      <a:pt x="7" y="431"/>
                    </a:lnTo>
                    <a:lnTo>
                      <a:pt x="4" y="429"/>
                    </a:lnTo>
                    <a:lnTo>
                      <a:pt x="4" y="428"/>
                    </a:lnTo>
                    <a:lnTo>
                      <a:pt x="4" y="428"/>
                    </a:lnTo>
                    <a:close/>
                    <a:moveTo>
                      <a:pt x="18" y="419"/>
                    </a:moveTo>
                    <a:lnTo>
                      <a:pt x="18" y="421"/>
                    </a:lnTo>
                    <a:lnTo>
                      <a:pt x="18" y="423"/>
                    </a:lnTo>
                    <a:lnTo>
                      <a:pt x="20" y="423"/>
                    </a:lnTo>
                    <a:lnTo>
                      <a:pt x="20" y="420"/>
                    </a:lnTo>
                    <a:lnTo>
                      <a:pt x="18" y="419"/>
                    </a:lnTo>
                    <a:lnTo>
                      <a:pt x="18" y="419"/>
                    </a:lnTo>
                    <a:close/>
                    <a:moveTo>
                      <a:pt x="49" y="394"/>
                    </a:moveTo>
                    <a:lnTo>
                      <a:pt x="48" y="390"/>
                    </a:lnTo>
                    <a:lnTo>
                      <a:pt x="50" y="387"/>
                    </a:lnTo>
                    <a:lnTo>
                      <a:pt x="50" y="386"/>
                    </a:lnTo>
                    <a:lnTo>
                      <a:pt x="50" y="386"/>
                    </a:lnTo>
                    <a:lnTo>
                      <a:pt x="52" y="385"/>
                    </a:lnTo>
                    <a:lnTo>
                      <a:pt x="53" y="382"/>
                    </a:lnTo>
                    <a:lnTo>
                      <a:pt x="54" y="385"/>
                    </a:lnTo>
                    <a:lnTo>
                      <a:pt x="53" y="386"/>
                    </a:lnTo>
                    <a:lnTo>
                      <a:pt x="53" y="389"/>
                    </a:lnTo>
                    <a:lnTo>
                      <a:pt x="50" y="390"/>
                    </a:lnTo>
                    <a:lnTo>
                      <a:pt x="50" y="393"/>
                    </a:lnTo>
                    <a:lnTo>
                      <a:pt x="49" y="394"/>
                    </a:lnTo>
                    <a:lnTo>
                      <a:pt x="49" y="394"/>
                    </a:lnTo>
                    <a:close/>
                    <a:moveTo>
                      <a:pt x="61" y="364"/>
                    </a:moveTo>
                    <a:lnTo>
                      <a:pt x="64" y="367"/>
                    </a:lnTo>
                    <a:lnTo>
                      <a:pt x="64" y="368"/>
                    </a:lnTo>
                    <a:lnTo>
                      <a:pt x="63" y="370"/>
                    </a:lnTo>
                    <a:lnTo>
                      <a:pt x="61" y="367"/>
                    </a:lnTo>
                    <a:lnTo>
                      <a:pt x="61" y="366"/>
                    </a:lnTo>
                    <a:lnTo>
                      <a:pt x="61" y="364"/>
                    </a:lnTo>
                    <a:lnTo>
                      <a:pt x="61" y="364"/>
                    </a:lnTo>
                    <a:close/>
                    <a:moveTo>
                      <a:pt x="67" y="360"/>
                    </a:moveTo>
                    <a:lnTo>
                      <a:pt x="67" y="359"/>
                    </a:lnTo>
                    <a:lnTo>
                      <a:pt x="64" y="359"/>
                    </a:lnTo>
                    <a:lnTo>
                      <a:pt x="63" y="357"/>
                    </a:lnTo>
                    <a:lnTo>
                      <a:pt x="64" y="356"/>
                    </a:lnTo>
                    <a:lnTo>
                      <a:pt x="67" y="355"/>
                    </a:lnTo>
                    <a:lnTo>
                      <a:pt x="67" y="355"/>
                    </a:lnTo>
                    <a:lnTo>
                      <a:pt x="68" y="353"/>
                    </a:lnTo>
                    <a:lnTo>
                      <a:pt x="69" y="353"/>
                    </a:lnTo>
                    <a:lnTo>
                      <a:pt x="71" y="353"/>
                    </a:lnTo>
                    <a:lnTo>
                      <a:pt x="72" y="352"/>
                    </a:lnTo>
                    <a:lnTo>
                      <a:pt x="71" y="355"/>
                    </a:lnTo>
                    <a:lnTo>
                      <a:pt x="68" y="357"/>
                    </a:lnTo>
                    <a:lnTo>
                      <a:pt x="68" y="359"/>
                    </a:lnTo>
                    <a:lnTo>
                      <a:pt x="67" y="360"/>
                    </a:lnTo>
                    <a:lnTo>
                      <a:pt x="67" y="360"/>
                    </a:lnTo>
                    <a:close/>
                    <a:moveTo>
                      <a:pt x="141" y="78"/>
                    </a:moveTo>
                    <a:lnTo>
                      <a:pt x="140" y="76"/>
                    </a:lnTo>
                    <a:lnTo>
                      <a:pt x="140" y="73"/>
                    </a:lnTo>
                    <a:lnTo>
                      <a:pt x="141" y="71"/>
                    </a:lnTo>
                    <a:lnTo>
                      <a:pt x="143" y="71"/>
                    </a:lnTo>
                    <a:lnTo>
                      <a:pt x="143" y="73"/>
                    </a:lnTo>
                    <a:lnTo>
                      <a:pt x="143" y="76"/>
                    </a:lnTo>
                    <a:lnTo>
                      <a:pt x="141" y="78"/>
                    </a:lnTo>
                    <a:lnTo>
                      <a:pt x="141" y="78"/>
                    </a:lnTo>
                    <a:close/>
                    <a:moveTo>
                      <a:pt x="158" y="91"/>
                    </a:moveTo>
                    <a:lnTo>
                      <a:pt x="156" y="90"/>
                    </a:lnTo>
                    <a:lnTo>
                      <a:pt x="155" y="87"/>
                    </a:lnTo>
                    <a:lnTo>
                      <a:pt x="155" y="87"/>
                    </a:lnTo>
                    <a:lnTo>
                      <a:pt x="155" y="82"/>
                    </a:lnTo>
                    <a:lnTo>
                      <a:pt x="152" y="76"/>
                    </a:lnTo>
                    <a:lnTo>
                      <a:pt x="151" y="75"/>
                    </a:lnTo>
                    <a:lnTo>
                      <a:pt x="148" y="73"/>
                    </a:lnTo>
                    <a:lnTo>
                      <a:pt x="147" y="73"/>
                    </a:lnTo>
                    <a:lnTo>
                      <a:pt x="147" y="71"/>
                    </a:lnTo>
                    <a:lnTo>
                      <a:pt x="147" y="67"/>
                    </a:lnTo>
                    <a:lnTo>
                      <a:pt x="145" y="64"/>
                    </a:lnTo>
                    <a:lnTo>
                      <a:pt x="147" y="63"/>
                    </a:lnTo>
                    <a:lnTo>
                      <a:pt x="148" y="61"/>
                    </a:lnTo>
                    <a:lnTo>
                      <a:pt x="149" y="60"/>
                    </a:lnTo>
                    <a:lnTo>
                      <a:pt x="151" y="60"/>
                    </a:lnTo>
                    <a:lnTo>
                      <a:pt x="152" y="57"/>
                    </a:lnTo>
                    <a:lnTo>
                      <a:pt x="154" y="56"/>
                    </a:lnTo>
                    <a:lnTo>
                      <a:pt x="152" y="54"/>
                    </a:lnTo>
                    <a:lnTo>
                      <a:pt x="149" y="52"/>
                    </a:lnTo>
                    <a:lnTo>
                      <a:pt x="149" y="52"/>
                    </a:lnTo>
                    <a:lnTo>
                      <a:pt x="148" y="50"/>
                    </a:lnTo>
                    <a:lnTo>
                      <a:pt x="149" y="49"/>
                    </a:lnTo>
                    <a:lnTo>
                      <a:pt x="151" y="48"/>
                    </a:lnTo>
                    <a:lnTo>
                      <a:pt x="155" y="50"/>
                    </a:lnTo>
                    <a:lnTo>
                      <a:pt x="160" y="52"/>
                    </a:lnTo>
                    <a:lnTo>
                      <a:pt x="162" y="50"/>
                    </a:lnTo>
                    <a:lnTo>
                      <a:pt x="162" y="48"/>
                    </a:lnTo>
                    <a:lnTo>
                      <a:pt x="163" y="46"/>
                    </a:lnTo>
                    <a:lnTo>
                      <a:pt x="162" y="45"/>
                    </a:lnTo>
                    <a:lnTo>
                      <a:pt x="160" y="44"/>
                    </a:lnTo>
                    <a:lnTo>
                      <a:pt x="160" y="42"/>
                    </a:lnTo>
                    <a:lnTo>
                      <a:pt x="159" y="41"/>
                    </a:lnTo>
                    <a:lnTo>
                      <a:pt x="158" y="38"/>
                    </a:lnTo>
                    <a:lnTo>
                      <a:pt x="160" y="35"/>
                    </a:lnTo>
                    <a:lnTo>
                      <a:pt x="162" y="35"/>
                    </a:lnTo>
                    <a:lnTo>
                      <a:pt x="162" y="34"/>
                    </a:lnTo>
                    <a:lnTo>
                      <a:pt x="160" y="31"/>
                    </a:lnTo>
                    <a:lnTo>
                      <a:pt x="159" y="27"/>
                    </a:lnTo>
                    <a:lnTo>
                      <a:pt x="159" y="25"/>
                    </a:lnTo>
                    <a:lnTo>
                      <a:pt x="159" y="19"/>
                    </a:lnTo>
                    <a:lnTo>
                      <a:pt x="158" y="16"/>
                    </a:lnTo>
                    <a:lnTo>
                      <a:pt x="154" y="8"/>
                    </a:lnTo>
                    <a:lnTo>
                      <a:pt x="152" y="6"/>
                    </a:lnTo>
                    <a:lnTo>
                      <a:pt x="151" y="3"/>
                    </a:lnTo>
                    <a:lnTo>
                      <a:pt x="152" y="3"/>
                    </a:lnTo>
                    <a:lnTo>
                      <a:pt x="154" y="3"/>
                    </a:lnTo>
                    <a:lnTo>
                      <a:pt x="155" y="0"/>
                    </a:lnTo>
                    <a:lnTo>
                      <a:pt x="155" y="0"/>
                    </a:lnTo>
                    <a:lnTo>
                      <a:pt x="158" y="0"/>
                    </a:lnTo>
                    <a:lnTo>
                      <a:pt x="159" y="1"/>
                    </a:lnTo>
                    <a:lnTo>
                      <a:pt x="163" y="6"/>
                    </a:lnTo>
                    <a:lnTo>
                      <a:pt x="167" y="7"/>
                    </a:lnTo>
                    <a:lnTo>
                      <a:pt x="168" y="10"/>
                    </a:lnTo>
                    <a:lnTo>
                      <a:pt x="175" y="16"/>
                    </a:lnTo>
                    <a:lnTo>
                      <a:pt x="179" y="19"/>
                    </a:lnTo>
                    <a:lnTo>
                      <a:pt x="181" y="20"/>
                    </a:lnTo>
                    <a:lnTo>
                      <a:pt x="183" y="22"/>
                    </a:lnTo>
                    <a:lnTo>
                      <a:pt x="185" y="25"/>
                    </a:lnTo>
                    <a:lnTo>
                      <a:pt x="190" y="26"/>
                    </a:lnTo>
                    <a:lnTo>
                      <a:pt x="193" y="27"/>
                    </a:lnTo>
                    <a:lnTo>
                      <a:pt x="196" y="30"/>
                    </a:lnTo>
                    <a:lnTo>
                      <a:pt x="198" y="29"/>
                    </a:lnTo>
                    <a:lnTo>
                      <a:pt x="198" y="30"/>
                    </a:lnTo>
                    <a:lnTo>
                      <a:pt x="202" y="29"/>
                    </a:lnTo>
                    <a:lnTo>
                      <a:pt x="207" y="26"/>
                    </a:lnTo>
                    <a:lnTo>
                      <a:pt x="209" y="23"/>
                    </a:lnTo>
                    <a:lnTo>
                      <a:pt x="211" y="20"/>
                    </a:lnTo>
                    <a:lnTo>
                      <a:pt x="211" y="19"/>
                    </a:lnTo>
                    <a:lnTo>
                      <a:pt x="212" y="20"/>
                    </a:lnTo>
                    <a:lnTo>
                      <a:pt x="212" y="23"/>
                    </a:lnTo>
                    <a:lnTo>
                      <a:pt x="211" y="27"/>
                    </a:lnTo>
                    <a:lnTo>
                      <a:pt x="211" y="31"/>
                    </a:lnTo>
                    <a:lnTo>
                      <a:pt x="211" y="33"/>
                    </a:lnTo>
                    <a:lnTo>
                      <a:pt x="215" y="35"/>
                    </a:lnTo>
                    <a:lnTo>
                      <a:pt x="217" y="38"/>
                    </a:lnTo>
                    <a:lnTo>
                      <a:pt x="217" y="39"/>
                    </a:lnTo>
                    <a:lnTo>
                      <a:pt x="216" y="41"/>
                    </a:lnTo>
                    <a:lnTo>
                      <a:pt x="219" y="41"/>
                    </a:lnTo>
                    <a:lnTo>
                      <a:pt x="220" y="39"/>
                    </a:lnTo>
                    <a:lnTo>
                      <a:pt x="223" y="37"/>
                    </a:lnTo>
                    <a:lnTo>
                      <a:pt x="224" y="37"/>
                    </a:lnTo>
                    <a:lnTo>
                      <a:pt x="223" y="39"/>
                    </a:lnTo>
                    <a:lnTo>
                      <a:pt x="221" y="39"/>
                    </a:lnTo>
                    <a:lnTo>
                      <a:pt x="221" y="42"/>
                    </a:lnTo>
                    <a:lnTo>
                      <a:pt x="220" y="44"/>
                    </a:lnTo>
                    <a:lnTo>
                      <a:pt x="217" y="45"/>
                    </a:lnTo>
                    <a:lnTo>
                      <a:pt x="217" y="48"/>
                    </a:lnTo>
                    <a:lnTo>
                      <a:pt x="216" y="49"/>
                    </a:lnTo>
                    <a:lnTo>
                      <a:pt x="213" y="49"/>
                    </a:lnTo>
                    <a:lnTo>
                      <a:pt x="213" y="48"/>
                    </a:lnTo>
                    <a:lnTo>
                      <a:pt x="211" y="49"/>
                    </a:lnTo>
                    <a:lnTo>
                      <a:pt x="211" y="50"/>
                    </a:lnTo>
                    <a:lnTo>
                      <a:pt x="208" y="50"/>
                    </a:lnTo>
                    <a:lnTo>
                      <a:pt x="205" y="50"/>
                    </a:lnTo>
                    <a:lnTo>
                      <a:pt x="202" y="50"/>
                    </a:lnTo>
                    <a:lnTo>
                      <a:pt x="198" y="56"/>
                    </a:lnTo>
                    <a:lnTo>
                      <a:pt x="197" y="63"/>
                    </a:lnTo>
                    <a:lnTo>
                      <a:pt x="197" y="67"/>
                    </a:lnTo>
                    <a:lnTo>
                      <a:pt x="197" y="69"/>
                    </a:lnTo>
                    <a:lnTo>
                      <a:pt x="197" y="72"/>
                    </a:lnTo>
                    <a:lnTo>
                      <a:pt x="197" y="75"/>
                    </a:lnTo>
                    <a:lnTo>
                      <a:pt x="194" y="73"/>
                    </a:lnTo>
                    <a:lnTo>
                      <a:pt x="193" y="72"/>
                    </a:lnTo>
                    <a:lnTo>
                      <a:pt x="189" y="71"/>
                    </a:lnTo>
                    <a:lnTo>
                      <a:pt x="185" y="68"/>
                    </a:lnTo>
                    <a:lnTo>
                      <a:pt x="181" y="65"/>
                    </a:lnTo>
                    <a:lnTo>
                      <a:pt x="178" y="63"/>
                    </a:lnTo>
                    <a:lnTo>
                      <a:pt x="175" y="63"/>
                    </a:lnTo>
                    <a:lnTo>
                      <a:pt x="174" y="61"/>
                    </a:lnTo>
                    <a:lnTo>
                      <a:pt x="173" y="61"/>
                    </a:lnTo>
                    <a:lnTo>
                      <a:pt x="170" y="61"/>
                    </a:lnTo>
                    <a:lnTo>
                      <a:pt x="166" y="63"/>
                    </a:lnTo>
                    <a:lnTo>
                      <a:pt x="163" y="68"/>
                    </a:lnTo>
                    <a:lnTo>
                      <a:pt x="162" y="67"/>
                    </a:lnTo>
                    <a:lnTo>
                      <a:pt x="158" y="64"/>
                    </a:lnTo>
                    <a:lnTo>
                      <a:pt x="156" y="64"/>
                    </a:lnTo>
                    <a:lnTo>
                      <a:pt x="154" y="67"/>
                    </a:lnTo>
                    <a:lnTo>
                      <a:pt x="154" y="69"/>
                    </a:lnTo>
                    <a:lnTo>
                      <a:pt x="155" y="71"/>
                    </a:lnTo>
                    <a:lnTo>
                      <a:pt x="158" y="73"/>
                    </a:lnTo>
                    <a:lnTo>
                      <a:pt x="162" y="72"/>
                    </a:lnTo>
                    <a:lnTo>
                      <a:pt x="164" y="76"/>
                    </a:lnTo>
                    <a:lnTo>
                      <a:pt x="167" y="78"/>
                    </a:lnTo>
                    <a:lnTo>
                      <a:pt x="171" y="78"/>
                    </a:lnTo>
                    <a:lnTo>
                      <a:pt x="173" y="79"/>
                    </a:lnTo>
                    <a:lnTo>
                      <a:pt x="170" y="82"/>
                    </a:lnTo>
                    <a:lnTo>
                      <a:pt x="170" y="83"/>
                    </a:lnTo>
                    <a:lnTo>
                      <a:pt x="167" y="82"/>
                    </a:lnTo>
                    <a:lnTo>
                      <a:pt x="163" y="82"/>
                    </a:lnTo>
                    <a:lnTo>
                      <a:pt x="162" y="83"/>
                    </a:lnTo>
                    <a:lnTo>
                      <a:pt x="163" y="84"/>
                    </a:lnTo>
                    <a:lnTo>
                      <a:pt x="162" y="87"/>
                    </a:lnTo>
                    <a:lnTo>
                      <a:pt x="158" y="91"/>
                    </a:lnTo>
                    <a:lnTo>
                      <a:pt x="158" y="91"/>
                    </a:lnTo>
                    <a:close/>
                    <a:moveTo>
                      <a:pt x="154" y="170"/>
                    </a:moveTo>
                    <a:lnTo>
                      <a:pt x="154" y="167"/>
                    </a:lnTo>
                    <a:lnTo>
                      <a:pt x="155" y="166"/>
                    </a:lnTo>
                    <a:lnTo>
                      <a:pt x="154" y="164"/>
                    </a:lnTo>
                    <a:lnTo>
                      <a:pt x="152" y="166"/>
                    </a:lnTo>
                    <a:lnTo>
                      <a:pt x="152" y="164"/>
                    </a:lnTo>
                    <a:lnTo>
                      <a:pt x="154" y="159"/>
                    </a:lnTo>
                    <a:lnTo>
                      <a:pt x="154" y="159"/>
                    </a:lnTo>
                    <a:lnTo>
                      <a:pt x="155" y="160"/>
                    </a:lnTo>
                    <a:lnTo>
                      <a:pt x="155" y="163"/>
                    </a:lnTo>
                    <a:lnTo>
                      <a:pt x="156" y="163"/>
                    </a:lnTo>
                    <a:lnTo>
                      <a:pt x="156" y="164"/>
                    </a:lnTo>
                    <a:lnTo>
                      <a:pt x="156" y="167"/>
                    </a:lnTo>
                    <a:lnTo>
                      <a:pt x="155" y="170"/>
                    </a:lnTo>
                    <a:lnTo>
                      <a:pt x="154" y="170"/>
                    </a:lnTo>
                    <a:lnTo>
                      <a:pt x="154" y="170"/>
                    </a:lnTo>
                    <a:close/>
                    <a:moveTo>
                      <a:pt x="49" y="266"/>
                    </a:moveTo>
                    <a:lnTo>
                      <a:pt x="50" y="268"/>
                    </a:lnTo>
                    <a:lnTo>
                      <a:pt x="52" y="266"/>
                    </a:lnTo>
                    <a:lnTo>
                      <a:pt x="49" y="265"/>
                    </a:lnTo>
                    <a:lnTo>
                      <a:pt x="49" y="265"/>
                    </a:lnTo>
                    <a:lnTo>
                      <a:pt x="49" y="266"/>
                    </a:lnTo>
                    <a:lnTo>
                      <a:pt x="49" y="266"/>
                    </a:lnTo>
                    <a:close/>
                    <a:moveTo>
                      <a:pt x="48" y="268"/>
                    </a:moveTo>
                    <a:lnTo>
                      <a:pt x="49" y="269"/>
                    </a:lnTo>
                    <a:lnTo>
                      <a:pt x="49" y="268"/>
                    </a:lnTo>
                    <a:lnTo>
                      <a:pt x="48" y="268"/>
                    </a:lnTo>
                    <a:lnTo>
                      <a:pt x="48" y="268"/>
                    </a:lnTo>
                    <a:close/>
                    <a:moveTo>
                      <a:pt x="46" y="269"/>
                    </a:moveTo>
                    <a:lnTo>
                      <a:pt x="48" y="270"/>
                    </a:lnTo>
                    <a:lnTo>
                      <a:pt x="48" y="269"/>
                    </a:lnTo>
                    <a:lnTo>
                      <a:pt x="46" y="269"/>
                    </a:lnTo>
                    <a:lnTo>
                      <a:pt x="46" y="269"/>
                    </a:lnTo>
                    <a:close/>
                    <a:moveTo>
                      <a:pt x="45" y="270"/>
                    </a:moveTo>
                    <a:lnTo>
                      <a:pt x="45" y="272"/>
                    </a:lnTo>
                    <a:lnTo>
                      <a:pt x="46" y="272"/>
                    </a:lnTo>
                    <a:lnTo>
                      <a:pt x="45" y="270"/>
                    </a:lnTo>
                    <a:lnTo>
                      <a:pt x="45" y="270"/>
                    </a:lnTo>
                    <a:close/>
                    <a:moveTo>
                      <a:pt x="42" y="279"/>
                    </a:moveTo>
                    <a:lnTo>
                      <a:pt x="41" y="275"/>
                    </a:lnTo>
                    <a:lnTo>
                      <a:pt x="42" y="273"/>
                    </a:lnTo>
                    <a:lnTo>
                      <a:pt x="43" y="272"/>
                    </a:lnTo>
                    <a:lnTo>
                      <a:pt x="43" y="275"/>
                    </a:lnTo>
                    <a:lnTo>
                      <a:pt x="45" y="275"/>
                    </a:lnTo>
                    <a:lnTo>
                      <a:pt x="46" y="277"/>
                    </a:lnTo>
                    <a:lnTo>
                      <a:pt x="45" y="279"/>
                    </a:lnTo>
                    <a:lnTo>
                      <a:pt x="42" y="279"/>
                    </a:lnTo>
                    <a:lnTo>
                      <a:pt x="42" y="279"/>
                    </a:lnTo>
                    <a:close/>
                    <a:moveTo>
                      <a:pt x="64" y="280"/>
                    </a:moveTo>
                    <a:lnTo>
                      <a:pt x="64" y="279"/>
                    </a:lnTo>
                    <a:lnTo>
                      <a:pt x="65" y="277"/>
                    </a:lnTo>
                    <a:lnTo>
                      <a:pt x="65" y="277"/>
                    </a:lnTo>
                    <a:lnTo>
                      <a:pt x="65" y="280"/>
                    </a:lnTo>
                    <a:lnTo>
                      <a:pt x="64" y="280"/>
                    </a:lnTo>
                    <a:lnTo>
                      <a:pt x="64" y="280"/>
                    </a:lnTo>
                    <a:close/>
                    <a:moveTo>
                      <a:pt x="61" y="284"/>
                    </a:moveTo>
                    <a:lnTo>
                      <a:pt x="63" y="283"/>
                    </a:lnTo>
                    <a:lnTo>
                      <a:pt x="64" y="284"/>
                    </a:lnTo>
                    <a:lnTo>
                      <a:pt x="63" y="285"/>
                    </a:lnTo>
                    <a:lnTo>
                      <a:pt x="61" y="284"/>
                    </a:lnTo>
                    <a:lnTo>
                      <a:pt x="61" y="284"/>
                    </a:lnTo>
                    <a:close/>
                    <a:moveTo>
                      <a:pt x="61" y="277"/>
                    </a:moveTo>
                    <a:lnTo>
                      <a:pt x="60" y="279"/>
                    </a:lnTo>
                    <a:lnTo>
                      <a:pt x="60" y="281"/>
                    </a:lnTo>
                    <a:lnTo>
                      <a:pt x="61" y="283"/>
                    </a:lnTo>
                    <a:lnTo>
                      <a:pt x="63" y="283"/>
                    </a:lnTo>
                    <a:lnTo>
                      <a:pt x="63" y="280"/>
                    </a:lnTo>
                    <a:lnTo>
                      <a:pt x="61" y="277"/>
                    </a:lnTo>
                    <a:lnTo>
                      <a:pt x="61" y="277"/>
                    </a:lnTo>
                    <a:lnTo>
                      <a:pt x="61" y="277"/>
                    </a:lnTo>
                    <a:lnTo>
                      <a:pt x="61" y="277"/>
                    </a:lnTo>
                    <a:close/>
                    <a:moveTo>
                      <a:pt x="122" y="242"/>
                    </a:moveTo>
                    <a:lnTo>
                      <a:pt x="121" y="239"/>
                    </a:lnTo>
                    <a:lnTo>
                      <a:pt x="121" y="238"/>
                    </a:lnTo>
                    <a:lnTo>
                      <a:pt x="121" y="236"/>
                    </a:lnTo>
                    <a:lnTo>
                      <a:pt x="122" y="235"/>
                    </a:lnTo>
                    <a:lnTo>
                      <a:pt x="124" y="238"/>
                    </a:lnTo>
                    <a:lnTo>
                      <a:pt x="124" y="239"/>
                    </a:lnTo>
                    <a:lnTo>
                      <a:pt x="124" y="241"/>
                    </a:lnTo>
                    <a:lnTo>
                      <a:pt x="124" y="242"/>
                    </a:lnTo>
                    <a:lnTo>
                      <a:pt x="122" y="242"/>
                    </a:lnTo>
                    <a:lnTo>
                      <a:pt x="122" y="242"/>
                    </a:lnTo>
                    <a:close/>
                    <a:moveTo>
                      <a:pt x="111" y="241"/>
                    </a:moveTo>
                    <a:lnTo>
                      <a:pt x="114" y="238"/>
                    </a:lnTo>
                    <a:lnTo>
                      <a:pt x="116" y="238"/>
                    </a:lnTo>
                    <a:lnTo>
                      <a:pt x="116" y="239"/>
                    </a:lnTo>
                    <a:lnTo>
                      <a:pt x="114" y="241"/>
                    </a:lnTo>
                    <a:lnTo>
                      <a:pt x="111" y="241"/>
                    </a:lnTo>
                    <a:lnTo>
                      <a:pt x="111" y="241"/>
                    </a:lnTo>
                    <a:close/>
                    <a:moveTo>
                      <a:pt x="99" y="270"/>
                    </a:moveTo>
                    <a:lnTo>
                      <a:pt x="99" y="270"/>
                    </a:lnTo>
                    <a:lnTo>
                      <a:pt x="101" y="269"/>
                    </a:lnTo>
                    <a:lnTo>
                      <a:pt x="102" y="270"/>
                    </a:lnTo>
                    <a:lnTo>
                      <a:pt x="103" y="269"/>
                    </a:lnTo>
                    <a:lnTo>
                      <a:pt x="103" y="268"/>
                    </a:lnTo>
                    <a:lnTo>
                      <a:pt x="101" y="265"/>
                    </a:lnTo>
                    <a:lnTo>
                      <a:pt x="102" y="262"/>
                    </a:lnTo>
                    <a:lnTo>
                      <a:pt x="103" y="258"/>
                    </a:lnTo>
                    <a:lnTo>
                      <a:pt x="107" y="257"/>
                    </a:lnTo>
                    <a:lnTo>
                      <a:pt x="107" y="255"/>
                    </a:lnTo>
                    <a:lnTo>
                      <a:pt x="111" y="255"/>
                    </a:lnTo>
                    <a:lnTo>
                      <a:pt x="116" y="258"/>
                    </a:lnTo>
                    <a:lnTo>
                      <a:pt x="116" y="260"/>
                    </a:lnTo>
                    <a:lnTo>
                      <a:pt x="118" y="260"/>
                    </a:lnTo>
                    <a:lnTo>
                      <a:pt x="120" y="254"/>
                    </a:lnTo>
                    <a:lnTo>
                      <a:pt x="122" y="251"/>
                    </a:lnTo>
                    <a:lnTo>
                      <a:pt x="122" y="249"/>
                    </a:lnTo>
                    <a:lnTo>
                      <a:pt x="122" y="249"/>
                    </a:lnTo>
                    <a:lnTo>
                      <a:pt x="121" y="246"/>
                    </a:lnTo>
                    <a:lnTo>
                      <a:pt x="118" y="243"/>
                    </a:lnTo>
                    <a:lnTo>
                      <a:pt x="116" y="243"/>
                    </a:lnTo>
                    <a:lnTo>
                      <a:pt x="114" y="242"/>
                    </a:lnTo>
                    <a:lnTo>
                      <a:pt x="110" y="242"/>
                    </a:lnTo>
                    <a:lnTo>
                      <a:pt x="106" y="245"/>
                    </a:lnTo>
                    <a:lnTo>
                      <a:pt x="106" y="246"/>
                    </a:lnTo>
                    <a:lnTo>
                      <a:pt x="105" y="249"/>
                    </a:lnTo>
                    <a:lnTo>
                      <a:pt x="103" y="250"/>
                    </a:lnTo>
                    <a:lnTo>
                      <a:pt x="101" y="251"/>
                    </a:lnTo>
                    <a:lnTo>
                      <a:pt x="99" y="250"/>
                    </a:lnTo>
                    <a:lnTo>
                      <a:pt x="98" y="247"/>
                    </a:lnTo>
                    <a:lnTo>
                      <a:pt x="96" y="247"/>
                    </a:lnTo>
                    <a:lnTo>
                      <a:pt x="92" y="251"/>
                    </a:lnTo>
                    <a:lnTo>
                      <a:pt x="92" y="254"/>
                    </a:lnTo>
                    <a:lnTo>
                      <a:pt x="90" y="255"/>
                    </a:lnTo>
                    <a:lnTo>
                      <a:pt x="90" y="258"/>
                    </a:lnTo>
                    <a:lnTo>
                      <a:pt x="94" y="260"/>
                    </a:lnTo>
                    <a:lnTo>
                      <a:pt x="94" y="262"/>
                    </a:lnTo>
                    <a:lnTo>
                      <a:pt x="94" y="262"/>
                    </a:lnTo>
                    <a:lnTo>
                      <a:pt x="94" y="265"/>
                    </a:lnTo>
                    <a:lnTo>
                      <a:pt x="95" y="268"/>
                    </a:lnTo>
                    <a:lnTo>
                      <a:pt x="99" y="268"/>
                    </a:lnTo>
                    <a:lnTo>
                      <a:pt x="99" y="270"/>
                    </a:lnTo>
                    <a:lnTo>
                      <a:pt x="99" y="270"/>
                    </a:lnTo>
                    <a:close/>
                    <a:moveTo>
                      <a:pt x="80" y="318"/>
                    </a:moveTo>
                    <a:lnTo>
                      <a:pt x="79" y="317"/>
                    </a:lnTo>
                    <a:lnTo>
                      <a:pt x="76" y="317"/>
                    </a:lnTo>
                    <a:lnTo>
                      <a:pt x="76" y="318"/>
                    </a:lnTo>
                    <a:lnTo>
                      <a:pt x="77" y="321"/>
                    </a:lnTo>
                    <a:lnTo>
                      <a:pt x="80" y="321"/>
                    </a:lnTo>
                    <a:lnTo>
                      <a:pt x="80" y="321"/>
                    </a:lnTo>
                    <a:lnTo>
                      <a:pt x="80" y="318"/>
                    </a:lnTo>
                    <a:lnTo>
                      <a:pt x="80" y="318"/>
                    </a:lnTo>
                    <a:close/>
                    <a:moveTo>
                      <a:pt x="83" y="315"/>
                    </a:moveTo>
                    <a:lnTo>
                      <a:pt x="82" y="310"/>
                    </a:lnTo>
                    <a:lnTo>
                      <a:pt x="82" y="308"/>
                    </a:lnTo>
                    <a:lnTo>
                      <a:pt x="84" y="310"/>
                    </a:lnTo>
                    <a:lnTo>
                      <a:pt x="84" y="313"/>
                    </a:lnTo>
                    <a:lnTo>
                      <a:pt x="83" y="314"/>
                    </a:lnTo>
                    <a:lnTo>
                      <a:pt x="83" y="315"/>
                    </a:lnTo>
                    <a:lnTo>
                      <a:pt x="83" y="315"/>
                    </a:lnTo>
                    <a:close/>
                    <a:moveTo>
                      <a:pt x="77" y="307"/>
                    </a:moveTo>
                    <a:lnTo>
                      <a:pt x="80" y="306"/>
                    </a:lnTo>
                    <a:lnTo>
                      <a:pt x="83" y="302"/>
                    </a:lnTo>
                    <a:lnTo>
                      <a:pt x="80" y="299"/>
                    </a:lnTo>
                    <a:lnTo>
                      <a:pt x="80" y="298"/>
                    </a:lnTo>
                    <a:lnTo>
                      <a:pt x="82" y="296"/>
                    </a:lnTo>
                    <a:lnTo>
                      <a:pt x="84" y="298"/>
                    </a:lnTo>
                    <a:lnTo>
                      <a:pt x="84" y="299"/>
                    </a:lnTo>
                    <a:lnTo>
                      <a:pt x="86" y="295"/>
                    </a:lnTo>
                    <a:lnTo>
                      <a:pt x="86" y="291"/>
                    </a:lnTo>
                    <a:lnTo>
                      <a:pt x="84" y="288"/>
                    </a:lnTo>
                    <a:lnTo>
                      <a:pt x="84" y="280"/>
                    </a:lnTo>
                    <a:lnTo>
                      <a:pt x="84" y="276"/>
                    </a:lnTo>
                    <a:lnTo>
                      <a:pt x="86" y="273"/>
                    </a:lnTo>
                    <a:lnTo>
                      <a:pt x="88" y="270"/>
                    </a:lnTo>
                    <a:lnTo>
                      <a:pt x="88" y="269"/>
                    </a:lnTo>
                    <a:lnTo>
                      <a:pt x="87" y="269"/>
                    </a:lnTo>
                    <a:lnTo>
                      <a:pt x="87" y="266"/>
                    </a:lnTo>
                    <a:lnTo>
                      <a:pt x="86" y="265"/>
                    </a:lnTo>
                    <a:lnTo>
                      <a:pt x="86" y="264"/>
                    </a:lnTo>
                    <a:lnTo>
                      <a:pt x="82" y="264"/>
                    </a:lnTo>
                    <a:lnTo>
                      <a:pt x="80" y="262"/>
                    </a:lnTo>
                    <a:lnTo>
                      <a:pt x="83" y="261"/>
                    </a:lnTo>
                    <a:lnTo>
                      <a:pt x="83" y="260"/>
                    </a:lnTo>
                    <a:lnTo>
                      <a:pt x="83" y="255"/>
                    </a:lnTo>
                    <a:lnTo>
                      <a:pt x="80" y="254"/>
                    </a:lnTo>
                    <a:lnTo>
                      <a:pt x="79" y="255"/>
                    </a:lnTo>
                    <a:lnTo>
                      <a:pt x="79" y="255"/>
                    </a:lnTo>
                    <a:lnTo>
                      <a:pt x="76" y="257"/>
                    </a:lnTo>
                    <a:lnTo>
                      <a:pt x="75" y="257"/>
                    </a:lnTo>
                    <a:lnTo>
                      <a:pt x="72" y="254"/>
                    </a:lnTo>
                    <a:lnTo>
                      <a:pt x="72" y="251"/>
                    </a:lnTo>
                    <a:lnTo>
                      <a:pt x="76" y="250"/>
                    </a:lnTo>
                    <a:lnTo>
                      <a:pt x="80" y="249"/>
                    </a:lnTo>
                    <a:lnTo>
                      <a:pt x="84" y="250"/>
                    </a:lnTo>
                    <a:lnTo>
                      <a:pt x="87" y="251"/>
                    </a:lnTo>
                    <a:lnTo>
                      <a:pt x="87" y="250"/>
                    </a:lnTo>
                    <a:lnTo>
                      <a:pt x="87" y="249"/>
                    </a:lnTo>
                    <a:lnTo>
                      <a:pt x="87" y="245"/>
                    </a:lnTo>
                    <a:lnTo>
                      <a:pt x="87" y="243"/>
                    </a:lnTo>
                    <a:lnTo>
                      <a:pt x="87" y="242"/>
                    </a:lnTo>
                    <a:lnTo>
                      <a:pt x="90" y="242"/>
                    </a:lnTo>
                    <a:lnTo>
                      <a:pt x="91" y="243"/>
                    </a:lnTo>
                    <a:lnTo>
                      <a:pt x="92" y="243"/>
                    </a:lnTo>
                    <a:lnTo>
                      <a:pt x="95" y="242"/>
                    </a:lnTo>
                    <a:lnTo>
                      <a:pt x="99" y="241"/>
                    </a:lnTo>
                    <a:lnTo>
                      <a:pt x="103" y="239"/>
                    </a:lnTo>
                    <a:lnTo>
                      <a:pt x="107" y="239"/>
                    </a:lnTo>
                    <a:lnTo>
                      <a:pt x="107" y="241"/>
                    </a:lnTo>
                    <a:lnTo>
                      <a:pt x="110" y="239"/>
                    </a:lnTo>
                    <a:lnTo>
                      <a:pt x="110" y="238"/>
                    </a:lnTo>
                    <a:lnTo>
                      <a:pt x="113" y="236"/>
                    </a:lnTo>
                    <a:lnTo>
                      <a:pt x="113" y="235"/>
                    </a:lnTo>
                    <a:lnTo>
                      <a:pt x="117" y="232"/>
                    </a:lnTo>
                    <a:lnTo>
                      <a:pt x="120" y="231"/>
                    </a:lnTo>
                    <a:lnTo>
                      <a:pt x="124" y="232"/>
                    </a:lnTo>
                    <a:lnTo>
                      <a:pt x="126" y="231"/>
                    </a:lnTo>
                    <a:lnTo>
                      <a:pt x="128" y="232"/>
                    </a:lnTo>
                    <a:lnTo>
                      <a:pt x="128" y="235"/>
                    </a:lnTo>
                    <a:lnTo>
                      <a:pt x="125" y="238"/>
                    </a:lnTo>
                    <a:lnTo>
                      <a:pt x="125" y="241"/>
                    </a:lnTo>
                    <a:lnTo>
                      <a:pt x="126" y="242"/>
                    </a:lnTo>
                    <a:lnTo>
                      <a:pt x="126" y="243"/>
                    </a:lnTo>
                    <a:lnTo>
                      <a:pt x="126" y="246"/>
                    </a:lnTo>
                    <a:lnTo>
                      <a:pt x="126" y="247"/>
                    </a:lnTo>
                    <a:lnTo>
                      <a:pt x="128" y="250"/>
                    </a:lnTo>
                    <a:lnTo>
                      <a:pt x="130" y="251"/>
                    </a:lnTo>
                    <a:lnTo>
                      <a:pt x="135" y="255"/>
                    </a:lnTo>
                    <a:lnTo>
                      <a:pt x="136" y="255"/>
                    </a:lnTo>
                    <a:lnTo>
                      <a:pt x="139" y="255"/>
                    </a:lnTo>
                    <a:lnTo>
                      <a:pt x="141" y="251"/>
                    </a:lnTo>
                    <a:lnTo>
                      <a:pt x="141" y="249"/>
                    </a:lnTo>
                    <a:lnTo>
                      <a:pt x="143" y="247"/>
                    </a:lnTo>
                    <a:lnTo>
                      <a:pt x="143" y="246"/>
                    </a:lnTo>
                    <a:lnTo>
                      <a:pt x="143" y="243"/>
                    </a:lnTo>
                    <a:lnTo>
                      <a:pt x="144" y="241"/>
                    </a:lnTo>
                    <a:lnTo>
                      <a:pt x="147" y="241"/>
                    </a:lnTo>
                    <a:lnTo>
                      <a:pt x="149" y="241"/>
                    </a:lnTo>
                    <a:lnTo>
                      <a:pt x="149" y="239"/>
                    </a:lnTo>
                    <a:lnTo>
                      <a:pt x="149" y="238"/>
                    </a:lnTo>
                    <a:lnTo>
                      <a:pt x="148" y="235"/>
                    </a:lnTo>
                    <a:lnTo>
                      <a:pt x="144" y="232"/>
                    </a:lnTo>
                    <a:lnTo>
                      <a:pt x="143" y="231"/>
                    </a:lnTo>
                    <a:lnTo>
                      <a:pt x="144" y="227"/>
                    </a:lnTo>
                    <a:lnTo>
                      <a:pt x="145" y="226"/>
                    </a:lnTo>
                    <a:lnTo>
                      <a:pt x="147" y="226"/>
                    </a:lnTo>
                    <a:lnTo>
                      <a:pt x="147" y="227"/>
                    </a:lnTo>
                    <a:lnTo>
                      <a:pt x="147" y="230"/>
                    </a:lnTo>
                    <a:lnTo>
                      <a:pt x="148" y="231"/>
                    </a:lnTo>
                    <a:lnTo>
                      <a:pt x="149" y="230"/>
                    </a:lnTo>
                    <a:lnTo>
                      <a:pt x="149" y="228"/>
                    </a:lnTo>
                    <a:lnTo>
                      <a:pt x="151" y="230"/>
                    </a:lnTo>
                    <a:lnTo>
                      <a:pt x="152" y="230"/>
                    </a:lnTo>
                    <a:lnTo>
                      <a:pt x="155" y="230"/>
                    </a:lnTo>
                    <a:lnTo>
                      <a:pt x="155" y="230"/>
                    </a:lnTo>
                    <a:lnTo>
                      <a:pt x="155" y="231"/>
                    </a:lnTo>
                    <a:lnTo>
                      <a:pt x="152" y="232"/>
                    </a:lnTo>
                    <a:lnTo>
                      <a:pt x="152" y="232"/>
                    </a:lnTo>
                    <a:lnTo>
                      <a:pt x="152" y="234"/>
                    </a:lnTo>
                    <a:lnTo>
                      <a:pt x="155" y="232"/>
                    </a:lnTo>
                    <a:lnTo>
                      <a:pt x="159" y="231"/>
                    </a:lnTo>
                    <a:lnTo>
                      <a:pt x="166" y="231"/>
                    </a:lnTo>
                    <a:lnTo>
                      <a:pt x="170" y="231"/>
                    </a:lnTo>
                    <a:lnTo>
                      <a:pt x="168" y="230"/>
                    </a:lnTo>
                    <a:lnTo>
                      <a:pt x="167" y="227"/>
                    </a:lnTo>
                    <a:lnTo>
                      <a:pt x="168" y="224"/>
                    </a:lnTo>
                    <a:lnTo>
                      <a:pt x="171" y="223"/>
                    </a:lnTo>
                    <a:lnTo>
                      <a:pt x="174" y="223"/>
                    </a:lnTo>
                    <a:lnTo>
                      <a:pt x="174" y="226"/>
                    </a:lnTo>
                    <a:lnTo>
                      <a:pt x="174" y="228"/>
                    </a:lnTo>
                    <a:lnTo>
                      <a:pt x="174" y="230"/>
                    </a:lnTo>
                    <a:lnTo>
                      <a:pt x="177" y="230"/>
                    </a:lnTo>
                    <a:lnTo>
                      <a:pt x="179" y="227"/>
                    </a:lnTo>
                    <a:lnTo>
                      <a:pt x="177" y="222"/>
                    </a:lnTo>
                    <a:lnTo>
                      <a:pt x="178" y="219"/>
                    </a:lnTo>
                    <a:lnTo>
                      <a:pt x="182" y="216"/>
                    </a:lnTo>
                    <a:lnTo>
                      <a:pt x="183" y="216"/>
                    </a:lnTo>
                    <a:lnTo>
                      <a:pt x="183" y="215"/>
                    </a:lnTo>
                    <a:lnTo>
                      <a:pt x="182" y="213"/>
                    </a:lnTo>
                    <a:lnTo>
                      <a:pt x="183" y="209"/>
                    </a:lnTo>
                    <a:lnTo>
                      <a:pt x="185" y="209"/>
                    </a:lnTo>
                    <a:lnTo>
                      <a:pt x="188" y="209"/>
                    </a:lnTo>
                    <a:lnTo>
                      <a:pt x="189" y="211"/>
                    </a:lnTo>
                    <a:lnTo>
                      <a:pt x="188" y="213"/>
                    </a:lnTo>
                    <a:lnTo>
                      <a:pt x="186" y="216"/>
                    </a:lnTo>
                    <a:lnTo>
                      <a:pt x="188" y="224"/>
                    </a:lnTo>
                    <a:lnTo>
                      <a:pt x="189" y="226"/>
                    </a:lnTo>
                    <a:lnTo>
                      <a:pt x="190" y="224"/>
                    </a:lnTo>
                    <a:lnTo>
                      <a:pt x="192" y="222"/>
                    </a:lnTo>
                    <a:lnTo>
                      <a:pt x="194" y="222"/>
                    </a:lnTo>
                    <a:lnTo>
                      <a:pt x="197" y="219"/>
                    </a:lnTo>
                    <a:lnTo>
                      <a:pt x="197" y="215"/>
                    </a:lnTo>
                    <a:lnTo>
                      <a:pt x="197" y="212"/>
                    </a:lnTo>
                    <a:lnTo>
                      <a:pt x="200" y="209"/>
                    </a:lnTo>
                    <a:lnTo>
                      <a:pt x="200" y="208"/>
                    </a:lnTo>
                    <a:lnTo>
                      <a:pt x="198" y="207"/>
                    </a:lnTo>
                    <a:lnTo>
                      <a:pt x="194" y="201"/>
                    </a:lnTo>
                    <a:lnTo>
                      <a:pt x="194" y="198"/>
                    </a:lnTo>
                    <a:lnTo>
                      <a:pt x="193" y="192"/>
                    </a:lnTo>
                    <a:lnTo>
                      <a:pt x="194" y="183"/>
                    </a:lnTo>
                    <a:lnTo>
                      <a:pt x="194" y="178"/>
                    </a:lnTo>
                    <a:lnTo>
                      <a:pt x="192" y="169"/>
                    </a:lnTo>
                    <a:lnTo>
                      <a:pt x="188" y="163"/>
                    </a:lnTo>
                    <a:lnTo>
                      <a:pt x="188" y="160"/>
                    </a:lnTo>
                    <a:lnTo>
                      <a:pt x="189" y="155"/>
                    </a:lnTo>
                    <a:lnTo>
                      <a:pt x="193" y="154"/>
                    </a:lnTo>
                    <a:lnTo>
                      <a:pt x="196" y="154"/>
                    </a:lnTo>
                    <a:lnTo>
                      <a:pt x="197" y="155"/>
                    </a:lnTo>
                    <a:lnTo>
                      <a:pt x="197" y="154"/>
                    </a:lnTo>
                    <a:lnTo>
                      <a:pt x="197" y="151"/>
                    </a:lnTo>
                    <a:lnTo>
                      <a:pt x="196" y="148"/>
                    </a:lnTo>
                    <a:lnTo>
                      <a:pt x="196" y="148"/>
                    </a:lnTo>
                    <a:lnTo>
                      <a:pt x="194" y="144"/>
                    </a:lnTo>
                    <a:lnTo>
                      <a:pt x="194" y="143"/>
                    </a:lnTo>
                    <a:lnTo>
                      <a:pt x="194" y="141"/>
                    </a:lnTo>
                    <a:lnTo>
                      <a:pt x="196" y="139"/>
                    </a:lnTo>
                    <a:lnTo>
                      <a:pt x="196" y="139"/>
                    </a:lnTo>
                    <a:lnTo>
                      <a:pt x="196" y="136"/>
                    </a:lnTo>
                    <a:lnTo>
                      <a:pt x="194" y="135"/>
                    </a:lnTo>
                    <a:lnTo>
                      <a:pt x="194" y="132"/>
                    </a:lnTo>
                    <a:lnTo>
                      <a:pt x="196" y="129"/>
                    </a:lnTo>
                    <a:lnTo>
                      <a:pt x="194" y="128"/>
                    </a:lnTo>
                    <a:lnTo>
                      <a:pt x="193" y="122"/>
                    </a:lnTo>
                    <a:lnTo>
                      <a:pt x="190" y="118"/>
                    </a:lnTo>
                    <a:lnTo>
                      <a:pt x="189" y="118"/>
                    </a:lnTo>
                    <a:lnTo>
                      <a:pt x="188" y="117"/>
                    </a:lnTo>
                    <a:lnTo>
                      <a:pt x="188" y="111"/>
                    </a:lnTo>
                    <a:lnTo>
                      <a:pt x="185" y="109"/>
                    </a:lnTo>
                    <a:lnTo>
                      <a:pt x="179" y="102"/>
                    </a:lnTo>
                    <a:lnTo>
                      <a:pt x="178" y="99"/>
                    </a:lnTo>
                    <a:lnTo>
                      <a:pt x="177" y="95"/>
                    </a:lnTo>
                    <a:lnTo>
                      <a:pt x="177" y="90"/>
                    </a:lnTo>
                    <a:lnTo>
                      <a:pt x="177" y="88"/>
                    </a:lnTo>
                    <a:lnTo>
                      <a:pt x="175" y="90"/>
                    </a:lnTo>
                    <a:lnTo>
                      <a:pt x="174" y="90"/>
                    </a:lnTo>
                    <a:lnTo>
                      <a:pt x="173" y="90"/>
                    </a:lnTo>
                    <a:lnTo>
                      <a:pt x="170" y="88"/>
                    </a:lnTo>
                    <a:lnTo>
                      <a:pt x="168" y="88"/>
                    </a:lnTo>
                    <a:lnTo>
                      <a:pt x="168" y="88"/>
                    </a:lnTo>
                    <a:lnTo>
                      <a:pt x="167" y="92"/>
                    </a:lnTo>
                    <a:lnTo>
                      <a:pt x="167" y="95"/>
                    </a:lnTo>
                    <a:lnTo>
                      <a:pt x="168" y="95"/>
                    </a:lnTo>
                    <a:lnTo>
                      <a:pt x="170" y="95"/>
                    </a:lnTo>
                    <a:lnTo>
                      <a:pt x="174" y="92"/>
                    </a:lnTo>
                    <a:lnTo>
                      <a:pt x="175" y="97"/>
                    </a:lnTo>
                    <a:lnTo>
                      <a:pt x="174" y="98"/>
                    </a:lnTo>
                    <a:lnTo>
                      <a:pt x="173" y="99"/>
                    </a:lnTo>
                    <a:lnTo>
                      <a:pt x="170" y="98"/>
                    </a:lnTo>
                    <a:lnTo>
                      <a:pt x="170" y="98"/>
                    </a:lnTo>
                    <a:lnTo>
                      <a:pt x="170" y="102"/>
                    </a:lnTo>
                    <a:lnTo>
                      <a:pt x="168" y="103"/>
                    </a:lnTo>
                    <a:lnTo>
                      <a:pt x="167" y="102"/>
                    </a:lnTo>
                    <a:lnTo>
                      <a:pt x="167" y="99"/>
                    </a:lnTo>
                    <a:lnTo>
                      <a:pt x="166" y="97"/>
                    </a:lnTo>
                    <a:lnTo>
                      <a:pt x="166" y="95"/>
                    </a:lnTo>
                    <a:lnTo>
                      <a:pt x="163" y="97"/>
                    </a:lnTo>
                    <a:lnTo>
                      <a:pt x="162" y="95"/>
                    </a:lnTo>
                    <a:lnTo>
                      <a:pt x="162" y="98"/>
                    </a:lnTo>
                    <a:lnTo>
                      <a:pt x="163" y="102"/>
                    </a:lnTo>
                    <a:lnTo>
                      <a:pt x="163" y="105"/>
                    </a:lnTo>
                    <a:lnTo>
                      <a:pt x="160" y="105"/>
                    </a:lnTo>
                    <a:lnTo>
                      <a:pt x="159" y="107"/>
                    </a:lnTo>
                    <a:lnTo>
                      <a:pt x="159" y="109"/>
                    </a:lnTo>
                    <a:lnTo>
                      <a:pt x="163" y="113"/>
                    </a:lnTo>
                    <a:lnTo>
                      <a:pt x="164" y="114"/>
                    </a:lnTo>
                    <a:lnTo>
                      <a:pt x="163" y="118"/>
                    </a:lnTo>
                    <a:lnTo>
                      <a:pt x="160" y="120"/>
                    </a:lnTo>
                    <a:lnTo>
                      <a:pt x="159" y="120"/>
                    </a:lnTo>
                    <a:lnTo>
                      <a:pt x="158" y="121"/>
                    </a:lnTo>
                    <a:lnTo>
                      <a:pt x="160" y="124"/>
                    </a:lnTo>
                    <a:lnTo>
                      <a:pt x="163" y="124"/>
                    </a:lnTo>
                    <a:lnTo>
                      <a:pt x="164" y="121"/>
                    </a:lnTo>
                    <a:lnTo>
                      <a:pt x="167" y="128"/>
                    </a:lnTo>
                    <a:lnTo>
                      <a:pt x="168" y="135"/>
                    </a:lnTo>
                    <a:lnTo>
                      <a:pt x="167" y="137"/>
                    </a:lnTo>
                    <a:lnTo>
                      <a:pt x="167" y="144"/>
                    </a:lnTo>
                    <a:lnTo>
                      <a:pt x="166" y="155"/>
                    </a:lnTo>
                    <a:lnTo>
                      <a:pt x="166" y="159"/>
                    </a:lnTo>
                    <a:lnTo>
                      <a:pt x="164" y="163"/>
                    </a:lnTo>
                    <a:lnTo>
                      <a:pt x="162" y="164"/>
                    </a:lnTo>
                    <a:lnTo>
                      <a:pt x="160" y="169"/>
                    </a:lnTo>
                    <a:lnTo>
                      <a:pt x="160" y="174"/>
                    </a:lnTo>
                    <a:lnTo>
                      <a:pt x="159" y="177"/>
                    </a:lnTo>
                    <a:lnTo>
                      <a:pt x="158" y="179"/>
                    </a:lnTo>
                    <a:lnTo>
                      <a:pt x="155" y="182"/>
                    </a:lnTo>
                    <a:lnTo>
                      <a:pt x="148" y="186"/>
                    </a:lnTo>
                    <a:lnTo>
                      <a:pt x="145" y="188"/>
                    </a:lnTo>
                    <a:lnTo>
                      <a:pt x="144" y="190"/>
                    </a:lnTo>
                    <a:lnTo>
                      <a:pt x="140" y="188"/>
                    </a:lnTo>
                    <a:lnTo>
                      <a:pt x="137" y="183"/>
                    </a:lnTo>
                    <a:lnTo>
                      <a:pt x="137" y="182"/>
                    </a:lnTo>
                    <a:lnTo>
                      <a:pt x="139" y="181"/>
                    </a:lnTo>
                    <a:lnTo>
                      <a:pt x="140" y="179"/>
                    </a:lnTo>
                    <a:lnTo>
                      <a:pt x="140" y="177"/>
                    </a:lnTo>
                    <a:lnTo>
                      <a:pt x="141" y="175"/>
                    </a:lnTo>
                    <a:lnTo>
                      <a:pt x="141" y="175"/>
                    </a:lnTo>
                    <a:lnTo>
                      <a:pt x="139" y="175"/>
                    </a:lnTo>
                    <a:lnTo>
                      <a:pt x="136" y="178"/>
                    </a:lnTo>
                    <a:lnTo>
                      <a:pt x="133" y="179"/>
                    </a:lnTo>
                    <a:lnTo>
                      <a:pt x="132" y="182"/>
                    </a:lnTo>
                    <a:lnTo>
                      <a:pt x="135" y="185"/>
                    </a:lnTo>
                    <a:lnTo>
                      <a:pt x="135" y="192"/>
                    </a:lnTo>
                    <a:lnTo>
                      <a:pt x="135" y="196"/>
                    </a:lnTo>
                    <a:lnTo>
                      <a:pt x="130" y="198"/>
                    </a:lnTo>
                    <a:lnTo>
                      <a:pt x="130" y="200"/>
                    </a:lnTo>
                    <a:lnTo>
                      <a:pt x="129" y="201"/>
                    </a:lnTo>
                    <a:lnTo>
                      <a:pt x="129" y="207"/>
                    </a:lnTo>
                    <a:lnTo>
                      <a:pt x="130" y="208"/>
                    </a:lnTo>
                    <a:lnTo>
                      <a:pt x="130" y="211"/>
                    </a:lnTo>
                    <a:lnTo>
                      <a:pt x="129" y="211"/>
                    </a:lnTo>
                    <a:lnTo>
                      <a:pt x="130" y="212"/>
                    </a:lnTo>
                    <a:lnTo>
                      <a:pt x="129" y="213"/>
                    </a:lnTo>
                    <a:lnTo>
                      <a:pt x="128" y="213"/>
                    </a:lnTo>
                    <a:lnTo>
                      <a:pt x="129" y="215"/>
                    </a:lnTo>
                    <a:lnTo>
                      <a:pt x="126" y="216"/>
                    </a:lnTo>
                    <a:lnTo>
                      <a:pt x="125" y="215"/>
                    </a:lnTo>
                    <a:lnTo>
                      <a:pt x="124" y="216"/>
                    </a:lnTo>
                    <a:lnTo>
                      <a:pt x="122" y="216"/>
                    </a:lnTo>
                    <a:lnTo>
                      <a:pt x="121" y="213"/>
                    </a:lnTo>
                    <a:lnTo>
                      <a:pt x="121" y="212"/>
                    </a:lnTo>
                    <a:lnTo>
                      <a:pt x="120" y="213"/>
                    </a:lnTo>
                    <a:lnTo>
                      <a:pt x="117" y="213"/>
                    </a:lnTo>
                    <a:lnTo>
                      <a:pt x="117" y="213"/>
                    </a:lnTo>
                    <a:lnTo>
                      <a:pt x="110" y="215"/>
                    </a:lnTo>
                    <a:lnTo>
                      <a:pt x="107" y="216"/>
                    </a:lnTo>
                    <a:lnTo>
                      <a:pt x="103" y="217"/>
                    </a:lnTo>
                    <a:lnTo>
                      <a:pt x="101" y="217"/>
                    </a:lnTo>
                    <a:lnTo>
                      <a:pt x="96" y="219"/>
                    </a:lnTo>
                    <a:lnTo>
                      <a:pt x="95" y="219"/>
                    </a:lnTo>
                    <a:lnTo>
                      <a:pt x="92" y="219"/>
                    </a:lnTo>
                    <a:lnTo>
                      <a:pt x="87" y="223"/>
                    </a:lnTo>
                    <a:lnTo>
                      <a:pt x="86" y="226"/>
                    </a:lnTo>
                    <a:lnTo>
                      <a:pt x="84" y="227"/>
                    </a:lnTo>
                    <a:lnTo>
                      <a:pt x="84" y="230"/>
                    </a:lnTo>
                    <a:lnTo>
                      <a:pt x="80" y="234"/>
                    </a:lnTo>
                    <a:lnTo>
                      <a:pt x="77" y="234"/>
                    </a:lnTo>
                    <a:lnTo>
                      <a:pt x="75" y="238"/>
                    </a:lnTo>
                    <a:lnTo>
                      <a:pt x="75" y="239"/>
                    </a:lnTo>
                    <a:lnTo>
                      <a:pt x="72" y="241"/>
                    </a:lnTo>
                    <a:lnTo>
                      <a:pt x="69" y="242"/>
                    </a:lnTo>
                    <a:lnTo>
                      <a:pt x="68" y="243"/>
                    </a:lnTo>
                    <a:lnTo>
                      <a:pt x="68" y="249"/>
                    </a:lnTo>
                    <a:lnTo>
                      <a:pt x="69" y="249"/>
                    </a:lnTo>
                    <a:lnTo>
                      <a:pt x="71" y="251"/>
                    </a:lnTo>
                    <a:lnTo>
                      <a:pt x="69" y="253"/>
                    </a:lnTo>
                    <a:lnTo>
                      <a:pt x="67" y="253"/>
                    </a:lnTo>
                    <a:lnTo>
                      <a:pt x="64" y="254"/>
                    </a:lnTo>
                    <a:lnTo>
                      <a:pt x="64" y="257"/>
                    </a:lnTo>
                    <a:lnTo>
                      <a:pt x="61" y="258"/>
                    </a:lnTo>
                    <a:lnTo>
                      <a:pt x="58" y="261"/>
                    </a:lnTo>
                    <a:lnTo>
                      <a:pt x="57" y="264"/>
                    </a:lnTo>
                    <a:lnTo>
                      <a:pt x="56" y="264"/>
                    </a:lnTo>
                    <a:lnTo>
                      <a:pt x="53" y="265"/>
                    </a:lnTo>
                    <a:lnTo>
                      <a:pt x="54" y="265"/>
                    </a:lnTo>
                    <a:lnTo>
                      <a:pt x="56" y="265"/>
                    </a:lnTo>
                    <a:lnTo>
                      <a:pt x="56" y="268"/>
                    </a:lnTo>
                    <a:lnTo>
                      <a:pt x="57" y="270"/>
                    </a:lnTo>
                    <a:lnTo>
                      <a:pt x="57" y="272"/>
                    </a:lnTo>
                    <a:lnTo>
                      <a:pt x="56" y="269"/>
                    </a:lnTo>
                    <a:lnTo>
                      <a:pt x="54" y="268"/>
                    </a:lnTo>
                    <a:lnTo>
                      <a:pt x="54" y="269"/>
                    </a:lnTo>
                    <a:lnTo>
                      <a:pt x="56" y="272"/>
                    </a:lnTo>
                    <a:lnTo>
                      <a:pt x="57" y="273"/>
                    </a:lnTo>
                    <a:lnTo>
                      <a:pt x="57" y="275"/>
                    </a:lnTo>
                    <a:lnTo>
                      <a:pt x="56" y="276"/>
                    </a:lnTo>
                    <a:lnTo>
                      <a:pt x="57" y="276"/>
                    </a:lnTo>
                    <a:lnTo>
                      <a:pt x="58" y="275"/>
                    </a:lnTo>
                    <a:lnTo>
                      <a:pt x="61" y="273"/>
                    </a:lnTo>
                    <a:lnTo>
                      <a:pt x="63" y="273"/>
                    </a:lnTo>
                    <a:lnTo>
                      <a:pt x="61" y="275"/>
                    </a:lnTo>
                    <a:lnTo>
                      <a:pt x="63" y="276"/>
                    </a:lnTo>
                    <a:lnTo>
                      <a:pt x="64" y="275"/>
                    </a:lnTo>
                    <a:lnTo>
                      <a:pt x="64" y="272"/>
                    </a:lnTo>
                    <a:lnTo>
                      <a:pt x="63" y="270"/>
                    </a:lnTo>
                    <a:lnTo>
                      <a:pt x="60" y="272"/>
                    </a:lnTo>
                    <a:lnTo>
                      <a:pt x="60" y="270"/>
                    </a:lnTo>
                    <a:lnTo>
                      <a:pt x="61" y="269"/>
                    </a:lnTo>
                    <a:lnTo>
                      <a:pt x="60" y="266"/>
                    </a:lnTo>
                    <a:lnTo>
                      <a:pt x="61" y="265"/>
                    </a:lnTo>
                    <a:lnTo>
                      <a:pt x="64" y="266"/>
                    </a:lnTo>
                    <a:lnTo>
                      <a:pt x="67" y="270"/>
                    </a:lnTo>
                    <a:lnTo>
                      <a:pt x="67" y="273"/>
                    </a:lnTo>
                    <a:lnTo>
                      <a:pt x="68" y="275"/>
                    </a:lnTo>
                    <a:lnTo>
                      <a:pt x="68" y="280"/>
                    </a:lnTo>
                    <a:lnTo>
                      <a:pt x="65" y="284"/>
                    </a:lnTo>
                    <a:lnTo>
                      <a:pt x="64" y="285"/>
                    </a:lnTo>
                    <a:lnTo>
                      <a:pt x="64" y="287"/>
                    </a:lnTo>
                    <a:lnTo>
                      <a:pt x="67" y="289"/>
                    </a:lnTo>
                    <a:lnTo>
                      <a:pt x="67" y="295"/>
                    </a:lnTo>
                    <a:lnTo>
                      <a:pt x="69" y="298"/>
                    </a:lnTo>
                    <a:lnTo>
                      <a:pt x="69" y="300"/>
                    </a:lnTo>
                    <a:lnTo>
                      <a:pt x="68" y="302"/>
                    </a:lnTo>
                    <a:lnTo>
                      <a:pt x="71" y="304"/>
                    </a:lnTo>
                    <a:lnTo>
                      <a:pt x="72" y="303"/>
                    </a:lnTo>
                    <a:lnTo>
                      <a:pt x="75" y="304"/>
                    </a:lnTo>
                    <a:lnTo>
                      <a:pt x="75" y="303"/>
                    </a:lnTo>
                    <a:lnTo>
                      <a:pt x="75" y="302"/>
                    </a:lnTo>
                    <a:lnTo>
                      <a:pt x="73" y="299"/>
                    </a:lnTo>
                    <a:lnTo>
                      <a:pt x="73" y="295"/>
                    </a:lnTo>
                    <a:lnTo>
                      <a:pt x="75" y="294"/>
                    </a:lnTo>
                    <a:lnTo>
                      <a:pt x="76" y="294"/>
                    </a:lnTo>
                    <a:lnTo>
                      <a:pt x="75" y="295"/>
                    </a:lnTo>
                    <a:lnTo>
                      <a:pt x="75" y="296"/>
                    </a:lnTo>
                    <a:lnTo>
                      <a:pt x="77" y="299"/>
                    </a:lnTo>
                    <a:lnTo>
                      <a:pt x="77" y="303"/>
                    </a:lnTo>
                    <a:lnTo>
                      <a:pt x="77" y="304"/>
                    </a:lnTo>
                    <a:lnTo>
                      <a:pt x="77" y="307"/>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5" name="Freeform 770"/>
              <p:cNvSpPr>
                <a:spLocks noEditPoints="1"/>
              </p:cNvSpPr>
              <p:nvPr/>
            </p:nvSpPr>
            <p:spPr bwMode="auto">
              <a:xfrm>
                <a:off x="7719208" y="4042017"/>
                <a:ext cx="264570" cy="399669"/>
              </a:xfrm>
              <a:custGeom>
                <a:avLst/>
                <a:gdLst/>
                <a:ahLst/>
                <a:cxnLst>
                  <a:cxn ang="0">
                    <a:pos x="53" y="2"/>
                  </a:cxn>
                  <a:cxn ang="0">
                    <a:pos x="63" y="82"/>
                  </a:cxn>
                  <a:cxn ang="0">
                    <a:pos x="87" y="86"/>
                  </a:cxn>
                  <a:cxn ang="0">
                    <a:pos x="96" y="101"/>
                  </a:cxn>
                  <a:cxn ang="0">
                    <a:pos x="96" y="103"/>
                  </a:cxn>
                  <a:cxn ang="0">
                    <a:pos x="78" y="94"/>
                  </a:cxn>
                  <a:cxn ang="0">
                    <a:pos x="54" y="91"/>
                  </a:cxn>
                  <a:cxn ang="0">
                    <a:pos x="46" y="74"/>
                  </a:cxn>
                  <a:cxn ang="0">
                    <a:pos x="35" y="60"/>
                  </a:cxn>
                  <a:cxn ang="0">
                    <a:pos x="40" y="34"/>
                  </a:cxn>
                  <a:cxn ang="0">
                    <a:pos x="63" y="15"/>
                  </a:cxn>
                  <a:cxn ang="0">
                    <a:pos x="69" y="52"/>
                  </a:cxn>
                  <a:cxn ang="0">
                    <a:pos x="63" y="75"/>
                  </a:cxn>
                  <a:cxn ang="0">
                    <a:pos x="66" y="75"/>
                  </a:cxn>
                  <a:cxn ang="0">
                    <a:pos x="42" y="88"/>
                  </a:cxn>
                  <a:cxn ang="0">
                    <a:pos x="57" y="114"/>
                  </a:cxn>
                  <a:cxn ang="0">
                    <a:pos x="47" y="93"/>
                  </a:cxn>
                  <a:cxn ang="0">
                    <a:pos x="100" y="84"/>
                  </a:cxn>
                  <a:cxn ang="0">
                    <a:pos x="70" y="109"/>
                  </a:cxn>
                  <a:cxn ang="0">
                    <a:pos x="80" y="112"/>
                  </a:cxn>
                  <a:cxn ang="0">
                    <a:pos x="92" y="108"/>
                  </a:cxn>
                  <a:cxn ang="0">
                    <a:pos x="101" y="118"/>
                  </a:cxn>
                  <a:cxn ang="0">
                    <a:pos x="88" y="116"/>
                  </a:cxn>
                  <a:cxn ang="0">
                    <a:pos x="68" y="120"/>
                  </a:cxn>
                  <a:cxn ang="0">
                    <a:pos x="89" y="124"/>
                  </a:cxn>
                  <a:cxn ang="0">
                    <a:pos x="78" y="137"/>
                  </a:cxn>
                  <a:cxn ang="0">
                    <a:pos x="93" y="155"/>
                  </a:cxn>
                  <a:cxn ang="0">
                    <a:pos x="95" y="147"/>
                  </a:cxn>
                  <a:cxn ang="0">
                    <a:pos x="88" y="133"/>
                  </a:cxn>
                  <a:cxn ang="0">
                    <a:pos x="87" y="160"/>
                  </a:cxn>
                  <a:cxn ang="0">
                    <a:pos x="97" y="158"/>
                  </a:cxn>
                  <a:cxn ang="0">
                    <a:pos x="106" y="144"/>
                  </a:cxn>
                  <a:cxn ang="0">
                    <a:pos x="110" y="158"/>
                  </a:cxn>
                  <a:cxn ang="0">
                    <a:pos x="118" y="131"/>
                  </a:cxn>
                  <a:cxn ang="0">
                    <a:pos x="118" y="110"/>
                  </a:cxn>
                  <a:cxn ang="0">
                    <a:pos x="110" y="117"/>
                  </a:cxn>
                  <a:cxn ang="0">
                    <a:pos x="107" y="127"/>
                  </a:cxn>
                  <a:cxn ang="0">
                    <a:pos x="116" y="144"/>
                  </a:cxn>
                  <a:cxn ang="0">
                    <a:pos x="126" y="133"/>
                  </a:cxn>
                  <a:cxn ang="0">
                    <a:pos x="125" y="143"/>
                  </a:cxn>
                  <a:cxn ang="0">
                    <a:pos x="130" y="154"/>
                  </a:cxn>
                  <a:cxn ang="0">
                    <a:pos x="76" y="194"/>
                  </a:cxn>
                  <a:cxn ang="0">
                    <a:pos x="92" y="170"/>
                  </a:cxn>
                  <a:cxn ang="0">
                    <a:pos x="114" y="170"/>
                  </a:cxn>
                  <a:cxn ang="0">
                    <a:pos x="122" y="151"/>
                  </a:cxn>
                  <a:cxn ang="0">
                    <a:pos x="135" y="170"/>
                  </a:cxn>
                  <a:cxn ang="0">
                    <a:pos x="138" y="194"/>
                  </a:cxn>
                  <a:cxn ang="0">
                    <a:pos x="130" y="188"/>
                  </a:cxn>
                  <a:cxn ang="0">
                    <a:pos x="122" y="208"/>
                  </a:cxn>
                  <a:cxn ang="0">
                    <a:pos x="104" y="196"/>
                  </a:cxn>
                  <a:cxn ang="0">
                    <a:pos x="95" y="182"/>
                  </a:cxn>
                  <a:cxn ang="0">
                    <a:pos x="87" y="186"/>
                  </a:cxn>
                  <a:cxn ang="0">
                    <a:pos x="73" y="203"/>
                  </a:cxn>
                  <a:cxn ang="0">
                    <a:pos x="38" y="112"/>
                  </a:cxn>
                  <a:cxn ang="0">
                    <a:pos x="40" y="121"/>
                  </a:cxn>
                  <a:cxn ang="0">
                    <a:pos x="40" y="141"/>
                  </a:cxn>
                  <a:cxn ang="0">
                    <a:pos x="23" y="156"/>
                  </a:cxn>
                  <a:cxn ang="0">
                    <a:pos x="34" y="127"/>
                  </a:cxn>
                  <a:cxn ang="0">
                    <a:pos x="19" y="155"/>
                  </a:cxn>
                  <a:cxn ang="0">
                    <a:pos x="5" y="173"/>
                  </a:cxn>
                  <a:cxn ang="0">
                    <a:pos x="2" y="178"/>
                  </a:cxn>
                </a:cxnLst>
                <a:rect l="0" t="0" r="r" b="b"/>
                <a:pathLst>
                  <a:path w="141" h="213">
                    <a:moveTo>
                      <a:pt x="50" y="11"/>
                    </a:moveTo>
                    <a:lnTo>
                      <a:pt x="54" y="11"/>
                    </a:lnTo>
                    <a:lnTo>
                      <a:pt x="51" y="11"/>
                    </a:lnTo>
                    <a:lnTo>
                      <a:pt x="50" y="11"/>
                    </a:lnTo>
                    <a:lnTo>
                      <a:pt x="50" y="11"/>
                    </a:lnTo>
                    <a:close/>
                    <a:moveTo>
                      <a:pt x="48" y="4"/>
                    </a:moveTo>
                    <a:lnTo>
                      <a:pt x="50" y="6"/>
                    </a:lnTo>
                    <a:lnTo>
                      <a:pt x="47" y="7"/>
                    </a:lnTo>
                    <a:lnTo>
                      <a:pt x="48" y="4"/>
                    </a:lnTo>
                    <a:lnTo>
                      <a:pt x="48" y="4"/>
                    </a:lnTo>
                    <a:close/>
                    <a:moveTo>
                      <a:pt x="54" y="0"/>
                    </a:moveTo>
                    <a:lnTo>
                      <a:pt x="53" y="2"/>
                    </a:lnTo>
                    <a:lnTo>
                      <a:pt x="54" y="3"/>
                    </a:lnTo>
                    <a:lnTo>
                      <a:pt x="54" y="0"/>
                    </a:lnTo>
                    <a:lnTo>
                      <a:pt x="54" y="0"/>
                    </a:lnTo>
                    <a:close/>
                    <a:moveTo>
                      <a:pt x="61" y="7"/>
                    </a:moveTo>
                    <a:lnTo>
                      <a:pt x="59" y="10"/>
                    </a:lnTo>
                    <a:lnTo>
                      <a:pt x="61" y="11"/>
                    </a:lnTo>
                    <a:lnTo>
                      <a:pt x="62" y="8"/>
                    </a:lnTo>
                    <a:lnTo>
                      <a:pt x="62" y="8"/>
                    </a:lnTo>
                    <a:lnTo>
                      <a:pt x="61" y="7"/>
                    </a:lnTo>
                    <a:lnTo>
                      <a:pt x="61" y="7"/>
                    </a:lnTo>
                    <a:close/>
                    <a:moveTo>
                      <a:pt x="62" y="80"/>
                    </a:moveTo>
                    <a:lnTo>
                      <a:pt x="63" y="82"/>
                    </a:lnTo>
                    <a:lnTo>
                      <a:pt x="65" y="84"/>
                    </a:lnTo>
                    <a:lnTo>
                      <a:pt x="69" y="86"/>
                    </a:lnTo>
                    <a:lnTo>
                      <a:pt x="70" y="84"/>
                    </a:lnTo>
                    <a:lnTo>
                      <a:pt x="72" y="83"/>
                    </a:lnTo>
                    <a:lnTo>
                      <a:pt x="76" y="79"/>
                    </a:lnTo>
                    <a:lnTo>
                      <a:pt x="78" y="79"/>
                    </a:lnTo>
                    <a:lnTo>
                      <a:pt x="82" y="82"/>
                    </a:lnTo>
                    <a:lnTo>
                      <a:pt x="84" y="86"/>
                    </a:lnTo>
                    <a:lnTo>
                      <a:pt x="84" y="88"/>
                    </a:lnTo>
                    <a:lnTo>
                      <a:pt x="85" y="90"/>
                    </a:lnTo>
                    <a:lnTo>
                      <a:pt x="87" y="88"/>
                    </a:lnTo>
                    <a:lnTo>
                      <a:pt x="87" y="86"/>
                    </a:lnTo>
                    <a:lnTo>
                      <a:pt x="88" y="84"/>
                    </a:lnTo>
                    <a:lnTo>
                      <a:pt x="89" y="87"/>
                    </a:lnTo>
                    <a:lnTo>
                      <a:pt x="93" y="87"/>
                    </a:lnTo>
                    <a:lnTo>
                      <a:pt x="96" y="90"/>
                    </a:lnTo>
                    <a:lnTo>
                      <a:pt x="96" y="90"/>
                    </a:lnTo>
                    <a:lnTo>
                      <a:pt x="95" y="91"/>
                    </a:lnTo>
                    <a:lnTo>
                      <a:pt x="93" y="90"/>
                    </a:lnTo>
                    <a:lnTo>
                      <a:pt x="91" y="91"/>
                    </a:lnTo>
                    <a:lnTo>
                      <a:pt x="92" y="94"/>
                    </a:lnTo>
                    <a:lnTo>
                      <a:pt x="93" y="98"/>
                    </a:lnTo>
                    <a:lnTo>
                      <a:pt x="93" y="101"/>
                    </a:lnTo>
                    <a:lnTo>
                      <a:pt x="96" y="101"/>
                    </a:lnTo>
                    <a:lnTo>
                      <a:pt x="99" y="101"/>
                    </a:lnTo>
                    <a:lnTo>
                      <a:pt x="101" y="101"/>
                    </a:lnTo>
                    <a:lnTo>
                      <a:pt x="101" y="102"/>
                    </a:lnTo>
                    <a:lnTo>
                      <a:pt x="101" y="103"/>
                    </a:lnTo>
                    <a:lnTo>
                      <a:pt x="101" y="106"/>
                    </a:lnTo>
                    <a:lnTo>
                      <a:pt x="100" y="110"/>
                    </a:lnTo>
                    <a:lnTo>
                      <a:pt x="97" y="109"/>
                    </a:lnTo>
                    <a:lnTo>
                      <a:pt x="95" y="106"/>
                    </a:lnTo>
                    <a:lnTo>
                      <a:pt x="97" y="105"/>
                    </a:lnTo>
                    <a:lnTo>
                      <a:pt x="97" y="103"/>
                    </a:lnTo>
                    <a:lnTo>
                      <a:pt x="96" y="103"/>
                    </a:lnTo>
                    <a:lnTo>
                      <a:pt x="96" y="103"/>
                    </a:lnTo>
                    <a:lnTo>
                      <a:pt x="93" y="105"/>
                    </a:lnTo>
                    <a:lnTo>
                      <a:pt x="89" y="101"/>
                    </a:lnTo>
                    <a:lnTo>
                      <a:pt x="88" y="101"/>
                    </a:lnTo>
                    <a:lnTo>
                      <a:pt x="88" y="97"/>
                    </a:lnTo>
                    <a:lnTo>
                      <a:pt x="87" y="94"/>
                    </a:lnTo>
                    <a:lnTo>
                      <a:pt x="82" y="93"/>
                    </a:lnTo>
                    <a:lnTo>
                      <a:pt x="81" y="90"/>
                    </a:lnTo>
                    <a:lnTo>
                      <a:pt x="78" y="88"/>
                    </a:lnTo>
                    <a:lnTo>
                      <a:pt x="77" y="87"/>
                    </a:lnTo>
                    <a:lnTo>
                      <a:pt x="76" y="87"/>
                    </a:lnTo>
                    <a:lnTo>
                      <a:pt x="76" y="88"/>
                    </a:lnTo>
                    <a:lnTo>
                      <a:pt x="78" y="94"/>
                    </a:lnTo>
                    <a:lnTo>
                      <a:pt x="80" y="98"/>
                    </a:lnTo>
                    <a:lnTo>
                      <a:pt x="78" y="98"/>
                    </a:lnTo>
                    <a:lnTo>
                      <a:pt x="76" y="94"/>
                    </a:lnTo>
                    <a:lnTo>
                      <a:pt x="72" y="91"/>
                    </a:lnTo>
                    <a:lnTo>
                      <a:pt x="72" y="88"/>
                    </a:lnTo>
                    <a:lnTo>
                      <a:pt x="65" y="87"/>
                    </a:lnTo>
                    <a:lnTo>
                      <a:pt x="62" y="87"/>
                    </a:lnTo>
                    <a:lnTo>
                      <a:pt x="61" y="88"/>
                    </a:lnTo>
                    <a:lnTo>
                      <a:pt x="61" y="91"/>
                    </a:lnTo>
                    <a:lnTo>
                      <a:pt x="58" y="93"/>
                    </a:lnTo>
                    <a:lnTo>
                      <a:pt x="55" y="90"/>
                    </a:lnTo>
                    <a:lnTo>
                      <a:pt x="54" y="91"/>
                    </a:lnTo>
                    <a:lnTo>
                      <a:pt x="51" y="91"/>
                    </a:lnTo>
                    <a:lnTo>
                      <a:pt x="53" y="88"/>
                    </a:lnTo>
                    <a:lnTo>
                      <a:pt x="51" y="87"/>
                    </a:lnTo>
                    <a:lnTo>
                      <a:pt x="50" y="87"/>
                    </a:lnTo>
                    <a:lnTo>
                      <a:pt x="48" y="90"/>
                    </a:lnTo>
                    <a:lnTo>
                      <a:pt x="47" y="87"/>
                    </a:lnTo>
                    <a:lnTo>
                      <a:pt x="47" y="83"/>
                    </a:lnTo>
                    <a:lnTo>
                      <a:pt x="47" y="82"/>
                    </a:lnTo>
                    <a:lnTo>
                      <a:pt x="48" y="80"/>
                    </a:lnTo>
                    <a:lnTo>
                      <a:pt x="51" y="76"/>
                    </a:lnTo>
                    <a:lnTo>
                      <a:pt x="48" y="75"/>
                    </a:lnTo>
                    <a:lnTo>
                      <a:pt x="46" y="74"/>
                    </a:lnTo>
                    <a:lnTo>
                      <a:pt x="46" y="76"/>
                    </a:lnTo>
                    <a:lnTo>
                      <a:pt x="47" y="78"/>
                    </a:lnTo>
                    <a:lnTo>
                      <a:pt x="46" y="79"/>
                    </a:lnTo>
                    <a:lnTo>
                      <a:pt x="44" y="79"/>
                    </a:lnTo>
                    <a:lnTo>
                      <a:pt x="42" y="76"/>
                    </a:lnTo>
                    <a:lnTo>
                      <a:pt x="42" y="74"/>
                    </a:lnTo>
                    <a:lnTo>
                      <a:pt x="40" y="72"/>
                    </a:lnTo>
                    <a:lnTo>
                      <a:pt x="39" y="74"/>
                    </a:lnTo>
                    <a:lnTo>
                      <a:pt x="38" y="72"/>
                    </a:lnTo>
                    <a:lnTo>
                      <a:pt x="38" y="67"/>
                    </a:lnTo>
                    <a:lnTo>
                      <a:pt x="35" y="64"/>
                    </a:lnTo>
                    <a:lnTo>
                      <a:pt x="35" y="60"/>
                    </a:lnTo>
                    <a:lnTo>
                      <a:pt x="35" y="57"/>
                    </a:lnTo>
                    <a:lnTo>
                      <a:pt x="35" y="56"/>
                    </a:lnTo>
                    <a:lnTo>
                      <a:pt x="34" y="56"/>
                    </a:lnTo>
                    <a:lnTo>
                      <a:pt x="32" y="53"/>
                    </a:lnTo>
                    <a:lnTo>
                      <a:pt x="34" y="49"/>
                    </a:lnTo>
                    <a:lnTo>
                      <a:pt x="35" y="52"/>
                    </a:lnTo>
                    <a:lnTo>
                      <a:pt x="38" y="52"/>
                    </a:lnTo>
                    <a:lnTo>
                      <a:pt x="39" y="52"/>
                    </a:lnTo>
                    <a:lnTo>
                      <a:pt x="39" y="49"/>
                    </a:lnTo>
                    <a:lnTo>
                      <a:pt x="38" y="45"/>
                    </a:lnTo>
                    <a:lnTo>
                      <a:pt x="39" y="41"/>
                    </a:lnTo>
                    <a:lnTo>
                      <a:pt x="40" y="34"/>
                    </a:lnTo>
                    <a:lnTo>
                      <a:pt x="40" y="29"/>
                    </a:lnTo>
                    <a:lnTo>
                      <a:pt x="39" y="25"/>
                    </a:lnTo>
                    <a:lnTo>
                      <a:pt x="42" y="19"/>
                    </a:lnTo>
                    <a:lnTo>
                      <a:pt x="43" y="16"/>
                    </a:lnTo>
                    <a:lnTo>
                      <a:pt x="47" y="15"/>
                    </a:lnTo>
                    <a:lnTo>
                      <a:pt x="53" y="15"/>
                    </a:lnTo>
                    <a:lnTo>
                      <a:pt x="54" y="18"/>
                    </a:lnTo>
                    <a:lnTo>
                      <a:pt x="57" y="19"/>
                    </a:lnTo>
                    <a:lnTo>
                      <a:pt x="57" y="18"/>
                    </a:lnTo>
                    <a:lnTo>
                      <a:pt x="61" y="18"/>
                    </a:lnTo>
                    <a:lnTo>
                      <a:pt x="63" y="16"/>
                    </a:lnTo>
                    <a:lnTo>
                      <a:pt x="63" y="15"/>
                    </a:lnTo>
                    <a:lnTo>
                      <a:pt x="65" y="15"/>
                    </a:lnTo>
                    <a:lnTo>
                      <a:pt x="66" y="18"/>
                    </a:lnTo>
                    <a:lnTo>
                      <a:pt x="66" y="19"/>
                    </a:lnTo>
                    <a:lnTo>
                      <a:pt x="65" y="21"/>
                    </a:lnTo>
                    <a:lnTo>
                      <a:pt x="65" y="27"/>
                    </a:lnTo>
                    <a:lnTo>
                      <a:pt x="66" y="31"/>
                    </a:lnTo>
                    <a:lnTo>
                      <a:pt x="69" y="31"/>
                    </a:lnTo>
                    <a:lnTo>
                      <a:pt x="69" y="36"/>
                    </a:lnTo>
                    <a:lnTo>
                      <a:pt x="70" y="37"/>
                    </a:lnTo>
                    <a:lnTo>
                      <a:pt x="69" y="44"/>
                    </a:lnTo>
                    <a:lnTo>
                      <a:pt x="68" y="48"/>
                    </a:lnTo>
                    <a:lnTo>
                      <a:pt x="69" y="52"/>
                    </a:lnTo>
                    <a:lnTo>
                      <a:pt x="66" y="55"/>
                    </a:lnTo>
                    <a:lnTo>
                      <a:pt x="66" y="53"/>
                    </a:lnTo>
                    <a:lnTo>
                      <a:pt x="68" y="52"/>
                    </a:lnTo>
                    <a:lnTo>
                      <a:pt x="65" y="53"/>
                    </a:lnTo>
                    <a:lnTo>
                      <a:pt x="61" y="57"/>
                    </a:lnTo>
                    <a:lnTo>
                      <a:pt x="59" y="60"/>
                    </a:lnTo>
                    <a:lnTo>
                      <a:pt x="59" y="63"/>
                    </a:lnTo>
                    <a:lnTo>
                      <a:pt x="58" y="64"/>
                    </a:lnTo>
                    <a:lnTo>
                      <a:pt x="58" y="68"/>
                    </a:lnTo>
                    <a:lnTo>
                      <a:pt x="59" y="69"/>
                    </a:lnTo>
                    <a:lnTo>
                      <a:pt x="61" y="74"/>
                    </a:lnTo>
                    <a:lnTo>
                      <a:pt x="63" y="75"/>
                    </a:lnTo>
                    <a:lnTo>
                      <a:pt x="62" y="76"/>
                    </a:lnTo>
                    <a:lnTo>
                      <a:pt x="62" y="80"/>
                    </a:lnTo>
                    <a:lnTo>
                      <a:pt x="62" y="80"/>
                    </a:lnTo>
                    <a:close/>
                    <a:moveTo>
                      <a:pt x="68" y="80"/>
                    </a:moveTo>
                    <a:lnTo>
                      <a:pt x="68" y="83"/>
                    </a:lnTo>
                    <a:lnTo>
                      <a:pt x="69" y="84"/>
                    </a:lnTo>
                    <a:lnTo>
                      <a:pt x="69" y="82"/>
                    </a:lnTo>
                    <a:lnTo>
                      <a:pt x="68" y="80"/>
                    </a:lnTo>
                    <a:lnTo>
                      <a:pt x="68" y="80"/>
                    </a:lnTo>
                    <a:close/>
                    <a:moveTo>
                      <a:pt x="65" y="69"/>
                    </a:moveTo>
                    <a:lnTo>
                      <a:pt x="66" y="74"/>
                    </a:lnTo>
                    <a:lnTo>
                      <a:pt x="66" y="75"/>
                    </a:lnTo>
                    <a:lnTo>
                      <a:pt x="66" y="78"/>
                    </a:lnTo>
                    <a:lnTo>
                      <a:pt x="68" y="75"/>
                    </a:lnTo>
                    <a:lnTo>
                      <a:pt x="69" y="71"/>
                    </a:lnTo>
                    <a:lnTo>
                      <a:pt x="70" y="69"/>
                    </a:lnTo>
                    <a:lnTo>
                      <a:pt x="68" y="68"/>
                    </a:lnTo>
                    <a:lnTo>
                      <a:pt x="65" y="69"/>
                    </a:lnTo>
                    <a:lnTo>
                      <a:pt x="65" y="69"/>
                    </a:lnTo>
                    <a:close/>
                    <a:moveTo>
                      <a:pt x="39" y="88"/>
                    </a:moveTo>
                    <a:lnTo>
                      <a:pt x="39" y="90"/>
                    </a:lnTo>
                    <a:lnTo>
                      <a:pt x="43" y="91"/>
                    </a:lnTo>
                    <a:lnTo>
                      <a:pt x="44" y="91"/>
                    </a:lnTo>
                    <a:lnTo>
                      <a:pt x="42" y="88"/>
                    </a:lnTo>
                    <a:lnTo>
                      <a:pt x="39" y="88"/>
                    </a:lnTo>
                    <a:lnTo>
                      <a:pt x="39" y="88"/>
                    </a:lnTo>
                    <a:close/>
                    <a:moveTo>
                      <a:pt x="44" y="94"/>
                    </a:moveTo>
                    <a:lnTo>
                      <a:pt x="44" y="95"/>
                    </a:lnTo>
                    <a:lnTo>
                      <a:pt x="47" y="95"/>
                    </a:lnTo>
                    <a:lnTo>
                      <a:pt x="47" y="99"/>
                    </a:lnTo>
                    <a:lnTo>
                      <a:pt x="50" y="99"/>
                    </a:lnTo>
                    <a:lnTo>
                      <a:pt x="51" y="102"/>
                    </a:lnTo>
                    <a:lnTo>
                      <a:pt x="51" y="106"/>
                    </a:lnTo>
                    <a:lnTo>
                      <a:pt x="54" y="108"/>
                    </a:lnTo>
                    <a:lnTo>
                      <a:pt x="54" y="110"/>
                    </a:lnTo>
                    <a:lnTo>
                      <a:pt x="57" y="114"/>
                    </a:lnTo>
                    <a:lnTo>
                      <a:pt x="59" y="114"/>
                    </a:lnTo>
                    <a:lnTo>
                      <a:pt x="61" y="112"/>
                    </a:lnTo>
                    <a:lnTo>
                      <a:pt x="61" y="110"/>
                    </a:lnTo>
                    <a:lnTo>
                      <a:pt x="62" y="109"/>
                    </a:lnTo>
                    <a:lnTo>
                      <a:pt x="62" y="106"/>
                    </a:lnTo>
                    <a:lnTo>
                      <a:pt x="61" y="105"/>
                    </a:lnTo>
                    <a:lnTo>
                      <a:pt x="62" y="102"/>
                    </a:lnTo>
                    <a:lnTo>
                      <a:pt x="62" y="99"/>
                    </a:lnTo>
                    <a:lnTo>
                      <a:pt x="59" y="98"/>
                    </a:lnTo>
                    <a:lnTo>
                      <a:pt x="54" y="94"/>
                    </a:lnTo>
                    <a:lnTo>
                      <a:pt x="50" y="94"/>
                    </a:lnTo>
                    <a:lnTo>
                      <a:pt x="47" y="93"/>
                    </a:lnTo>
                    <a:lnTo>
                      <a:pt x="44" y="94"/>
                    </a:lnTo>
                    <a:lnTo>
                      <a:pt x="44" y="94"/>
                    </a:lnTo>
                    <a:close/>
                    <a:moveTo>
                      <a:pt x="100" y="84"/>
                    </a:moveTo>
                    <a:lnTo>
                      <a:pt x="99" y="86"/>
                    </a:lnTo>
                    <a:lnTo>
                      <a:pt x="100" y="88"/>
                    </a:lnTo>
                    <a:lnTo>
                      <a:pt x="99" y="91"/>
                    </a:lnTo>
                    <a:lnTo>
                      <a:pt x="97" y="91"/>
                    </a:lnTo>
                    <a:lnTo>
                      <a:pt x="99" y="93"/>
                    </a:lnTo>
                    <a:lnTo>
                      <a:pt x="103" y="93"/>
                    </a:lnTo>
                    <a:lnTo>
                      <a:pt x="104" y="90"/>
                    </a:lnTo>
                    <a:lnTo>
                      <a:pt x="103" y="87"/>
                    </a:lnTo>
                    <a:lnTo>
                      <a:pt x="100" y="84"/>
                    </a:lnTo>
                    <a:lnTo>
                      <a:pt x="100" y="84"/>
                    </a:lnTo>
                    <a:close/>
                    <a:moveTo>
                      <a:pt x="66" y="97"/>
                    </a:moveTo>
                    <a:lnTo>
                      <a:pt x="69" y="98"/>
                    </a:lnTo>
                    <a:lnTo>
                      <a:pt x="70" y="97"/>
                    </a:lnTo>
                    <a:lnTo>
                      <a:pt x="72" y="95"/>
                    </a:lnTo>
                    <a:lnTo>
                      <a:pt x="70" y="93"/>
                    </a:lnTo>
                    <a:lnTo>
                      <a:pt x="68" y="91"/>
                    </a:lnTo>
                    <a:lnTo>
                      <a:pt x="66" y="94"/>
                    </a:lnTo>
                    <a:lnTo>
                      <a:pt x="66" y="97"/>
                    </a:lnTo>
                    <a:lnTo>
                      <a:pt x="66" y="97"/>
                    </a:lnTo>
                    <a:close/>
                    <a:moveTo>
                      <a:pt x="72" y="106"/>
                    </a:moveTo>
                    <a:lnTo>
                      <a:pt x="70" y="109"/>
                    </a:lnTo>
                    <a:lnTo>
                      <a:pt x="69" y="112"/>
                    </a:lnTo>
                    <a:lnTo>
                      <a:pt x="70" y="116"/>
                    </a:lnTo>
                    <a:lnTo>
                      <a:pt x="72" y="116"/>
                    </a:lnTo>
                    <a:lnTo>
                      <a:pt x="73" y="112"/>
                    </a:lnTo>
                    <a:lnTo>
                      <a:pt x="72" y="109"/>
                    </a:lnTo>
                    <a:lnTo>
                      <a:pt x="73" y="106"/>
                    </a:lnTo>
                    <a:lnTo>
                      <a:pt x="72" y="106"/>
                    </a:lnTo>
                    <a:lnTo>
                      <a:pt x="72" y="106"/>
                    </a:lnTo>
                    <a:close/>
                    <a:moveTo>
                      <a:pt x="78" y="109"/>
                    </a:moveTo>
                    <a:lnTo>
                      <a:pt x="77" y="110"/>
                    </a:lnTo>
                    <a:lnTo>
                      <a:pt x="77" y="112"/>
                    </a:lnTo>
                    <a:lnTo>
                      <a:pt x="80" y="112"/>
                    </a:lnTo>
                    <a:lnTo>
                      <a:pt x="80" y="110"/>
                    </a:lnTo>
                    <a:lnTo>
                      <a:pt x="78" y="109"/>
                    </a:lnTo>
                    <a:lnTo>
                      <a:pt x="78" y="109"/>
                    </a:lnTo>
                    <a:close/>
                    <a:moveTo>
                      <a:pt x="88" y="102"/>
                    </a:moveTo>
                    <a:lnTo>
                      <a:pt x="84" y="99"/>
                    </a:lnTo>
                    <a:lnTo>
                      <a:pt x="84" y="99"/>
                    </a:lnTo>
                    <a:lnTo>
                      <a:pt x="84" y="101"/>
                    </a:lnTo>
                    <a:lnTo>
                      <a:pt x="87" y="105"/>
                    </a:lnTo>
                    <a:lnTo>
                      <a:pt x="88" y="103"/>
                    </a:lnTo>
                    <a:lnTo>
                      <a:pt x="88" y="102"/>
                    </a:lnTo>
                    <a:lnTo>
                      <a:pt x="88" y="102"/>
                    </a:lnTo>
                    <a:close/>
                    <a:moveTo>
                      <a:pt x="92" y="108"/>
                    </a:moveTo>
                    <a:lnTo>
                      <a:pt x="93" y="109"/>
                    </a:lnTo>
                    <a:lnTo>
                      <a:pt x="96" y="112"/>
                    </a:lnTo>
                    <a:lnTo>
                      <a:pt x="97" y="112"/>
                    </a:lnTo>
                    <a:lnTo>
                      <a:pt x="95" y="108"/>
                    </a:lnTo>
                    <a:lnTo>
                      <a:pt x="92" y="108"/>
                    </a:lnTo>
                    <a:lnTo>
                      <a:pt x="92" y="108"/>
                    </a:lnTo>
                    <a:close/>
                    <a:moveTo>
                      <a:pt x="88" y="117"/>
                    </a:moveTo>
                    <a:lnTo>
                      <a:pt x="91" y="114"/>
                    </a:lnTo>
                    <a:lnTo>
                      <a:pt x="92" y="114"/>
                    </a:lnTo>
                    <a:lnTo>
                      <a:pt x="95" y="117"/>
                    </a:lnTo>
                    <a:lnTo>
                      <a:pt x="99" y="118"/>
                    </a:lnTo>
                    <a:lnTo>
                      <a:pt x="101" y="118"/>
                    </a:lnTo>
                    <a:lnTo>
                      <a:pt x="101" y="117"/>
                    </a:lnTo>
                    <a:lnTo>
                      <a:pt x="99" y="114"/>
                    </a:lnTo>
                    <a:lnTo>
                      <a:pt x="95" y="112"/>
                    </a:lnTo>
                    <a:lnTo>
                      <a:pt x="93" y="112"/>
                    </a:lnTo>
                    <a:lnTo>
                      <a:pt x="91" y="109"/>
                    </a:lnTo>
                    <a:lnTo>
                      <a:pt x="89" y="109"/>
                    </a:lnTo>
                    <a:lnTo>
                      <a:pt x="89" y="109"/>
                    </a:lnTo>
                    <a:lnTo>
                      <a:pt x="88" y="108"/>
                    </a:lnTo>
                    <a:lnTo>
                      <a:pt x="88" y="112"/>
                    </a:lnTo>
                    <a:lnTo>
                      <a:pt x="88" y="113"/>
                    </a:lnTo>
                    <a:lnTo>
                      <a:pt x="88" y="114"/>
                    </a:lnTo>
                    <a:lnTo>
                      <a:pt x="88" y="116"/>
                    </a:lnTo>
                    <a:lnTo>
                      <a:pt x="88" y="117"/>
                    </a:lnTo>
                    <a:lnTo>
                      <a:pt x="88" y="117"/>
                    </a:lnTo>
                    <a:close/>
                    <a:moveTo>
                      <a:pt x="74" y="139"/>
                    </a:moveTo>
                    <a:lnTo>
                      <a:pt x="73" y="140"/>
                    </a:lnTo>
                    <a:lnTo>
                      <a:pt x="72" y="140"/>
                    </a:lnTo>
                    <a:lnTo>
                      <a:pt x="70" y="135"/>
                    </a:lnTo>
                    <a:lnTo>
                      <a:pt x="72" y="132"/>
                    </a:lnTo>
                    <a:lnTo>
                      <a:pt x="72" y="127"/>
                    </a:lnTo>
                    <a:lnTo>
                      <a:pt x="72" y="124"/>
                    </a:lnTo>
                    <a:lnTo>
                      <a:pt x="72" y="121"/>
                    </a:lnTo>
                    <a:lnTo>
                      <a:pt x="70" y="121"/>
                    </a:lnTo>
                    <a:lnTo>
                      <a:pt x="68" y="120"/>
                    </a:lnTo>
                    <a:lnTo>
                      <a:pt x="69" y="118"/>
                    </a:lnTo>
                    <a:lnTo>
                      <a:pt x="72" y="117"/>
                    </a:lnTo>
                    <a:lnTo>
                      <a:pt x="74" y="120"/>
                    </a:lnTo>
                    <a:lnTo>
                      <a:pt x="76" y="121"/>
                    </a:lnTo>
                    <a:lnTo>
                      <a:pt x="76" y="122"/>
                    </a:lnTo>
                    <a:lnTo>
                      <a:pt x="77" y="122"/>
                    </a:lnTo>
                    <a:lnTo>
                      <a:pt x="80" y="122"/>
                    </a:lnTo>
                    <a:lnTo>
                      <a:pt x="82" y="122"/>
                    </a:lnTo>
                    <a:lnTo>
                      <a:pt x="84" y="125"/>
                    </a:lnTo>
                    <a:lnTo>
                      <a:pt x="85" y="124"/>
                    </a:lnTo>
                    <a:lnTo>
                      <a:pt x="88" y="122"/>
                    </a:lnTo>
                    <a:lnTo>
                      <a:pt x="89" y="124"/>
                    </a:lnTo>
                    <a:lnTo>
                      <a:pt x="88" y="127"/>
                    </a:lnTo>
                    <a:lnTo>
                      <a:pt x="87" y="128"/>
                    </a:lnTo>
                    <a:lnTo>
                      <a:pt x="85" y="131"/>
                    </a:lnTo>
                    <a:lnTo>
                      <a:pt x="82" y="133"/>
                    </a:lnTo>
                    <a:lnTo>
                      <a:pt x="81" y="136"/>
                    </a:lnTo>
                    <a:lnTo>
                      <a:pt x="80" y="136"/>
                    </a:lnTo>
                    <a:lnTo>
                      <a:pt x="78" y="136"/>
                    </a:lnTo>
                    <a:lnTo>
                      <a:pt x="77" y="136"/>
                    </a:lnTo>
                    <a:lnTo>
                      <a:pt x="74" y="139"/>
                    </a:lnTo>
                    <a:lnTo>
                      <a:pt x="74" y="139"/>
                    </a:lnTo>
                    <a:close/>
                    <a:moveTo>
                      <a:pt x="81" y="136"/>
                    </a:moveTo>
                    <a:lnTo>
                      <a:pt x="78" y="137"/>
                    </a:lnTo>
                    <a:lnTo>
                      <a:pt x="78" y="140"/>
                    </a:lnTo>
                    <a:lnTo>
                      <a:pt x="80" y="141"/>
                    </a:lnTo>
                    <a:lnTo>
                      <a:pt x="82" y="139"/>
                    </a:lnTo>
                    <a:lnTo>
                      <a:pt x="82" y="137"/>
                    </a:lnTo>
                    <a:lnTo>
                      <a:pt x="81" y="136"/>
                    </a:lnTo>
                    <a:lnTo>
                      <a:pt x="81" y="136"/>
                    </a:lnTo>
                    <a:close/>
                    <a:moveTo>
                      <a:pt x="106" y="136"/>
                    </a:moveTo>
                    <a:lnTo>
                      <a:pt x="106" y="139"/>
                    </a:lnTo>
                    <a:lnTo>
                      <a:pt x="104" y="137"/>
                    </a:lnTo>
                    <a:lnTo>
                      <a:pt x="106" y="136"/>
                    </a:lnTo>
                    <a:lnTo>
                      <a:pt x="106" y="136"/>
                    </a:lnTo>
                    <a:close/>
                    <a:moveTo>
                      <a:pt x="93" y="155"/>
                    </a:moveTo>
                    <a:lnTo>
                      <a:pt x="95" y="152"/>
                    </a:lnTo>
                    <a:lnTo>
                      <a:pt x="96" y="146"/>
                    </a:lnTo>
                    <a:lnTo>
                      <a:pt x="100" y="141"/>
                    </a:lnTo>
                    <a:lnTo>
                      <a:pt x="100" y="139"/>
                    </a:lnTo>
                    <a:lnTo>
                      <a:pt x="100" y="136"/>
                    </a:lnTo>
                    <a:lnTo>
                      <a:pt x="101" y="135"/>
                    </a:lnTo>
                    <a:lnTo>
                      <a:pt x="101" y="129"/>
                    </a:lnTo>
                    <a:lnTo>
                      <a:pt x="99" y="131"/>
                    </a:lnTo>
                    <a:lnTo>
                      <a:pt x="99" y="135"/>
                    </a:lnTo>
                    <a:lnTo>
                      <a:pt x="96" y="139"/>
                    </a:lnTo>
                    <a:lnTo>
                      <a:pt x="96" y="143"/>
                    </a:lnTo>
                    <a:lnTo>
                      <a:pt x="95" y="147"/>
                    </a:lnTo>
                    <a:lnTo>
                      <a:pt x="92" y="150"/>
                    </a:lnTo>
                    <a:lnTo>
                      <a:pt x="92" y="152"/>
                    </a:lnTo>
                    <a:lnTo>
                      <a:pt x="93" y="155"/>
                    </a:lnTo>
                    <a:lnTo>
                      <a:pt x="93" y="155"/>
                    </a:lnTo>
                    <a:close/>
                    <a:moveTo>
                      <a:pt x="89" y="154"/>
                    </a:moveTo>
                    <a:lnTo>
                      <a:pt x="89" y="148"/>
                    </a:lnTo>
                    <a:lnTo>
                      <a:pt x="91" y="140"/>
                    </a:lnTo>
                    <a:lnTo>
                      <a:pt x="93" y="137"/>
                    </a:lnTo>
                    <a:lnTo>
                      <a:pt x="93" y="135"/>
                    </a:lnTo>
                    <a:lnTo>
                      <a:pt x="92" y="133"/>
                    </a:lnTo>
                    <a:lnTo>
                      <a:pt x="91" y="133"/>
                    </a:lnTo>
                    <a:lnTo>
                      <a:pt x="88" y="133"/>
                    </a:lnTo>
                    <a:lnTo>
                      <a:pt x="87" y="135"/>
                    </a:lnTo>
                    <a:lnTo>
                      <a:pt x="87" y="137"/>
                    </a:lnTo>
                    <a:lnTo>
                      <a:pt x="84" y="140"/>
                    </a:lnTo>
                    <a:lnTo>
                      <a:pt x="85" y="144"/>
                    </a:lnTo>
                    <a:lnTo>
                      <a:pt x="84" y="147"/>
                    </a:lnTo>
                    <a:lnTo>
                      <a:pt x="78" y="148"/>
                    </a:lnTo>
                    <a:lnTo>
                      <a:pt x="78" y="150"/>
                    </a:lnTo>
                    <a:lnTo>
                      <a:pt x="78" y="154"/>
                    </a:lnTo>
                    <a:lnTo>
                      <a:pt x="81" y="155"/>
                    </a:lnTo>
                    <a:lnTo>
                      <a:pt x="84" y="156"/>
                    </a:lnTo>
                    <a:lnTo>
                      <a:pt x="87" y="156"/>
                    </a:lnTo>
                    <a:lnTo>
                      <a:pt x="87" y="160"/>
                    </a:lnTo>
                    <a:lnTo>
                      <a:pt x="89" y="160"/>
                    </a:lnTo>
                    <a:lnTo>
                      <a:pt x="92" y="159"/>
                    </a:lnTo>
                    <a:lnTo>
                      <a:pt x="92" y="156"/>
                    </a:lnTo>
                    <a:lnTo>
                      <a:pt x="89" y="154"/>
                    </a:lnTo>
                    <a:lnTo>
                      <a:pt x="89" y="154"/>
                    </a:lnTo>
                    <a:close/>
                    <a:moveTo>
                      <a:pt x="97" y="158"/>
                    </a:moveTo>
                    <a:lnTo>
                      <a:pt x="97" y="159"/>
                    </a:lnTo>
                    <a:lnTo>
                      <a:pt x="97" y="160"/>
                    </a:lnTo>
                    <a:lnTo>
                      <a:pt x="95" y="162"/>
                    </a:lnTo>
                    <a:lnTo>
                      <a:pt x="93" y="160"/>
                    </a:lnTo>
                    <a:lnTo>
                      <a:pt x="95" y="158"/>
                    </a:lnTo>
                    <a:lnTo>
                      <a:pt x="97" y="158"/>
                    </a:lnTo>
                    <a:lnTo>
                      <a:pt x="97" y="158"/>
                    </a:lnTo>
                    <a:close/>
                    <a:moveTo>
                      <a:pt x="106" y="144"/>
                    </a:moveTo>
                    <a:lnTo>
                      <a:pt x="107" y="144"/>
                    </a:lnTo>
                    <a:lnTo>
                      <a:pt x="108" y="147"/>
                    </a:lnTo>
                    <a:lnTo>
                      <a:pt x="110" y="150"/>
                    </a:lnTo>
                    <a:lnTo>
                      <a:pt x="108" y="151"/>
                    </a:lnTo>
                    <a:lnTo>
                      <a:pt x="104" y="154"/>
                    </a:lnTo>
                    <a:lnTo>
                      <a:pt x="100" y="154"/>
                    </a:lnTo>
                    <a:lnTo>
                      <a:pt x="100" y="152"/>
                    </a:lnTo>
                    <a:lnTo>
                      <a:pt x="99" y="150"/>
                    </a:lnTo>
                    <a:lnTo>
                      <a:pt x="100" y="148"/>
                    </a:lnTo>
                    <a:lnTo>
                      <a:pt x="106" y="144"/>
                    </a:lnTo>
                    <a:lnTo>
                      <a:pt x="106" y="144"/>
                    </a:lnTo>
                    <a:close/>
                    <a:moveTo>
                      <a:pt x="119" y="146"/>
                    </a:moveTo>
                    <a:lnTo>
                      <a:pt x="120" y="148"/>
                    </a:lnTo>
                    <a:lnTo>
                      <a:pt x="120" y="150"/>
                    </a:lnTo>
                    <a:lnTo>
                      <a:pt x="118" y="148"/>
                    </a:lnTo>
                    <a:lnTo>
                      <a:pt x="119" y="146"/>
                    </a:lnTo>
                    <a:lnTo>
                      <a:pt x="119" y="146"/>
                    </a:lnTo>
                    <a:close/>
                    <a:moveTo>
                      <a:pt x="111" y="156"/>
                    </a:moveTo>
                    <a:lnTo>
                      <a:pt x="114" y="159"/>
                    </a:lnTo>
                    <a:lnTo>
                      <a:pt x="112" y="160"/>
                    </a:lnTo>
                    <a:lnTo>
                      <a:pt x="111" y="159"/>
                    </a:lnTo>
                    <a:lnTo>
                      <a:pt x="110" y="158"/>
                    </a:lnTo>
                    <a:lnTo>
                      <a:pt x="111" y="156"/>
                    </a:lnTo>
                    <a:lnTo>
                      <a:pt x="111" y="156"/>
                    </a:lnTo>
                    <a:close/>
                    <a:moveTo>
                      <a:pt x="108" y="122"/>
                    </a:moveTo>
                    <a:lnTo>
                      <a:pt x="108" y="125"/>
                    </a:lnTo>
                    <a:lnTo>
                      <a:pt x="106" y="125"/>
                    </a:lnTo>
                    <a:lnTo>
                      <a:pt x="104" y="124"/>
                    </a:lnTo>
                    <a:lnTo>
                      <a:pt x="106" y="122"/>
                    </a:lnTo>
                    <a:lnTo>
                      <a:pt x="108" y="122"/>
                    </a:lnTo>
                    <a:lnTo>
                      <a:pt x="108" y="122"/>
                    </a:lnTo>
                    <a:close/>
                    <a:moveTo>
                      <a:pt x="115" y="127"/>
                    </a:moveTo>
                    <a:lnTo>
                      <a:pt x="116" y="128"/>
                    </a:lnTo>
                    <a:lnTo>
                      <a:pt x="118" y="131"/>
                    </a:lnTo>
                    <a:lnTo>
                      <a:pt x="122" y="131"/>
                    </a:lnTo>
                    <a:lnTo>
                      <a:pt x="123" y="131"/>
                    </a:lnTo>
                    <a:lnTo>
                      <a:pt x="123" y="129"/>
                    </a:lnTo>
                    <a:lnTo>
                      <a:pt x="125" y="131"/>
                    </a:lnTo>
                    <a:lnTo>
                      <a:pt x="123" y="129"/>
                    </a:lnTo>
                    <a:lnTo>
                      <a:pt x="123" y="127"/>
                    </a:lnTo>
                    <a:lnTo>
                      <a:pt x="120" y="125"/>
                    </a:lnTo>
                    <a:lnTo>
                      <a:pt x="122" y="121"/>
                    </a:lnTo>
                    <a:lnTo>
                      <a:pt x="120" y="116"/>
                    </a:lnTo>
                    <a:lnTo>
                      <a:pt x="120" y="114"/>
                    </a:lnTo>
                    <a:lnTo>
                      <a:pt x="120" y="113"/>
                    </a:lnTo>
                    <a:lnTo>
                      <a:pt x="118" y="110"/>
                    </a:lnTo>
                    <a:lnTo>
                      <a:pt x="116" y="108"/>
                    </a:lnTo>
                    <a:lnTo>
                      <a:pt x="115" y="108"/>
                    </a:lnTo>
                    <a:lnTo>
                      <a:pt x="114" y="108"/>
                    </a:lnTo>
                    <a:lnTo>
                      <a:pt x="112" y="108"/>
                    </a:lnTo>
                    <a:lnTo>
                      <a:pt x="111" y="108"/>
                    </a:lnTo>
                    <a:lnTo>
                      <a:pt x="110" y="109"/>
                    </a:lnTo>
                    <a:lnTo>
                      <a:pt x="107" y="109"/>
                    </a:lnTo>
                    <a:lnTo>
                      <a:pt x="104" y="109"/>
                    </a:lnTo>
                    <a:lnTo>
                      <a:pt x="103" y="108"/>
                    </a:lnTo>
                    <a:lnTo>
                      <a:pt x="103" y="110"/>
                    </a:lnTo>
                    <a:lnTo>
                      <a:pt x="106" y="114"/>
                    </a:lnTo>
                    <a:lnTo>
                      <a:pt x="110" y="117"/>
                    </a:lnTo>
                    <a:lnTo>
                      <a:pt x="112" y="121"/>
                    </a:lnTo>
                    <a:lnTo>
                      <a:pt x="114" y="122"/>
                    </a:lnTo>
                    <a:lnTo>
                      <a:pt x="114" y="124"/>
                    </a:lnTo>
                    <a:lnTo>
                      <a:pt x="112" y="125"/>
                    </a:lnTo>
                    <a:lnTo>
                      <a:pt x="112" y="125"/>
                    </a:lnTo>
                    <a:lnTo>
                      <a:pt x="114" y="125"/>
                    </a:lnTo>
                    <a:lnTo>
                      <a:pt x="114" y="125"/>
                    </a:lnTo>
                    <a:lnTo>
                      <a:pt x="115" y="127"/>
                    </a:lnTo>
                    <a:lnTo>
                      <a:pt x="115" y="127"/>
                    </a:lnTo>
                    <a:close/>
                    <a:moveTo>
                      <a:pt x="112" y="127"/>
                    </a:moveTo>
                    <a:lnTo>
                      <a:pt x="110" y="128"/>
                    </a:lnTo>
                    <a:lnTo>
                      <a:pt x="107" y="127"/>
                    </a:lnTo>
                    <a:lnTo>
                      <a:pt x="104" y="127"/>
                    </a:lnTo>
                    <a:lnTo>
                      <a:pt x="106" y="129"/>
                    </a:lnTo>
                    <a:lnTo>
                      <a:pt x="106" y="132"/>
                    </a:lnTo>
                    <a:lnTo>
                      <a:pt x="108" y="135"/>
                    </a:lnTo>
                    <a:lnTo>
                      <a:pt x="110" y="133"/>
                    </a:lnTo>
                    <a:lnTo>
                      <a:pt x="111" y="135"/>
                    </a:lnTo>
                    <a:lnTo>
                      <a:pt x="111" y="137"/>
                    </a:lnTo>
                    <a:lnTo>
                      <a:pt x="112" y="140"/>
                    </a:lnTo>
                    <a:lnTo>
                      <a:pt x="112" y="144"/>
                    </a:lnTo>
                    <a:lnTo>
                      <a:pt x="115" y="147"/>
                    </a:lnTo>
                    <a:lnTo>
                      <a:pt x="115" y="143"/>
                    </a:lnTo>
                    <a:lnTo>
                      <a:pt x="116" y="144"/>
                    </a:lnTo>
                    <a:lnTo>
                      <a:pt x="119" y="144"/>
                    </a:lnTo>
                    <a:lnTo>
                      <a:pt x="119" y="141"/>
                    </a:lnTo>
                    <a:lnTo>
                      <a:pt x="116" y="137"/>
                    </a:lnTo>
                    <a:lnTo>
                      <a:pt x="115" y="136"/>
                    </a:lnTo>
                    <a:lnTo>
                      <a:pt x="114" y="132"/>
                    </a:lnTo>
                    <a:lnTo>
                      <a:pt x="112" y="128"/>
                    </a:lnTo>
                    <a:lnTo>
                      <a:pt x="112" y="127"/>
                    </a:lnTo>
                    <a:lnTo>
                      <a:pt x="112" y="127"/>
                    </a:lnTo>
                    <a:close/>
                    <a:moveTo>
                      <a:pt x="126" y="135"/>
                    </a:moveTo>
                    <a:lnTo>
                      <a:pt x="127" y="133"/>
                    </a:lnTo>
                    <a:lnTo>
                      <a:pt x="126" y="133"/>
                    </a:lnTo>
                    <a:lnTo>
                      <a:pt x="126" y="133"/>
                    </a:lnTo>
                    <a:lnTo>
                      <a:pt x="126" y="135"/>
                    </a:lnTo>
                    <a:lnTo>
                      <a:pt x="126" y="135"/>
                    </a:lnTo>
                    <a:close/>
                    <a:moveTo>
                      <a:pt x="126" y="136"/>
                    </a:moveTo>
                    <a:lnTo>
                      <a:pt x="125" y="136"/>
                    </a:lnTo>
                    <a:lnTo>
                      <a:pt x="125" y="137"/>
                    </a:lnTo>
                    <a:lnTo>
                      <a:pt x="126" y="137"/>
                    </a:lnTo>
                    <a:lnTo>
                      <a:pt x="126" y="136"/>
                    </a:lnTo>
                    <a:lnTo>
                      <a:pt x="126" y="136"/>
                    </a:lnTo>
                    <a:close/>
                    <a:moveTo>
                      <a:pt x="126" y="151"/>
                    </a:moveTo>
                    <a:lnTo>
                      <a:pt x="127" y="147"/>
                    </a:lnTo>
                    <a:lnTo>
                      <a:pt x="125" y="146"/>
                    </a:lnTo>
                    <a:lnTo>
                      <a:pt x="125" y="143"/>
                    </a:lnTo>
                    <a:lnTo>
                      <a:pt x="126" y="141"/>
                    </a:lnTo>
                    <a:lnTo>
                      <a:pt x="125" y="140"/>
                    </a:lnTo>
                    <a:lnTo>
                      <a:pt x="123" y="140"/>
                    </a:lnTo>
                    <a:lnTo>
                      <a:pt x="123" y="144"/>
                    </a:lnTo>
                    <a:lnTo>
                      <a:pt x="125" y="147"/>
                    </a:lnTo>
                    <a:lnTo>
                      <a:pt x="125" y="150"/>
                    </a:lnTo>
                    <a:lnTo>
                      <a:pt x="125" y="150"/>
                    </a:lnTo>
                    <a:lnTo>
                      <a:pt x="126" y="151"/>
                    </a:lnTo>
                    <a:lnTo>
                      <a:pt x="126" y="151"/>
                    </a:lnTo>
                    <a:close/>
                    <a:moveTo>
                      <a:pt x="129" y="151"/>
                    </a:moveTo>
                    <a:lnTo>
                      <a:pt x="129" y="152"/>
                    </a:lnTo>
                    <a:lnTo>
                      <a:pt x="130" y="154"/>
                    </a:lnTo>
                    <a:lnTo>
                      <a:pt x="130" y="152"/>
                    </a:lnTo>
                    <a:lnTo>
                      <a:pt x="129" y="151"/>
                    </a:lnTo>
                    <a:lnTo>
                      <a:pt x="129" y="151"/>
                    </a:lnTo>
                    <a:close/>
                    <a:moveTo>
                      <a:pt x="131" y="146"/>
                    </a:moveTo>
                    <a:lnTo>
                      <a:pt x="130" y="148"/>
                    </a:lnTo>
                    <a:lnTo>
                      <a:pt x="130" y="150"/>
                    </a:lnTo>
                    <a:lnTo>
                      <a:pt x="131" y="151"/>
                    </a:lnTo>
                    <a:lnTo>
                      <a:pt x="134" y="151"/>
                    </a:lnTo>
                    <a:lnTo>
                      <a:pt x="133" y="148"/>
                    </a:lnTo>
                    <a:lnTo>
                      <a:pt x="131" y="146"/>
                    </a:lnTo>
                    <a:lnTo>
                      <a:pt x="131" y="146"/>
                    </a:lnTo>
                    <a:close/>
                    <a:moveTo>
                      <a:pt x="76" y="194"/>
                    </a:moveTo>
                    <a:lnTo>
                      <a:pt x="73" y="192"/>
                    </a:lnTo>
                    <a:lnTo>
                      <a:pt x="74" y="188"/>
                    </a:lnTo>
                    <a:lnTo>
                      <a:pt x="76" y="184"/>
                    </a:lnTo>
                    <a:lnTo>
                      <a:pt x="74" y="182"/>
                    </a:lnTo>
                    <a:lnTo>
                      <a:pt x="77" y="178"/>
                    </a:lnTo>
                    <a:lnTo>
                      <a:pt x="80" y="178"/>
                    </a:lnTo>
                    <a:lnTo>
                      <a:pt x="82" y="175"/>
                    </a:lnTo>
                    <a:lnTo>
                      <a:pt x="85" y="177"/>
                    </a:lnTo>
                    <a:lnTo>
                      <a:pt x="89" y="175"/>
                    </a:lnTo>
                    <a:lnTo>
                      <a:pt x="88" y="173"/>
                    </a:lnTo>
                    <a:lnTo>
                      <a:pt x="89" y="171"/>
                    </a:lnTo>
                    <a:lnTo>
                      <a:pt x="92" y="170"/>
                    </a:lnTo>
                    <a:lnTo>
                      <a:pt x="93" y="167"/>
                    </a:lnTo>
                    <a:lnTo>
                      <a:pt x="96" y="167"/>
                    </a:lnTo>
                    <a:lnTo>
                      <a:pt x="100" y="170"/>
                    </a:lnTo>
                    <a:lnTo>
                      <a:pt x="100" y="174"/>
                    </a:lnTo>
                    <a:lnTo>
                      <a:pt x="97" y="180"/>
                    </a:lnTo>
                    <a:lnTo>
                      <a:pt x="100" y="177"/>
                    </a:lnTo>
                    <a:lnTo>
                      <a:pt x="103" y="175"/>
                    </a:lnTo>
                    <a:lnTo>
                      <a:pt x="106" y="174"/>
                    </a:lnTo>
                    <a:lnTo>
                      <a:pt x="107" y="170"/>
                    </a:lnTo>
                    <a:lnTo>
                      <a:pt x="110" y="169"/>
                    </a:lnTo>
                    <a:lnTo>
                      <a:pt x="111" y="171"/>
                    </a:lnTo>
                    <a:lnTo>
                      <a:pt x="114" y="170"/>
                    </a:lnTo>
                    <a:lnTo>
                      <a:pt x="114" y="169"/>
                    </a:lnTo>
                    <a:lnTo>
                      <a:pt x="112" y="167"/>
                    </a:lnTo>
                    <a:lnTo>
                      <a:pt x="114" y="162"/>
                    </a:lnTo>
                    <a:lnTo>
                      <a:pt x="116" y="163"/>
                    </a:lnTo>
                    <a:lnTo>
                      <a:pt x="119" y="165"/>
                    </a:lnTo>
                    <a:lnTo>
                      <a:pt x="119" y="163"/>
                    </a:lnTo>
                    <a:lnTo>
                      <a:pt x="119" y="159"/>
                    </a:lnTo>
                    <a:lnTo>
                      <a:pt x="120" y="159"/>
                    </a:lnTo>
                    <a:lnTo>
                      <a:pt x="122" y="162"/>
                    </a:lnTo>
                    <a:lnTo>
                      <a:pt x="123" y="159"/>
                    </a:lnTo>
                    <a:lnTo>
                      <a:pt x="122" y="154"/>
                    </a:lnTo>
                    <a:lnTo>
                      <a:pt x="122" y="151"/>
                    </a:lnTo>
                    <a:lnTo>
                      <a:pt x="123" y="151"/>
                    </a:lnTo>
                    <a:lnTo>
                      <a:pt x="125" y="151"/>
                    </a:lnTo>
                    <a:lnTo>
                      <a:pt x="125" y="154"/>
                    </a:lnTo>
                    <a:lnTo>
                      <a:pt x="129" y="156"/>
                    </a:lnTo>
                    <a:lnTo>
                      <a:pt x="131" y="159"/>
                    </a:lnTo>
                    <a:lnTo>
                      <a:pt x="134" y="158"/>
                    </a:lnTo>
                    <a:lnTo>
                      <a:pt x="134" y="160"/>
                    </a:lnTo>
                    <a:lnTo>
                      <a:pt x="135" y="163"/>
                    </a:lnTo>
                    <a:lnTo>
                      <a:pt x="135" y="166"/>
                    </a:lnTo>
                    <a:lnTo>
                      <a:pt x="134" y="166"/>
                    </a:lnTo>
                    <a:lnTo>
                      <a:pt x="133" y="167"/>
                    </a:lnTo>
                    <a:lnTo>
                      <a:pt x="135" y="170"/>
                    </a:lnTo>
                    <a:lnTo>
                      <a:pt x="135" y="170"/>
                    </a:lnTo>
                    <a:lnTo>
                      <a:pt x="135" y="171"/>
                    </a:lnTo>
                    <a:lnTo>
                      <a:pt x="135" y="175"/>
                    </a:lnTo>
                    <a:lnTo>
                      <a:pt x="137" y="173"/>
                    </a:lnTo>
                    <a:lnTo>
                      <a:pt x="137" y="177"/>
                    </a:lnTo>
                    <a:lnTo>
                      <a:pt x="137" y="180"/>
                    </a:lnTo>
                    <a:lnTo>
                      <a:pt x="140" y="182"/>
                    </a:lnTo>
                    <a:lnTo>
                      <a:pt x="141" y="185"/>
                    </a:lnTo>
                    <a:lnTo>
                      <a:pt x="141" y="189"/>
                    </a:lnTo>
                    <a:lnTo>
                      <a:pt x="140" y="193"/>
                    </a:lnTo>
                    <a:lnTo>
                      <a:pt x="138" y="193"/>
                    </a:lnTo>
                    <a:lnTo>
                      <a:pt x="138" y="194"/>
                    </a:lnTo>
                    <a:lnTo>
                      <a:pt x="138" y="193"/>
                    </a:lnTo>
                    <a:lnTo>
                      <a:pt x="135" y="193"/>
                    </a:lnTo>
                    <a:lnTo>
                      <a:pt x="135" y="194"/>
                    </a:lnTo>
                    <a:lnTo>
                      <a:pt x="137" y="199"/>
                    </a:lnTo>
                    <a:lnTo>
                      <a:pt x="137" y="203"/>
                    </a:lnTo>
                    <a:lnTo>
                      <a:pt x="135" y="204"/>
                    </a:lnTo>
                    <a:lnTo>
                      <a:pt x="135" y="203"/>
                    </a:lnTo>
                    <a:lnTo>
                      <a:pt x="134" y="199"/>
                    </a:lnTo>
                    <a:lnTo>
                      <a:pt x="134" y="196"/>
                    </a:lnTo>
                    <a:lnTo>
                      <a:pt x="133" y="193"/>
                    </a:lnTo>
                    <a:lnTo>
                      <a:pt x="131" y="190"/>
                    </a:lnTo>
                    <a:lnTo>
                      <a:pt x="130" y="188"/>
                    </a:lnTo>
                    <a:lnTo>
                      <a:pt x="129" y="189"/>
                    </a:lnTo>
                    <a:lnTo>
                      <a:pt x="125" y="194"/>
                    </a:lnTo>
                    <a:lnTo>
                      <a:pt x="125" y="197"/>
                    </a:lnTo>
                    <a:lnTo>
                      <a:pt x="126" y="199"/>
                    </a:lnTo>
                    <a:lnTo>
                      <a:pt x="129" y="203"/>
                    </a:lnTo>
                    <a:lnTo>
                      <a:pt x="129" y="204"/>
                    </a:lnTo>
                    <a:lnTo>
                      <a:pt x="129" y="208"/>
                    </a:lnTo>
                    <a:lnTo>
                      <a:pt x="125" y="212"/>
                    </a:lnTo>
                    <a:lnTo>
                      <a:pt x="123" y="213"/>
                    </a:lnTo>
                    <a:lnTo>
                      <a:pt x="122" y="213"/>
                    </a:lnTo>
                    <a:lnTo>
                      <a:pt x="122" y="211"/>
                    </a:lnTo>
                    <a:lnTo>
                      <a:pt x="122" y="208"/>
                    </a:lnTo>
                    <a:lnTo>
                      <a:pt x="122" y="208"/>
                    </a:lnTo>
                    <a:lnTo>
                      <a:pt x="120" y="208"/>
                    </a:lnTo>
                    <a:lnTo>
                      <a:pt x="119" y="209"/>
                    </a:lnTo>
                    <a:lnTo>
                      <a:pt x="118" y="211"/>
                    </a:lnTo>
                    <a:lnTo>
                      <a:pt x="115" y="211"/>
                    </a:lnTo>
                    <a:lnTo>
                      <a:pt x="112" y="208"/>
                    </a:lnTo>
                    <a:lnTo>
                      <a:pt x="108" y="208"/>
                    </a:lnTo>
                    <a:lnTo>
                      <a:pt x="106" y="205"/>
                    </a:lnTo>
                    <a:lnTo>
                      <a:pt x="106" y="203"/>
                    </a:lnTo>
                    <a:lnTo>
                      <a:pt x="104" y="200"/>
                    </a:lnTo>
                    <a:lnTo>
                      <a:pt x="104" y="199"/>
                    </a:lnTo>
                    <a:lnTo>
                      <a:pt x="104" y="196"/>
                    </a:lnTo>
                    <a:lnTo>
                      <a:pt x="103" y="194"/>
                    </a:lnTo>
                    <a:lnTo>
                      <a:pt x="104" y="193"/>
                    </a:lnTo>
                    <a:lnTo>
                      <a:pt x="104" y="190"/>
                    </a:lnTo>
                    <a:lnTo>
                      <a:pt x="106" y="190"/>
                    </a:lnTo>
                    <a:lnTo>
                      <a:pt x="107" y="192"/>
                    </a:lnTo>
                    <a:lnTo>
                      <a:pt x="106" y="189"/>
                    </a:lnTo>
                    <a:lnTo>
                      <a:pt x="104" y="186"/>
                    </a:lnTo>
                    <a:lnTo>
                      <a:pt x="101" y="185"/>
                    </a:lnTo>
                    <a:lnTo>
                      <a:pt x="100" y="184"/>
                    </a:lnTo>
                    <a:lnTo>
                      <a:pt x="97" y="182"/>
                    </a:lnTo>
                    <a:lnTo>
                      <a:pt x="96" y="182"/>
                    </a:lnTo>
                    <a:lnTo>
                      <a:pt x="95" y="182"/>
                    </a:lnTo>
                    <a:lnTo>
                      <a:pt x="95" y="184"/>
                    </a:lnTo>
                    <a:lnTo>
                      <a:pt x="95" y="185"/>
                    </a:lnTo>
                    <a:lnTo>
                      <a:pt x="96" y="188"/>
                    </a:lnTo>
                    <a:lnTo>
                      <a:pt x="95" y="188"/>
                    </a:lnTo>
                    <a:lnTo>
                      <a:pt x="92" y="186"/>
                    </a:lnTo>
                    <a:lnTo>
                      <a:pt x="91" y="186"/>
                    </a:lnTo>
                    <a:lnTo>
                      <a:pt x="92" y="184"/>
                    </a:lnTo>
                    <a:lnTo>
                      <a:pt x="89" y="184"/>
                    </a:lnTo>
                    <a:lnTo>
                      <a:pt x="89" y="185"/>
                    </a:lnTo>
                    <a:lnTo>
                      <a:pt x="89" y="188"/>
                    </a:lnTo>
                    <a:lnTo>
                      <a:pt x="88" y="186"/>
                    </a:lnTo>
                    <a:lnTo>
                      <a:pt x="87" y="186"/>
                    </a:lnTo>
                    <a:lnTo>
                      <a:pt x="85" y="186"/>
                    </a:lnTo>
                    <a:lnTo>
                      <a:pt x="85" y="184"/>
                    </a:lnTo>
                    <a:lnTo>
                      <a:pt x="84" y="181"/>
                    </a:lnTo>
                    <a:lnTo>
                      <a:pt x="82" y="182"/>
                    </a:lnTo>
                    <a:lnTo>
                      <a:pt x="81" y="185"/>
                    </a:lnTo>
                    <a:lnTo>
                      <a:pt x="78" y="188"/>
                    </a:lnTo>
                    <a:lnTo>
                      <a:pt x="77" y="193"/>
                    </a:lnTo>
                    <a:lnTo>
                      <a:pt x="76" y="194"/>
                    </a:lnTo>
                    <a:lnTo>
                      <a:pt x="76" y="194"/>
                    </a:lnTo>
                    <a:close/>
                    <a:moveTo>
                      <a:pt x="72" y="199"/>
                    </a:moveTo>
                    <a:lnTo>
                      <a:pt x="72" y="200"/>
                    </a:lnTo>
                    <a:lnTo>
                      <a:pt x="73" y="203"/>
                    </a:lnTo>
                    <a:lnTo>
                      <a:pt x="74" y="203"/>
                    </a:lnTo>
                    <a:lnTo>
                      <a:pt x="78" y="200"/>
                    </a:lnTo>
                    <a:lnTo>
                      <a:pt x="78" y="199"/>
                    </a:lnTo>
                    <a:lnTo>
                      <a:pt x="77" y="199"/>
                    </a:lnTo>
                    <a:lnTo>
                      <a:pt x="76" y="197"/>
                    </a:lnTo>
                    <a:lnTo>
                      <a:pt x="74" y="199"/>
                    </a:lnTo>
                    <a:lnTo>
                      <a:pt x="72" y="199"/>
                    </a:lnTo>
                    <a:lnTo>
                      <a:pt x="72" y="199"/>
                    </a:lnTo>
                    <a:close/>
                    <a:moveTo>
                      <a:pt x="39" y="117"/>
                    </a:moveTo>
                    <a:lnTo>
                      <a:pt x="38" y="114"/>
                    </a:lnTo>
                    <a:lnTo>
                      <a:pt x="36" y="113"/>
                    </a:lnTo>
                    <a:lnTo>
                      <a:pt x="38" y="112"/>
                    </a:lnTo>
                    <a:lnTo>
                      <a:pt x="40" y="112"/>
                    </a:lnTo>
                    <a:lnTo>
                      <a:pt x="42" y="114"/>
                    </a:lnTo>
                    <a:lnTo>
                      <a:pt x="44" y="114"/>
                    </a:lnTo>
                    <a:lnTo>
                      <a:pt x="44" y="116"/>
                    </a:lnTo>
                    <a:lnTo>
                      <a:pt x="44" y="117"/>
                    </a:lnTo>
                    <a:lnTo>
                      <a:pt x="42" y="117"/>
                    </a:lnTo>
                    <a:lnTo>
                      <a:pt x="39" y="117"/>
                    </a:lnTo>
                    <a:lnTo>
                      <a:pt x="39" y="117"/>
                    </a:lnTo>
                    <a:close/>
                    <a:moveTo>
                      <a:pt x="38" y="118"/>
                    </a:moveTo>
                    <a:lnTo>
                      <a:pt x="40" y="118"/>
                    </a:lnTo>
                    <a:lnTo>
                      <a:pt x="40" y="121"/>
                    </a:lnTo>
                    <a:lnTo>
                      <a:pt x="40" y="121"/>
                    </a:lnTo>
                    <a:lnTo>
                      <a:pt x="39" y="122"/>
                    </a:lnTo>
                    <a:lnTo>
                      <a:pt x="38" y="122"/>
                    </a:lnTo>
                    <a:lnTo>
                      <a:pt x="36" y="120"/>
                    </a:lnTo>
                    <a:lnTo>
                      <a:pt x="38" y="118"/>
                    </a:lnTo>
                    <a:lnTo>
                      <a:pt x="38" y="118"/>
                    </a:lnTo>
                    <a:close/>
                    <a:moveTo>
                      <a:pt x="39" y="139"/>
                    </a:moveTo>
                    <a:lnTo>
                      <a:pt x="40" y="139"/>
                    </a:lnTo>
                    <a:lnTo>
                      <a:pt x="40" y="137"/>
                    </a:lnTo>
                    <a:lnTo>
                      <a:pt x="42" y="139"/>
                    </a:lnTo>
                    <a:lnTo>
                      <a:pt x="43" y="140"/>
                    </a:lnTo>
                    <a:lnTo>
                      <a:pt x="42" y="141"/>
                    </a:lnTo>
                    <a:lnTo>
                      <a:pt x="40" y="141"/>
                    </a:lnTo>
                    <a:lnTo>
                      <a:pt x="38" y="141"/>
                    </a:lnTo>
                    <a:lnTo>
                      <a:pt x="39" y="139"/>
                    </a:lnTo>
                    <a:lnTo>
                      <a:pt x="39" y="139"/>
                    </a:lnTo>
                    <a:close/>
                    <a:moveTo>
                      <a:pt x="4" y="171"/>
                    </a:moveTo>
                    <a:lnTo>
                      <a:pt x="6" y="169"/>
                    </a:lnTo>
                    <a:lnTo>
                      <a:pt x="9" y="169"/>
                    </a:lnTo>
                    <a:lnTo>
                      <a:pt x="10" y="166"/>
                    </a:lnTo>
                    <a:lnTo>
                      <a:pt x="13" y="166"/>
                    </a:lnTo>
                    <a:lnTo>
                      <a:pt x="17" y="160"/>
                    </a:lnTo>
                    <a:lnTo>
                      <a:pt x="20" y="159"/>
                    </a:lnTo>
                    <a:lnTo>
                      <a:pt x="23" y="158"/>
                    </a:lnTo>
                    <a:lnTo>
                      <a:pt x="23" y="156"/>
                    </a:lnTo>
                    <a:lnTo>
                      <a:pt x="24" y="154"/>
                    </a:lnTo>
                    <a:lnTo>
                      <a:pt x="24" y="150"/>
                    </a:lnTo>
                    <a:lnTo>
                      <a:pt x="27" y="147"/>
                    </a:lnTo>
                    <a:lnTo>
                      <a:pt x="31" y="147"/>
                    </a:lnTo>
                    <a:lnTo>
                      <a:pt x="32" y="144"/>
                    </a:lnTo>
                    <a:lnTo>
                      <a:pt x="34" y="141"/>
                    </a:lnTo>
                    <a:lnTo>
                      <a:pt x="36" y="141"/>
                    </a:lnTo>
                    <a:lnTo>
                      <a:pt x="38" y="139"/>
                    </a:lnTo>
                    <a:lnTo>
                      <a:pt x="36" y="136"/>
                    </a:lnTo>
                    <a:lnTo>
                      <a:pt x="34" y="133"/>
                    </a:lnTo>
                    <a:lnTo>
                      <a:pt x="34" y="131"/>
                    </a:lnTo>
                    <a:lnTo>
                      <a:pt x="34" y="127"/>
                    </a:lnTo>
                    <a:lnTo>
                      <a:pt x="32" y="127"/>
                    </a:lnTo>
                    <a:lnTo>
                      <a:pt x="32" y="132"/>
                    </a:lnTo>
                    <a:lnTo>
                      <a:pt x="32" y="136"/>
                    </a:lnTo>
                    <a:lnTo>
                      <a:pt x="29" y="135"/>
                    </a:lnTo>
                    <a:lnTo>
                      <a:pt x="32" y="137"/>
                    </a:lnTo>
                    <a:lnTo>
                      <a:pt x="31" y="139"/>
                    </a:lnTo>
                    <a:lnTo>
                      <a:pt x="29" y="141"/>
                    </a:lnTo>
                    <a:lnTo>
                      <a:pt x="27" y="141"/>
                    </a:lnTo>
                    <a:lnTo>
                      <a:pt x="25" y="144"/>
                    </a:lnTo>
                    <a:lnTo>
                      <a:pt x="24" y="147"/>
                    </a:lnTo>
                    <a:lnTo>
                      <a:pt x="21" y="148"/>
                    </a:lnTo>
                    <a:lnTo>
                      <a:pt x="19" y="155"/>
                    </a:lnTo>
                    <a:lnTo>
                      <a:pt x="15" y="158"/>
                    </a:lnTo>
                    <a:lnTo>
                      <a:pt x="12" y="159"/>
                    </a:lnTo>
                    <a:lnTo>
                      <a:pt x="10" y="163"/>
                    </a:lnTo>
                    <a:lnTo>
                      <a:pt x="9" y="163"/>
                    </a:lnTo>
                    <a:lnTo>
                      <a:pt x="5" y="169"/>
                    </a:lnTo>
                    <a:lnTo>
                      <a:pt x="4" y="170"/>
                    </a:lnTo>
                    <a:lnTo>
                      <a:pt x="4" y="171"/>
                    </a:lnTo>
                    <a:lnTo>
                      <a:pt x="4" y="171"/>
                    </a:lnTo>
                    <a:close/>
                    <a:moveTo>
                      <a:pt x="5" y="173"/>
                    </a:moveTo>
                    <a:lnTo>
                      <a:pt x="4" y="174"/>
                    </a:lnTo>
                    <a:lnTo>
                      <a:pt x="5" y="174"/>
                    </a:lnTo>
                    <a:lnTo>
                      <a:pt x="5" y="173"/>
                    </a:lnTo>
                    <a:lnTo>
                      <a:pt x="5" y="173"/>
                    </a:lnTo>
                    <a:close/>
                    <a:moveTo>
                      <a:pt x="6" y="173"/>
                    </a:moveTo>
                    <a:lnTo>
                      <a:pt x="5" y="174"/>
                    </a:lnTo>
                    <a:lnTo>
                      <a:pt x="6" y="174"/>
                    </a:lnTo>
                    <a:lnTo>
                      <a:pt x="6" y="173"/>
                    </a:lnTo>
                    <a:lnTo>
                      <a:pt x="6" y="173"/>
                    </a:lnTo>
                    <a:close/>
                    <a:moveTo>
                      <a:pt x="2" y="177"/>
                    </a:moveTo>
                    <a:lnTo>
                      <a:pt x="0" y="177"/>
                    </a:lnTo>
                    <a:lnTo>
                      <a:pt x="0" y="180"/>
                    </a:lnTo>
                    <a:lnTo>
                      <a:pt x="1" y="182"/>
                    </a:lnTo>
                    <a:lnTo>
                      <a:pt x="2" y="182"/>
                    </a:lnTo>
                    <a:lnTo>
                      <a:pt x="2" y="178"/>
                    </a:lnTo>
                    <a:lnTo>
                      <a:pt x="4" y="177"/>
                    </a:lnTo>
                    <a:lnTo>
                      <a:pt x="2" y="177"/>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6" name="Freeform 772"/>
              <p:cNvSpPr>
                <a:spLocks noEditPoints="1"/>
              </p:cNvSpPr>
              <p:nvPr/>
            </p:nvSpPr>
            <p:spPr bwMode="auto">
              <a:xfrm>
                <a:off x="7272630" y="4394776"/>
                <a:ext cx="512252" cy="180132"/>
              </a:xfrm>
              <a:custGeom>
                <a:avLst/>
                <a:gdLst/>
                <a:ahLst/>
                <a:cxnLst>
                  <a:cxn ang="0">
                    <a:pos x="164" y="70"/>
                  </a:cxn>
                  <a:cxn ang="0">
                    <a:pos x="3" y="31"/>
                  </a:cxn>
                  <a:cxn ang="0">
                    <a:pos x="0" y="25"/>
                  </a:cxn>
                  <a:cxn ang="0">
                    <a:pos x="149" y="93"/>
                  </a:cxn>
                  <a:cxn ang="0">
                    <a:pos x="162" y="95"/>
                  </a:cxn>
                  <a:cxn ang="0">
                    <a:pos x="187" y="88"/>
                  </a:cxn>
                  <a:cxn ang="0">
                    <a:pos x="209" y="88"/>
                  </a:cxn>
                  <a:cxn ang="0">
                    <a:pos x="223" y="53"/>
                  </a:cxn>
                  <a:cxn ang="0">
                    <a:pos x="229" y="44"/>
                  </a:cxn>
                  <a:cxn ang="0">
                    <a:pos x="250" y="46"/>
                  </a:cxn>
                  <a:cxn ang="0">
                    <a:pos x="262" y="46"/>
                  </a:cxn>
                  <a:cxn ang="0">
                    <a:pos x="266" y="36"/>
                  </a:cxn>
                  <a:cxn ang="0">
                    <a:pos x="267" y="30"/>
                  </a:cxn>
                  <a:cxn ang="0">
                    <a:pos x="254" y="27"/>
                  </a:cxn>
                  <a:cxn ang="0">
                    <a:pos x="251" y="24"/>
                  </a:cxn>
                  <a:cxn ang="0">
                    <a:pos x="251" y="15"/>
                  </a:cxn>
                  <a:cxn ang="0">
                    <a:pos x="242" y="5"/>
                  </a:cxn>
                  <a:cxn ang="0">
                    <a:pos x="238" y="9"/>
                  </a:cxn>
                  <a:cxn ang="0">
                    <a:pos x="228" y="20"/>
                  </a:cxn>
                  <a:cxn ang="0">
                    <a:pos x="214" y="32"/>
                  </a:cxn>
                  <a:cxn ang="0">
                    <a:pos x="219" y="36"/>
                  </a:cxn>
                  <a:cxn ang="0">
                    <a:pos x="216" y="46"/>
                  </a:cxn>
                  <a:cxn ang="0">
                    <a:pos x="213" y="38"/>
                  </a:cxn>
                  <a:cxn ang="0">
                    <a:pos x="208" y="46"/>
                  </a:cxn>
                  <a:cxn ang="0">
                    <a:pos x="200" y="46"/>
                  </a:cxn>
                  <a:cxn ang="0">
                    <a:pos x="186" y="62"/>
                  </a:cxn>
                  <a:cxn ang="0">
                    <a:pos x="171" y="74"/>
                  </a:cxn>
                  <a:cxn ang="0">
                    <a:pos x="162" y="80"/>
                  </a:cxn>
                  <a:cxn ang="0">
                    <a:pos x="148" y="87"/>
                  </a:cxn>
                  <a:cxn ang="0">
                    <a:pos x="138" y="81"/>
                  </a:cxn>
                  <a:cxn ang="0">
                    <a:pos x="240" y="0"/>
                  </a:cxn>
                  <a:cxn ang="0">
                    <a:pos x="244" y="2"/>
                  </a:cxn>
                  <a:cxn ang="0">
                    <a:pos x="163" y="76"/>
                  </a:cxn>
                  <a:cxn ang="0">
                    <a:pos x="166" y="74"/>
                  </a:cxn>
                  <a:cxn ang="0">
                    <a:pos x="168" y="69"/>
                  </a:cxn>
                  <a:cxn ang="0">
                    <a:pos x="166" y="70"/>
                  </a:cxn>
                  <a:cxn ang="0">
                    <a:pos x="1" y="11"/>
                  </a:cxn>
                  <a:cxn ang="0">
                    <a:pos x="13" y="13"/>
                  </a:cxn>
                  <a:cxn ang="0">
                    <a:pos x="17" y="24"/>
                  </a:cxn>
                  <a:cxn ang="0">
                    <a:pos x="27" y="19"/>
                  </a:cxn>
                  <a:cxn ang="0">
                    <a:pos x="31" y="16"/>
                  </a:cxn>
                  <a:cxn ang="0">
                    <a:pos x="47" y="43"/>
                  </a:cxn>
                  <a:cxn ang="0">
                    <a:pos x="49" y="62"/>
                  </a:cxn>
                  <a:cxn ang="0">
                    <a:pos x="56" y="72"/>
                  </a:cxn>
                  <a:cxn ang="0">
                    <a:pos x="58" y="80"/>
                  </a:cxn>
                  <a:cxn ang="0">
                    <a:pos x="60" y="85"/>
                  </a:cxn>
                  <a:cxn ang="0">
                    <a:pos x="58" y="88"/>
                  </a:cxn>
                  <a:cxn ang="0">
                    <a:pos x="51" y="88"/>
                  </a:cxn>
                  <a:cxn ang="0">
                    <a:pos x="37" y="80"/>
                  </a:cxn>
                  <a:cxn ang="0">
                    <a:pos x="26" y="70"/>
                  </a:cxn>
                  <a:cxn ang="0">
                    <a:pos x="19" y="59"/>
                  </a:cxn>
                  <a:cxn ang="0">
                    <a:pos x="9" y="49"/>
                  </a:cxn>
                  <a:cxn ang="0">
                    <a:pos x="7" y="34"/>
                  </a:cxn>
                </a:cxnLst>
                <a:rect l="0" t="0" r="r" b="b"/>
                <a:pathLst>
                  <a:path w="273" h="96">
                    <a:moveTo>
                      <a:pt x="164" y="70"/>
                    </a:moveTo>
                    <a:lnTo>
                      <a:pt x="164" y="72"/>
                    </a:lnTo>
                    <a:lnTo>
                      <a:pt x="164" y="73"/>
                    </a:lnTo>
                    <a:lnTo>
                      <a:pt x="164" y="72"/>
                    </a:lnTo>
                    <a:lnTo>
                      <a:pt x="164" y="70"/>
                    </a:lnTo>
                    <a:lnTo>
                      <a:pt x="164" y="70"/>
                    </a:lnTo>
                    <a:lnTo>
                      <a:pt x="164" y="70"/>
                    </a:lnTo>
                    <a:close/>
                    <a:moveTo>
                      <a:pt x="0" y="25"/>
                    </a:moveTo>
                    <a:lnTo>
                      <a:pt x="0" y="30"/>
                    </a:lnTo>
                    <a:lnTo>
                      <a:pt x="3" y="31"/>
                    </a:lnTo>
                    <a:lnTo>
                      <a:pt x="3" y="31"/>
                    </a:lnTo>
                    <a:lnTo>
                      <a:pt x="3" y="28"/>
                    </a:lnTo>
                    <a:lnTo>
                      <a:pt x="1" y="27"/>
                    </a:lnTo>
                    <a:lnTo>
                      <a:pt x="0" y="25"/>
                    </a:lnTo>
                    <a:lnTo>
                      <a:pt x="0" y="25"/>
                    </a:lnTo>
                    <a:close/>
                    <a:moveTo>
                      <a:pt x="138" y="81"/>
                    </a:moveTo>
                    <a:lnTo>
                      <a:pt x="141" y="87"/>
                    </a:lnTo>
                    <a:lnTo>
                      <a:pt x="147" y="89"/>
                    </a:lnTo>
                    <a:lnTo>
                      <a:pt x="147" y="91"/>
                    </a:lnTo>
                    <a:lnTo>
                      <a:pt x="149" y="93"/>
                    </a:lnTo>
                    <a:lnTo>
                      <a:pt x="151" y="96"/>
                    </a:lnTo>
                    <a:lnTo>
                      <a:pt x="153" y="96"/>
                    </a:lnTo>
                    <a:lnTo>
                      <a:pt x="157" y="96"/>
                    </a:lnTo>
                    <a:lnTo>
                      <a:pt x="157" y="93"/>
                    </a:lnTo>
                    <a:lnTo>
                      <a:pt x="162" y="95"/>
                    </a:lnTo>
                    <a:lnTo>
                      <a:pt x="163" y="93"/>
                    </a:lnTo>
                    <a:lnTo>
                      <a:pt x="171" y="93"/>
                    </a:lnTo>
                    <a:lnTo>
                      <a:pt x="179" y="91"/>
                    </a:lnTo>
                    <a:lnTo>
                      <a:pt x="181" y="88"/>
                    </a:lnTo>
                    <a:lnTo>
                      <a:pt x="187" y="88"/>
                    </a:lnTo>
                    <a:lnTo>
                      <a:pt x="191" y="91"/>
                    </a:lnTo>
                    <a:lnTo>
                      <a:pt x="193" y="92"/>
                    </a:lnTo>
                    <a:lnTo>
                      <a:pt x="195" y="92"/>
                    </a:lnTo>
                    <a:lnTo>
                      <a:pt x="202" y="88"/>
                    </a:lnTo>
                    <a:lnTo>
                      <a:pt x="209" y="88"/>
                    </a:lnTo>
                    <a:lnTo>
                      <a:pt x="208" y="85"/>
                    </a:lnTo>
                    <a:lnTo>
                      <a:pt x="213" y="77"/>
                    </a:lnTo>
                    <a:lnTo>
                      <a:pt x="216" y="70"/>
                    </a:lnTo>
                    <a:lnTo>
                      <a:pt x="220" y="65"/>
                    </a:lnTo>
                    <a:lnTo>
                      <a:pt x="223" y="53"/>
                    </a:lnTo>
                    <a:lnTo>
                      <a:pt x="223" y="51"/>
                    </a:lnTo>
                    <a:lnTo>
                      <a:pt x="224" y="49"/>
                    </a:lnTo>
                    <a:lnTo>
                      <a:pt x="224" y="47"/>
                    </a:lnTo>
                    <a:lnTo>
                      <a:pt x="228" y="43"/>
                    </a:lnTo>
                    <a:lnTo>
                      <a:pt x="229" y="44"/>
                    </a:lnTo>
                    <a:lnTo>
                      <a:pt x="235" y="44"/>
                    </a:lnTo>
                    <a:lnTo>
                      <a:pt x="240" y="44"/>
                    </a:lnTo>
                    <a:lnTo>
                      <a:pt x="242" y="44"/>
                    </a:lnTo>
                    <a:lnTo>
                      <a:pt x="246" y="44"/>
                    </a:lnTo>
                    <a:lnTo>
                      <a:pt x="250" y="46"/>
                    </a:lnTo>
                    <a:lnTo>
                      <a:pt x="250" y="44"/>
                    </a:lnTo>
                    <a:lnTo>
                      <a:pt x="253" y="47"/>
                    </a:lnTo>
                    <a:lnTo>
                      <a:pt x="255" y="47"/>
                    </a:lnTo>
                    <a:lnTo>
                      <a:pt x="258" y="46"/>
                    </a:lnTo>
                    <a:lnTo>
                      <a:pt x="262" y="46"/>
                    </a:lnTo>
                    <a:lnTo>
                      <a:pt x="262" y="43"/>
                    </a:lnTo>
                    <a:lnTo>
                      <a:pt x="258" y="40"/>
                    </a:lnTo>
                    <a:lnTo>
                      <a:pt x="258" y="36"/>
                    </a:lnTo>
                    <a:lnTo>
                      <a:pt x="259" y="35"/>
                    </a:lnTo>
                    <a:lnTo>
                      <a:pt x="266" y="36"/>
                    </a:lnTo>
                    <a:lnTo>
                      <a:pt x="270" y="35"/>
                    </a:lnTo>
                    <a:lnTo>
                      <a:pt x="273" y="32"/>
                    </a:lnTo>
                    <a:lnTo>
                      <a:pt x="273" y="31"/>
                    </a:lnTo>
                    <a:lnTo>
                      <a:pt x="270" y="31"/>
                    </a:lnTo>
                    <a:lnTo>
                      <a:pt x="267" y="30"/>
                    </a:lnTo>
                    <a:lnTo>
                      <a:pt x="265" y="28"/>
                    </a:lnTo>
                    <a:lnTo>
                      <a:pt x="262" y="28"/>
                    </a:lnTo>
                    <a:lnTo>
                      <a:pt x="258" y="24"/>
                    </a:lnTo>
                    <a:lnTo>
                      <a:pt x="257" y="24"/>
                    </a:lnTo>
                    <a:lnTo>
                      <a:pt x="254" y="27"/>
                    </a:lnTo>
                    <a:lnTo>
                      <a:pt x="253" y="25"/>
                    </a:lnTo>
                    <a:lnTo>
                      <a:pt x="257" y="23"/>
                    </a:lnTo>
                    <a:lnTo>
                      <a:pt x="255" y="21"/>
                    </a:lnTo>
                    <a:lnTo>
                      <a:pt x="254" y="21"/>
                    </a:lnTo>
                    <a:lnTo>
                      <a:pt x="251" y="24"/>
                    </a:lnTo>
                    <a:lnTo>
                      <a:pt x="250" y="23"/>
                    </a:lnTo>
                    <a:lnTo>
                      <a:pt x="248" y="21"/>
                    </a:lnTo>
                    <a:lnTo>
                      <a:pt x="250" y="17"/>
                    </a:lnTo>
                    <a:lnTo>
                      <a:pt x="251" y="17"/>
                    </a:lnTo>
                    <a:lnTo>
                      <a:pt x="251" y="15"/>
                    </a:lnTo>
                    <a:lnTo>
                      <a:pt x="248" y="13"/>
                    </a:lnTo>
                    <a:lnTo>
                      <a:pt x="247" y="13"/>
                    </a:lnTo>
                    <a:lnTo>
                      <a:pt x="244" y="11"/>
                    </a:lnTo>
                    <a:lnTo>
                      <a:pt x="244" y="6"/>
                    </a:lnTo>
                    <a:lnTo>
                      <a:pt x="242" y="5"/>
                    </a:lnTo>
                    <a:lnTo>
                      <a:pt x="240" y="6"/>
                    </a:lnTo>
                    <a:lnTo>
                      <a:pt x="240" y="9"/>
                    </a:lnTo>
                    <a:lnTo>
                      <a:pt x="238" y="12"/>
                    </a:lnTo>
                    <a:lnTo>
                      <a:pt x="236" y="12"/>
                    </a:lnTo>
                    <a:lnTo>
                      <a:pt x="238" y="9"/>
                    </a:lnTo>
                    <a:lnTo>
                      <a:pt x="238" y="6"/>
                    </a:lnTo>
                    <a:lnTo>
                      <a:pt x="235" y="6"/>
                    </a:lnTo>
                    <a:lnTo>
                      <a:pt x="234" y="13"/>
                    </a:lnTo>
                    <a:lnTo>
                      <a:pt x="231" y="13"/>
                    </a:lnTo>
                    <a:lnTo>
                      <a:pt x="228" y="20"/>
                    </a:lnTo>
                    <a:lnTo>
                      <a:pt x="228" y="24"/>
                    </a:lnTo>
                    <a:lnTo>
                      <a:pt x="223" y="30"/>
                    </a:lnTo>
                    <a:lnTo>
                      <a:pt x="220" y="30"/>
                    </a:lnTo>
                    <a:lnTo>
                      <a:pt x="216" y="31"/>
                    </a:lnTo>
                    <a:lnTo>
                      <a:pt x="214" y="32"/>
                    </a:lnTo>
                    <a:lnTo>
                      <a:pt x="216" y="32"/>
                    </a:lnTo>
                    <a:lnTo>
                      <a:pt x="214" y="34"/>
                    </a:lnTo>
                    <a:lnTo>
                      <a:pt x="216" y="35"/>
                    </a:lnTo>
                    <a:lnTo>
                      <a:pt x="220" y="34"/>
                    </a:lnTo>
                    <a:lnTo>
                      <a:pt x="219" y="36"/>
                    </a:lnTo>
                    <a:lnTo>
                      <a:pt x="216" y="36"/>
                    </a:lnTo>
                    <a:lnTo>
                      <a:pt x="216" y="38"/>
                    </a:lnTo>
                    <a:lnTo>
                      <a:pt x="216" y="39"/>
                    </a:lnTo>
                    <a:lnTo>
                      <a:pt x="217" y="43"/>
                    </a:lnTo>
                    <a:lnTo>
                      <a:pt x="216" y="46"/>
                    </a:lnTo>
                    <a:lnTo>
                      <a:pt x="214" y="44"/>
                    </a:lnTo>
                    <a:lnTo>
                      <a:pt x="214" y="42"/>
                    </a:lnTo>
                    <a:lnTo>
                      <a:pt x="213" y="39"/>
                    </a:lnTo>
                    <a:lnTo>
                      <a:pt x="213" y="39"/>
                    </a:lnTo>
                    <a:lnTo>
                      <a:pt x="213" y="38"/>
                    </a:lnTo>
                    <a:lnTo>
                      <a:pt x="212" y="38"/>
                    </a:lnTo>
                    <a:lnTo>
                      <a:pt x="210" y="40"/>
                    </a:lnTo>
                    <a:lnTo>
                      <a:pt x="212" y="47"/>
                    </a:lnTo>
                    <a:lnTo>
                      <a:pt x="210" y="47"/>
                    </a:lnTo>
                    <a:lnTo>
                      <a:pt x="208" y="46"/>
                    </a:lnTo>
                    <a:lnTo>
                      <a:pt x="205" y="42"/>
                    </a:lnTo>
                    <a:lnTo>
                      <a:pt x="204" y="42"/>
                    </a:lnTo>
                    <a:lnTo>
                      <a:pt x="201" y="40"/>
                    </a:lnTo>
                    <a:lnTo>
                      <a:pt x="200" y="43"/>
                    </a:lnTo>
                    <a:lnTo>
                      <a:pt x="200" y="46"/>
                    </a:lnTo>
                    <a:lnTo>
                      <a:pt x="195" y="49"/>
                    </a:lnTo>
                    <a:lnTo>
                      <a:pt x="194" y="53"/>
                    </a:lnTo>
                    <a:lnTo>
                      <a:pt x="190" y="55"/>
                    </a:lnTo>
                    <a:lnTo>
                      <a:pt x="189" y="58"/>
                    </a:lnTo>
                    <a:lnTo>
                      <a:pt x="186" y="62"/>
                    </a:lnTo>
                    <a:lnTo>
                      <a:pt x="182" y="66"/>
                    </a:lnTo>
                    <a:lnTo>
                      <a:pt x="170" y="69"/>
                    </a:lnTo>
                    <a:lnTo>
                      <a:pt x="168" y="69"/>
                    </a:lnTo>
                    <a:lnTo>
                      <a:pt x="170" y="73"/>
                    </a:lnTo>
                    <a:lnTo>
                      <a:pt x="171" y="74"/>
                    </a:lnTo>
                    <a:lnTo>
                      <a:pt x="170" y="74"/>
                    </a:lnTo>
                    <a:lnTo>
                      <a:pt x="167" y="74"/>
                    </a:lnTo>
                    <a:lnTo>
                      <a:pt x="164" y="76"/>
                    </a:lnTo>
                    <a:lnTo>
                      <a:pt x="163" y="77"/>
                    </a:lnTo>
                    <a:lnTo>
                      <a:pt x="162" y="80"/>
                    </a:lnTo>
                    <a:lnTo>
                      <a:pt x="162" y="84"/>
                    </a:lnTo>
                    <a:lnTo>
                      <a:pt x="159" y="88"/>
                    </a:lnTo>
                    <a:lnTo>
                      <a:pt x="159" y="89"/>
                    </a:lnTo>
                    <a:lnTo>
                      <a:pt x="153" y="88"/>
                    </a:lnTo>
                    <a:lnTo>
                      <a:pt x="148" y="87"/>
                    </a:lnTo>
                    <a:lnTo>
                      <a:pt x="144" y="87"/>
                    </a:lnTo>
                    <a:lnTo>
                      <a:pt x="142" y="84"/>
                    </a:lnTo>
                    <a:lnTo>
                      <a:pt x="140" y="81"/>
                    </a:lnTo>
                    <a:lnTo>
                      <a:pt x="138" y="81"/>
                    </a:lnTo>
                    <a:lnTo>
                      <a:pt x="138" y="81"/>
                    </a:lnTo>
                    <a:close/>
                    <a:moveTo>
                      <a:pt x="240" y="0"/>
                    </a:moveTo>
                    <a:lnTo>
                      <a:pt x="236" y="2"/>
                    </a:lnTo>
                    <a:lnTo>
                      <a:pt x="238" y="2"/>
                    </a:lnTo>
                    <a:lnTo>
                      <a:pt x="240" y="1"/>
                    </a:lnTo>
                    <a:lnTo>
                      <a:pt x="240" y="0"/>
                    </a:lnTo>
                    <a:lnTo>
                      <a:pt x="240" y="0"/>
                    </a:lnTo>
                    <a:close/>
                    <a:moveTo>
                      <a:pt x="243" y="0"/>
                    </a:moveTo>
                    <a:lnTo>
                      <a:pt x="240" y="2"/>
                    </a:lnTo>
                    <a:lnTo>
                      <a:pt x="242" y="4"/>
                    </a:lnTo>
                    <a:lnTo>
                      <a:pt x="244" y="2"/>
                    </a:lnTo>
                    <a:lnTo>
                      <a:pt x="244" y="1"/>
                    </a:lnTo>
                    <a:lnTo>
                      <a:pt x="243" y="0"/>
                    </a:lnTo>
                    <a:lnTo>
                      <a:pt x="243" y="0"/>
                    </a:lnTo>
                    <a:close/>
                    <a:moveTo>
                      <a:pt x="164" y="74"/>
                    </a:moveTo>
                    <a:lnTo>
                      <a:pt x="163" y="76"/>
                    </a:lnTo>
                    <a:lnTo>
                      <a:pt x="164" y="73"/>
                    </a:lnTo>
                    <a:lnTo>
                      <a:pt x="164" y="74"/>
                    </a:lnTo>
                    <a:lnTo>
                      <a:pt x="164" y="74"/>
                    </a:lnTo>
                    <a:close/>
                    <a:moveTo>
                      <a:pt x="167" y="74"/>
                    </a:moveTo>
                    <a:lnTo>
                      <a:pt x="166" y="74"/>
                    </a:lnTo>
                    <a:lnTo>
                      <a:pt x="164" y="73"/>
                    </a:lnTo>
                    <a:lnTo>
                      <a:pt x="166" y="73"/>
                    </a:lnTo>
                    <a:lnTo>
                      <a:pt x="167" y="74"/>
                    </a:lnTo>
                    <a:lnTo>
                      <a:pt x="167" y="74"/>
                    </a:lnTo>
                    <a:close/>
                    <a:moveTo>
                      <a:pt x="168" y="69"/>
                    </a:moveTo>
                    <a:lnTo>
                      <a:pt x="170" y="73"/>
                    </a:lnTo>
                    <a:lnTo>
                      <a:pt x="167" y="74"/>
                    </a:lnTo>
                    <a:lnTo>
                      <a:pt x="166" y="72"/>
                    </a:lnTo>
                    <a:lnTo>
                      <a:pt x="166" y="70"/>
                    </a:lnTo>
                    <a:lnTo>
                      <a:pt x="166" y="70"/>
                    </a:lnTo>
                    <a:lnTo>
                      <a:pt x="167" y="70"/>
                    </a:lnTo>
                    <a:lnTo>
                      <a:pt x="168" y="69"/>
                    </a:lnTo>
                    <a:lnTo>
                      <a:pt x="168" y="69"/>
                    </a:lnTo>
                    <a:close/>
                    <a:moveTo>
                      <a:pt x="0" y="13"/>
                    </a:moveTo>
                    <a:lnTo>
                      <a:pt x="1" y="11"/>
                    </a:lnTo>
                    <a:lnTo>
                      <a:pt x="3" y="8"/>
                    </a:lnTo>
                    <a:lnTo>
                      <a:pt x="5" y="11"/>
                    </a:lnTo>
                    <a:lnTo>
                      <a:pt x="9" y="12"/>
                    </a:lnTo>
                    <a:lnTo>
                      <a:pt x="11" y="13"/>
                    </a:lnTo>
                    <a:lnTo>
                      <a:pt x="13" y="13"/>
                    </a:lnTo>
                    <a:lnTo>
                      <a:pt x="15" y="15"/>
                    </a:lnTo>
                    <a:lnTo>
                      <a:pt x="15" y="19"/>
                    </a:lnTo>
                    <a:lnTo>
                      <a:pt x="13" y="21"/>
                    </a:lnTo>
                    <a:lnTo>
                      <a:pt x="13" y="23"/>
                    </a:lnTo>
                    <a:lnTo>
                      <a:pt x="17" y="24"/>
                    </a:lnTo>
                    <a:lnTo>
                      <a:pt x="20" y="21"/>
                    </a:lnTo>
                    <a:lnTo>
                      <a:pt x="23" y="21"/>
                    </a:lnTo>
                    <a:lnTo>
                      <a:pt x="24" y="23"/>
                    </a:lnTo>
                    <a:lnTo>
                      <a:pt x="27" y="21"/>
                    </a:lnTo>
                    <a:lnTo>
                      <a:pt x="27" y="19"/>
                    </a:lnTo>
                    <a:lnTo>
                      <a:pt x="27" y="19"/>
                    </a:lnTo>
                    <a:lnTo>
                      <a:pt x="27" y="19"/>
                    </a:lnTo>
                    <a:lnTo>
                      <a:pt x="30" y="19"/>
                    </a:lnTo>
                    <a:lnTo>
                      <a:pt x="31" y="17"/>
                    </a:lnTo>
                    <a:lnTo>
                      <a:pt x="31" y="16"/>
                    </a:lnTo>
                    <a:lnTo>
                      <a:pt x="34" y="20"/>
                    </a:lnTo>
                    <a:lnTo>
                      <a:pt x="45" y="31"/>
                    </a:lnTo>
                    <a:lnTo>
                      <a:pt x="47" y="36"/>
                    </a:lnTo>
                    <a:lnTo>
                      <a:pt x="49" y="42"/>
                    </a:lnTo>
                    <a:lnTo>
                      <a:pt x="47" y="43"/>
                    </a:lnTo>
                    <a:lnTo>
                      <a:pt x="47" y="50"/>
                    </a:lnTo>
                    <a:lnTo>
                      <a:pt x="47" y="51"/>
                    </a:lnTo>
                    <a:lnTo>
                      <a:pt x="47" y="54"/>
                    </a:lnTo>
                    <a:lnTo>
                      <a:pt x="49" y="55"/>
                    </a:lnTo>
                    <a:lnTo>
                      <a:pt x="49" y="62"/>
                    </a:lnTo>
                    <a:lnTo>
                      <a:pt x="50" y="66"/>
                    </a:lnTo>
                    <a:lnTo>
                      <a:pt x="53" y="69"/>
                    </a:lnTo>
                    <a:lnTo>
                      <a:pt x="56" y="69"/>
                    </a:lnTo>
                    <a:lnTo>
                      <a:pt x="57" y="70"/>
                    </a:lnTo>
                    <a:lnTo>
                      <a:pt x="56" y="72"/>
                    </a:lnTo>
                    <a:lnTo>
                      <a:pt x="57" y="76"/>
                    </a:lnTo>
                    <a:lnTo>
                      <a:pt x="57" y="77"/>
                    </a:lnTo>
                    <a:lnTo>
                      <a:pt x="58" y="78"/>
                    </a:lnTo>
                    <a:lnTo>
                      <a:pt x="58" y="78"/>
                    </a:lnTo>
                    <a:lnTo>
                      <a:pt x="58" y="80"/>
                    </a:lnTo>
                    <a:lnTo>
                      <a:pt x="62" y="85"/>
                    </a:lnTo>
                    <a:lnTo>
                      <a:pt x="62" y="88"/>
                    </a:lnTo>
                    <a:lnTo>
                      <a:pt x="60" y="88"/>
                    </a:lnTo>
                    <a:lnTo>
                      <a:pt x="60" y="87"/>
                    </a:lnTo>
                    <a:lnTo>
                      <a:pt x="60" y="85"/>
                    </a:lnTo>
                    <a:lnTo>
                      <a:pt x="58" y="84"/>
                    </a:lnTo>
                    <a:lnTo>
                      <a:pt x="58" y="85"/>
                    </a:lnTo>
                    <a:lnTo>
                      <a:pt x="58" y="87"/>
                    </a:lnTo>
                    <a:lnTo>
                      <a:pt x="57" y="88"/>
                    </a:lnTo>
                    <a:lnTo>
                      <a:pt x="58" y="88"/>
                    </a:lnTo>
                    <a:lnTo>
                      <a:pt x="58" y="88"/>
                    </a:lnTo>
                    <a:lnTo>
                      <a:pt x="56" y="91"/>
                    </a:lnTo>
                    <a:lnTo>
                      <a:pt x="56" y="88"/>
                    </a:lnTo>
                    <a:lnTo>
                      <a:pt x="54" y="89"/>
                    </a:lnTo>
                    <a:lnTo>
                      <a:pt x="51" y="88"/>
                    </a:lnTo>
                    <a:lnTo>
                      <a:pt x="49" y="87"/>
                    </a:lnTo>
                    <a:lnTo>
                      <a:pt x="45" y="85"/>
                    </a:lnTo>
                    <a:lnTo>
                      <a:pt x="41" y="83"/>
                    </a:lnTo>
                    <a:lnTo>
                      <a:pt x="38" y="80"/>
                    </a:lnTo>
                    <a:lnTo>
                      <a:pt x="37" y="80"/>
                    </a:lnTo>
                    <a:lnTo>
                      <a:pt x="35" y="80"/>
                    </a:lnTo>
                    <a:lnTo>
                      <a:pt x="32" y="80"/>
                    </a:lnTo>
                    <a:lnTo>
                      <a:pt x="30" y="76"/>
                    </a:lnTo>
                    <a:lnTo>
                      <a:pt x="30" y="73"/>
                    </a:lnTo>
                    <a:lnTo>
                      <a:pt x="26" y="70"/>
                    </a:lnTo>
                    <a:lnTo>
                      <a:pt x="20" y="68"/>
                    </a:lnTo>
                    <a:lnTo>
                      <a:pt x="19" y="66"/>
                    </a:lnTo>
                    <a:lnTo>
                      <a:pt x="19" y="65"/>
                    </a:lnTo>
                    <a:lnTo>
                      <a:pt x="20" y="62"/>
                    </a:lnTo>
                    <a:lnTo>
                      <a:pt x="19" y="59"/>
                    </a:lnTo>
                    <a:lnTo>
                      <a:pt x="16" y="58"/>
                    </a:lnTo>
                    <a:lnTo>
                      <a:pt x="13" y="54"/>
                    </a:lnTo>
                    <a:lnTo>
                      <a:pt x="11" y="53"/>
                    </a:lnTo>
                    <a:lnTo>
                      <a:pt x="8" y="50"/>
                    </a:lnTo>
                    <a:lnTo>
                      <a:pt x="9" y="49"/>
                    </a:lnTo>
                    <a:lnTo>
                      <a:pt x="7" y="46"/>
                    </a:lnTo>
                    <a:lnTo>
                      <a:pt x="7" y="43"/>
                    </a:lnTo>
                    <a:lnTo>
                      <a:pt x="8" y="42"/>
                    </a:lnTo>
                    <a:lnTo>
                      <a:pt x="8" y="38"/>
                    </a:lnTo>
                    <a:lnTo>
                      <a:pt x="7" y="34"/>
                    </a:lnTo>
                    <a:lnTo>
                      <a:pt x="5" y="31"/>
                    </a:lnTo>
                    <a:lnTo>
                      <a:pt x="4" y="19"/>
                    </a:lnTo>
                    <a:lnTo>
                      <a:pt x="0" y="13"/>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7" name="Freeform 773"/>
              <p:cNvSpPr>
                <a:spLocks noEditPoints="1"/>
              </p:cNvSpPr>
              <p:nvPr/>
            </p:nvSpPr>
            <p:spPr bwMode="auto">
              <a:xfrm>
                <a:off x="7295147" y="3933187"/>
                <a:ext cx="219537" cy="427814"/>
              </a:xfrm>
              <a:custGeom>
                <a:avLst/>
                <a:gdLst/>
                <a:ahLst/>
                <a:cxnLst>
                  <a:cxn ang="0">
                    <a:pos x="4" y="12"/>
                  </a:cxn>
                  <a:cxn ang="0">
                    <a:pos x="12" y="13"/>
                  </a:cxn>
                  <a:cxn ang="0">
                    <a:pos x="20" y="11"/>
                  </a:cxn>
                  <a:cxn ang="0">
                    <a:pos x="31" y="9"/>
                  </a:cxn>
                  <a:cxn ang="0">
                    <a:pos x="45" y="0"/>
                  </a:cxn>
                  <a:cxn ang="0">
                    <a:pos x="58" y="7"/>
                  </a:cxn>
                  <a:cxn ang="0">
                    <a:pos x="64" y="11"/>
                  </a:cxn>
                  <a:cxn ang="0">
                    <a:pos x="71" y="24"/>
                  </a:cxn>
                  <a:cxn ang="0">
                    <a:pos x="83" y="26"/>
                  </a:cxn>
                  <a:cxn ang="0">
                    <a:pos x="83" y="31"/>
                  </a:cxn>
                  <a:cxn ang="0">
                    <a:pos x="73" y="34"/>
                  </a:cxn>
                  <a:cxn ang="0">
                    <a:pos x="68" y="38"/>
                  </a:cxn>
                  <a:cxn ang="0">
                    <a:pos x="64" y="39"/>
                  </a:cxn>
                  <a:cxn ang="0">
                    <a:pos x="63" y="47"/>
                  </a:cxn>
                  <a:cxn ang="0">
                    <a:pos x="58" y="54"/>
                  </a:cxn>
                  <a:cxn ang="0">
                    <a:pos x="54" y="58"/>
                  </a:cxn>
                  <a:cxn ang="0">
                    <a:pos x="53" y="69"/>
                  </a:cxn>
                  <a:cxn ang="0">
                    <a:pos x="60" y="77"/>
                  </a:cxn>
                  <a:cxn ang="0">
                    <a:pos x="67" y="87"/>
                  </a:cxn>
                  <a:cxn ang="0">
                    <a:pos x="77" y="99"/>
                  </a:cxn>
                  <a:cxn ang="0">
                    <a:pos x="102" y="119"/>
                  </a:cxn>
                  <a:cxn ang="0">
                    <a:pos x="106" y="129"/>
                  </a:cxn>
                  <a:cxn ang="0">
                    <a:pos x="110" y="140"/>
                  </a:cxn>
                  <a:cxn ang="0">
                    <a:pos x="113" y="152"/>
                  </a:cxn>
                  <a:cxn ang="0">
                    <a:pos x="116" y="160"/>
                  </a:cxn>
                  <a:cxn ang="0">
                    <a:pos x="116" y="164"/>
                  </a:cxn>
                  <a:cxn ang="0">
                    <a:pos x="114" y="171"/>
                  </a:cxn>
                  <a:cxn ang="0">
                    <a:pos x="113" y="180"/>
                  </a:cxn>
                  <a:cxn ang="0">
                    <a:pos x="105" y="190"/>
                  </a:cxn>
                  <a:cxn ang="0">
                    <a:pos x="95" y="197"/>
                  </a:cxn>
                  <a:cxn ang="0">
                    <a:pos x="80" y="201"/>
                  </a:cxn>
                  <a:cxn ang="0">
                    <a:pos x="77" y="199"/>
                  </a:cxn>
                  <a:cxn ang="0">
                    <a:pos x="80" y="204"/>
                  </a:cxn>
                  <a:cxn ang="0">
                    <a:pos x="77" y="209"/>
                  </a:cxn>
                  <a:cxn ang="0">
                    <a:pos x="72" y="209"/>
                  </a:cxn>
                  <a:cxn ang="0">
                    <a:pos x="71" y="214"/>
                  </a:cxn>
                  <a:cxn ang="0">
                    <a:pos x="64" y="220"/>
                  </a:cxn>
                  <a:cxn ang="0">
                    <a:pos x="54" y="228"/>
                  </a:cxn>
                  <a:cxn ang="0">
                    <a:pos x="56" y="224"/>
                  </a:cxn>
                  <a:cxn ang="0">
                    <a:pos x="54" y="216"/>
                  </a:cxn>
                  <a:cxn ang="0">
                    <a:pos x="58" y="204"/>
                  </a:cxn>
                  <a:cxn ang="0">
                    <a:pos x="49" y="204"/>
                  </a:cxn>
                  <a:cxn ang="0">
                    <a:pos x="54" y="195"/>
                  </a:cxn>
                  <a:cxn ang="0">
                    <a:pos x="69" y="193"/>
                  </a:cxn>
                  <a:cxn ang="0">
                    <a:pos x="71" y="187"/>
                  </a:cxn>
                  <a:cxn ang="0">
                    <a:pos x="77" y="176"/>
                  </a:cxn>
                  <a:cxn ang="0">
                    <a:pos x="90" y="166"/>
                  </a:cxn>
                  <a:cxn ang="0">
                    <a:pos x="87" y="145"/>
                  </a:cxn>
                  <a:cxn ang="0">
                    <a:pos x="86" y="134"/>
                  </a:cxn>
                  <a:cxn ang="0">
                    <a:pos x="86" y="122"/>
                  </a:cxn>
                  <a:cxn ang="0">
                    <a:pos x="84" y="113"/>
                  </a:cxn>
                  <a:cxn ang="0">
                    <a:pos x="76" y="106"/>
                  </a:cxn>
                  <a:cxn ang="0">
                    <a:pos x="69" y="99"/>
                  </a:cxn>
                  <a:cxn ang="0">
                    <a:pos x="58" y="88"/>
                  </a:cxn>
                  <a:cxn ang="0">
                    <a:pos x="41" y="74"/>
                  </a:cxn>
                  <a:cxn ang="0">
                    <a:pos x="34" y="66"/>
                  </a:cxn>
                  <a:cxn ang="0">
                    <a:pos x="39" y="58"/>
                  </a:cxn>
                  <a:cxn ang="0">
                    <a:pos x="41" y="47"/>
                  </a:cxn>
                  <a:cxn ang="0">
                    <a:pos x="30" y="39"/>
                  </a:cxn>
                  <a:cxn ang="0">
                    <a:pos x="10" y="30"/>
                  </a:cxn>
                  <a:cxn ang="0">
                    <a:pos x="1" y="17"/>
                  </a:cxn>
                  <a:cxn ang="0">
                    <a:pos x="41" y="205"/>
                  </a:cxn>
                  <a:cxn ang="0">
                    <a:pos x="42" y="199"/>
                  </a:cxn>
                </a:cxnLst>
                <a:rect l="0" t="0" r="r" b="b"/>
                <a:pathLst>
                  <a:path w="117" h="228">
                    <a:moveTo>
                      <a:pt x="0" y="15"/>
                    </a:moveTo>
                    <a:lnTo>
                      <a:pt x="1" y="15"/>
                    </a:lnTo>
                    <a:lnTo>
                      <a:pt x="1" y="15"/>
                    </a:lnTo>
                    <a:lnTo>
                      <a:pt x="3" y="12"/>
                    </a:lnTo>
                    <a:lnTo>
                      <a:pt x="4" y="12"/>
                    </a:lnTo>
                    <a:lnTo>
                      <a:pt x="7" y="11"/>
                    </a:lnTo>
                    <a:lnTo>
                      <a:pt x="10" y="11"/>
                    </a:lnTo>
                    <a:lnTo>
                      <a:pt x="10" y="12"/>
                    </a:lnTo>
                    <a:lnTo>
                      <a:pt x="11" y="13"/>
                    </a:lnTo>
                    <a:lnTo>
                      <a:pt x="12" y="13"/>
                    </a:lnTo>
                    <a:lnTo>
                      <a:pt x="12" y="11"/>
                    </a:lnTo>
                    <a:lnTo>
                      <a:pt x="15" y="9"/>
                    </a:lnTo>
                    <a:lnTo>
                      <a:pt x="18" y="12"/>
                    </a:lnTo>
                    <a:lnTo>
                      <a:pt x="19" y="11"/>
                    </a:lnTo>
                    <a:lnTo>
                      <a:pt x="20" y="11"/>
                    </a:lnTo>
                    <a:lnTo>
                      <a:pt x="22" y="12"/>
                    </a:lnTo>
                    <a:lnTo>
                      <a:pt x="25" y="11"/>
                    </a:lnTo>
                    <a:lnTo>
                      <a:pt x="26" y="8"/>
                    </a:lnTo>
                    <a:lnTo>
                      <a:pt x="29" y="8"/>
                    </a:lnTo>
                    <a:lnTo>
                      <a:pt x="31" y="9"/>
                    </a:lnTo>
                    <a:lnTo>
                      <a:pt x="37" y="8"/>
                    </a:lnTo>
                    <a:lnTo>
                      <a:pt x="35" y="2"/>
                    </a:lnTo>
                    <a:lnTo>
                      <a:pt x="39" y="1"/>
                    </a:lnTo>
                    <a:lnTo>
                      <a:pt x="42" y="1"/>
                    </a:lnTo>
                    <a:lnTo>
                      <a:pt x="45" y="0"/>
                    </a:lnTo>
                    <a:lnTo>
                      <a:pt x="48" y="2"/>
                    </a:lnTo>
                    <a:lnTo>
                      <a:pt x="48" y="4"/>
                    </a:lnTo>
                    <a:lnTo>
                      <a:pt x="50" y="4"/>
                    </a:lnTo>
                    <a:lnTo>
                      <a:pt x="52" y="7"/>
                    </a:lnTo>
                    <a:lnTo>
                      <a:pt x="58" y="7"/>
                    </a:lnTo>
                    <a:lnTo>
                      <a:pt x="60" y="8"/>
                    </a:lnTo>
                    <a:lnTo>
                      <a:pt x="64" y="7"/>
                    </a:lnTo>
                    <a:lnTo>
                      <a:pt x="65" y="8"/>
                    </a:lnTo>
                    <a:lnTo>
                      <a:pt x="65" y="11"/>
                    </a:lnTo>
                    <a:lnTo>
                      <a:pt x="64" y="11"/>
                    </a:lnTo>
                    <a:lnTo>
                      <a:pt x="61" y="16"/>
                    </a:lnTo>
                    <a:lnTo>
                      <a:pt x="64" y="17"/>
                    </a:lnTo>
                    <a:lnTo>
                      <a:pt x="64" y="20"/>
                    </a:lnTo>
                    <a:lnTo>
                      <a:pt x="71" y="21"/>
                    </a:lnTo>
                    <a:lnTo>
                      <a:pt x="71" y="24"/>
                    </a:lnTo>
                    <a:lnTo>
                      <a:pt x="73" y="26"/>
                    </a:lnTo>
                    <a:lnTo>
                      <a:pt x="76" y="27"/>
                    </a:lnTo>
                    <a:lnTo>
                      <a:pt x="79" y="26"/>
                    </a:lnTo>
                    <a:lnTo>
                      <a:pt x="80" y="27"/>
                    </a:lnTo>
                    <a:lnTo>
                      <a:pt x="83" y="26"/>
                    </a:lnTo>
                    <a:lnTo>
                      <a:pt x="84" y="27"/>
                    </a:lnTo>
                    <a:lnTo>
                      <a:pt x="84" y="27"/>
                    </a:lnTo>
                    <a:lnTo>
                      <a:pt x="86" y="28"/>
                    </a:lnTo>
                    <a:lnTo>
                      <a:pt x="84" y="30"/>
                    </a:lnTo>
                    <a:lnTo>
                      <a:pt x="83" y="31"/>
                    </a:lnTo>
                    <a:lnTo>
                      <a:pt x="82" y="31"/>
                    </a:lnTo>
                    <a:lnTo>
                      <a:pt x="79" y="32"/>
                    </a:lnTo>
                    <a:lnTo>
                      <a:pt x="76" y="32"/>
                    </a:lnTo>
                    <a:lnTo>
                      <a:pt x="73" y="32"/>
                    </a:lnTo>
                    <a:lnTo>
                      <a:pt x="73" y="34"/>
                    </a:lnTo>
                    <a:lnTo>
                      <a:pt x="73" y="36"/>
                    </a:lnTo>
                    <a:lnTo>
                      <a:pt x="72" y="36"/>
                    </a:lnTo>
                    <a:lnTo>
                      <a:pt x="72" y="38"/>
                    </a:lnTo>
                    <a:lnTo>
                      <a:pt x="71" y="38"/>
                    </a:lnTo>
                    <a:lnTo>
                      <a:pt x="68" y="38"/>
                    </a:lnTo>
                    <a:lnTo>
                      <a:pt x="67" y="39"/>
                    </a:lnTo>
                    <a:lnTo>
                      <a:pt x="67" y="39"/>
                    </a:lnTo>
                    <a:lnTo>
                      <a:pt x="65" y="38"/>
                    </a:lnTo>
                    <a:lnTo>
                      <a:pt x="64" y="38"/>
                    </a:lnTo>
                    <a:lnTo>
                      <a:pt x="64" y="39"/>
                    </a:lnTo>
                    <a:lnTo>
                      <a:pt x="63" y="41"/>
                    </a:lnTo>
                    <a:lnTo>
                      <a:pt x="64" y="42"/>
                    </a:lnTo>
                    <a:lnTo>
                      <a:pt x="64" y="45"/>
                    </a:lnTo>
                    <a:lnTo>
                      <a:pt x="64" y="46"/>
                    </a:lnTo>
                    <a:lnTo>
                      <a:pt x="63" y="47"/>
                    </a:lnTo>
                    <a:lnTo>
                      <a:pt x="64" y="49"/>
                    </a:lnTo>
                    <a:lnTo>
                      <a:pt x="63" y="50"/>
                    </a:lnTo>
                    <a:lnTo>
                      <a:pt x="63" y="50"/>
                    </a:lnTo>
                    <a:lnTo>
                      <a:pt x="60" y="54"/>
                    </a:lnTo>
                    <a:lnTo>
                      <a:pt x="58" y="54"/>
                    </a:lnTo>
                    <a:lnTo>
                      <a:pt x="57" y="53"/>
                    </a:lnTo>
                    <a:lnTo>
                      <a:pt x="57" y="54"/>
                    </a:lnTo>
                    <a:lnTo>
                      <a:pt x="56" y="54"/>
                    </a:lnTo>
                    <a:lnTo>
                      <a:pt x="56" y="57"/>
                    </a:lnTo>
                    <a:lnTo>
                      <a:pt x="54" y="58"/>
                    </a:lnTo>
                    <a:lnTo>
                      <a:pt x="54" y="61"/>
                    </a:lnTo>
                    <a:lnTo>
                      <a:pt x="56" y="61"/>
                    </a:lnTo>
                    <a:lnTo>
                      <a:pt x="56" y="62"/>
                    </a:lnTo>
                    <a:lnTo>
                      <a:pt x="54" y="68"/>
                    </a:lnTo>
                    <a:lnTo>
                      <a:pt x="53" y="69"/>
                    </a:lnTo>
                    <a:lnTo>
                      <a:pt x="56" y="72"/>
                    </a:lnTo>
                    <a:lnTo>
                      <a:pt x="56" y="73"/>
                    </a:lnTo>
                    <a:lnTo>
                      <a:pt x="53" y="74"/>
                    </a:lnTo>
                    <a:lnTo>
                      <a:pt x="56" y="74"/>
                    </a:lnTo>
                    <a:lnTo>
                      <a:pt x="60" y="77"/>
                    </a:lnTo>
                    <a:lnTo>
                      <a:pt x="64" y="81"/>
                    </a:lnTo>
                    <a:lnTo>
                      <a:pt x="65" y="81"/>
                    </a:lnTo>
                    <a:lnTo>
                      <a:pt x="67" y="84"/>
                    </a:lnTo>
                    <a:lnTo>
                      <a:pt x="67" y="85"/>
                    </a:lnTo>
                    <a:lnTo>
                      <a:pt x="67" y="87"/>
                    </a:lnTo>
                    <a:lnTo>
                      <a:pt x="68" y="89"/>
                    </a:lnTo>
                    <a:lnTo>
                      <a:pt x="68" y="92"/>
                    </a:lnTo>
                    <a:lnTo>
                      <a:pt x="73" y="96"/>
                    </a:lnTo>
                    <a:lnTo>
                      <a:pt x="77" y="98"/>
                    </a:lnTo>
                    <a:lnTo>
                      <a:pt x="77" y="99"/>
                    </a:lnTo>
                    <a:lnTo>
                      <a:pt x="86" y="103"/>
                    </a:lnTo>
                    <a:lnTo>
                      <a:pt x="92" y="108"/>
                    </a:lnTo>
                    <a:lnTo>
                      <a:pt x="94" y="111"/>
                    </a:lnTo>
                    <a:lnTo>
                      <a:pt x="99" y="115"/>
                    </a:lnTo>
                    <a:lnTo>
                      <a:pt x="102" y="119"/>
                    </a:lnTo>
                    <a:lnTo>
                      <a:pt x="102" y="122"/>
                    </a:lnTo>
                    <a:lnTo>
                      <a:pt x="103" y="122"/>
                    </a:lnTo>
                    <a:lnTo>
                      <a:pt x="103" y="123"/>
                    </a:lnTo>
                    <a:lnTo>
                      <a:pt x="106" y="127"/>
                    </a:lnTo>
                    <a:lnTo>
                      <a:pt x="106" y="129"/>
                    </a:lnTo>
                    <a:lnTo>
                      <a:pt x="107" y="130"/>
                    </a:lnTo>
                    <a:lnTo>
                      <a:pt x="106" y="130"/>
                    </a:lnTo>
                    <a:lnTo>
                      <a:pt x="109" y="134"/>
                    </a:lnTo>
                    <a:lnTo>
                      <a:pt x="109" y="138"/>
                    </a:lnTo>
                    <a:lnTo>
                      <a:pt x="110" y="140"/>
                    </a:lnTo>
                    <a:lnTo>
                      <a:pt x="111" y="144"/>
                    </a:lnTo>
                    <a:lnTo>
                      <a:pt x="113" y="145"/>
                    </a:lnTo>
                    <a:lnTo>
                      <a:pt x="113" y="148"/>
                    </a:lnTo>
                    <a:lnTo>
                      <a:pt x="113" y="149"/>
                    </a:lnTo>
                    <a:lnTo>
                      <a:pt x="113" y="152"/>
                    </a:lnTo>
                    <a:lnTo>
                      <a:pt x="113" y="153"/>
                    </a:lnTo>
                    <a:lnTo>
                      <a:pt x="113" y="156"/>
                    </a:lnTo>
                    <a:lnTo>
                      <a:pt x="114" y="157"/>
                    </a:lnTo>
                    <a:lnTo>
                      <a:pt x="114" y="159"/>
                    </a:lnTo>
                    <a:lnTo>
                      <a:pt x="116" y="160"/>
                    </a:lnTo>
                    <a:lnTo>
                      <a:pt x="117" y="164"/>
                    </a:lnTo>
                    <a:lnTo>
                      <a:pt x="117" y="166"/>
                    </a:lnTo>
                    <a:lnTo>
                      <a:pt x="116" y="166"/>
                    </a:lnTo>
                    <a:lnTo>
                      <a:pt x="116" y="164"/>
                    </a:lnTo>
                    <a:lnTo>
                      <a:pt x="116" y="164"/>
                    </a:lnTo>
                    <a:lnTo>
                      <a:pt x="114" y="164"/>
                    </a:lnTo>
                    <a:lnTo>
                      <a:pt x="114" y="167"/>
                    </a:lnTo>
                    <a:lnTo>
                      <a:pt x="116" y="168"/>
                    </a:lnTo>
                    <a:lnTo>
                      <a:pt x="116" y="170"/>
                    </a:lnTo>
                    <a:lnTo>
                      <a:pt x="114" y="171"/>
                    </a:lnTo>
                    <a:lnTo>
                      <a:pt x="114" y="172"/>
                    </a:lnTo>
                    <a:lnTo>
                      <a:pt x="111" y="174"/>
                    </a:lnTo>
                    <a:lnTo>
                      <a:pt x="113" y="176"/>
                    </a:lnTo>
                    <a:lnTo>
                      <a:pt x="113" y="179"/>
                    </a:lnTo>
                    <a:lnTo>
                      <a:pt x="113" y="180"/>
                    </a:lnTo>
                    <a:lnTo>
                      <a:pt x="111" y="182"/>
                    </a:lnTo>
                    <a:lnTo>
                      <a:pt x="110" y="183"/>
                    </a:lnTo>
                    <a:lnTo>
                      <a:pt x="109" y="186"/>
                    </a:lnTo>
                    <a:lnTo>
                      <a:pt x="107" y="187"/>
                    </a:lnTo>
                    <a:lnTo>
                      <a:pt x="105" y="190"/>
                    </a:lnTo>
                    <a:lnTo>
                      <a:pt x="102" y="191"/>
                    </a:lnTo>
                    <a:lnTo>
                      <a:pt x="99" y="193"/>
                    </a:lnTo>
                    <a:lnTo>
                      <a:pt x="99" y="195"/>
                    </a:lnTo>
                    <a:lnTo>
                      <a:pt x="97" y="195"/>
                    </a:lnTo>
                    <a:lnTo>
                      <a:pt x="95" y="197"/>
                    </a:lnTo>
                    <a:lnTo>
                      <a:pt x="88" y="201"/>
                    </a:lnTo>
                    <a:lnTo>
                      <a:pt x="86" y="201"/>
                    </a:lnTo>
                    <a:lnTo>
                      <a:pt x="84" y="201"/>
                    </a:lnTo>
                    <a:lnTo>
                      <a:pt x="82" y="201"/>
                    </a:lnTo>
                    <a:lnTo>
                      <a:pt x="80" y="201"/>
                    </a:lnTo>
                    <a:lnTo>
                      <a:pt x="80" y="199"/>
                    </a:lnTo>
                    <a:lnTo>
                      <a:pt x="80" y="197"/>
                    </a:lnTo>
                    <a:lnTo>
                      <a:pt x="80" y="199"/>
                    </a:lnTo>
                    <a:lnTo>
                      <a:pt x="80" y="199"/>
                    </a:lnTo>
                    <a:lnTo>
                      <a:pt x="77" y="199"/>
                    </a:lnTo>
                    <a:lnTo>
                      <a:pt x="79" y="201"/>
                    </a:lnTo>
                    <a:lnTo>
                      <a:pt x="79" y="201"/>
                    </a:lnTo>
                    <a:lnTo>
                      <a:pt x="77" y="202"/>
                    </a:lnTo>
                    <a:lnTo>
                      <a:pt x="76" y="201"/>
                    </a:lnTo>
                    <a:lnTo>
                      <a:pt x="80" y="204"/>
                    </a:lnTo>
                    <a:lnTo>
                      <a:pt x="79" y="205"/>
                    </a:lnTo>
                    <a:lnTo>
                      <a:pt x="80" y="206"/>
                    </a:lnTo>
                    <a:lnTo>
                      <a:pt x="77" y="208"/>
                    </a:lnTo>
                    <a:lnTo>
                      <a:pt x="75" y="205"/>
                    </a:lnTo>
                    <a:lnTo>
                      <a:pt x="77" y="209"/>
                    </a:lnTo>
                    <a:lnTo>
                      <a:pt x="77" y="210"/>
                    </a:lnTo>
                    <a:lnTo>
                      <a:pt x="76" y="212"/>
                    </a:lnTo>
                    <a:lnTo>
                      <a:pt x="75" y="210"/>
                    </a:lnTo>
                    <a:lnTo>
                      <a:pt x="73" y="209"/>
                    </a:lnTo>
                    <a:lnTo>
                      <a:pt x="72" y="209"/>
                    </a:lnTo>
                    <a:lnTo>
                      <a:pt x="72" y="212"/>
                    </a:lnTo>
                    <a:lnTo>
                      <a:pt x="72" y="212"/>
                    </a:lnTo>
                    <a:lnTo>
                      <a:pt x="73" y="213"/>
                    </a:lnTo>
                    <a:lnTo>
                      <a:pt x="72" y="214"/>
                    </a:lnTo>
                    <a:lnTo>
                      <a:pt x="71" y="214"/>
                    </a:lnTo>
                    <a:lnTo>
                      <a:pt x="69" y="214"/>
                    </a:lnTo>
                    <a:lnTo>
                      <a:pt x="67" y="217"/>
                    </a:lnTo>
                    <a:lnTo>
                      <a:pt x="65" y="218"/>
                    </a:lnTo>
                    <a:lnTo>
                      <a:pt x="64" y="218"/>
                    </a:lnTo>
                    <a:lnTo>
                      <a:pt x="64" y="220"/>
                    </a:lnTo>
                    <a:lnTo>
                      <a:pt x="63" y="223"/>
                    </a:lnTo>
                    <a:lnTo>
                      <a:pt x="61" y="224"/>
                    </a:lnTo>
                    <a:lnTo>
                      <a:pt x="60" y="224"/>
                    </a:lnTo>
                    <a:lnTo>
                      <a:pt x="61" y="225"/>
                    </a:lnTo>
                    <a:lnTo>
                      <a:pt x="54" y="228"/>
                    </a:lnTo>
                    <a:lnTo>
                      <a:pt x="52" y="227"/>
                    </a:lnTo>
                    <a:lnTo>
                      <a:pt x="53" y="225"/>
                    </a:lnTo>
                    <a:lnTo>
                      <a:pt x="56" y="225"/>
                    </a:lnTo>
                    <a:lnTo>
                      <a:pt x="57" y="223"/>
                    </a:lnTo>
                    <a:lnTo>
                      <a:pt x="56" y="224"/>
                    </a:lnTo>
                    <a:lnTo>
                      <a:pt x="53" y="223"/>
                    </a:lnTo>
                    <a:lnTo>
                      <a:pt x="54" y="218"/>
                    </a:lnTo>
                    <a:lnTo>
                      <a:pt x="54" y="218"/>
                    </a:lnTo>
                    <a:lnTo>
                      <a:pt x="53" y="217"/>
                    </a:lnTo>
                    <a:lnTo>
                      <a:pt x="54" y="216"/>
                    </a:lnTo>
                    <a:lnTo>
                      <a:pt x="54" y="212"/>
                    </a:lnTo>
                    <a:lnTo>
                      <a:pt x="56" y="208"/>
                    </a:lnTo>
                    <a:lnTo>
                      <a:pt x="60" y="205"/>
                    </a:lnTo>
                    <a:lnTo>
                      <a:pt x="61" y="204"/>
                    </a:lnTo>
                    <a:lnTo>
                      <a:pt x="58" y="204"/>
                    </a:lnTo>
                    <a:lnTo>
                      <a:pt x="56" y="204"/>
                    </a:lnTo>
                    <a:lnTo>
                      <a:pt x="54" y="205"/>
                    </a:lnTo>
                    <a:lnTo>
                      <a:pt x="53" y="204"/>
                    </a:lnTo>
                    <a:lnTo>
                      <a:pt x="52" y="204"/>
                    </a:lnTo>
                    <a:lnTo>
                      <a:pt x="49" y="204"/>
                    </a:lnTo>
                    <a:lnTo>
                      <a:pt x="49" y="202"/>
                    </a:lnTo>
                    <a:lnTo>
                      <a:pt x="49" y="201"/>
                    </a:lnTo>
                    <a:lnTo>
                      <a:pt x="48" y="199"/>
                    </a:lnTo>
                    <a:lnTo>
                      <a:pt x="50" y="197"/>
                    </a:lnTo>
                    <a:lnTo>
                      <a:pt x="54" y="195"/>
                    </a:lnTo>
                    <a:lnTo>
                      <a:pt x="56" y="191"/>
                    </a:lnTo>
                    <a:lnTo>
                      <a:pt x="58" y="191"/>
                    </a:lnTo>
                    <a:lnTo>
                      <a:pt x="60" y="193"/>
                    </a:lnTo>
                    <a:lnTo>
                      <a:pt x="67" y="191"/>
                    </a:lnTo>
                    <a:lnTo>
                      <a:pt x="69" y="193"/>
                    </a:lnTo>
                    <a:lnTo>
                      <a:pt x="71" y="195"/>
                    </a:lnTo>
                    <a:lnTo>
                      <a:pt x="75" y="194"/>
                    </a:lnTo>
                    <a:lnTo>
                      <a:pt x="73" y="191"/>
                    </a:lnTo>
                    <a:lnTo>
                      <a:pt x="73" y="190"/>
                    </a:lnTo>
                    <a:lnTo>
                      <a:pt x="71" y="187"/>
                    </a:lnTo>
                    <a:lnTo>
                      <a:pt x="68" y="186"/>
                    </a:lnTo>
                    <a:lnTo>
                      <a:pt x="68" y="180"/>
                    </a:lnTo>
                    <a:lnTo>
                      <a:pt x="71" y="179"/>
                    </a:lnTo>
                    <a:lnTo>
                      <a:pt x="76" y="179"/>
                    </a:lnTo>
                    <a:lnTo>
                      <a:pt x="77" y="176"/>
                    </a:lnTo>
                    <a:lnTo>
                      <a:pt x="82" y="174"/>
                    </a:lnTo>
                    <a:lnTo>
                      <a:pt x="84" y="172"/>
                    </a:lnTo>
                    <a:lnTo>
                      <a:pt x="86" y="171"/>
                    </a:lnTo>
                    <a:lnTo>
                      <a:pt x="88" y="170"/>
                    </a:lnTo>
                    <a:lnTo>
                      <a:pt x="90" y="166"/>
                    </a:lnTo>
                    <a:lnTo>
                      <a:pt x="90" y="163"/>
                    </a:lnTo>
                    <a:lnTo>
                      <a:pt x="90" y="159"/>
                    </a:lnTo>
                    <a:lnTo>
                      <a:pt x="90" y="156"/>
                    </a:lnTo>
                    <a:lnTo>
                      <a:pt x="90" y="152"/>
                    </a:lnTo>
                    <a:lnTo>
                      <a:pt x="87" y="145"/>
                    </a:lnTo>
                    <a:lnTo>
                      <a:pt x="84" y="144"/>
                    </a:lnTo>
                    <a:lnTo>
                      <a:pt x="83" y="140"/>
                    </a:lnTo>
                    <a:lnTo>
                      <a:pt x="83" y="140"/>
                    </a:lnTo>
                    <a:lnTo>
                      <a:pt x="86" y="138"/>
                    </a:lnTo>
                    <a:lnTo>
                      <a:pt x="86" y="134"/>
                    </a:lnTo>
                    <a:lnTo>
                      <a:pt x="84" y="132"/>
                    </a:lnTo>
                    <a:lnTo>
                      <a:pt x="84" y="129"/>
                    </a:lnTo>
                    <a:lnTo>
                      <a:pt x="88" y="125"/>
                    </a:lnTo>
                    <a:lnTo>
                      <a:pt x="88" y="122"/>
                    </a:lnTo>
                    <a:lnTo>
                      <a:pt x="86" y="122"/>
                    </a:lnTo>
                    <a:lnTo>
                      <a:pt x="84" y="119"/>
                    </a:lnTo>
                    <a:lnTo>
                      <a:pt x="86" y="117"/>
                    </a:lnTo>
                    <a:lnTo>
                      <a:pt x="87" y="114"/>
                    </a:lnTo>
                    <a:lnTo>
                      <a:pt x="87" y="113"/>
                    </a:lnTo>
                    <a:lnTo>
                      <a:pt x="84" y="113"/>
                    </a:lnTo>
                    <a:lnTo>
                      <a:pt x="82" y="113"/>
                    </a:lnTo>
                    <a:lnTo>
                      <a:pt x="80" y="110"/>
                    </a:lnTo>
                    <a:lnTo>
                      <a:pt x="77" y="110"/>
                    </a:lnTo>
                    <a:lnTo>
                      <a:pt x="76" y="108"/>
                    </a:lnTo>
                    <a:lnTo>
                      <a:pt x="76" y="106"/>
                    </a:lnTo>
                    <a:lnTo>
                      <a:pt x="75" y="106"/>
                    </a:lnTo>
                    <a:lnTo>
                      <a:pt x="73" y="106"/>
                    </a:lnTo>
                    <a:lnTo>
                      <a:pt x="72" y="104"/>
                    </a:lnTo>
                    <a:lnTo>
                      <a:pt x="71" y="102"/>
                    </a:lnTo>
                    <a:lnTo>
                      <a:pt x="69" y="99"/>
                    </a:lnTo>
                    <a:lnTo>
                      <a:pt x="67" y="99"/>
                    </a:lnTo>
                    <a:lnTo>
                      <a:pt x="64" y="98"/>
                    </a:lnTo>
                    <a:lnTo>
                      <a:pt x="63" y="95"/>
                    </a:lnTo>
                    <a:lnTo>
                      <a:pt x="58" y="89"/>
                    </a:lnTo>
                    <a:lnTo>
                      <a:pt x="58" y="88"/>
                    </a:lnTo>
                    <a:lnTo>
                      <a:pt x="56" y="84"/>
                    </a:lnTo>
                    <a:lnTo>
                      <a:pt x="52" y="81"/>
                    </a:lnTo>
                    <a:lnTo>
                      <a:pt x="48" y="77"/>
                    </a:lnTo>
                    <a:lnTo>
                      <a:pt x="45" y="76"/>
                    </a:lnTo>
                    <a:lnTo>
                      <a:pt x="41" y="74"/>
                    </a:lnTo>
                    <a:lnTo>
                      <a:pt x="37" y="73"/>
                    </a:lnTo>
                    <a:lnTo>
                      <a:pt x="35" y="70"/>
                    </a:lnTo>
                    <a:lnTo>
                      <a:pt x="33" y="70"/>
                    </a:lnTo>
                    <a:lnTo>
                      <a:pt x="31" y="68"/>
                    </a:lnTo>
                    <a:lnTo>
                      <a:pt x="34" y="66"/>
                    </a:lnTo>
                    <a:lnTo>
                      <a:pt x="31" y="62"/>
                    </a:lnTo>
                    <a:lnTo>
                      <a:pt x="30" y="60"/>
                    </a:lnTo>
                    <a:lnTo>
                      <a:pt x="33" y="60"/>
                    </a:lnTo>
                    <a:lnTo>
                      <a:pt x="37" y="58"/>
                    </a:lnTo>
                    <a:lnTo>
                      <a:pt x="39" y="58"/>
                    </a:lnTo>
                    <a:lnTo>
                      <a:pt x="41" y="57"/>
                    </a:lnTo>
                    <a:lnTo>
                      <a:pt x="42" y="51"/>
                    </a:lnTo>
                    <a:lnTo>
                      <a:pt x="45" y="50"/>
                    </a:lnTo>
                    <a:lnTo>
                      <a:pt x="45" y="49"/>
                    </a:lnTo>
                    <a:lnTo>
                      <a:pt x="41" y="47"/>
                    </a:lnTo>
                    <a:lnTo>
                      <a:pt x="41" y="45"/>
                    </a:lnTo>
                    <a:lnTo>
                      <a:pt x="41" y="42"/>
                    </a:lnTo>
                    <a:lnTo>
                      <a:pt x="37" y="42"/>
                    </a:lnTo>
                    <a:lnTo>
                      <a:pt x="34" y="39"/>
                    </a:lnTo>
                    <a:lnTo>
                      <a:pt x="30" y="39"/>
                    </a:lnTo>
                    <a:lnTo>
                      <a:pt x="27" y="41"/>
                    </a:lnTo>
                    <a:lnTo>
                      <a:pt x="25" y="39"/>
                    </a:lnTo>
                    <a:lnTo>
                      <a:pt x="18" y="39"/>
                    </a:lnTo>
                    <a:lnTo>
                      <a:pt x="15" y="35"/>
                    </a:lnTo>
                    <a:lnTo>
                      <a:pt x="10" y="30"/>
                    </a:lnTo>
                    <a:lnTo>
                      <a:pt x="11" y="28"/>
                    </a:lnTo>
                    <a:lnTo>
                      <a:pt x="11" y="24"/>
                    </a:lnTo>
                    <a:lnTo>
                      <a:pt x="8" y="23"/>
                    </a:lnTo>
                    <a:lnTo>
                      <a:pt x="5" y="19"/>
                    </a:lnTo>
                    <a:lnTo>
                      <a:pt x="1" y="17"/>
                    </a:lnTo>
                    <a:lnTo>
                      <a:pt x="0" y="15"/>
                    </a:lnTo>
                    <a:lnTo>
                      <a:pt x="0" y="15"/>
                    </a:lnTo>
                    <a:close/>
                    <a:moveTo>
                      <a:pt x="39" y="201"/>
                    </a:moveTo>
                    <a:lnTo>
                      <a:pt x="41" y="202"/>
                    </a:lnTo>
                    <a:lnTo>
                      <a:pt x="41" y="205"/>
                    </a:lnTo>
                    <a:lnTo>
                      <a:pt x="41" y="206"/>
                    </a:lnTo>
                    <a:lnTo>
                      <a:pt x="44" y="206"/>
                    </a:lnTo>
                    <a:lnTo>
                      <a:pt x="44" y="202"/>
                    </a:lnTo>
                    <a:lnTo>
                      <a:pt x="42" y="201"/>
                    </a:lnTo>
                    <a:lnTo>
                      <a:pt x="42" y="199"/>
                    </a:lnTo>
                    <a:lnTo>
                      <a:pt x="39" y="20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8" name="Freeform 777"/>
              <p:cNvSpPr>
                <a:spLocks noEditPoints="1"/>
              </p:cNvSpPr>
              <p:nvPr/>
            </p:nvSpPr>
            <p:spPr bwMode="auto">
              <a:xfrm>
                <a:off x="7563469" y="4880758"/>
                <a:ext cx="1082670" cy="1165231"/>
              </a:xfrm>
              <a:custGeom>
                <a:avLst/>
                <a:gdLst/>
                <a:ahLst/>
                <a:cxnLst>
                  <a:cxn ang="0">
                    <a:pos x="572" y="261"/>
                  </a:cxn>
                  <a:cxn ang="0">
                    <a:pos x="492" y="131"/>
                  </a:cxn>
                  <a:cxn ang="0">
                    <a:pos x="398" y="110"/>
                  </a:cxn>
                  <a:cxn ang="0">
                    <a:pos x="364" y="90"/>
                  </a:cxn>
                  <a:cxn ang="0">
                    <a:pos x="361" y="59"/>
                  </a:cxn>
                  <a:cxn ang="0">
                    <a:pos x="357" y="22"/>
                  </a:cxn>
                  <a:cxn ang="0">
                    <a:pos x="341" y="31"/>
                  </a:cxn>
                  <a:cxn ang="0">
                    <a:pos x="289" y="22"/>
                  </a:cxn>
                  <a:cxn ang="0">
                    <a:pos x="273" y="25"/>
                  </a:cxn>
                  <a:cxn ang="0">
                    <a:pos x="180" y="84"/>
                  </a:cxn>
                  <a:cxn ang="0">
                    <a:pos x="1" y="241"/>
                  </a:cxn>
                  <a:cxn ang="0">
                    <a:pos x="314" y="444"/>
                  </a:cxn>
                  <a:cxn ang="0">
                    <a:pos x="424" y="512"/>
                  </a:cxn>
                  <a:cxn ang="0">
                    <a:pos x="387" y="545"/>
                  </a:cxn>
                  <a:cxn ang="0">
                    <a:pos x="436" y="545"/>
                  </a:cxn>
                  <a:cxn ang="0">
                    <a:pos x="434" y="553"/>
                  </a:cxn>
                  <a:cxn ang="0">
                    <a:pos x="387" y="612"/>
                  </a:cxn>
                  <a:cxn ang="0">
                    <a:pos x="384" y="556"/>
                  </a:cxn>
                  <a:cxn ang="0">
                    <a:pos x="426" y="560"/>
                  </a:cxn>
                  <a:cxn ang="0">
                    <a:pos x="421" y="598"/>
                  </a:cxn>
                  <a:cxn ang="0">
                    <a:pos x="402" y="609"/>
                  </a:cxn>
                  <a:cxn ang="0">
                    <a:pos x="21" y="408"/>
                  </a:cxn>
                  <a:cxn ang="0">
                    <a:pos x="65" y="400"/>
                  </a:cxn>
                  <a:cxn ang="0">
                    <a:pos x="118" y="394"/>
                  </a:cxn>
                  <a:cxn ang="0">
                    <a:pos x="186" y="364"/>
                  </a:cxn>
                  <a:cxn ang="0">
                    <a:pos x="267" y="367"/>
                  </a:cxn>
                  <a:cxn ang="0">
                    <a:pos x="288" y="412"/>
                  </a:cxn>
                  <a:cxn ang="0">
                    <a:pos x="322" y="391"/>
                  </a:cxn>
                  <a:cxn ang="0">
                    <a:pos x="307" y="428"/>
                  </a:cxn>
                  <a:cxn ang="0">
                    <a:pos x="338" y="432"/>
                  </a:cxn>
                  <a:cxn ang="0">
                    <a:pos x="354" y="493"/>
                  </a:cxn>
                  <a:cxn ang="0">
                    <a:pos x="402" y="497"/>
                  </a:cxn>
                  <a:cxn ang="0">
                    <a:pos x="420" y="520"/>
                  </a:cxn>
                  <a:cxn ang="0">
                    <a:pos x="471" y="496"/>
                  </a:cxn>
                  <a:cxn ang="0">
                    <a:pos x="513" y="415"/>
                  </a:cxn>
                  <a:cxn ang="0">
                    <a:pos x="553" y="366"/>
                  </a:cxn>
                  <a:cxn ang="0">
                    <a:pos x="568" y="283"/>
                  </a:cxn>
                  <a:cxn ang="0">
                    <a:pos x="551" y="226"/>
                  </a:cxn>
                  <a:cxn ang="0">
                    <a:pos x="536" y="204"/>
                  </a:cxn>
                  <a:cxn ang="0">
                    <a:pos x="515" y="158"/>
                  </a:cxn>
                  <a:cxn ang="0">
                    <a:pos x="489" y="126"/>
                  </a:cxn>
                  <a:cxn ang="0">
                    <a:pos x="472" y="64"/>
                  </a:cxn>
                  <a:cxn ang="0">
                    <a:pos x="451" y="27"/>
                  </a:cxn>
                  <a:cxn ang="0">
                    <a:pos x="433" y="48"/>
                  </a:cxn>
                  <a:cxn ang="0">
                    <a:pos x="406" y="122"/>
                  </a:cxn>
                  <a:cxn ang="0">
                    <a:pos x="356" y="90"/>
                  </a:cxn>
                  <a:cxn ang="0">
                    <a:pos x="356" y="49"/>
                  </a:cxn>
                  <a:cxn ang="0">
                    <a:pos x="352" y="33"/>
                  </a:cxn>
                  <a:cxn ang="0">
                    <a:pos x="326" y="27"/>
                  </a:cxn>
                  <a:cxn ang="0">
                    <a:pos x="300" y="21"/>
                  </a:cxn>
                  <a:cxn ang="0">
                    <a:pos x="276" y="41"/>
                  </a:cxn>
                  <a:cxn ang="0">
                    <a:pos x="256" y="71"/>
                  </a:cxn>
                  <a:cxn ang="0">
                    <a:pos x="237" y="75"/>
                  </a:cxn>
                  <a:cxn ang="0">
                    <a:pos x="220" y="59"/>
                  </a:cxn>
                  <a:cxn ang="0">
                    <a:pos x="199" y="67"/>
                  </a:cxn>
                  <a:cxn ang="0">
                    <a:pos x="184" y="93"/>
                  </a:cxn>
                  <a:cxn ang="0">
                    <a:pos x="171" y="107"/>
                  </a:cxn>
                  <a:cxn ang="0">
                    <a:pos x="148" y="125"/>
                  </a:cxn>
                  <a:cxn ang="0">
                    <a:pos x="81" y="162"/>
                  </a:cxn>
                  <a:cxn ang="0">
                    <a:pos x="27" y="181"/>
                  </a:cxn>
                  <a:cxn ang="0">
                    <a:pos x="12" y="253"/>
                  </a:cxn>
                  <a:cxn ang="0">
                    <a:pos x="19" y="313"/>
                  </a:cxn>
                </a:cxnLst>
                <a:rect l="0" t="0" r="r" b="b"/>
                <a:pathLst>
                  <a:path w="577" h="621">
                    <a:moveTo>
                      <a:pt x="570" y="296"/>
                    </a:moveTo>
                    <a:lnTo>
                      <a:pt x="572" y="291"/>
                    </a:lnTo>
                    <a:lnTo>
                      <a:pt x="572" y="294"/>
                    </a:lnTo>
                    <a:lnTo>
                      <a:pt x="570" y="296"/>
                    </a:lnTo>
                    <a:lnTo>
                      <a:pt x="570" y="296"/>
                    </a:lnTo>
                    <a:close/>
                    <a:moveTo>
                      <a:pt x="572" y="261"/>
                    </a:moveTo>
                    <a:lnTo>
                      <a:pt x="570" y="257"/>
                    </a:lnTo>
                    <a:lnTo>
                      <a:pt x="572" y="253"/>
                    </a:lnTo>
                    <a:lnTo>
                      <a:pt x="572" y="251"/>
                    </a:lnTo>
                    <a:lnTo>
                      <a:pt x="574" y="247"/>
                    </a:lnTo>
                    <a:lnTo>
                      <a:pt x="576" y="245"/>
                    </a:lnTo>
                    <a:lnTo>
                      <a:pt x="574" y="243"/>
                    </a:lnTo>
                    <a:lnTo>
                      <a:pt x="576" y="241"/>
                    </a:lnTo>
                    <a:lnTo>
                      <a:pt x="577" y="241"/>
                    </a:lnTo>
                    <a:lnTo>
                      <a:pt x="577" y="245"/>
                    </a:lnTo>
                    <a:lnTo>
                      <a:pt x="577" y="249"/>
                    </a:lnTo>
                    <a:lnTo>
                      <a:pt x="573" y="253"/>
                    </a:lnTo>
                    <a:lnTo>
                      <a:pt x="573" y="258"/>
                    </a:lnTo>
                    <a:lnTo>
                      <a:pt x="573" y="261"/>
                    </a:lnTo>
                    <a:lnTo>
                      <a:pt x="572" y="261"/>
                    </a:lnTo>
                    <a:lnTo>
                      <a:pt x="572" y="261"/>
                    </a:lnTo>
                    <a:close/>
                    <a:moveTo>
                      <a:pt x="549" y="219"/>
                    </a:moveTo>
                    <a:lnTo>
                      <a:pt x="551" y="222"/>
                    </a:lnTo>
                    <a:lnTo>
                      <a:pt x="553" y="224"/>
                    </a:lnTo>
                    <a:lnTo>
                      <a:pt x="553" y="222"/>
                    </a:lnTo>
                    <a:lnTo>
                      <a:pt x="551" y="220"/>
                    </a:lnTo>
                    <a:lnTo>
                      <a:pt x="551" y="219"/>
                    </a:lnTo>
                    <a:lnTo>
                      <a:pt x="550" y="219"/>
                    </a:lnTo>
                    <a:lnTo>
                      <a:pt x="549" y="218"/>
                    </a:lnTo>
                    <a:lnTo>
                      <a:pt x="549" y="219"/>
                    </a:lnTo>
                    <a:lnTo>
                      <a:pt x="549" y="219"/>
                    </a:lnTo>
                    <a:close/>
                    <a:moveTo>
                      <a:pt x="545" y="199"/>
                    </a:moveTo>
                    <a:lnTo>
                      <a:pt x="545" y="197"/>
                    </a:lnTo>
                    <a:lnTo>
                      <a:pt x="543" y="197"/>
                    </a:lnTo>
                    <a:lnTo>
                      <a:pt x="545" y="199"/>
                    </a:lnTo>
                    <a:lnTo>
                      <a:pt x="545" y="199"/>
                    </a:lnTo>
                    <a:close/>
                    <a:moveTo>
                      <a:pt x="490" y="136"/>
                    </a:moveTo>
                    <a:lnTo>
                      <a:pt x="492" y="133"/>
                    </a:lnTo>
                    <a:lnTo>
                      <a:pt x="489" y="131"/>
                    </a:lnTo>
                    <a:lnTo>
                      <a:pt x="492" y="131"/>
                    </a:lnTo>
                    <a:lnTo>
                      <a:pt x="493" y="129"/>
                    </a:lnTo>
                    <a:lnTo>
                      <a:pt x="493" y="135"/>
                    </a:lnTo>
                    <a:lnTo>
                      <a:pt x="492" y="137"/>
                    </a:lnTo>
                    <a:lnTo>
                      <a:pt x="490" y="136"/>
                    </a:lnTo>
                    <a:lnTo>
                      <a:pt x="490" y="136"/>
                    </a:lnTo>
                    <a:close/>
                    <a:moveTo>
                      <a:pt x="444" y="0"/>
                    </a:moveTo>
                    <a:lnTo>
                      <a:pt x="444" y="3"/>
                    </a:lnTo>
                    <a:lnTo>
                      <a:pt x="445" y="0"/>
                    </a:lnTo>
                    <a:lnTo>
                      <a:pt x="444" y="0"/>
                    </a:lnTo>
                    <a:lnTo>
                      <a:pt x="444" y="0"/>
                    </a:lnTo>
                    <a:close/>
                    <a:moveTo>
                      <a:pt x="441" y="8"/>
                    </a:moveTo>
                    <a:lnTo>
                      <a:pt x="441" y="11"/>
                    </a:lnTo>
                    <a:lnTo>
                      <a:pt x="443" y="11"/>
                    </a:lnTo>
                    <a:lnTo>
                      <a:pt x="444" y="10"/>
                    </a:lnTo>
                    <a:lnTo>
                      <a:pt x="444" y="8"/>
                    </a:lnTo>
                    <a:lnTo>
                      <a:pt x="441" y="8"/>
                    </a:lnTo>
                    <a:lnTo>
                      <a:pt x="441" y="8"/>
                    </a:lnTo>
                    <a:close/>
                    <a:moveTo>
                      <a:pt x="396" y="110"/>
                    </a:moveTo>
                    <a:lnTo>
                      <a:pt x="396" y="112"/>
                    </a:lnTo>
                    <a:lnTo>
                      <a:pt x="398" y="110"/>
                    </a:lnTo>
                    <a:lnTo>
                      <a:pt x="398" y="109"/>
                    </a:lnTo>
                    <a:lnTo>
                      <a:pt x="396" y="110"/>
                    </a:lnTo>
                    <a:lnTo>
                      <a:pt x="396" y="110"/>
                    </a:lnTo>
                    <a:close/>
                    <a:moveTo>
                      <a:pt x="392" y="103"/>
                    </a:moveTo>
                    <a:lnTo>
                      <a:pt x="394" y="105"/>
                    </a:lnTo>
                    <a:lnTo>
                      <a:pt x="395" y="105"/>
                    </a:lnTo>
                    <a:lnTo>
                      <a:pt x="398" y="102"/>
                    </a:lnTo>
                    <a:lnTo>
                      <a:pt x="400" y="102"/>
                    </a:lnTo>
                    <a:lnTo>
                      <a:pt x="400" y="101"/>
                    </a:lnTo>
                    <a:lnTo>
                      <a:pt x="396" y="101"/>
                    </a:lnTo>
                    <a:lnTo>
                      <a:pt x="394" y="102"/>
                    </a:lnTo>
                    <a:lnTo>
                      <a:pt x="394" y="102"/>
                    </a:lnTo>
                    <a:lnTo>
                      <a:pt x="392" y="103"/>
                    </a:lnTo>
                    <a:lnTo>
                      <a:pt x="392" y="103"/>
                    </a:lnTo>
                    <a:close/>
                    <a:moveTo>
                      <a:pt x="364" y="90"/>
                    </a:moveTo>
                    <a:lnTo>
                      <a:pt x="362" y="88"/>
                    </a:lnTo>
                    <a:lnTo>
                      <a:pt x="364" y="86"/>
                    </a:lnTo>
                    <a:lnTo>
                      <a:pt x="365" y="88"/>
                    </a:lnTo>
                    <a:lnTo>
                      <a:pt x="364" y="90"/>
                    </a:lnTo>
                    <a:lnTo>
                      <a:pt x="364" y="90"/>
                    </a:lnTo>
                    <a:close/>
                    <a:moveTo>
                      <a:pt x="354" y="60"/>
                    </a:moveTo>
                    <a:lnTo>
                      <a:pt x="354" y="59"/>
                    </a:lnTo>
                    <a:lnTo>
                      <a:pt x="353" y="59"/>
                    </a:lnTo>
                    <a:lnTo>
                      <a:pt x="353" y="57"/>
                    </a:lnTo>
                    <a:lnTo>
                      <a:pt x="354" y="56"/>
                    </a:lnTo>
                    <a:lnTo>
                      <a:pt x="356" y="59"/>
                    </a:lnTo>
                    <a:lnTo>
                      <a:pt x="354" y="60"/>
                    </a:lnTo>
                    <a:lnTo>
                      <a:pt x="354" y="60"/>
                    </a:lnTo>
                    <a:close/>
                    <a:moveTo>
                      <a:pt x="358" y="63"/>
                    </a:moveTo>
                    <a:lnTo>
                      <a:pt x="357" y="64"/>
                    </a:lnTo>
                    <a:lnTo>
                      <a:pt x="357" y="64"/>
                    </a:lnTo>
                    <a:lnTo>
                      <a:pt x="360" y="64"/>
                    </a:lnTo>
                    <a:lnTo>
                      <a:pt x="364" y="64"/>
                    </a:lnTo>
                    <a:lnTo>
                      <a:pt x="364" y="63"/>
                    </a:lnTo>
                    <a:lnTo>
                      <a:pt x="364" y="61"/>
                    </a:lnTo>
                    <a:lnTo>
                      <a:pt x="362" y="61"/>
                    </a:lnTo>
                    <a:lnTo>
                      <a:pt x="361" y="61"/>
                    </a:lnTo>
                    <a:lnTo>
                      <a:pt x="364" y="59"/>
                    </a:lnTo>
                    <a:lnTo>
                      <a:pt x="364" y="59"/>
                    </a:lnTo>
                    <a:lnTo>
                      <a:pt x="361" y="59"/>
                    </a:lnTo>
                    <a:lnTo>
                      <a:pt x="361" y="57"/>
                    </a:lnTo>
                    <a:lnTo>
                      <a:pt x="360" y="57"/>
                    </a:lnTo>
                    <a:lnTo>
                      <a:pt x="358" y="59"/>
                    </a:lnTo>
                    <a:lnTo>
                      <a:pt x="357" y="59"/>
                    </a:lnTo>
                    <a:lnTo>
                      <a:pt x="357" y="60"/>
                    </a:lnTo>
                    <a:lnTo>
                      <a:pt x="357" y="60"/>
                    </a:lnTo>
                    <a:lnTo>
                      <a:pt x="358" y="63"/>
                    </a:lnTo>
                    <a:lnTo>
                      <a:pt x="358" y="63"/>
                    </a:lnTo>
                    <a:close/>
                    <a:moveTo>
                      <a:pt x="360" y="19"/>
                    </a:moveTo>
                    <a:lnTo>
                      <a:pt x="361" y="21"/>
                    </a:lnTo>
                    <a:lnTo>
                      <a:pt x="362" y="18"/>
                    </a:lnTo>
                    <a:lnTo>
                      <a:pt x="365" y="16"/>
                    </a:lnTo>
                    <a:lnTo>
                      <a:pt x="364" y="15"/>
                    </a:lnTo>
                    <a:lnTo>
                      <a:pt x="361" y="18"/>
                    </a:lnTo>
                    <a:lnTo>
                      <a:pt x="360" y="19"/>
                    </a:lnTo>
                    <a:lnTo>
                      <a:pt x="360" y="19"/>
                    </a:lnTo>
                    <a:close/>
                    <a:moveTo>
                      <a:pt x="357" y="22"/>
                    </a:moveTo>
                    <a:lnTo>
                      <a:pt x="358" y="23"/>
                    </a:lnTo>
                    <a:lnTo>
                      <a:pt x="358" y="21"/>
                    </a:lnTo>
                    <a:lnTo>
                      <a:pt x="357" y="22"/>
                    </a:lnTo>
                    <a:lnTo>
                      <a:pt x="357" y="22"/>
                    </a:lnTo>
                    <a:close/>
                    <a:moveTo>
                      <a:pt x="354" y="23"/>
                    </a:moveTo>
                    <a:lnTo>
                      <a:pt x="356" y="25"/>
                    </a:lnTo>
                    <a:lnTo>
                      <a:pt x="356" y="23"/>
                    </a:lnTo>
                    <a:lnTo>
                      <a:pt x="354" y="23"/>
                    </a:lnTo>
                    <a:lnTo>
                      <a:pt x="354" y="23"/>
                    </a:lnTo>
                    <a:close/>
                    <a:moveTo>
                      <a:pt x="349" y="26"/>
                    </a:moveTo>
                    <a:lnTo>
                      <a:pt x="352" y="26"/>
                    </a:lnTo>
                    <a:lnTo>
                      <a:pt x="352" y="25"/>
                    </a:lnTo>
                    <a:lnTo>
                      <a:pt x="349" y="26"/>
                    </a:lnTo>
                    <a:lnTo>
                      <a:pt x="349" y="26"/>
                    </a:lnTo>
                    <a:close/>
                    <a:moveTo>
                      <a:pt x="346" y="30"/>
                    </a:moveTo>
                    <a:lnTo>
                      <a:pt x="346" y="29"/>
                    </a:lnTo>
                    <a:lnTo>
                      <a:pt x="349" y="26"/>
                    </a:lnTo>
                    <a:lnTo>
                      <a:pt x="350" y="26"/>
                    </a:lnTo>
                    <a:lnTo>
                      <a:pt x="350" y="27"/>
                    </a:lnTo>
                    <a:lnTo>
                      <a:pt x="348" y="29"/>
                    </a:lnTo>
                    <a:lnTo>
                      <a:pt x="346" y="30"/>
                    </a:lnTo>
                    <a:lnTo>
                      <a:pt x="346" y="30"/>
                    </a:lnTo>
                    <a:close/>
                    <a:moveTo>
                      <a:pt x="341" y="31"/>
                    </a:moveTo>
                    <a:lnTo>
                      <a:pt x="342" y="31"/>
                    </a:lnTo>
                    <a:lnTo>
                      <a:pt x="345" y="30"/>
                    </a:lnTo>
                    <a:lnTo>
                      <a:pt x="345" y="30"/>
                    </a:lnTo>
                    <a:lnTo>
                      <a:pt x="341" y="31"/>
                    </a:lnTo>
                    <a:lnTo>
                      <a:pt x="341" y="31"/>
                    </a:lnTo>
                    <a:close/>
                    <a:moveTo>
                      <a:pt x="305" y="19"/>
                    </a:moveTo>
                    <a:lnTo>
                      <a:pt x="304" y="16"/>
                    </a:lnTo>
                    <a:lnTo>
                      <a:pt x="304" y="15"/>
                    </a:lnTo>
                    <a:lnTo>
                      <a:pt x="307" y="14"/>
                    </a:lnTo>
                    <a:lnTo>
                      <a:pt x="305" y="16"/>
                    </a:lnTo>
                    <a:lnTo>
                      <a:pt x="305" y="19"/>
                    </a:lnTo>
                    <a:lnTo>
                      <a:pt x="305" y="19"/>
                    </a:lnTo>
                    <a:close/>
                    <a:moveTo>
                      <a:pt x="274" y="18"/>
                    </a:moveTo>
                    <a:lnTo>
                      <a:pt x="274" y="21"/>
                    </a:lnTo>
                    <a:lnTo>
                      <a:pt x="277" y="23"/>
                    </a:lnTo>
                    <a:lnTo>
                      <a:pt x="278" y="26"/>
                    </a:lnTo>
                    <a:lnTo>
                      <a:pt x="282" y="29"/>
                    </a:lnTo>
                    <a:lnTo>
                      <a:pt x="288" y="23"/>
                    </a:lnTo>
                    <a:lnTo>
                      <a:pt x="288" y="23"/>
                    </a:lnTo>
                    <a:lnTo>
                      <a:pt x="289" y="22"/>
                    </a:lnTo>
                    <a:lnTo>
                      <a:pt x="290" y="21"/>
                    </a:lnTo>
                    <a:lnTo>
                      <a:pt x="289" y="19"/>
                    </a:lnTo>
                    <a:lnTo>
                      <a:pt x="288" y="18"/>
                    </a:lnTo>
                    <a:lnTo>
                      <a:pt x="286" y="18"/>
                    </a:lnTo>
                    <a:lnTo>
                      <a:pt x="285" y="19"/>
                    </a:lnTo>
                    <a:lnTo>
                      <a:pt x="281" y="19"/>
                    </a:lnTo>
                    <a:lnTo>
                      <a:pt x="280" y="21"/>
                    </a:lnTo>
                    <a:lnTo>
                      <a:pt x="278" y="21"/>
                    </a:lnTo>
                    <a:lnTo>
                      <a:pt x="277" y="19"/>
                    </a:lnTo>
                    <a:lnTo>
                      <a:pt x="276" y="19"/>
                    </a:lnTo>
                    <a:lnTo>
                      <a:pt x="274" y="16"/>
                    </a:lnTo>
                    <a:lnTo>
                      <a:pt x="273" y="16"/>
                    </a:lnTo>
                    <a:lnTo>
                      <a:pt x="274" y="18"/>
                    </a:lnTo>
                    <a:lnTo>
                      <a:pt x="274" y="18"/>
                    </a:lnTo>
                    <a:close/>
                    <a:moveTo>
                      <a:pt x="273" y="19"/>
                    </a:moveTo>
                    <a:lnTo>
                      <a:pt x="274" y="23"/>
                    </a:lnTo>
                    <a:lnTo>
                      <a:pt x="277" y="25"/>
                    </a:lnTo>
                    <a:lnTo>
                      <a:pt x="277" y="26"/>
                    </a:lnTo>
                    <a:lnTo>
                      <a:pt x="273" y="25"/>
                    </a:lnTo>
                    <a:lnTo>
                      <a:pt x="273" y="25"/>
                    </a:lnTo>
                    <a:lnTo>
                      <a:pt x="269" y="23"/>
                    </a:lnTo>
                    <a:lnTo>
                      <a:pt x="269" y="22"/>
                    </a:lnTo>
                    <a:lnTo>
                      <a:pt x="270" y="22"/>
                    </a:lnTo>
                    <a:lnTo>
                      <a:pt x="271" y="22"/>
                    </a:lnTo>
                    <a:lnTo>
                      <a:pt x="271" y="22"/>
                    </a:lnTo>
                    <a:lnTo>
                      <a:pt x="271" y="22"/>
                    </a:lnTo>
                    <a:lnTo>
                      <a:pt x="271" y="21"/>
                    </a:lnTo>
                    <a:lnTo>
                      <a:pt x="270" y="19"/>
                    </a:lnTo>
                    <a:lnTo>
                      <a:pt x="273" y="19"/>
                    </a:lnTo>
                    <a:lnTo>
                      <a:pt x="273" y="19"/>
                    </a:lnTo>
                    <a:close/>
                    <a:moveTo>
                      <a:pt x="182" y="80"/>
                    </a:moveTo>
                    <a:lnTo>
                      <a:pt x="183" y="82"/>
                    </a:lnTo>
                    <a:lnTo>
                      <a:pt x="186" y="80"/>
                    </a:lnTo>
                    <a:lnTo>
                      <a:pt x="183" y="78"/>
                    </a:lnTo>
                    <a:lnTo>
                      <a:pt x="183" y="78"/>
                    </a:lnTo>
                    <a:lnTo>
                      <a:pt x="182" y="80"/>
                    </a:lnTo>
                    <a:lnTo>
                      <a:pt x="182" y="80"/>
                    </a:lnTo>
                    <a:close/>
                    <a:moveTo>
                      <a:pt x="183" y="90"/>
                    </a:moveTo>
                    <a:lnTo>
                      <a:pt x="182" y="87"/>
                    </a:lnTo>
                    <a:lnTo>
                      <a:pt x="180" y="84"/>
                    </a:lnTo>
                    <a:lnTo>
                      <a:pt x="180" y="88"/>
                    </a:lnTo>
                    <a:lnTo>
                      <a:pt x="183" y="90"/>
                    </a:lnTo>
                    <a:lnTo>
                      <a:pt x="183" y="90"/>
                    </a:lnTo>
                    <a:close/>
                    <a:moveTo>
                      <a:pt x="194" y="68"/>
                    </a:moveTo>
                    <a:lnTo>
                      <a:pt x="193" y="68"/>
                    </a:lnTo>
                    <a:lnTo>
                      <a:pt x="194" y="67"/>
                    </a:lnTo>
                    <a:lnTo>
                      <a:pt x="195" y="67"/>
                    </a:lnTo>
                    <a:lnTo>
                      <a:pt x="194" y="68"/>
                    </a:lnTo>
                    <a:lnTo>
                      <a:pt x="194" y="68"/>
                    </a:lnTo>
                    <a:close/>
                    <a:moveTo>
                      <a:pt x="43" y="166"/>
                    </a:moveTo>
                    <a:lnTo>
                      <a:pt x="43" y="165"/>
                    </a:lnTo>
                    <a:lnTo>
                      <a:pt x="46" y="162"/>
                    </a:lnTo>
                    <a:lnTo>
                      <a:pt x="46" y="165"/>
                    </a:lnTo>
                    <a:lnTo>
                      <a:pt x="43" y="166"/>
                    </a:lnTo>
                    <a:lnTo>
                      <a:pt x="43" y="166"/>
                    </a:lnTo>
                    <a:close/>
                    <a:moveTo>
                      <a:pt x="1" y="241"/>
                    </a:moveTo>
                    <a:lnTo>
                      <a:pt x="2" y="234"/>
                    </a:lnTo>
                    <a:lnTo>
                      <a:pt x="2" y="238"/>
                    </a:lnTo>
                    <a:lnTo>
                      <a:pt x="2" y="238"/>
                    </a:lnTo>
                    <a:lnTo>
                      <a:pt x="1" y="241"/>
                    </a:lnTo>
                    <a:lnTo>
                      <a:pt x="1" y="241"/>
                    </a:lnTo>
                    <a:close/>
                    <a:moveTo>
                      <a:pt x="1" y="251"/>
                    </a:moveTo>
                    <a:lnTo>
                      <a:pt x="0" y="246"/>
                    </a:lnTo>
                    <a:lnTo>
                      <a:pt x="1" y="242"/>
                    </a:lnTo>
                    <a:lnTo>
                      <a:pt x="2" y="247"/>
                    </a:lnTo>
                    <a:lnTo>
                      <a:pt x="1" y="251"/>
                    </a:lnTo>
                    <a:lnTo>
                      <a:pt x="1" y="251"/>
                    </a:lnTo>
                    <a:close/>
                    <a:moveTo>
                      <a:pt x="316" y="435"/>
                    </a:moveTo>
                    <a:lnTo>
                      <a:pt x="316" y="438"/>
                    </a:lnTo>
                    <a:lnTo>
                      <a:pt x="316" y="439"/>
                    </a:lnTo>
                    <a:lnTo>
                      <a:pt x="318" y="439"/>
                    </a:lnTo>
                    <a:lnTo>
                      <a:pt x="318" y="440"/>
                    </a:lnTo>
                    <a:lnTo>
                      <a:pt x="320" y="440"/>
                    </a:lnTo>
                    <a:lnTo>
                      <a:pt x="322" y="440"/>
                    </a:lnTo>
                    <a:lnTo>
                      <a:pt x="323" y="440"/>
                    </a:lnTo>
                    <a:lnTo>
                      <a:pt x="322" y="443"/>
                    </a:lnTo>
                    <a:lnTo>
                      <a:pt x="316" y="442"/>
                    </a:lnTo>
                    <a:lnTo>
                      <a:pt x="315" y="443"/>
                    </a:lnTo>
                    <a:lnTo>
                      <a:pt x="314" y="443"/>
                    </a:lnTo>
                    <a:lnTo>
                      <a:pt x="314" y="444"/>
                    </a:lnTo>
                    <a:lnTo>
                      <a:pt x="312" y="444"/>
                    </a:lnTo>
                    <a:lnTo>
                      <a:pt x="311" y="443"/>
                    </a:lnTo>
                    <a:lnTo>
                      <a:pt x="309" y="443"/>
                    </a:lnTo>
                    <a:lnTo>
                      <a:pt x="307" y="443"/>
                    </a:lnTo>
                    <a:lnTo>
                      <a:pt x="305" y="443"/>
                    </a:lnTo>
                    <a:lnTo>
                      <a:pt x="303" y="443"/>
                    </a:lnTo>
                    <a:lnTo>
                      <a:pt x="300" y="442"/>
                    </a:lnTo>
                    <a:lnTo>
                      <a:pt x="300" y="440"/>
                    </a:lnTo>
                    <a:lnTo>
                      <a:pt x="304" y="438"/>
                    </a:lnTo>
                    <a:lnTo>
                      <a:pt x="312" y="436"/>
                    </a:lnTo>
                    <a:lnTo>
                      <a:pt x="314" y="436"/>
                    </a:lnTo>
                    <a:lnTo>
                      <a:pt x="316" y="435"/>
                    </a:lnTo>
                    <a:lnTo>
                      <a:pt x="316" y="435"/>
                    </a:lnTo>
                    <a:close/>
                    <a:moveTo>
                      <a:pt x="409" y="503"/>
                    </a:moveTo>
                    <a:lnTo>
                      <a:pt x="410" y="503"/>
                    </a:lnTo>
                    <a:lnTo>
                      <a:pt x="411" y="504"/>
                    </a:lnTo>
                    <a:lnTo>
                      <a:pt x="411" y="504"/>
                    </a:lnTo>
                    <a:lnTo>
                      <a:pt x="409" y="503"/>
                    </a:lnTo>
                    <a:lnTo>
                      <a:pt x="409" y="503"/>
                    </a:lnTo>
                    <a:close/>
                    <a:moveTo>
                      <a:pt x="424" y="512"/>
                    </a:moveTo>
                    <a:lnTo>
                      <a:pt x="425" y="514"/>
                    </a:lnTo>
                    <a:lnTo>
                      <a:pt x="426" y="512"/>
                    </a:lnTo>
                    <a:lnTo>
                      <a:pt x="424" y="512"/>
                    </a:lnTo>
                    <a:lnTo>
                      <a:pt x="424" y="512"/>
                    </a:lnTo>
                    <a:close/>
                    <a:moveTo>
                      <a:pt x="390" y="550"/>
                    </a:moveTo>
                    <a:lnTo>
                      <a:pt x="390" y="553"/>
                    </a:lnTo>
                    <a:lnTo>
                      <a:pt x="392" y="553"/>
                    </a:lnTo>
                    <a:lnTo>
                      <a:pt x="394" y="552"/>
                    </a:lnTo>
                    <a:lnTo>
                      <a:pt x="391" y="550"/>
                    </a:lnTo>
                    <a:lnTo>
                      <a:pt x="390" y="550"/>
                    </a:lnTo>
                    <a:lnTo>
                      <a:pt x="390" y="550"/>
                    </a:lnTo>
                    <a:close/>
                    <a:moveTo>
                      <a:pt x="391" y="545"/>
                    </a:moveTo>
                    <a:lnTo>
                      <a:pt x="391" y="548"/>
                    </a:lnTo>
                    <a:lnTo>
                      <a:pt x="392" y="548"/>
                    </a:lnTo>
                    <a:lnTo>
                      <a:pt x="392" y="545"/>
                    </a:lnTo>
                    <a:lnTo>
                      <a:pt x="391" y="545"/>
                    </a:lnTo>
                    <a:lnTo>
                      <a:pt x="391" y="545"/>
                    </a:lnTo>
                    <a:close/>
                    <a:moveTo>
                      <a:pt x="388" y="549"/>
                    </a:moveTo>
                    <a:lnTo>
                      <a:pt x="387" y="548"/>
                    </a:lnTo>
                    <a:lnTo>
                      <a:pt x="387" y="545"/>
                    </a:lnTo>
                    <a:lnTo>
                      <a:pt x="390" y="544"/>
                    </a:lnTo>
                    <a:lnTo>
                      <a:pt x="390" y="546"/>
                    </a:lnTo>
                    <a:lnTo>
                      <a:pt x="388" y="549"/>
                    </a:lnTo>
                    <a:lnTo>
                      <a:pt x="388" y="549"/>
                    </a:lnTo>
                    <a:close/>
                    <a:moveTo>
                      <a:pt x="379" y="538"/>
                    </a:moveTo>
                    <a:lnTo>
                      <a:pt x="380" y="537"/>
                    </a:lnTo>
                    <a:lnTo>
                      <a:pt x="379" y="534"/>
                    </a:lnTo>
                    <a:lnTo>
                      <a:pt x="381" y="531"/>
                    </a:lnTo>
                    <a:lnTo>
                      <a:pt x="380" y="529"/>
                    </a:lnTo>
                    <a:lnTo>
                      <a:pt x="383" y="527"/>
                    </a:lnTo>
                    <a:lnTo>
                      <a:pt x="384" y="526"/>
                    </a:lnTo>
                    <a:lnTo>
                      <a:pt x="386" y="527"/>
                    </a:lnTo>
                    <a:lnTo>
                      <a:pt x="386" y="531"/>
                    </a:lnTo>
                    <a:lnTo>
                      <a:pt x="386" y="533"/>
                    </a:lnTo>
                    <a:lnTo>
                      <a:pt x="384" y="535"/>
                    </a:lnTo>
                    <a:lnTo>
                      <a:pt x="384" y="537"/>
                    </a:lnTo>
                    <a:lnTo>
                      <a:pt x="381" y="540"/>
                    </a:lnTo>
                    <a:lnTo>
                      <a:pt x="379" y="538"/>
                    </a:lnTo>
                    <a:lnTo>
                      <a:pt x="379" y="538"/>
                    </a:lnTo>
                    <a:close/>
                    <a:moveTo>
                      <a:pt x="436" y="545"/>
                    </a:moveTo>
                    <a:lnTo>
                      <a:pt x="441" y="544"/>
                    </a:lnTo>
                    <a:lnTo>
                      <a:pt x="441" y="541"/>
                    </a:lnTo>
                    <a:lnTo>
                      <a:pt x="436" y="535"/>
                    </a:lnTo>
                    <a:lnTo>
                      <a:pt x="434" y="537"/>
                    </a:lnTo>
                    <a:lnTo>
                      <a:pt x="434" y="540"/>
                    </a:lnTo>
                    <a:lnTo>
                      <a:pt x="434" y="542"/>
                    </a:lnTo>
                    <a:lnTo>
                      <a:pt x="434" y="544"/>
                    </a:lnTo>
                    <a:lnTo>
                      <a:pt x="436" y="545"/>
                    </a:lnTo>
                    <a:lnTo>
                      <a:pt x="436" y="545"/>
                    </a:lnTo>
                    <a:close/>
                    <a:moveTo>
                      <a:pt x="433" y="549"/>
                    </a:moveTo>
                    <a:lnTo>
                      <a:pt x="434" y="550"/>
                    </a:lnTo>
                    <a:lnTo>
                      <a:pt x="439" y="550"/>
                    </a:lnTo>
                    <a:lnTo>
                      <a:pt x="440" y="552"/>
                    </a:lnTo>
                    <a:lnTo>
                      <a:pt x="441" y="550"/>
                    </a:lnTo>
                    <a:lnTo>
                      <a:pt x="439" y="548"/>
                    </a:lnTo>
                    <a:lnTo>
                      <a:pt x="434" y="548"/>
                    </a:lnTo>
                    <a:lnTo>
                      <a:pt x="433" y="549"/>
                    </a:lnTo>
                    <a:lnTo>
                      <a:pt x="433" y="549"/>
                    </a:lnTo>
                    <a:close/>
                    <a:moveTo>
                      <a:pt x="436" y="556"/>
                    </a:moveTo>
                    <a:lnTo>
                      <a:pt x="434" y="553"/>
                    </a:lnTo>
                    <a:lnTo>
                      <a:pt x="437" y="553"/>
                    </a:lnTo>
                    <a:lnTo>
                      <a:pt x="436" y="556"/>
                    </a:lnTo>
                    <a:lnTo>
                      <a:pt x="436" y="556"/>
                    </a:lnTo>
                    <a:close/>
                    <a:moveTo>
                      <a:pt x="421" y="601"/>
                    </a:moveTo>
                    <a:lnTo>
                      <a:pt x="421" y="599"/>
                    </a:lnTo>
                    <a:lnTo>
                      <a:pt x="422" y="601"/>
                    </a:lnTo>
                    <a:lnTo>
                      <a:pt x="421" y="601"/>
                    </a:lnTo>
                    <a:lnTo>
                      <a:pt x="421" y="601"/>
                    </a:lnTo>
                    <a:close/>
                    <a:moveTo>
                      <a:pt x="405" y="618"/>
                    </a:moveTo>
                    <a:lnTo>
                      <a:pt x="402" y="617"/>
                    </a:lnTo>
                    <a:lnTo>
                      <a:pt x="405" y="614"/>
                    </a:lnTo>
                    <a:lnTo>
                      <a:pt x="405" y="612"/>
                    </a:lnTo>
                    <a:lnTo>
                      <a:pt x="406" y="610"/>
                    </a:lnTo>
                    <a:lnTo>
                      <a:pt x="406" y="612"/>
                    </a:lnTo>
                    <a:lnTo>
                      <a:pt x="405" y="614"/>
                    </a:lnTo>
                    <a:lnTo>
                      <a:pt x="405" y="618"/>
                    </a:lnTo>
                    <a:lnTo>
                      <a:pt x="405" y="618"/>
                    </a:lnTo>
                    <a:close/>
                    <a:moveTo>
                      <a:pt x="386" y="617"/>
                    </a:moveTo>
                    <a:lnTo>
                      <a:pt x="386" y="613"/>
                    </a:lnTo>
                    <a:lnTo>
                      <a:pt x="387" y="612"/>
                    </a:lnTo>
                    <a:lnTo>
                      <a:pt x="384" y="610"/>
                    </a:lnTo>
                    <a:lnTo>
                      <a:pt x="384" y="607"/>
                    </a:lnTo>
                    <a:lnTo>
                      <a:pt x="384" y="606"/>
                    </a:lnTo>
                    <a:lnTo>
                      <a:pt x="383" y="605"/>
                    </a:lnTo>
                    <a:lnTo>
                      <a:pt x="383" y="597"/>
                    </a:lnTo>
                    <a:lnTo>
                      <a:pt x="383" y="595"/>
                    </a:lnTo>
                    <a:lnTo>
                      <a:pt x="381" y="594"/>
                    </a:lnTo>
                    <a:lnTo>
                      <a:pt x="381" y="588"/>
                    </a:lnTo>
                    <a:lnTo>
                      <a:pt x="383" y="586"/>
                    </a:lnTo>
                    <a:lnTo>
                      <a:pt x="386" y="588"/>
                    </a:lnTo>
                    <a:lnTo>
                      <a:pt x="388" y="588"/>
                    </a:lnTo>
                    <a:lnTo>
                      <a:pt x="386" y="586"/>
                    </a:lnTo>
                    <a:lnTo>
                      <a:pt x="386" y="584"/>
                    </a:lnTo>
                    <a:lnTo>
                      <a:pt x="384" y="583"/>
                    </a:lnTo>
                    <a:lnTo>
                      <a:pt x="384" y="579"/>
                    </a:lnTo>
                    <a:lnTo>
                      <a:pt x="384" y="575"/>
                    </a:lnTo>
                    <a:lnTo>
                      <a:pt x="384" y="568"/>
                    </a:lnTo>
                    <a:lnTo>
                      <a:pt x="384" y="564"/>
                    </a:lnTo>
                    <a:lnTo>
                      <a:pt x="384" y="559"/>
                    </a:lnTo>
                    <a:lnTo>
                      <a:pt x="384" y="556"/>
                    </a:lnTo>
                    <a:lnTo>
                      <a:pt x="384" y="556"/>
                    </a:lnTo>
                    <a:lnTo>
                      <a:pt x="384" y="552"/>
                    </a:lnTo>
                    <a:lnTo>
                      <a:pt x="386" y="550"/>
                    </a:lnTo>
                    <a:lnTo>
                      <a:pt x="388" y="553"/>
                    </a:lnTo>
                    <a:lnTo>
                      <a:pt x="391" y="554"/>
                    </a:lnTo>
                    <a:lnTo>
                      <a:pt x="394" y="556"/>
                    </a:lnTo>
                    <a:lnTo>
                      <a:pt x="394" y="554"/>
                    </a:lnTo>
                    <a:lnTo>
                      <a:pt x="395" y="553"/>
                    </a:lnTo>
                    <a:lnTo>
                      <a:pt x="395" y="557"/>
                    </a:lnTo>
                    <a:lnTo>
                      <a:pt x="399" y="560"/>
                    </a:lnTo>
                    <a:lnTo>
                      <a:pt x="403" y="564"/>
                    </a:lnTo>
                    <a:lnTo>
                      <a:pt x="406" y="565"/>
                    </a:lnTo>
                    <a:lnTo>
                      <a:pt x="409" y="564"/>
                    </a:lnTo>
                    <a:lnTo>
                      <a:pt x="411" y="564"/>
                    </a:lnTo>
                    <a:lnTo>
                      <a:pt x="413" y="565"/>
                    </a:lnTo>
                    <a:lnTo>
                      <a:pt x="413" y="563"/>
                    </a:lnTo>
                    <a:lnTo>
                      <a:pt x="415" y="563"/>
                    </a:lnTo>
                    <a:lnTo>
                      <a:pt x="424" y="563"/>
                    </a:lnTo>
                    <a:lnTo>
                      <a:pt x="425" y="561"/>
                    </a:lnTo>
                    <a:lnTo>
                      <a:pt x="426" y="560"/>
                    </a:lnTo>
                    <a:lnTo>
                      <a:pt x="428" y="560"/>
                    </a:lnTo>
                    <a:lnTo>
                      <a:pt x="429" y="561"/>
                    </a:lnTo>
                    <a:lnTo>
                      <a:pt x="430" y="559"/>
                    </a:lnTo>
                    <a:lnTo>
                      <a:pt x="432" y="559"/>
                    </a:lnTo>
                    <a:lnTo>
                      <a:pt x="436" y="561"/>
                    </a:lnTo>
                    <a:lnTo>
                      <a:pt x="434" y="563"/>
                    </a:lnTo>
                    <a:lnTo>
                      <a:pt x="433" y="571"/>
                    </a:lnTo>
                    <a:lnTo>
                      <a:pt x="430" y="573"/>
                    </a:lnTo>
                    <a:lnTo>
                      <a:pt x="430" y="579"/>
                    </a:lnTo>
                    <a:lnTo>
                      <a:pt x="428" y="582"/>
                    </a:lnTo>
                    <a:lnTo>
                      <a:pt x="429" y="586"/>
                    </a:lnTo>
                    <a:lnTo>
                      <a:pt x="428" y="587"/>
                    </a:lnTo>
                    <a:lnTo>
                      <a:pt x="429" y="588"/>
                    </a:lnTo>
                    <a:lnTo>
                      <a:pt x="428" y="592"/>
                    </a:lnTo>
                    <a:lnTo>
                      <a:pt x="426" y="590"/>
                    </a:lnTo>
                    <a:lnTo>
                      <a:pt x="426" y="586"/>
                    </a:lnTo>
                    <a:lnTo>
                      <a:pt x="424" y="588"/>
                    </a:lnTo>
                    <a:lnTo>
                      <a:pt x="422" y="590"/>
                    </a:lnTo>
                    <a:lnTo>
                      <a:pt x="422" y="597"/>
                    </a:lnTo>
                    <a:lnTo>
                      <a:pt x="421" y="598"/>
                    </a:lnTo>
                    <a:lnTo>
                      <a:pt x="418" y="598"/>
                    </a:lnTo>
                    <a:lnTo>
                      <a:pt x="418" y="601"/>
                    </a:lnTo>
                    <a:lnTo>
                      <a:pt x="417" y="603"/>
                    </a:lnTo>
                    <a:lnTo>
                      <a:pt x="420" y="605"/>
                    </a:lnTo>
                    <a:lnTo>
                      <a:pt x="420" y="606"/>
                    </a:lnTo>
                    <a:lnTo>
                      <a:pt x="415" y="612"/>
                    </a:lnTo>
                    <a:lnTo>
                      <a:pt x="414" y="610"/>
                    </a:lnTo>
                    <a:lnTo>
                      <a:pt x="411" y="612"/>
                    </a:lnTo>
                    <a:lnTo>
                      <a:pt x="411" y="607"/>
                    </a:lnTo>
                    <a:lnTo>
                      <a:pt x="414" y="609"/>
                    </a:lnTo>
                    <a:lnTo>
                      <a:pt x="415" y="606"/>
                    </a:lnTo>
                    <a:lnTo>
                      <a:pt x="414" y="605"/>
                    </a:lnTo>
                    <a:lnTo>
                      <a:pt x="411" y="606"/>
                    </a:lnTo>
                    <a:lnTo>
                      <a:pt x="410" y="607"/>
                    </a:lnTo>
                    <a:lnTo>
                      <a:pt x="407" y="607"/>
                    </a:lnTo>
                    <a:lnTo>
                      <a:pt x="407" y="605"/>
                    </a:lnTo>
                    <a:lnTo>
                      <a:pt x="407" y="607"/>
                    </a:lnTo>
                    <a:lnTo>
                      <a:pt x="405" y="609"/>
                    </a:lnTo>
                    <a:lnTo>
                      <a:pt x="403" y="612"/>
                    </a:lnTo>
                    <a:lnTo>
                      <a:pt x="402" y="609"/>
                    </a:lnTo>
                    <a:lnTo>
                      <a:pt x="400" y="614"/>
                    </a:lnTo>
                    <a:lnTo>
                      <a:pt x="400" y="617"/>
                    </a:lnTo>
                    <a:lnTo>
                      <a:pt x="398" y="621"/>
                    </a:lnTo>
                    <a:lnTo>
                      <a:pt x="395" y="621"/>
                    </a:lnTo>
                    <a:lnTo>
                      <a:pt x="394" y="618"/>
                    </a:lnTo>
                    <a:lnTo>
                      <a:pt x="394" y="616"/>
                    </a:lnTo>
                    <a:lnTo>
                      <a:pt x="391" y="618"/>
                    </a:lnTo>
                    <a:lnTo>
                      <a:pt x="390" y="617"/>
                    </a:lnTo>
                    <a:lnTo>
                      <a:pt x="387" y="617"/>
                    </a:lnTo>
                    <a:lnTo>
                      <a:pt x="387" y="617"/>
                    </a:lnTo>
                    <a:lnTo>
                      <a:pt x="386" y="617"/>
                    </a:lnTo>
                    <a:lnTo>
                      <a:pt x="386" y="617"/>
                    </a:lnTo>
                    <a:close/>
                    <a:moveTo>
                      <a:pt x="7" y="394"/>
                    </a:moveTo>
                    <a:lnTo>
                      <a:pt x="8" y="395"/>
                    </a:lnTo>
                    <a:lnTo>
                      <a:pt x="11" y="395"/>
                    </a:lnTo>
                    <a:lnTo>
                      <a:pt x="16" y="401"/>
                    </a:lnTo>
                    <a:lnTo>
                      <a:pt x="16" y="404"/>
                    </a:lnTo>
                    <a:lnTo>
                      <a:pt x="17" y="405"/>
                    </a:lnTo>
                    <a:lnTo>
                      <a:pt x="20" y="405"/>
                    </a:lnTo>
                    <a:lnTo>
                      <a:pt x="21" y="408"/>
                    </a:lnTo>
                    <a:lnTo>
                      <a:pt x="26" y="408"/>
                    </a:lnTo>
                    <a:lnTo>
                      <a:pt x="27" y="408"/>
                    </a:lnTo>
                    <a:lnTo>
                      <a:pt x="28" y="409"/>
                    </a:lnTo>
                    <a:lnTo>
                      <a:pt x="31" y="409"/>
                    </a:lnTo>
                    <a:lnTo>
                      <a:pt x="35" y="409"/>
                    </a:lnTo>
                    <a:lnTo>
                      <a:pt x="36" y="410"/>
                    </a:lnTo>
                    <a:lnTo>
                      <a:pt x="38" y="409"/>
                    </a:lnTo>
                    <a:lnTo>
                      <a:pt x="38" y="410"/>
                    </a:lnTo>
                    <a:lnTo>
                      <a:pt x="42" y="409"/>
                    </a:lnTo>
                    <a:lnTo>
                      <a:pt x="46" y="409"/>
                    </a:lnTo>
                    <a:lnTo>
                      <a:pt x="46" y="408"/>
                    </a:lnTo>
                    <a:lnTo>
                      <a:pt x="49" y="406"/>
                    </a:lnTo>
                    <a:lnTo>
                      <a:pt x="51" y="404"/>
                    </a:lnTo>
                    <a:lnTo>
                      <a:pt x="55" y="404"/>
                    </a:lnTo>
                    <a:lnTo>
                      <a:pt x="55" y="401"/>
                    </a:lnTo>
                    <a:lnTo>
                      <a:pt x="58" y="400"/>
                    </a:lnTo>
                    <a:lnTo>
                      <a:pt x="59" y="400"/>
                    </a:lnTo>
                    <a:lnTo>
                      <a:pt x="62" y="402"/>
                    </a:lnTo>
                    <a:lnTo>
                      <a:pt x="65" y="398"/>
                    </a:lnTo>
                    <a:lnTo>
                      <a:pt x="65" y="400"/>
                    </a:lnTo>
                    <a:lnTo>
                      <a:pt x="66" y="398"/>
                    </a:lnTo>
                    <a:lnTo>
                      <a:pt x="68" y="395"/>
                    </a:lnTo>
                    <a:lnTo>
                      <a:pt x="76" y="390"/>
                    </a:lnTo>
                    <a:lnTo>
                      <a:pt x="79" y="391"/>
                    </a:lnTo>
                    <a:lnTo>
                      <a:pt x="80" y="391"/>
                    </a:lnTo>
                    <a:lnTo>
                      <a:pt x="83" y="390"/>
                    </a:lnTo>
                    <a:lnTo>
                      <a:pt x="91" y="389"/>
                    </a:lnTo>
                    <a:lnTo>
                      <a:pt x="92" y="390"/>
                    </a:lnTo>
                    <a:lnTo>
                      <a:pt x="96" y="389"/>
                    </a:lnTo>
                    <a:lnTo>
                      <a:pt x="98" y="390"/>
                    </a:lnTo>
                    <a:lnTo>
                      <a:pt x="100" y="390"/>
                    </a:lnTo>
                    <a:lnTo>
                      <a:pt x="103" y="389"/>
                    </a:lnTo>
                    <a:lnTo>
                      <a:pt x="104" y="393"/>
                    </a:lnTo>
                    <a:lnTo>
                      <a:pt x="106" y="393"/>
                    </a:lnTo>
                    <a:lnTo>
                      <a:pt x="108" y="391"/>
                    </a:lnTo>
                    <a:lnTo>
                      <a:pt x="110" y="393"/>
                    </a:lnTo>
                    <a:lnTo>
                      <a:pt x="111" y="391"/>
                    </a:lnTo>
                    <a:lnTo>
                      <a:pt x="117" y="391"/>
                    </a:lnTo>
                    <a:lnTo>
                      <a:pt x="117" y="393"/>
                    </a:lnTo>
                    <a:lnTo>
                      <a:pt x="118" y="394"/>
                    </a:lnTo>
                    <a:lnTo>
                      <a:pt x="121" y="391"/>
                    </a:lnTo>
                    <a:lnTo>
                      <a:pt x="123" y="391"/>
                    </a:lnTo>
                    <a:lnTo>
                      <a:pt x="127" y="389"/>
                    </a:lnTo>
                    <a:lnTo>
                      <a:pt x="129" y="386"/>
                    </a:lnTo>
                    <a:lnTo>
                      <a:pt x="130" y="385"/>
                    </a:lnTo>
                    <a:lnTo>
                      <a:pt x="134" y="382"/>
                    </a:lnTo>
                    <a:lnTo>
                      <a:pt x="136" y="376"/>
                    </a:lnTo>
                    <a:lnTo>
                      <a:pt x="138" y="374"/>
                    </a:lnTo>
                    <a:lnTo>
                      <a:pt x="142" y="374"/>
                    </a:lnTo>
                    <a:lnTo>
                      <a:pt x="144" y="374"/>
                    </a:lnTo>
                    <a:lnTo>
                      <a:pt x="151" y="372"/>
                    </a:lnTo>
                    <a:lnTo>
                      <a:pt x="157" y="367"/>
                    </a:lnTo>
                    <a:lnTo>
                      <a:pt x="163" y="363"/>
                    </a:lnTo>
                    <a:lnTo>
                      <a:pt x="164" y="363"/>
                    </a:lnTo>
                    <a:lnTo>
                      <a:pt x="167" y="363"/>
                    </a:lnTo>
                    <a:lnTo>
                      <a:pt x="170" y="363"/>
                    </a:lnTo>
                    <a:lnTo>
                      <a:pt x="174" y="364"/>
                    </a:lnTo>
                    <a:lnTo>
                      <a:pt x="178" y="364"/>
                    </a:lnTo>
                    <a:lnTo>
                      <a:pt x="180" y="363"/>
                    </a:lnTo>
                    <a:lnTo>
                      <a:pt x="186" y="364"/>
                    </a:lnTo>
                    <a:lnTo>
                      <a:pt x="194" y="362"/>
                    </a:lnTo>
                    <a:lnTo>
                      <a:pt x="198" y="360"/>
                    </a:lnTo>
                    <a:lnTo>
                      <a:pt x="201" y="357"/>
                    </a:lnTo>
                    <a:lnTo>
                      <a:pt x="203" y="357"/>
                    </a:lnTo>
                    <a:lnTo>
                      <a:pt x="208" y="355"/>
                    </a:lnTo>
                    <a:lnTo>
                      <a:pt x="213" y="355"/>
                    </a:lnTo>
                    <a:lnTo>
                      <a:pt x="229" y="353"/>
                    </a:lnTo>
                    <a:lnTo>
                      <a:pt x="235" y="355"/>
                    </a:lnTo>
                    <a:lnTo>
                      <a:pt x="237" y="355"/>
                    </a:lnTo>
                    <a:lnTo>
                      <a:pt x="242" y="353"/>
                    </a:lnTo>
                    <a:lnTo>
                      <a:pt x="246" y="353"/>
                    </a:lnTo>
                    <a:lnTo>
                      <a:pt x="250" y="357"/>
                    </a:lnTo>
                    <a:lnTo>
                      <a:pt x="252" y="363"/>
                    </a:lnTo>
                    <a:lnTo>
                      <a:pt x="255" y="364"/>
                    </a:lnTo>
                    <a:lnTo>
                      <a:pt x="258" y="363"/>
                    </a:lnTo>
                    <a:lnTo>
                      <a:pt x="259" y="362"/>
                    </a:lnTo>
                    <a:lnTo>
                      <a:pt x="261" y="363"/>
                    </a:lnTo>
                    <a:lnTo>
                      <a:pt x="262" y="363"/>
                    </a:lnTo>
                    <a:lnTo>
                      <a:pt x="265" y="363"/>
                    </a:lnTo>
                    <a:lnTo>
                      <a:pt x="267" y="367"/>
                    </a:lnTo>
                    <a:lnTo>
                      <a:pt x="271" y="367"/>
                    </a:lnTo>
                    <a:lnTo>
                      <a:pt x="273" y="367"/>
                    </a:lnTo>
                    <a:lnTo>
                      <a:pt x="280" y="371"/>
                    </a:lnTo>
                    <a:lnTo>
                      <a:pt x="278" y="374"/>
                    </a:lnTo>
                    <a:lnTo>
                      <a:pt x="281" y="374"/>
                    </a:lnTo>
                    <a:lnTo>
                      <a:pt x="282" y="376"/>
                    </a:lnTo>
                    <a:lnTo>
                      <a:pt x="282" y="378"/>
                    </a:lnTo>
                    <a:lnTo>
                      <a:pt x="280" y="378"/>
                    </a:lnTo>
                    <a:lnTo>
                      <a:pt x="278" y="381"/>
                    </a:lnTo>
                    <a:lnTo>
                      <a:pt x="281" y="386"/>
                    </a:lnTo>
                    <a:lnTo>
                      <a:pt x="284" y="386"/>
                    </a:lnTo>
                    <a:lnTo>
                      <a:pt x="286" y="389"/>
                    </a:lnTo>
                    <a:lnTo>
                      <a:pt x="288" y="393"/>
                    </a:lnTo>
                    <a:lnTo>
                      <a:pt x="288" y="395"/>
                    </a:lnTo>
                    <a:lnTo>
                      <a:pt x="290" y="402"/>
                    </a:lnTo>
                    <a:lnTo>
                      <a:pt x="289" y="406"/>
                    </a:lnTo>
                    <a:lnTo>
                      <a:pt x="290" y="408"/>
                    </a:lnTo>
                    <a:lnTo>
                      <a:pt x="290" y="410"/>
                    </a:lnTo>
                    <a:lnTo>
                      <a:pt x="289" y="413"/>
                    </a:lnTo>
                    <a:lnTo>
                      <a:pt x="288" y="412"/>
                    </a:lnTo>
                    <a:lnTo>
                      <a:pt x="286" y="413"/>
                    </a:lnTo>
                    <a:lnTo>
                      <a:pt x="289" y="416"/>
                    </a:lnTo>
                    <a:lnTo>
                      <a:pt x="290" y="417"/>
                    </a:lnTo>
                    <a:lnTo>
                      <a:pt x="292" y="420"/>
                    </a:lnTo>
                    <a:lnTo>
                      <a:pt x="295" y="419"/>
                    </a:lnTo>
                    <a:lnTo>
                      <a:pt x="297" y="421"/>
                    </a:lnTo>
                    <a:lnTo>
                      <a:pt x="297" y="419"/>
                    </a:lnTo>
                    <a:lnTo>
                      <a:pt x="296" y="416"/>
                    </a:lnTo>
                    <a:lnTo>
                      <a:pt x="297" y="415"/>
                    </a:lnTo>
                    <a:lnTo>
                      <a:pt x="299" y="412"/>
                    </a:lnTo>
                    <a:lnTo>
                      <a:pt x="300" y="412"/>
                    </a:lnTo>
                    <a:lnTo>
                      <a:pt x="301" y="409"/>
                    </a:lnTo>
                    <a:lnTo>
                      <a:pt x="304" y="408"/>
                    </a:lnTo>
                    <a:lnTo>
                      <a:pt x="305" y="405"/>
                    </a:lnTo>
                    <a:lnTo>
                      <a:pt x="308" y="402"/>
                    </a:lnTo>
                    <a:lnTo>
                      <a:pt x="314" y="400"/>
                    </a:lnTo>
                    <a:lnTo>
                      <a:pt x="315" y="397"/>
                    </a:lnTo>
                    <a:lnTo>
                      <a:pt x="315" y="397"/>
                    </a:lnTo>
                    <a:lnTo>
                      <a:pt x="320" y="395"/>
                    </a:lnTo>
                    <a:lnTo>
                      <a:pt x="322" y="391"/>
                    </a:lnTo>
                    <a:lnTo>
                      <a:pt x="326" y="385"/>
                    </a:lnTo>
                    <a:lnTo>
                      <a:pt x="330" y="385"/>
                    </a:lnTo>
                    <a:lnTo>
                      <a:pt x="331" y="382"/>
                    </a:lnTo>
                    <a:lnTo>
                      <a:pt x="330" y="379"/>
                    </a:lnTo>
                    <a:lnTo>
                      <a:pt x="330" y="375"/>
                    </a:lnTo>
                    <a:lnTo>
                      <a:pt x="333" y="379"/>
                    </a:lnTo>
                    <a:lnTo>
                      <a:pt x="333" y="383"/>
                    </a:lnTo>
                    <a:lnTo>
                      <a:pt x="333" y="387"/>
                    </a:lnTo>
                    <a:lnTo>
                      <a:pt x="331" y="389"/>
                    </a:lnTo>
                    <a:lnTo>
                      <a:pt x="330" y="397"/>
                    </a:lnTo>
                    <a:lnTo>
                      <a:pt x="324" y="400"/>
                    </a:lnTo>
                    <a:lnTo>
                      <a:pt x="323" y="404"/>
                    </a:lnTo>
                    <a:lnTo>
                      <a:pt x="322" y="405"/>
                    </a:lnTo>
                    <a:lnTo>
                      <a:pt x="322" y="409"/>
                    </a:lnTo>
                    <a:lnTo>
                      <a:pt x="318" y="413"/>
                    </a:lnTo>
                    <a:lnTo>
                      <a:pt x="319" y="415"/>
                    </a:lnTo>
                    <a:lnTo>
                      <a:pt x="316" y="421"/>
                    </a:lnTo>
                    <a:lnTo>
                      <a:pt x="309" y="421"/>
                    </a:lnTo>
                    <a:lnTo>
                      <a:pt x="308" y="425"/>
                    </a:lnTo>
                    <a:lnTo>
                      <a:pt x="307" y="428"/>
                    </a:lnTo>
                    <a:lnTo>
                      <a:pt x="307" y="429"/>
                    </a:lnTo>
                    <a:lnTo>
                      <a:pt x="311" y="428"/>
                    </a:lnTo>
                    <a:lnTo>
                      <a:pt x="315" y="425"/>
                    </a:lnTo>
                    <a:lnTo>
                      <a:pt x="320" y="428"/>
                    </a:lnTo>
                    <a:lnTo>
                      <a:pt x="324" y="420"/>
                    </a:lnTo>
                    <a:lnTo>
                      <a:pt x="326" y="412"/>
                    </a:lnTo>
                    <a:lnTo>
                      <a:pt x="330" y="408"/>
                    </a:lnTo>
                    <a:lnTo>
                      <a:pt x="331" y="409"/>
                    </a:lnTo>
                    <a:lnTo>
                      <a:pt x="331" y="416"/>
                    </a:lnTo>
                    <a:lnTo>
                      <a:pt x="333" y="420"/>
                    </a:lnTo>
                    <a:lnTo>
                      <a:pt x="331" y="421"/>
                    </a:lnTo>
                    <a:lnTo>
                      <a:pt x="331" y="428"/>
                    </a:lnTo>
                    <a:lnTo>
                      <a:pt x="328" y="434"/>
                    </a:lnTo>
                    <a:lnTo>
                      <a:pt x="323" y="436"/>
                    </a:lnTo>
                    <a:lnTo>
                      <a:pt x="324" y="438"/>
                    </a:lnTo>
                    <a:lnTo>
                      <a:pt x="327" y="438"/>
                    </a:lnTo>
                    <a:lnTo>
                      <a:pt x="331" y="438"/>
                    </a:lnTo>
                    <a:lnTo>
                      <a:pt x="333" y="435"/>
                    </a:lnTo>
                    <a:lnTo>
                      <a:pt x="335" y="435"/>
                    </a:lnTo>
                    <a:lnTo>
                      <a:pt x="338" y="432"/>
                    </a:lnTo>
                    <a:lnTo>
                      <a:pt x="341" y="434"/>
                    </a:lnTo>
                    <a:lnTo>
                      <a:pt x="342" y="434"/>
                    </a:lnTo>
                    <a:lnTo>
                      <a:pt x="341" y="435"/>
                    </a:lnTo>
                    <a:lnTo>
                      <a:pt x="339" y="438"/>
                    </a:lnTo>
                    <a:lnTo>
                      <a:pt x="337" y="438"/>
                    </a:lnTo>
                    <a:lnTo>
                      <a:pt x="337" y="439"/>
                    </a:lnTo>
                    <a:lnTo>
                      <a:pt x="339" y="443"/>
                    </a:lnTo>
                    <a:lnTo>
                      <a:pt x="339" y="446"/>
                    </a:lnTo>
                    <a:lnTo>
                      <a:pt x="342" y="450"/>
                    </a:lnTo>
                    <a:lnTo>
                      <a:pt x="342" y="455"/>
                    </a:lnTo>
                    <a:lnTo>
                      <a:pt x="342" y="462"/>
                    </a:lnTo>
                    <a:lnTo>
                      <a:pt x="338" y="466"/>
                    </a:lnTo>
                    <a:lnTo>
                      <a:pt x="338" y="468"/>
                    </a:lnTo>
                    <a:lnTo>
                      <a:pt x="338" y="473"/>
                    </a:lnTo>
                    <a:lnTo>
                      <a:pt x="341" y="474"/>
                    </a:lnTo>
                    <a:lnTo>
                      <a:pt x="342" y="478"/>
                    </a:lnTo>
                    <a:lnTo>
                      <a:pt x="343" y="484"/>
                    </a:lnTo>
                    <a:lnTo>
                      <a:pt x="349" y="491"/>
                    </a:lnTo>
                    <a:lnTo>
                      <a:pt x="352" y="491"/>
                    </a:lnTo>
                    <a:lnTo>
                      <a:pt x="354" y="493"/>
                    </a:lnTo>
                    <a:lnTo>
                      <a:pt x="356" y="496"/>
                    </a:lnTo>
                    <a:lnTo>
                      <a:pt x="360" y="496"/>
                    </a:lnTo>
                    <a:lnTo>
                      <a:pt x="360" y="495"/>
                    </a:lnTo>
                    <a:lnTo>
                      <a:pt x="361" y="495"/>
                    </a:lnTo>
                    <a:lnTo>
                      <a:pt x="365" y="496"/>
                    </a:lnTo>
                    <a:lnTo>
                      <a:pt x="368" y="500"/>
                    </a:lnTo>
                    <a:lnTo>
                      <a:pt x="372" y="500"/>
                    </a:lnTo>
                    <a:lnTo>
                      <a:pt x="375" y="503"/>
                    </a:lnTo>
                    <a:lnTo>
                      <a:pt x="376" y="506"/>
                    </a:lnTo>
                    <a:lnTo>
                      <a:pt x="379" y="507"/>
                    </a:lnTo>
                    <a:lnTo>
                      <a:pt x="381" y="511"/>
                    </a:lnTo>
                    <a:lnTo>
                      <a:pt x="383" y="511"/>
                    </a:lnTo>
                    <a:lnTo>
                      <a:pt x="384" y="508"/>
                    </a:lnTo>
                    <a:lnTo>
                      <a:pt x="390" y="506"/>
                    </a:lnTo>
                    <a:lnTo>
                      <a:pt x="391" y="503"/>
                    </a:lnTo>
                    <a:lnTo>
                      <a:pt x="395" y="503"/>
                    </a:lnTo>
                    <a:lnTo>
                      <a:pt x="399" y="500"/>
                    </a:lnTo>
                    <a:lnTo>
                      <a:pt x="400" y="500"/>
                    </a:lnTo>
                    <a:lnTo>
                      <a:pt x="402" y="499"/>
                    </a:lnTo>
                    <a:lnTo>
                      <a:pt x="402" y="497"/>
                    </a:lnTo>
                    <a:lnTo>
                      <a:pt x="399" y="496"/>
                    </a:lnTo>
                    <a:lnTo>
                      <a:pt x="399" y="495"/>
                    </a:lnTo>
                    <a:lnTo>
                      <a:pt x="405" y="491"/>
                    </a:lnTo>
                    <a:lnTo>
                      <a:pt x="410" y="495"/>
                    </a:lnTo>
                    <a:lnTo>
                      <a:pt x="410" y="497"/>
                    </a:lnTo>
                    <a:lnTo>
                      <a:pt x="405" y="500"/>
                    </a:lnTo>
                    <a:lnTo>
                      <a:pt x="405" y="503"/>
                    </a:lnTo>
                    <a:lnTo>
                      <a:pt x="407" y="504"/>
                    </a:lnTo>
                    <a:lnTo>
                      <a:pt x="409" y="501"/>
                    </a:lnTo>
                    <a:lnTo>
                      <a:pt x="411" y="500"/>
                    </a:lnTo>
                    <a:lnTo>
                      <a:pt x="414" y="501"/>
                    </a:lnTo>
                    <a:lnTo>
                      <a:pt x="414" y="504"/>
                    </a:lnTo>
                    <a:lnTo>
                      <a:pt x="413" y="504"/>
                    </a:lnTo>
                    <a:lnTo>
                      <a:pt x="410" y="506"/>
                    </a:lnTo>
                    <a:lnTo>
                      <a:pt x="414" y="511"/>
                    </a:lnTo>
                    <a:lnTo>
                      <a:pt x="414" y="515"/>
                    </a:lnTo>
                    <a:lnTo>
                      <a:pt x="415" y="515"/>
                    </a:lnTo>
                    <a:lnTo>
                      <a:pt x="418" y="515"/>
                    </a:lnTo>
                    <a:lnTo>
                      <a:pt x="418" y="518"/>
                    </a:lnTo>
                    <a:lnTo>
                      <a:pt x="420" y="520"/>
                    </a:lnTo>
                    <a:lnTo>
                      <a:pt x="422" y="518"/>
                    </a:lnTo>
                    <a:lnTo>
                      <a:pt x="422" y="514"/>
                    </a:lnTo>
                    <a:lnTo>
                      <a:pt x="420" y="515"/>
                    </a:lnTo>
                    <a:lnTo>
                      <a:pt x="420" y="514"/>
                    </a:lnTo>
                    <a:lnTo>
                      <a:pt x="421" y="511"/>
                    </a:lnTo>
                    <a:lnTo>
                      <a:pt x="428" y="511"/>
                    </a:lnTo>
                    <a:lnTo>
                      <a:pt x="429" y="514"/>
                    </a:lnTo>
                    <a:lnTo>
                      <a:pt x="430" y="511"/>
                    </a:lnTo>
                    <a:lnTo>
                      <a:pt x="433" y="507"/>
                    </a:lnTo>
                    <a:lnTo>
                      <a:pt x="441" y="503"/>
                    </a:lnTo>
                    <a:lnTo>
                      <a:pt x="445" y="499"/>
                    </a:lnTo>
                    <a:lnTo>
                      <a:pt x="443" y="499"/>
                    </a:lnTo>
                    <a:lnTo>
                      <a:pt x="441" y="500"/>
                    </a:lnTo>
                    <a:lnTo>
                      <a:pt x="441" y="499"/>
                    </a:lnTo>
                    <a:lnTo>
                      <a:pt x="439" y="497"/>
                    </a:lnTo>
                    <a:lnTo>
                      <a:pt x="441" y="497"/>
                    </a:lnTo>
                    <a:lnTo>
                      <a:pt x="445" y="497"/>
                    </a:lnTo>
                    <a:lnTo>
                      <a:pt x="451" y="496"/>
                    </a:lnTo>
                    <a:lnTo>
                      <a:pt x="462" y="493"/>
                    </a:lnTo>
                    <a:lnTo>
                      <a:pt x="471" y="496"/>
                    </a:lnTo>
                    <a:lnTo>
                      <a:pt x="474" y="493"/>
                    </a:lnTo>
                    <a:lnTo>
                      <a:pt x="474" y="491"/>
                    </a:lnTo>
                    <a:lnTo>
                      <a:pt x="477" y="491"/>
                    </a:lnTo>
                    <a:lnTo>
                      <a:pt x="479" y="489"/>
                    </a:lnTo>
                    <a:lnTo>
                      <a:pt x="482" y="484"/>
                    </a:lnTo>
                    <a:lnTo>
                      <a:pt x="481" y="478"/>
                    </a:lnTo>
                    <a:lnTo>
                      <a:pt x="481" y="476"/>
                    </a:lnTo>
                    <a:lnTo>
                      <a:pt x="486" y="470"/>
                    </a:lnTo>
                    <a:lnTo>
                      <a:pt x="486" y="462"/>
                    </a:lnTo>
                    <a:lnTo>
                      <a:pt x="487" y="459"/>
                    </a:lnTo>
                    <a:lnTo>
                      <a:pt x="489" y="454"/>
                    </a:lnTo>
                    <a:lnTo>
                      <a:pt x="492" y="453"/>
                    </a:lnTo>
                    <a:lnTo>
                      <a:pt x="492" y="450"/>
                    </a:lnTo>
                    <a:lnTo>
                      <a:pt x="500" y="439"/>
                    </a:lnTo>
                    <a:lnTo>
                      <a:pt x="502" y="438"/>
                    </a:lnTo>
                    <a:lnTo>
                      <a:pt x="504" y="432"/>
                    </a:lnTo>
                    <a:lnTo>
                      <a:pt x="508" y="428"/>
                    </a:lnTo>
                    <a:lnTo>
                      <a:pt x="509" y="421"/>
                    </a:lnTo>
                    <a:lnTo>
                      <a:pt x="513" y="419"/>
                    </a:lnTo>
                    <a:lnTo>
                      <a:pt x="513" y="415"/>
                    </a:lnTo>
                    <a:lnTo>
                      <a:pt x="515" y="415"/>
                    </a:lnTo>
                    <a:lnTo>
                      <a:pt x="517" y="408"/>
                    </a:lnTo>
                    <a:lnTo>
                      <a:pt x="516" y="406"/>
                    </a:lnTo>
                    <a:lnTo>
                      <a:pt x="520" y="405"/>
                    </a:lnTo>
                    <a:lnTo>
                      <a:pt x="523" y="400"/>
                    </a:lnTo>
                    <a:lnTo>
                      <a:pt x="524" y="398"/>
                    </a:lnTo>
                    <a:lnTo>
                      <a:pt x="527" y="394"/>
                    </a:lnTo>
                    <a:lnTo>
                      <a:pt x="531" y="393"/>
                    </a:lnTo>
                    <a:lnTo>
                      <a:pt x="534" y="391"/>
                    </a:lnTo>
                    <a:lnTo>
                      <a:pt x="530" y="391"/>
                    </a:lnTo>
                    <a:lnTo>
                      <a:pt x="531" y="390"/>
                    </a:lnTo>
                    <a:lnTo>
                      <a:pt x="535" y="389"/>
                    </a:lnTo>
                    <a:lnTo>
                      <a:pt x="540" y="386"/>
                    </a:lnTo>
                    <a:lnTo>
                      <a:pt x="540" y="383"/>
                    </a:lnTo>
                    <a:lnTo>
                      <a:pt x="540" y="381"/>
                    </a:lnTo>
                    <a:lnTo>
                      <a:pt x="540" y="378"/>
                    </a:lnTo>
                    <a:lnTo>
                      <a:pt x="546" y="375"/>
                    </a:lnTo>
                    <a:lnTo>
                      <a:pt x="546" y="371"/>
                    </a:lnTo>
                    <a:lnTo>
                      <a:pt x="549" y="370"/>
                    </a:lnTo>
                    <a:lnTo>
                      <a:pt x="553" y="366"/>
                    </a:lnTo>
                    <a:lnTo>
                      <a:pt x="551" y="363"/>
                    </a:lnTo>
                    <a:lnTo>
                      <a:pt x="553" y="357"/>
                    </a:lnTo>
                    <a:lnTo>
                      <a:pt x="553" y="356"/>
                    </a:lnTo>
                    <a:lnTo>
                      <a:pt x="553" y="355"/>
                    </a:lnTo>
                    <a:lnTo>
                      <a:pt x="557" y="345"/>
                    </a:lnTo>
                    <a:lnTo>
                      <a:pt x="558" y="340"/>
                    </a:lnTo>
                    <a:lnTo>
                      <a:pt x="562" y="330"/>
                    </a:lnTo>
                    <a:lnTo>
                      <a:pt x="562" y="328"/>
                    </a:lnTo>
                    <a:lnTo>
                      <a:pt x="565" y="321"/>
                    </a:lnTo>
                    <a:lnTo>
                      <a:pt x="569" y="318"/>
                    </a:lnTo>
                    <a:lnTo>
                      <a:pt x="570" y="314"/>
                    </a:lnTo>
                    <a:lnTo>
                      <a:pt x="569" y="310"/>
                    </a:lnTo>
                    <a:lnTo>
                      <a:pt x="572" y="307"/>
                    </a:lnTo>
                    <a:lnTo>
                      <a:pt x="569" y="300"/>
                    </a:lnTo>
                    <a:lnTo>
                      <a:pt x="570" y="296"/>
                    </a:lnTo>
                    <a:lnTo>
                      <a:pt x="568" y="291"/>
                    </a:lnTo>
                    <a:lnTo>
                      <a:pt x="568" y="290"/>
                    </a:lnTo>
                    <a:lnTo>
                      <a:pt x="566" y="287"/>
                    </a:lnTo>
                    <a:lnTo>
                      <a:pt x="568" y="285"/>
                    </a:lnTo>
                    <a:lnTo>
                      <a:pt x="568" y="283"/>
                    </a:lnTo>
                    <a:lnTo>
                      <a:pt x="570" y="277"/>
                    </a:lnTo>
                    <a:lnTo>
                      <a:pt x="570" y="276"/>
                    </a:lnTo>
                    <a:lnTo>
                      <a:pt x="570" y="268"/>
                    </a:lnTo>
                    <a:lnTo>
                      <a:pt x="572" y="265"/>
                    </a:lnTo>
                    <a:lnTo>
                      <a:pt x="570" y="264"/>
                    </a:lnTo>
                    <a:lnTo>
                      <a:pt x="570" y="261"/>
                    </a:lnTo>
                    <a:lnTo>
                      <a:pt x="570" y="256"/>
                    </a:lnTo>
                    <a:lnTo>
                      <a:pt x="569" y="256"/>
                    </a:lnTo>
                    <a:lnTo>
                      <a:pt x="570" y="251"/>
                    </a:lnTo>
                    <a:lnTo>
                      <a:pt x="568" y="250"/>
                    </a:lnTo>
                    <a:lnTo>
                      <a:pt x="566" y="247"/>
                    </a:lnTo>
                    <a:lnTo>
                      <a:pt x="566" y="245"/>
                    </a:lnTo>
                    <a:lnTo>
                      <a:pt x="562" y="242"/>
                    </a:lnTo>
                    <a:lnTo>
                      <a:pt x="561" y="238"/>
                    </a:lnTo>
                    <a:lnTo>
                      <a:pt x="559" y="234"/>
                    </a:lnTo>
                    <a:lnTo>
                      <a:pt x="558" y="230"/>
                    </a:lnTo>
                    <a:lnTo>
                      <a:pt x="557" y="230"/>
                    </a:lnTo>
                    <a:lnTo>
                      <a:pt x="554" y="231"/>
                    </a:lnTo>
                    <a:lnTo>
                      <a:pt x="553" y="230"/>
                    </a:lnTo>
                    <a:lnTo>
                      <a:pt x="551" y="226"/>
                    </a:lnTo>
                    <a:lnTo>
                      <a:pt x="550" y="226"/>
                    </a:lnTo>
                    <a:lnTo>
                      <a:pt x="550" y="223"/>
                    </a:lnTo>
                    <a:lnTo>
                      <a:pt x="546" y="220"/>
                    </a:lnTo>
                    <a:lnTo>
                      <a:pt x="545" y="219"/>
                    </a:lnTo>
                    <a:lnTo>
                      <a:pt x="546" y="216"/>
                    </a:lnTo>
                    <a:lnTo>
                      <a:pt x="543" y="213"/>
                    </a:lnTo>
                    <a:lnTo>
                      <a:pt x="546" y="209"/>
                    </a:lnTo>
                    <a:lnTo>
                      <a:pt x="547" y="205"/>
                    </a:lnTo>
                    <a:lnTo>
                      <a:pt x="546" y="203"/>
                    </a:lnTo>
                    <a:lnTo>
                      <a:pt x="547" y="200"/>
                    </a:lnTo>
                    <a:lnTo>
                      <a:pt x="545" y="200"/>
                    </a:lnTo>
                    <a:lnTo>
                      <a:pt x="545" y="201"/>
                    </a:lnTo>
                    <a:lnTo>
                      <a:pt x="545" y="203"/>
                    </a:lnTo>
                    <a:lnTo>
                      <a:pt x="545" y="204"/>
                    </a:lnTo>
                    <a:lnTo>
                      <a:pt x="538" y="197"/>
                    </a:lnTo>
                    <a:lnTo>
                      <a:pt x="536" y="194"/>
                    </a:lnTo>
                    <a:lnTo>
                      <a:pt x="535" y="194"/>
                    </a:lnTo>
                    <a:lnTo>
                      <a:pt x="535" y="197"/>
                    </a:lnTo>
                    <a:lnTo>
                      <a:pt x="534" y="199"/>
                    </a:lnTo>
                    <a:lnTo>
                      <a:pt x="536" y="204"/>
                    </a:lnTo>
                    <a:lnTo>
                      <a:pt x="532" y="200"/>
                    </a:lnTo>
                    <a:lnTo>
                      <a:pt x="531" y="201"/>
                    </a:lnTo>
                    <a:lnTo>
                      <a:pt x="531" y="199"/>
                    </a:lnTo>
                    <a:lnTo>
                      <a:pt x="530" y="197"/>
                    </a:lnTo>
                    <a:lnTo>
                      <a:pt x="530" y="189"/>
                    </a:lnTo>
                    <a:lnTo>
                      <a:pt x="531" y="188"/>
                    </a:lnTo>
                    <a:lnTo>
                      <a:pt x="531" y="186"/>
                    </a:lnTo>
                    <a:lnTo>
                      <a:pt x="528" y="184"/>
                    </a:lnTo>
                    <a:lnTo>
                      <a:pt x="528" y="182"/>
                    </a:lnTo>
                    <a:lnTo>
                      <a:pt x="527" y="179"/>
                    </a:lnTo>
                    <a:lnTo>
                      <a:pt x="527" y="178"/>
                    </a:lnTo>
                    <a:lnTo>
                      <a:pt x="523" y="174"/>
                    </a:lnTo>
                    <a:lnTo>
                      <a:pt x="521" y="171"/>
                    </a:lnTo>
                    <a:lnTo>
                      <a:pt x="521" y="167"/>
                    </a:lnTo>
                    <a:lnTo>
                      <a:pt x="524" y="169"/>
                    </a:lnTo>
                    <a:lnTo>
                      <a:pt x="524" y="166"/>
                    </a:lnTo>
                    <a:lnTo>
                      <a:pt x="521" y="162"/>
                    </a:lnTo>
                    <a:lnTo>
                      <a:pt x="520" y="162"/>
                    </a:lnTo>
                    <a:lnTo>
                      <a:pt x="517" y="162"/>
                    </a:lnTo>
                    <a:lnTo>
                      <a:pt x="515" y="158"/>
                    </a:lnTo>
                    <a:lnTo>
                      <a:pt x="513" y="158"/>
                    </a:lnTo>
                    <a:lnTo>
                      <a:pt x="511" y="155"/>
                    </a:lnTo>
                    <a:lnTo>
                      <a:pt x="509" y="156"/>
                    </a:lnTo>
                    <a:lnTo>
                      <a:pt x="508" y="155"/>
                    </a:lnTo>
                    <a:lnTo>
                      <a:pt x="505" y="154"/>
                    </a:lnTo>
                    <a:lnTo>
                      <a:pt x="502" y="156"/>
                    </a:lnTo>
                    <a:lnTo>
                      <a:pt x="504" y="154"/>
                    </a:lnTo>
                    <a:lnTo>
                      <a:pt x="506" y="152"/>
                    </a:lnTo>
                    <a:lnTo>
                      <a:pt x="508" y="151"/>
                    </a:lnTo>
                    <a:lnTo>
                      <a:pt x="506" y="150"/>
                    </a:lnTo>
                    <a:lnTo>
                      <a:pt x="504" y="150"/>
                    </a:lnTo>
                    <a:lnTo>
                      <a:pt x="501" y="150"/>
                    </a:lnTo>
                    <a:lnTo>
                      <a:pt x="500" y="147"/>
                    </a:lnTo>
                    <a:lnTo>
                      <a:pt x="498" y="147"/>
                    </a:lnTo>
                    <a:lnTo>
                      <a:pt x="493" y="144"/>
                    </a:lnTo>
                    <a:lnTo>
                      <a:pt x="490" y="139"/>
                    </a:lnTo>
                    <a:lnTo>
                      <a:pt x="489" y="133"/>
                    </a:lnTo>
                    <a:lnTo>
                      <a:pt x="487" y="131"/>
                    </a:lnTo>
                    <a:lnTo>
                      <a:pt x="487" y="128"/>
                    </a:lnTo>
                    <a:lnTo>
                      <a:pt x="489" y="126"/>
                    </a:lnTo>
                    <a:lnTo>
                      <a:pt x="490" y="121"/>
                    </a:lnTo>
                    <a:lnTo>
                      <a:pt x="489" y="114"/>
                    </a:lnTo>
                    <a:lnTo>
                      <a:pt x="487" y="110"/>
                    </a:lnTo>
                    <a:lnTo>
                      <a:pt x="489" y="110"/>
                    </a:lnTo>
                    <a:lnTo>
                      <a:pt x="486" y="107"/>
                    </a:lnTo>
                    <a:lnTo>
                      <a:pt x="485" y="107"/>
                    </a:lnTo>
                    <a:lnTo>
                      <a:pt x="482" y="102"/>
                    </a:lnTo>
                    <a:lnTo>
                      <a:pt x="482" y="95"/>
                    </a:lnTo>
                    <a:lnTo>
                      <a:pt x="483" y="95"/>
                    </a:lnTo>
                    <a:lnTo>
                      <a:pt x="483" y="93"/>
                    </a:lnTo>
                    <a:lnTo>
                      <a:pt x="482" y="91"/>
                    </a:lnTo>
                    <a:lnTo>
                      <a:pt x="481" y="83"/>
                    </a:lnTo>
                    <a:lnTo>
                      <a:pt x="482" y="80"/>
                    </a:lnTo>
                    <a:lnTo>
                      <a:pt x="481" y="78"/>
                    </a:lnTo>
                    <a:lnTo>
                      <a:pt x="482" y="76"/>
                    </a:lnTo>
                    <a:lnTo>
                      <a:pt x="482" y="75"/>
                    </a:lnTo>
                    <a:lnTo>
                      <a:pt x="478" y="69"/>
                    </a:lnTo>
                    <a:lnTo>
                      <a:pt x="474" y="68"/>
                    </a:lnTo>
                    <a:lnTo>
                      <a:pt x="475" y="67"/>
                    </a:lnTo>
                    <a:lnTo>
                      <a:pt x="472" y="64"/>
                    </a:lnTo>
                    <a:lnTo>
                      <a:pt x="468" y="65"/>
                    </a:lnTo>
                    <a:lnTo>
                      <a:pt x="467" y="64"/>
                    </a:lnTo>
                    <a:lnTo>
                      <a:pt x="466" y="68"/>
                    </a:lnTo>
                    <a:lnTo>
                      <a:pt x="464" y="68"/>
                    </a:lnTo>
                    <a:lnTo>
                      <a:pt x="460" y="63"/>
                    </a:lnTo>
                    <a:lnTo>
                      <a:pt x="462" y="61"/>
                    </a:lnTo>
                    <a:lnTo>
                      <a:pt x="459" y="57"/>
                    </a:lnTo>
                    <a:lnTo>
                      <a:pt x="460" y="52"/>
                    </a:lnTo>
                    <a:lnTo>
                      <a:pt x="460" y="45"/>
                    </a:lnTo>
                    <a:lnTo>
                      <a:pt x="459" y="46"/>
                    </a:lnTo>
                    <a:lnTo>
                      <a:pt x="458" y="44"/>
                    </a:lnTo>
                    <a:lnTo>
                      <a:pt x="459" y="41"/>
                    </a:lnTo>
                    <a:lnTo>
                      <a:pt x="456" y="38"/>
                    </a:lnTo>
                    <a:lnTo>
                      <a:pt x="456" y="35"/>
                    </a:lnTo>
                    <a:lnTo>
                      <a:pt x="455" y="34"/>
                    </a:lnTo>
                    <a:lnTo>
                      <a:pt x="455" y="31"/>
                    </a:lnTo>
                    <a:lnTo>
                      <a:pt x="456" y="29"/>
                    </a:lnTo>
                    <a:lnTo>
                      <a:pt x="455" y="29"/>
                    </a:lnTo>
                    <a:lnTo>
                      <a:pt x="452" y="29"/>
                    </a:lnTo>
                    <a:lnTo>
                      <a:pt x="451" y="27"/>
                    </a:lnTo>
                    <a:lnTo>
                      <a:pt x="452" y="21"/>
                    </a:lnTo>
                    <a:lnTo>
                      <a:pt x="451" y="19"/>
                    </a:lnTo>
                    <a:lnTo>
                      <a:pt x="449" y="15"/>
                    </a:lnTo>
                    <a:lnTo>
                      <a:pt x="447" y="14"/>
                    </a:lnTo>
                    <a:lnTo>
                      <a:pt x="447" y="12"/>
                    </a:lnTo>
                    <a:lnTo>
                      <a:pt x="444" y="14"/>
                    </a:lnTo>
                    <a:lnTo>
                      <a:pt x="443" y="15"/>
                    </a:lnTo>
                    <a:lnTo>
                      <a:pt x="443" y="21"/>
                    </a:lnTo>
                    <a:lnTo>
                      <a:pt x="441" y="25"/>
                    </a:lnTo>
                    <a:lnTo>
                      <a:pt x="441" y="26"/>
                    </a:lnTo>
                    <a:lnTo>
                      <a:pt x="440" y="29"/>
                    </a:lnTo>
                    <a:lnTo>
                      <a:pt x="439" y="29"/>
                    </a:lnTo>
                    <a:lnTo>
                      <a:pt x="437" y="34"/>
                    </a:lnTo>
                    <a:lnTo>
                      <a:pt x="434" y="37"/>
                    </a:lnTo>
                    <a:lnTo>
                      <a:pt x="436" y="40"/>
                    </a:lnTo>
                    <a:lnTo>
                      <a:pt x="439" y="41"/>
                    </a:lnTo>
                    <a:lnTo>
                      <a:pt x="437" y="42"/>
                    </a:lnTo>
                    <a:lnTo>
                      <a:pt x="436" y="42"/>
                    </a:lnTo>
                    <a:lnTo>
                      <a:pt x="434" y="45"/>
                    </a:lnTo>
                    <a:lnTo>
                      <a:pt x="433" y="48"/>
                    </a:lnTo>
                    <a:lnTo>
                      <a:pt x="434" y="50"/>
                    </a:lnTo>
                    <a:lnTo>
                      <a:pt x="434" y="53"/>
                    </a:lnTo>
                    <a:lnTo>
                      <a:pt x="433" y="53"/>
                    </a:lnTo>
                    <a:lnTo>
                      <a:pt x="432" y="53"/>
                    </a:lnTo>
                    <a:lnTo>
                      <a:pt x="430" y="61"/>
                    </a:lnTo>
                    <a:lnTo>
                      <a:pt x="432" y="65"/>
                    </a:lnTo>
                    <a:lnTo>
                      <a:pt x="430" y="71"/>
                    </a:lnTo>
                    <a:lnTo>
                      <a:pt x="432" y="75"/>
                    </a:lnTo>
                    <a:lnTo>
                      <a:pt x="432" y="79"/>
                    </a:lnTo>
                    <a:lnTo>
                      <a:pt x="429" y="80"/>
                    </a:lnTo>
                    <a:lnTo>
                      <a:pt x="429" y="83"/>
                    </a:lnTo>
                    <a:lnTo>
                      <a:pt x="426" y="88"/>
                    </a:lnTo>
                    <a:lnTo>
                      <a:pt x="425" y="97"/>
                    </a:lnTo>
                    <a:lnTo>
                      <a:pt x="422" y="99"/>
                    </a:lnTo>
                    <a:lnTo>
                      <a:pt x="424" y="102"/>
                    </a:lnTo>
                    <a:lnTo>
                      <a:pt x="422" y="107"/>
                    </a:lnTo>
                    <a:lnTo>
                      <a:pt x="420" y="110"/>
                    </a:lnTo>
                    <a:lnTo>
                      <a:pt x="420" y="114"/>
                    </a:lnTo>
                    <a:lnTo>
                      <a:pt x="415" y="118"/>
                    </a:lnTo>
                    <a:lnTo>
                      <a:pt x="406" y="122"/>
                    </a:lnTo>
                    <a:lnTo>
                      <a:pt x="402" y="120"/>
                    </a:lnTo>
                    <a:lnTo>
                      <a:pt x="398" y="118"/>
                    </a:lnTo>
                    <a:lnTo>
                      <a:pt x="396" y="117"/>
                    </a:lnTo>
                    <a:lnTo>
                      <a:pt x="392" y="114"/>
                    </a:lnTo>
                    <a:lnTo>
                      <a:pt x="392" y="112"/>
                    </a:lnTo>
                    <a:lnTo>
                      <a:pt x="392" y="110"/>
                    </a:lnTo>
                    <a:lnTo>
                      <a:pt x="391" y="107"/>
                    </a:lnTo>
                    <a:lnTo>
                      <a:pt x="388" y="107"/>
                    </a:lnTo>
                    <a:lnTo>
                      <a:pt x="386" y="106"/>
                    </a:lnTo>
                    <a:lnTo>
                      <a:pt x="380" y="106"/>
                    </a:lnTo>
                    <a:lnTo>
                      <a:pt x="376" y="103"/>
                    </a:lnTo>
                    <a:lnTo>
                      <a:pt x="376" y="101"/>
                    </a:lnTo>
                    <a:lnTo>
                      <a:pt x="372" y="97"/>
                    </a:lnTo>
                    <a:lnTo>
                      <a:pt x="369" y="97"/>
                    </a:lnTo>
                    <a:lnTo>
                      <a:pt x="365" y="94"/>
                    </a:lnTo>
                    <a:lnTo>
                      <a:pt x="365" y="93"/>
                    </a:lnTo>
                    <a:lnTo>
                      <a:pt x="364" y="93"/>
                    </a:lnTo>
                    <a:lnTo>
                      <a:pt x="361" y="91"/>
                    </a:lnTo>
                    <a:lnTo>
                      <a:pt x="358" y="91"/>
                    </a:lnTo>
                    <a:lnTo>
                      <a:pt x="356" y="90"/>
                    </a:lnTo>
                    <a:lnTo>
                      <a:pt x="357" y="88"/>
                    </a:lnTo>
                    <a:lnTo>
                      <a:pt x="353" y="86"/>
                    </a:lnTo>
                    <a:lnTo>
                      <a:pt x="353" y="83"/>
                    </a:lnTo>
                    <a:lnTo>
                      <a:pt x="349" y="79"/>
                    </a:lnTo>
                    <a:lnTo>
                      <a:pt x="346" y="79"/>
                    </a:lnTo>
                    <a:lnTo>
                      <a:pt x="343" y="75"/>
                    </a:lnTo>
                    <a:lnTo>
                      <a:pt x="343" y="72"/>
                    </a:lnTo>
                    <a:lnTo>
                      <a:pt x="346" y="68"/>
                    </a:lnTo>
                    <a:lnTo>
                      <a:pt x="346" y="64"/>
                    </a:lnTo>
                    <a:lnTo>
                      <a:pt x="349" y="63"/>
                    </a:lnTo>
                    <a:lnTo>
                      <a:pt x="350" y="59"/>
                    </a:lnTo>
                    <a:lnTo>
                      <a:pt x="352" y="56"/>
                    </a:lnTo>
                    <a:lnTo>
                      <a:pt x="349" y="57"/>
                    </a:lnTo>
                    <a:lnTo>
                      <a:pt x="348" y="53"/>
                    </a:lnTo>
                    <a:lnTo>
                      <a:pt x="350" y="52"/>
                    </a:lnTo>
                    <a:lnTo>
                      <a:pt x="349" y="49"/>
                    </a:lnTo>
                    <a:lnTo>
                      <a:pt x="350" y="49"/>
                    </a:lnTo>
                    <a:lnTo>
                      <a:pt x="353" y="48"/>
                    </a:lnTo>
                    <a:lnTo>
                      <a:pt x="353" y="49"/>
                    </a:lnTo>
                    <a:lnTo>
                      <a:pt x="356" y="49"/>
                    </a:lnTo>
                    <a:lnTo>
                      <a:pt x="360" y="48"/>
                    </a:lnTo>
                    <a:lnTo>
                      <a:pt x="361" y="45"/>
                    </a:lnTo>
                    <a:lnTo>
                      <a:pt x="358" y="42"/>
                    </a:lnTo>
                    <a:lnTo>
                      <a:pt x="360" y="41"/>
                    </a:lnTo>
                    <a:lnTo>
                      <a:pt x="362" y="42"/>
                    </a:lnTo>
                    <a:lnTo>
                      <a:pt x="364" y="37"/>
                    </a:lnTo>
                    <a:lnTo>
                      <a:pt x="365" y="35"/>
                    </a:lnTo>
                    <a:lnTo>
                      <a:pt x="368" y="34"/>
                    </a:lnTo>
                    <a:lnTo>
                      <a:pt x="368" y="33"/>
                    </a:lnTo>
                    <a:lnTo>
                      <a:pt x="365" y="30"/>
                    </a:lnTo>
                    <a:lnTo>
                      <a:pt x="362" y="33"/>
                    </a:lnTo>
                    <a:lnTo>
                      <a:pt x="361" y="33"/>
                    </a:lnTo>
                    <a:lnTo>
                      <a:pt x="361" y="27"/>
                    </a:lnTo>
                    <a:lnTo>
                      <a:pt x="358" y="29"/>
                    </a:lnTo>
                    <a:lnTo>
                      <a:pt x="354" y="33"/>
                    </a:lnTo>
                    <a:lnTo>
                      <a:pt x="357" y="33"/>
                    </a:lnTo>
                    <a:lnTo>
                      <a:pt x="357" y="35"/>
                    </a:lnTo>
                    <a:lnTo>
                      <a:pt x="354" y="37"/>
                    </a:lnTo>
                    <a:lnTo>
                      <a:pt x="352" y="34"/>
                    </a:lnTo>
                    <a:lnTo>
                      <a:pt x="352" y="33"/>
                    </a:lnTo>
                    <a:lnTo>
                      <a:pt x="350" y="31"/>
                    </a:lnTo>
                    <a:lnTo>
                      <a:pt x="349" y="33"/>
                    </a:lnTo>
                    <a:lnTo>
                      <a:pt x="348" y="34"/>
                    </a:lnTo>
                    <a:lnTo>
                      <a:pt x="348" y="31"/>
                    </a:lnTo>
                    <a:lnTo>
                      <a:pt x="349" y="30"/>
                    </a:lnTo>
                    <a:lnTo>
                      <a:pt x="350" y="29"/>
                    </a:lnTo>
                    <a:lnTo>
                      <a:pt x="348" y="30"/>
                    </a:lnTo>
                    <a:lnTo>
                      <a:pt x="346" y="31"/>
                    </a:lnTo>
                    <a:lnTo>
                      <a:pt x="343" y="33"/>
                    </a:lnTo>
                    <a:lnTo>
                      <a:pt x="342" y="34"/>
                    </a:lnTo>
                    <a:lnTo>
                      <a:pt x="341" y="34"/>
                    </a:lnTo>
                    <a:lnTo>
                      <a:pt x="339" y="33"/>
                    </a:lnTo>
                    <a:lnTo>
                      <a:pt x="337" y="33"/>
                    </a:lnTo>
                    <a:lnTo>
                      <a:pt x="337" y="31"/>
                    </a:lnTo>
                    <a:lnTo>
                      <a:pt x="335" y="29"/>
                    </a:lnTo>
                    <a:lnTo>
                      <a:pt x="334" y="29"/>
                    </a:lnTo>
                    <a:lnTo>
                      <a:pt x="330" y="30"/>
                    </a:lnTo>
                    <a:lnTo>
                      <a:pt x="328" y="29"/>
                    </a:lnTo>
                    <a:lnTo>
                      <a:pt x="327" y="30"/>
                    </a:lnTo>
                    <a:lnTo>
                      <a:pt x="326" y="27"/>
                    </a:lnTo>
                    <a:lnTo>
                      <a:pt x="324" y="27"/>
                    </a:lnTo>
                    <a:lnTo>
                      <a:pt x="323" y="25"/>
                    </a:lnTo>
                    <a:lnTo>
                      <a:pt x="319" y="26"/>
                    </a:lnTo>
                    <a:lnTo>
                      <a:pt x="316" y="26"/>
                    </a:lnTo>
                    <a:lnTo>
                      <a:pt x="312" y="23"/>
                    </a:lnTo>
                    <a:lnTo>
                      <a:pt x="314" y="22"/>
                    </a:lnTo>
                    <a:lnTo>
                      <a:pt x="311" y="19"/>
                    </a:lnTo>
                    <a:lnTo>
                      <a:pt x="309" y="19"/>
                    </a:lnTo>
                    <a:lnTo>
                      <a:pt x="309" y="21"/>
                    </a:lnTo>
                    <a:lnTo>
                      <a:pt x="305" y="22"/>
                    </a:lnTo>
                    <a:lnTo>
                      <a:pt x="304" y="19"/>
                    </a:lnTo>
                    <a:lnTo>
                      <a:pt x="303" y="19"/>
                    </a:lnTo>
                    <a:lnTo>
                      <a:pt x="299" y="16"/>
                    </a:lnTo>
                    <a:lnTo>
                      <a:pt x="297" y="18"/>
                    </a:lnTo>
                    <a:lnTo>
                      <a:pt x="296" y="16"/>
                    </a:lnTo>
                    <a:lnTo>
                      <a:pt x="293" y="18"/>
                    </a:lnTo>
                    <a:lnTo>
                      <a:pt x="296" y="21"/>
                    </a:lnTo>
                    <a:lnTo>
                      <a:pt x="296" y="21"/>
                    </a:lnTo>
                    <a:lnTo>
                      <a:pt x="299" y="22"/>
                    </a:lnTo>
                    <a:lnTo>
                      <a:pt x="300" y="21"/>
                    </a:lnTo>
                    <a:lnTo>
                      <a:pt x="304" y="23"/>
                    </a:lnTo>
                    <a:lnTo>
                      <a:pt x="304" y="26"/>
                    </a:lnTo>
                    <a:lnTo>
                      <a:pt x="305" y="30"/>
                    </a:lnTo>
                    <a:lnTo>
                      <a:pt x="303" y="30"/>
                    </a:lnTo>
                    <a:lnTo>
                      <a:pt x="301" y="34"/>
                    </a:lnTo>
                    <a:lnTo>
                      <a:pt x="300" y="31"/>
                    </a:lnTo>
                    <a:lnTo>
                      <a:pt x="299" y="31"/>
                    </a:lnTo>
                    <a:lnTo>
                      <a:pt x="296" y="33"/>
                    </a:lnTo>
                    <a:lnTo>
                      <a:pt x="288" y="33"/>
                    </a:lnTo>
                    <a:lnTo>
                      <a:pt x="285" y="30"/>
                    </a:lnTo>
                    <a:lnTo>
                      <a:pt x="284" y="31"/>
                    </a:lnTo>
                    <a:lnTo>
                      <a:pt x="281" y="33"/>
                    </a:lnTo>
                    <a:lnTo>
                      <a:pt x="281" y="35"/>
                    </a:lnTo>
                    <a:lnTo>
                      <a:pt x="278" y="35"/>
                    </a:lnTo>
                    <a:lnTo>
                      <a:pt x="280" y="38"/>
                    </a:lnTo>
                    <a:lnTo>
                      <a:pt x="278" y="37"/>
                    </a:lnTo>
                    <a:lnTo>
                      <a:pt x="276" y="37"/>
                    </a:lnTo>
                    <a:lnTo>
                      <a:pt x="274" y="38"/>
                    </a:lnTo>
                    <a:lnTo>
                      <a:pt x="276" y="40"/>
                    </a:lnTo>
                    <a:lnTo>
                      <a:pt x="276" y="41"/>
                    </a:lnTo>
                    <a:lnTo>
                      <a:pt x="271" y="40"/>
                    </a:lnTo>
                    <a:lnTo>
                      <a:pt x="270" y="42"/>
                    </a:lnTo>
                    <a:lnTo>
                      <a:pt x="271" y="44"/>
                    </a:lnTo>
                    <a:lnTo>
                      <a:pt x="269" y="44"/>
                    </a:lnTo>
                    <a:lnTo>
                      <a:pt x="267" y="45"/>
                    </a:lnTo>
                    <a:lnTo>
                      <a:pt x="267" y="48"/>
                    </a:lnTo>
                    <a:lnTo>
                      <a:pt x="269" y="49"/>
                    </a:lnTo>
                    <a:lnTo>
                      <a:pt x="270" y="50"/>
                    </a:lnTo>
                    <a:lnTo>
                      <a:pt x="267" y="49"/>
                    </a:lnTo>
                    <a:lnTo>
                      <a:pt x="266" y="52"/>
                    </a:lnTo>
                    <a:lnTo>
                      <a:pt x="263" y="52"/>
                    </a:lnTo>
                    <a:lnTo>
                      <a:pt x="261" y="56"/>
                    </a:lnTo>
                    <a:lnTo>
                      <a:pt x="258" y="60"/>
                    </a:lnTo>
                    <a:lnTo>
                      <a:pt x="256" y="60"/>
                    </a:lnTo>
                    <a:lnTo>
                      <a:pt x="255" y="64"/>
                    </a:lnTo>
                    <a:lnTo>
                      <a:pt x="254" y="65"/>
                    </a:lnTo>
                    <a:lnTo>
                      <a:pt x="255" y="68"/>
                    </a:lnTo>
                    <a:lnTo>
                      <a:pt x="261" y="68"/>
                    </a:lnTo>
                    <a:lnTo>
                      <a:pt x="258" y="69"/>
                    </a:lnTo>
                    <a:lnTo>
                      <a:pt x="256" y="71"/>
                    </a:lnTo>
                    <a:lnTo>
                      <a:pt x="263" y="74"/>
                    </a:lnTo>
                    <a:lnTo>
                      <a:pt x="261" y="74"/>
                    </a:lnTo>
                    <a:lnTo>
                      <a:pt x="256" y="74"/>
                    </a:lnTo>
                    <a:lnTo>
                      <a:pt x="256" y="72"/>
                    </a:lnTo>
                    <a:lnTo>
                      <a:pt x="256" y="74"/>
                    </a:lnTo>
                    <a:lnTo>
                      <a:pt x="258" y="75"/>
                    </a:lnTo>
                    <a:lnTo>
                      <a:pt x="258" y="79"/>
                    </a:lnTo>
                    <a:lnTo>
                      <a:pt x="261" y="82"/>
                    </a:lnTo>
                    <a:lnTo>
                      <a:pt x="256" y="79"/>
                    </a:lnTo>
                    <a:lnTo>
                      <a:pt x="255" y="75"/>
                    </a:lnTo>
                    <a:lnTo>
                      <a:pt x="252" y="75"/>
                    </a:lnTo>
                    <a:lnTo>
                      <a:pt x="252" y="76"/>
                    </a:lnTo>
                    <a:lnTo>
                      <a:pt x="251" y="78"/>
                    </a:lnTo>
                    <a:lnTo>
                      <a:pt x="251" y="76"/>
                    </a:lnTo>
                    <a:lnTo>
                      <a:pt x="244" y="72"/>
                    </a:lnTo>
                    <a:lnTo>
                      <a:pt x="240" y="72"/>
                    </a:lnTo>
                    <a:lnTo>
                      <a:pt x="242" y="75"/>
                    </a:lnTo>
                    <a:lnTo>
                      <a:pt x="240" y="76"/>
                    </a:lnTo>
                    <a:lnTo>
                      <a:pt x="239" y="75"/>
                    </a:lnTo>
                    <a:lnTo>
                      <a:pt x="237" y="75"/>
                    </a:lnTo>
                    <a:lnTo>
                      <a:pt x="236" y="76"/>
                    </a:lnTo>
                    <a:lnTo>
                      <a:pt x="237" y="79"/>
                    </a:lnTo>
                    <a:lnTo>
                      <a:pt x="237" y="80"/>
                    </a:lnTo>
                    <a:lnTo>
                      <a:pt x="237" y="79"/>
                    </a:lnTo>
                    <a:lnTo>
                      <a:pt x="236" y="80"/>
                    </a:lnTo>
                    <a:lnTo>
                      <a:pt x="236" y="82"/>
                    </a:lnTo>
                    <a:lnTo>
                      <a:pt x="233" y="83"/>
                    </a:lnTo>
                    <a:lnTo>
                      <a:pt x="229" y="83"/>
                    </a:lnTo>
                    <a:lnTo>
                      <a:pt x="232" y="82"/>
                    </a:lnTo>
                    <a:lnTo>
                      <a:pt x="235" y="79"/>
                    </a:lnTo>
                    <a:lnTo>
                      <a:pt x="233" y="75"/>
                    </a:lnTo>
                    <a:lnTo>
                      <a:pt x="236" y="72"/>
                    </a:lnTo>
                    <a:lnTo>
                      <a:pt x="235" y="69"/>
                    </a:lnTo>
                    <a:lnTo>
                      <a:pt x="232" y="69"/>
                    </a:lnTo>
                    <a:lnTo>
                      <a:pt x="228" y="63"/>
                    </a:lnTo>
                    <a:lnTo>
                      <a:pt x="227" y="59"/>
                    </a:lnTo>
                    <a:lnTo>
                      <a:pt x="223" y="59"/>
                    </a:lnTo>
                    <a:lnTo>
                      <a:pt x="220" y="56"/>
                    </a:lnTo>
                    <a:lnTo>
                      <a:pt x="218" y="57"/>
                    </a:lnTo>
                    <a:lnTo>
                      <a:pt x="220" y="59"/>
                    </a:lnTo>
                    <a:lnTo>
                      <a:pt x="217" y="60"/>
                    </a:lnTo>
                    <a:lnTo>
                      <a:pt x="216" y="63"/>
                    </a:lnTo>
                    <a:lnTo>
                      <a:pt x="214" y="63"/>
                    </a:lnTo>
                    <a:lnTo>
                      <a:pt x="214" y="60"/>
                    </a:lnTo>
                    <a:lnTo>
                      <a:pt x="212" y="61"/>
                    </a:lnTo>
                    <a:lnTo>
                      <a:pt x="212" y="63"/>
                    </a:lnTo>
                    <a:lnTo>
                      <a:pt x="209" y="59"/>
                    </a:lnTo>
                    <a:lnTo>
                      <a:pt x="208" y="59"/>
                    </a:lnTo>
                    <a:lnTo>
                      <a:pt x="208" y="61"/>
                    </a:lnTo>
                    <a:lnTo>
                      <a:pt x="209" y="61"/>
                    </a:lnTo>
                    <a:lnTo>
                      <a:pt x="206" y="64"/>
                    </a:lnTo>
                    <a:lnTo>
                      <a:pt x="205" y="67"/>
                    </a:lnTo>
                    <a:lnTo>
                      <a:pt x="206" y="68"/>
                    </a:lnTo>
                    <a:lnTo>
                      <a:pt x="203" y="71"/>
                    </a:lnTo>
                    <a:lnTo>
                      <a:pt x="202" y="68"/>
                    </a:lnTo>
                    <a:lnTo>
                      <a:pt x="201" y="68"/>
                    </a:lnTo>
                    <a:lnTo>
                      <a:pt x="201" y="67"/>
                    </a:lnTo>
                    <a:lnTo>
                      <a:pt x="202" y="64"/>
                    </a:lnTo>
                    <a:lnTo>
                      <a:pt x="199" y="64"/>
                    </a:lnTo>
                    <a:lnTo>
                      <a:pt x="199" y="67"/>
                    </a:lnTo>
                    <a:lnTo>
                      <a:pt x="195" y="68"/>
                    </a:lnTo>
                    <a:lnTo>
                      <a:pt x="195" y="69"/>
                    </a:lnTo>
                    <a:lnTo>
                      <a:pt x="194" y="74"/>
                    </a:lnTo>
                    <a:lnTo>
                      <a:pt x="198" y="74"/>
                    </a:lnTo>
                    <a:lnTo>
                      <a:pt x="195" y="78"/>
                    </a:lnTo>
                    <a:lnTo>
                      <a:pt x="193" y="76"/>
                    </a:lnTo>
                    <a:lnTo>
                      <a:pt x="189" y="78"/>
                    </a:lnTo>
                    <a:lnTo>
                      <a:pt x="190" y="80"/>
                    </a:lnTo>
                    <a:lnTo>
                      <a:pt x="194" y="80"/>
                    </a:lnTo>
                    <a:lnTo>
                      <a:pt x="191" y="83"/>
                    </a:lnTo>
                    <a:lnTo>
                      <a:pt x="190" y="83"/>
                    </a:lnTo>
                    <a:lnTo>
                      <a:pt x="187" y="80"/>
                    </a:lnTo>
                    <a:lnTo>
                      <a:pt x="184" y="83"/>
                    </a:lnTo>
                    <a:lnTo>
                      <a:pt x="182" y="83"/>
                    </a:lnTo>
                    <a:lnTo>
                      <a:pt x="183" y="86"/>
                    </a:lnTo>
                    <a:lnTo>
                      <a:pt x="183" y="87"/>
                    </a:lnTo>
                    <a:lnTo>
                      <a:pt x="183" y="88"/>
                    </a:lnTo>
                    <a:lnTo>
                      <a:pt x="184" y="88"/>
                    </a:lnTo>
                    <a:lnTo>
                      <a:pt x="183" y="91"/>
                    </a:lnTo>
                    <a:lnTo>
                      <a:pt x="184" y="93"/>
                    </a:lnTo>
                    <a:lnTo>
                      <a:pt x="182" y="94"/>
                    </a:lnTo>
                    <a:lnTo>
                      <a:pt x="180" y="97"/>
                    </a:lnTo>
                    <a:lnTo>
                      <a:pt x="186" y="97"/>
                    </a:lnTo>
                    <a:lnTo>
                      <a:pt x="182" y="99"/>
                    </a:lnTo>
                    <a:lnTo>
                      <a:pt x="182" y="101"/>
                    </a:lnTo>
                    <a:lnTo>
                      <a:pt x="179" y="99"/>
                    </a:lnTo>
                    <a:lnTo>
                      <a:pt x="178" y="98"/>
                    </a:lnTo>
                    <a:lnTo>
                      <a:pt x="175" y="95"/>
                    </a:lnTo>
                    <a:lnTo>
                      <a:pt x="174" y="98"/>
                    </a:lnTo>
                    <a:lnTo>
                      <a:pt x="172" y="95"/>
                    </a:lnTo>
                    <a:lnTo>
                      <a:pt x="170" y="94"/>
                    </a:lnTo>
                    <a:lnTo>
                      <a:pt x="168" y="95"/>
                    </a:lnTo>
                    <a:lnTo>
                      <a:pt x="171" y="98"/>
                    </a:lnTo>
                    <a:lnTo>
                      <a:pt x="170" y="99"/>
                    </a:lnTo>
                    <a:lnTo>
                      <a:pt x="168" y="102"/>
                    </a:lnTo>
                    <a:lnTo>
                      <a:pt x="171" y="103"/>
                    </a:lnTo>
                    <a:lnTo>
                      <a:pt x="174" y="103"/>
                    </a:lnTo>
                    <a:lnTo>
                      <a:pt x="172" y="106"/>
                    </a:lnTo>
                    <a:lnTo>
                      <a:pt x="172" y="109"/>
                    </a:lnTo>
                    <a:lnTo>
                      <a:pt x="171" y="107"/>
                    </a:lnTo>
                    <a:lnTo>
                      <a:pt x="170" y="107"/>
                    </a:lnTo>
                    <a:lnTo>
                      <a:pt x="171" y="110"/>
                    </a:lnTo>
                    <a:lnTo>
                      <a:pt x="170" y="114"/>
                    </a:lnTo>
                    <a:lnTo>
                      <a:pt x="170" y="117"/>
                    </a:lnTo>
                    <a:lnTo>
                      <a:pt x="164" y="107"/>
                    </a:lnTo>
                    <a:lnTo>
                      <a:pt x="161" y="102"/>
                    </a:lnTo>
                    <a:lnTo>
                      <a:pt x="160" y="99"/>
                    </a:lnTo>
                    <a:lnTo>
                      <a:pt x="160" y="97"/>
                    </a:lnTo>
                    <a:lnTo>
                      <a:pt x="160" y="98"/>
                    </a:lnTo>
                    <a:lnTo>
                      <a:pt x="156" y="101"/>
                    </a:lnTo>
                    <a:lnTo>
                      <a:pt x="156" y="103"/>
                    </a:lnTo>
                    <a:lnTo>
                      <a:pt x="153" y="105"/>
                    </a:lnTo>
                    <a:lnTo>
                      <a:pt x="153" y="106"/>
                    </a:lnTo>
                    <a:lnTo>
                      <a:pt x="151" y="106"/>
                    </a:lnTo>
                    <a:lnTo>
                      <a:pt x="149" y="107"/>
                    </a:lnTo>
                    <a:lnTo>
                      <a:pt x="146" y="110"/>
                    </a:lnTo>
                    <a:lnTo>
                      <a:pt x="146" y="114"/>
                    </a:lnTo>
                    <a:lnTo>
                      <a:pt x="146" y="121"/>
                    </a:lnTo>
                    <a:lnTo>
                      <a:pt x="148" y="122"/>
                    </a:lnTo>
                    <a:lnTo>
                      <a:pt x="148" y="125"/>
                    </a:lnTo>
                    <a:lnTo>
                      <a:pt x="145" y="126"/>
                    </a:lnTo>
                    <a:lnTo>
                      <a:pt x="144" y="129"/>
                    </a:lnTo>
                    <a:lnTo>
                      <a:pt x="140" y="129"/>
                    </a:lnTo>
                    <a:lnTo>
                      <a:pt x="141" y="132"/>
                    </a:lnTo>
                    <a:lnTo>
                      <a:pt x="137" y="133"/>
                    </a:lnTo>
                    <a:lnTo>
                      <a:pt x="137" y="137"/>
                    </a:lnTo>
                    <a:lnTo>
                      <a:pt x="136" y="139"/>
                    </a:lnTo>
                    <a:lnTo>
                      <a:pt x="131" y="146"/>
                    </a:lnTo>
                    <a:lnTo>
                      <a:pt x="123" y="150"/>
                    </a:lnTo>
                    <a:lnTo>
                      <a:pt x="115" y="151"/>
                    </a:lnTo>
                    <a:lnTo>
                      <a:pt x="112" y="152"/>
                    </a:lnTo>
                    <a:lnTo>
                      <a:pt x="108" y="152"/>
                    </a:lnTo>
                    <a:lnTo>
                      <a:pt x="104" y="152"/>
                    </a:lnTo>
                    <a:lnTo>
                      <a:pt x="102" y="152"/>
                    </a:lnTo>
                    <a:lnTo>
                      <a:pt x="96" y="154"/>
                    </a:lnTo>
                    <a:lnTo>
                      <a:pt x="96" y="156"/>
                    </a:lnTo>
                    <a:lnTo>
                      <a:pt x="93" y="158"/>
                    </a:lnTo>
                    <a:lnTo>
                      <a:pt x="84" y="158"/>
                    </a:lnTo>
                    <a:lnTo>
                      <a:pt x="81" y="159"/>
                    </a:lnTo>
                    <a:lnTo>
                      <a:pt x="81" y="162"/>
                    </a:lnTo>
                    <a:lnTo>
                      <a:pt x="76" y="163"/>
                    </a:lnTo>
                    <a:lnTo>
                      <a:pt x="70" y="163"/>
                    </a:lnTo>
                    <a:lnTo>
                      <a:pt x="69" y="163"/>
                    </a:lnTo>
                    <a:lnTo>
                      <a:pt x="66" y="163"/>
                    </a:lnTo>
                    <a:lnTo>
                      <a:pt x="65" y="162"/>
                    </a:lnTo>
                    <a:lnTo>
                      <a:pt x="64" y="163"/>
                    </a:lnTo>
                    <a:lnTo>
                      <a:pt x="61" y="166"/>
                    </a:lnTo>
                    <a:lnTo>
                      <a:pt x="54" y="167"/>
                    </a:lnTo>
                    <a:lnTo>
                      <a:pt x="54" y="169"/>
                    </a:lnTo>
                    <a:lnTo>
                      <a:pt x="53" y="169"/>
                    </a:lnTo>
                    <a:lnTo>
                      <a:pt x="47" y="173"/>
                    </a:lnTo>
                    <a:lnTo>
                      <a:pt x="42" y="175"/>
                    </a:lnTo>
                    <a:lnTo>
                      <a:pt x="34" y="178"/>
                    </a:lnTo>
                    <a:lnTo>
                      <a:pt x="30" y="182"/>
                    </a:lnTo>
                    <a:lnTo>
                      <a:pt x="30" y="188"/>
                    </a:lnTo>
                    <a:lnTo>
                      <a:pt x="27" y="190"/>
                    </a:lnTo>
                    <a:lnTo>
                      <a:pt x="24" y="189"/>
                    </a:lnTo>
                    <a:lnTo>
                      <a:pt x="26" y="188"/>
                    </a:lnTo>
                    <a:lnTo>
                      <a:pt x="26" y="185"/>
                    </a:lnTo>
                    <a:lnTo>
                      <a:pt x="27" y="181"/>
                    </a:lnTo>
                    <a:lnTo>
                      <a:pt x="27" y="178"/>
                    </a:lnTo>
                    <a:lnTo>
                      <a:pt x="21" y="182"/>
                    </a:lnTo>
                    <a:lnTo>
                      <a:pt x="21" y="186"/>
                    </a:lnTo>
                    <a:lnTo>
                      <a:pt x="17" y="193"/>
                    </a:lnTo>
                    <a:lnTo>
                      <a:pt x="20" y="197"/>
                    </a:lnTo>
                    <a:lnTo>
                      <a:pt x="19" y="200"/>
                    </a:lnTo>
                    <a:lnTo>
                      <a:pt x="19" y="207"/>
                    </a:lnTo>
                    <a:lnTo>
                      <a:pt x="13" y="213"/>
                    </a:lnTo>
                    <a:lnTo>
                      <a:pt x="11" y="223"/>
                    </a:lnTo>
                    <a:lnTo>
                      <a:pt x="12" y="228"/>
                    </a:lnTo>
                    <a:lnTo>
                      <a:pt x="12" y="235"/>
                    </a:lnTo>
                    <a:lnTo>
                      <a:pt x="16" y="243"/>
                    </a:lnTo>
                    <a:lnTo>
                      <a:pt x="17" y="246"/>
                    </a:lnTo>
                    <a:lnTo>
                      <a:pt x="19" y="249"/>
                    </a:lnTo>
                    <a:lnTo>
                      <a:pt x="17" y="253"/>
                    </a:lnTo>
                    <a:lnTo>
                      <a:pt x="17" y="257"/>
                    </a:lnTo>
                    <a:lnTo>
                      <a:pt x="15" y="258"/>
                    </a:lnTo>
                    <a:lnTo>
                      <a:pt x="13" y="256"/>
                    </a:lnTo>
                    <a:lnTo>
                      <a:pt x="13" y="250"/>
                    </a:lnTo>
                    <a:lnTo>
                      <a:pt x="12" y="253"/>
                    </a:lnTo>
                    <a:lnTo>
                      <a:pt x="11" y="253"/>
                    </a:lnTo>
                    <a:lnTo>
                      <a:pt x="11" y="247"/>
                    </a:lnTo>
                    <a:lnTo>
                      <a:pt x="8" y="242"/>
                    </a:lnTo>
                    <a:lnTo>
                      <a:pt x="7" y="245"/>
                    </a:lnTo>
                    <a:lnTo>
                      <a:pt x="7" y="251"/>
                    </a:lnTo>
                    <a:lnTo>
                      <a:pt x="11" y="254"/>
                    </a:lnTo>
                    <a:lnTo>
                      <a:pt x="13" y="260"/>
                    </a:lnTo>
                    <a:lnTo>
                      <a:pt x="9" y="261"/>
                    </a:lnTo>
                    <a:lnTo>
                      <a:pt x="7" y="257"/>
                    </a:lnTo>
                    <a:lnTo>
                      <a:pt x="5" y="251"/>
                    </a:lnTo>
                    <a:lnTo>
                      <a:pt x="4" y="254"/>
                    </a:lnTo>
                    <a:lnTo>
                      <a:pt x="2" y="254"/>
                    </a:lnTo>
                    <a:lnTo>
                      <a:pt x="5" y="260"/>
                    </a:lnTo>
                    <a:lnTo>
                      <a:pt x="11" y="265"/>
                    </a:lnTo>
                    <a:lnTo>
                      <a:pt x="13" y="273"/>
                    </a:lnTo>
                    <a:lnTo>
                      <a:pt x="12" y="288"/>
                    </a:lnTo>
                    <a:lnTo>
                      <a:pt x="15" y="291"/>
                    </a:lnTo>
                    <a:lnTo>
                      <a:pt x="16" y="299"/>
                    </a:lnTo>
                    <a:lnTo>
                      <a:pt x="20" y="310"/>
                    </a:lnTo>
                    <a:lnTo>
                      <a:pt x="19" y="313"/>
                    </a:lnTo>
                    <a:lnTo>
                      <a:pt x="19" y="329"/>
                    </a:lnTo>
                    <a:lnTo>
                      <a:pt x="19" y="332"/>
                    </a:lnTo>
                    <a:lnTo>
                      <a:pt x="20" y="336"/>
                    </a:lnTo>
                    <a:lnTo>
                      <a:pt x="20" y="340"/>
                    </a:lnTo>
                    <a:lnTo>
                      <a:pt x="23" y="348"/>
                    </a:lnTo>
                    <a:lnTo>
                      <a:pt x="23" y="351"/>
                    </a:lnTo>
                    <a:lnTo>
                      <a:pt x="20" y="353"/>
                    </a:lnTo>
                    <a:lnTo>
                      <a:pt x="21" y="355"/>
                    </a:lnTo>
                    <a:lnTo>
                      <a:pt x="21" y="357"/>
                    </a:lnTo>
                    <a:lnTo>
                      <a:pt x="20" y="364"/>
                    </a:lnTo>
                    <a:lnTo>
                      <a:pt x="17" y="367"/>
                    </a:lnTo>
                    <a:lnTo>
                      <a:pt x="19" y="368"/>
                    </a:lnTo>
                    <a:lnTo>
                      <a:pt x="17" y="372"/>
                    </a:lnTo>
                    <a:lnTo>
                      <a:pt x="16" y="374"/>
                    </a:lnTo>
                    <a:lnTo>
                      <a:pt x="16" y="378"/>
                    </a:lnTo>
                    <a:lnTo>
                      <a:pt x="12" y="381"/>
                    </a:lnTo>
                    <a:lnTo>
                      <a:pt x="9" y="379"/>
                    </a:lnTo>
                    <a:lnTo>
                      <a:pt x="5" y="385"/>
                    </a:lnTo>
                    <a:lnTo>
                      <a:pt x="7" y="39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9" name="Freeform 779"/>
              <p:cNvSpPr>
                <a:spLocks noEditPoints="1"/>
              </p:cNvSpPr>
              <p:nvPr/>
            </p:nvSpPr>
            <p:spPr bwMode="auto">
              <a:xfrm>
                <a:off x="8779362" y="5717622"/>
                <a:ext cx="427814" cy="553532"/>
              </a:xfrm>
              <a:custGeom>
                <a:avLst/>
                <a:gdLst/>
                <a:ahLst/>
                <a:cxnLst>
                  <a:cxn ang="0">
                    <a:pos x="185" y="62"/>
                  </a:cxn>
                  <a:cxn ang="0">
                    <a:pos x="189" y="50"/>
                  </a:cxn>
                  <a:cxn ang="0">
                    <a:pos x="193" y="51"/>
                  </a:cxn>
                  <a:cxn ang="0">
                    <a:pos x="153" y="166"/>
                  </a:cxn>
                  <a:cxn ang="0">
                    <a:pos x="179" y="146"/>
                  </a:cxn>
                  <a:cxn ang="0">
                    <a:pos x="194" y="127"/>
                  </a:cxn>
                  <a:cxn ang="0">
                    <a:pos x="206" y="115"/>
                  </a:cxn>
                  <a:cxn ang="0">
                    <a:pos x="213" y="104"/>
                  </a:cxn>
                  <a:cxn ang="0">
                    <a:pos x="225" y="87"/>
                  </a:cxn>
                  <a:cxn ang="0">
                    <a:pos x="213" y="88"/>
                  </a:cxn>
                  <a:cxn ang="0">
                    <a:pos x="197" y="72"/>
                  </a:cxn>
                  <a:cxn ang="0">
                    <a:pos x="191" y="55"/>
                  </a:cxn>
                  <a:cxn ang="0">
                    <a:pos x="190" y="69"/>
                  </a:cxn>
                  <a:cxn ang="0">
                    <a:pos x="180" y="60"/>
                  </a:cxn>
                  <a:cxn ang="0">
                    <a:pos x="183" y="41"/>
                  </a:cxn>
                  <a:cxn ang="0">
                    <a:pos x="186" y="23"/>
                  </a:cxn>
                  <a:cxn ang="0">
                    <a:pos x="180" y="15"/>
                  </a:cxn>
                  <a:cxn ang="0">
                    <a:pos x="172" y="12"/>
                  </a:cxn>
                  <a:cxn ang="0">
                    <a:pos x="168" y="0"/>
                  </a:cxn>
                  <a:cxn ang="0">
                    <a:pos x="166" y="20"/>
                  </a:cxn>
                  <a:cxn ang="0">
                    <a:pos x="171" y="36"/>
                  </a:cxn>
                  <a:cxn ang="0">
                    <a:pos x="175" y="49"/>
                  </a:cxn>
                  <a:cxn ang="0">
                    <a:pos x="174" y="55"/>
                  </a:cxn>
                  <a:cxn ang="0">
                    <a:pos x="179" y="68"/>
                  </a:cxn>
                  <a:cxn ang="0">
                    <a:pos x="175" y="84"/>
                  </a:cxn>
                  <a:cxn ang="0">
                    <a:pos x="166" y="106"/>
                  </a:cxn>
                  <a:cxn ang="0">
                    <a:pos x="152" y="122"/>
                  </a:cxn>
                  <a:cxn ang="0">
                    <a:pos x="161" y="144"/>
                  </a:cxn>
                  <a:cxn ang="0">
                    <a:pos x="140" y="148"/>
                  </a:cxn>
                  <a:cxn ang="0">
                    <a:pos x="138" y="155"/>
                  </a:cxn>
                  <a:cxn ang="0">
                    <a:pos x="134" y="155"/>
                  </a:cxn>
                  <a:cxn ang="0">
                    <a:pos x="1" y="295"/>
                  </a:cxn>
                  <a:cxn ang="0">
                    <a:pos x="9" y="280"/>
                  </a:cxn>
                  <a:cxn ang="0">
                    <a:pos x="12" y="288"/>
                  </a:cxn>
                  <a:cxn ang="0">
                    <a:pos x="4" y="292"/>
                  </a:cxn>
                  <a:cxn ang="0">
                    <a:pos x="5" y="258"/>
                  </a:cxn>
                  <a:cxn ang="0">
                    <a:pos x="11" y="246"/>
                  </a:cxn>
                  <a:cxn ang="0">
                    <a:pos x="23" y="232"/>
                  </a:cxn>
                  <a:cxn ang="0">
                    <a:pos x="38" y="220"/>
                  </a:cxn>
                  <a:cxn ang="0">
                    <a:pos x="53" y="213"/>
                  </a:cxn>
                  <a:cxn ang="0">
                    <a:pos x="80" y="197"/>
                  </a:cxn>
                  <a:cxn ang="0">
                    <a:pos x="98" y="171"/>
                  </a:cxn>
                  <a:cxn ang="0">
                    <a:pos x="117" y="148"/>
                  </a:cxn>
                  <a:cxn ang="0">
                    <a:pos x="129" y="148"/>
                  </a:cxn>
                  <a:cxn ang="0">
                    <a:pos x="132" y="157"/>
                  </a:cxn>
                  <a:cxn ang="0">
                    <a:pos x="140" y="153"/>
                  </a:cxn>
                  <a:cxn ang="0">
                    <a:pos x="140" y="163"/>
                  </a:cxn>
                  <a:cxn ang="0">
                    <a:pos x="126" y="189"/>
                  </a:cxn>
                  <a:cxn ang="0">
                    <a:pos x="107" y="205"/>
                  </a:cxn>
                  <a:cxn ang="0">
                    <a:pos x="106" y="217"/>
                  </a:cxn>
                  <a:cxn ang="0">
                    <a:pos x="99" y="217"/>
                  </a:cxn>
                  <a:cxn ang="0">
                    <a:pos x="91" y="223"/>
                  </a:cxn>
                  <a:cxn ang="0">
                    <a:pos x="77" y="233"/>
                  </a:cxn>
                  <a:cxn ang="0">
                    <a:pos x="57" y="263"/>
                  </a:cxn>
                  <a:cxn ang="0">
                    <a:pos x="47" y="271"/>
                  </a:cxn>
                  <a:cxn ang="0">
                    <a:pos x="31" y="284"/>
                  </a:cxn>
                  <a:cxn ang="0">
                    <a:pos x="17" y="276"/>
                  </a:cxn>
                  <a:cxn ang="0">
                    <a:pos x="8" y="270"/>
                  </a:cxn>
                </a:cxnLst>
                <a:rect l="0" t="0" r="r" b="b"/>
                <a:pathLst>
                  <a:path w="228" h="295">
                    <a:moveTo>
                      <a:pt x="1" y="255"/>
                    </a:moveTo>
                    <a:lnTo>
                      <a:pt x="2" y="255"/>
                    </a:lnTo>
                    <a:lnTo>
                      <a:pt x="4" y="255"/>
                    </a:lnTo>
                    <a:lnTo>
                      <a:pt x="4" y="254"/>
                    </a:lnTo>
                    <a:lnTo>
                      <a:pt x="1" y="254"/>
                    </a:lnTo>
                    <a:lnTo>
                      <a:pt x="1" y="255"/>
                    </a:lnTo>
                    <a:lnTo>
                      <a:pt x="1" y="255"/>
                    </a:lnTo>
                    <a:lnTo>
                      <a:pt x="1" y="255"/>
                    </a:lnTo>
                    <a:close/>
                    <a:moveTo>
                      <a:pt x="185" y="62"/>
                    </a:moveTo>
                    <a:lnTo>
                      <a:pt x="186" y="62"/>
                    </a:lnTo>
                    <a:lnTo>
                      <a:pt x="186" y="64"/>
                    </a:lnTo>
                    <a:lnTo>
                      <a:pt x="185" y="64"/>
                    </a:lnTo>
                    <a:lnTo>
                      <a:pt x="185" y="62"/>
                    </a:lnTo>
                    <a:lnTo>
                      <a:pt x="185" y="62"/>
                    </a:lnTo>
                    <a:close/>
                    <a:moveTo>
                      <a:pt x="189" y="50"/>
                    </a:moveTo>
                    <a:lnTo>
                      <a:pt x="187" y="49"/>
                    </a:lnTo>
                    <a:lnTo>
                      <a:pt x="189" y="49"/>
                    </a:lnTo>
                    <a:lnTo>
                      <a:pt x="189" y="50"/>
                    </a:lnTo>
                    <a:lnTo>
                      <a:pt x="189" y="50"/>
                    </a:lnTo>
                    <a:close/>
                    <a:moveTo>
                      <a:pt x="193" y="51"/>
                    </a:moveTo>
                    <a:lnTo>
                      <a:pt x="191" y="49"/>
                    </a:lnTo>
                    <a:lnTo>
                      <a:pt x="193" y="46"/>
                    </a:lnTo>
                    <a:lnTo>
                      <a:pt x="193" y="47"/>
                    </a:lnTo>
                    <a:lnTo>
                      <a:pt x="194" y="49"/>
                    </a:lnTo>
                    <a:lnTo>
                      <a:pt x="193" y="50"/>
                    </a:lnTo>
                    <a:lnTo>
                      <a:pt x="194" y="51"/>
                    </a:lnTo>
                    <a:lnTo>
                      <a:pt x="193" y="51"/>
                    </a:lnTo>
                    <a:lnTo>
                      <a:pt x="193" y="51"/>
                    </a:lnTo>
                    <a:close/>
                    <a:moveTo>
                      <a:pt x="146" y="163"/>
                    </a:moveTo>
                    <a:lnTo>
                      <a:pt x="149" y="163"/>
                    </a:lnTo>
                    <a:lnTo>
                      <a:pt x="151" y="161"/>
                    </a:lnTo>
                    <a:lnTo>
                      <a:pt x="152" y="161"/>
                    </a:lnTo>
                    <a:lnTo>
                      <a:pt x="152" y="164"/>
                    </a:lnTo>
                    <a:lnTo>
                      <a:pt x="152" y="166"/>
                    </a:lnTo>
                    <a:lnTo>
                      <a:pt x="152" y="166"/>
                    </a:lnTo>
                    <a:lnTo>
                      <a:pt x="153" y="166"/>
                    </a:lnTo>
                    <a:lnTo>
                      <a:pt x="155" y="167"/>
                    </a:lnTo>
                    <a:lnTo>
                      <a:pt x="153" y="168"/>
                    </a:lnTo>
                    <a:lnTo>
                      <a:pt x="155" y="170"/>
                    </a:lnTo>
                    <a:lnTo>
                      <a:pt x="157" y="170"/>
                    </a:lnTo>
                    <a:lnTo>
                      <a:pt x="161" y="166"/>
                    </a:lnTo>
                    <a:lnTo>
                      <a:pt x="167" y="161"/>
                    </a:lnTo>
                    <a:lnTo>
                      <a:pt x="171" y="157"/>
                    </a:lnTo>
                    <a:lnTo>
                      <a:pt x="175" y="153"/>
                    </a:lnTo>
                    <a:lnTo>
                      <a:pt x="179" y="146"/>
                    </a:lnTo>
                    <a:lnTo>
                      <a:pt x="182" y="145"/>
                    </a:lnTo>
                    <a:lnTo>
                      <a:pt x="183" y="145"/>
                    </a:lnTo>
                    <a:lnTo>
                      <a:pt x="185" y="144"/>
                    </a:lnTo>
                    <a:lnTo>
                      <a:pt x="185" y="141"/>
                    </a:lnTo>
                    <a:lnTo>
                      <a:pt x="186" y="140"/>
                    </a:lnTo>
                    <a:lnTo>
                      <a:pt x="189" y="138"/>
                    </a:lnTo>
                    <a:lnTo>
                      <a:pt x="191" y="133"/>
                    </a:lnTo>
                    <a:lnTo>
                      <a:pt x="194" y="129"/>
                    </a:lnTo>
                    <a:lnTo>
                      <a:pt x="194" y="127"/>
                    </a:lnTo>
                    <a:lnTo>
                      <a:pt x="195" y="126"/>
                    </a:lnTo>
                    <a:lnTo>
                      <a:pt x="193" y="123"/>
                    </a:lnTo>
                    <a:lnTo>
                      <a:pt x="191" y="123"/>
                    </a:lnTo>
                    <a:lnTo>
                      <a:pt x="189" y="123"/>
                    </a:lnTo>
                    <a:lnTo>
                      <a:pt x="191" y="122"/>
                    </a:lnTo>
                    <a:lnTo>
                      <a:pt x="193" y="122"/>
                    </a:lnTo>
                    <a:lnTo>
                      <a:pt x="199" y="115"/>
                    </a:lnTo>
                    <a:lnTo>
                      <a:pt x="202" y="114"/>
                    </a:lnTo>
                    <a:lnTo>
                      <a:pt x="206" y="115"/>
                    </a:lnTo>
                    <a:lnTo>
                      <a:pt x="209" y="115"/>
                    </a:lnTo>
                    <a:lnTo>
                      <a:pt x="208" y="117"/>
                    </a:lnTo>
                    <a:lnTo>
                      <a:pt x="209" y="119"/>
                    </a:lnTo>
                    <a:lnTo>
                      <a:pt x="210" y="117"/>
                    </a:lnTo>
                    <a:lnTo>
                      <a:pt x="213" y="115"/>
                    </a:lnTo>
                    <a:lnTo>
                      <a:pt x="209" y="114"/>
                    </a:lnTo>
                    <a:lnTo>
                      <a:pt x="209" y="111"/>
                    </a:lnTo>
                    <a:lnTo>
                      <a:pt x="212" y="107"/>
                    </a:lnTo>
                    <a:lnTo>
                      <a:pt x="213" y="104"/>
                    </a:lnTo>
                    <a:lnTo>
                      <a:pt x="216" y="106"/>
                    </a:lnTo>
                    <a:lnTo>
                      <a:pt x="216" y="106"/>
                    </a:lnTo>
                    <a:lnTo>
                      <a:pt x="217" y="104"/>
                    </a:lnTo>
                    <a:lnTo>
                      <a:pt x="218" y="103"/>
                    </a:lnTo>
                    <a:lnTo>
                      <a:pt x="223" y="96"/>
                    </a:lnTo>
                    <a:lnTo>
                      <a:pt x="223" y="95"/>
                    </a:lnTo>
                    <a:lnTo>
                      <a:pt x="223" y="94"/>
                    </a:lnTo>
                    <a:lnTo>
                      <a:pt x="224" y="89"/>
                    </a:lnTo>
                    <a:lnTo>
                      <a:pt x="225" y="87"/>
                    </a:lnTo>
                    <a:lnTo>
                      <a:pt x="228" y="85"/>
                    </a:lnTo>
                    <a:lnTo>
                      <a:pt x="228" y="85"/>
                    </a:lnTo>
                    <a:lnTo>
                      <a:pt x="224" y="84"/>
                    </a:lnTo>
                    <a:lnTo>
                      <a:pt x="223" y="81"/>
                    </a:lnTo>
                    <a:lnTo>
                      <a:pt x="224" y="81"/>
                    </a:lnTo>
                    <a:lnTo>
                      <a:pt x="224" y="81"/>
                    </a:lnTo>
                    <a:lnTo>
                      <a:pt x="221" y="80"/>
                    </a:lnTo>
                    <a:lnTo>
                      <a:pt x="218" y="83"/>
                    </a:lnTo>
                    <a:lnTo>
                      <a:pt x="213" y="88"/>
                    </a:lnTo>
                    <a:lnTo>
                      <a:pt x="209" y="88"/>
                    </a:lnTo>
                    <a:lnTo>
                      <a:pt x="208" y="89"/>
                    </a:lnTo>
                    <a:lnTo>
                      <a:pt x="205" y="88"/>
                    </a:lnTo>
                    <a:lnTo>
                      <a:pt x="199" y="81"/>
                    </a:lnTo>
                    <a:lnTo>
                      <a:pt x="198" y="83"/>
                    </a:lnTo>
                    <a:lnTo>
                      <a:pt x="195" y="79"/>
                    </a:lnTo>
                    <a:lnTo>
                      <a:pt x="194" y="77"/>
                    </a:lnTo>
                    <a:lnTo>
                      <a:pt x="195" y="76"/>
                    </a:lnTo>
                    <a:lnTo>
                      <a:pt x="197" y="72"/>
                    </a:lnTo>
                    <a:lnTo>
                      <a:pt x="194" y="68"/>
                    </a:lnTo>
                    <a:lnTo>
                      <a:pt x="194" y="65"/>
                    </a:lnTo>
                    <a:lnTo>
                      <a:pt x="194" y="64"/>
                    </a:lnTo>
                    <a:lnTo>
                      <a:pt x="194" y="61"/>
                    </a:lnTo>
                    <a:lnTo>
                      <a:pt x="194" y="60"/>
                    </a:lnTo>
                    <a:lnTo>
                      <a:pt x="193" y="60"/>
                    </a:lnTo>
                    <a:lnTo>
                      <a:pt x="193" y="55"/>
                    </a:lnTo>
                    <a:lnTo>
                      <a:pt x="191" y="54"/>
                    </a:lnTo>
                    <a:lnTo>
                      <a:pt x="191" y="55"/>
                    </a:lnTo>
                    <a:lnTo>
                      <a:pt x="189" y="54"/>
                    </a:lnTo>
                    <a:lnTo>
                      <a:pt x="187" y="54"/>
                    </a:lnTo>
                    <a:lnTo>
                      <a:pt x="190" y="57"/>
                    </a:lnTo>
                    <a:lnTo>
                      <a:pt x="190" y="60"/>
                    </a:lnTo>
                    <a:lnTo>
                      <a:pt x="190" y="61"/>
                    </a:lnTo>
                    <a:lnTo>
                      <a:pt x="189" y="62"/>
                    </a:lnTo>
                    <a:lnTo>
                      <a:pt x="189" y="65"/>
                    </a:lnTo>
                    <a:lnTo>
                      <a:pt x="190" y="66"/>
                    </a:lnTo>
                    <a:lnTo>
                      <a:pt x="190" y="69"/>
                    </a:lnTo>
                    <a:lnTo>
                      <a:pt x="187" y="69"/>
                    </a:lnTo>
                    <a:lnTo>
                      <a:pt x="186" y="68"/>
                    </a:lnTo>
                    <a:lnTo>
                      <a:pt x="186" y="65"/>
                    </a:lnTo>
                    <a:lnTo>
                      <a:pt x="183" y="65"/>
                    </a:lnTo>
                    <a:lnTo>
                      <a:pt x="183" y="64"/>
                    </a:lnTo>
                    <a:lnTo>
                      <a:pt x="180" y="62"/>
                    </a:lnTo>
                    <a:lnTo>
                      <a:pt x="179" y="62"/>
                    </a:lnTo>
                    <a:lnTo>
                      <a:pt x="179" y="61"/>
                    </a:lnTo>
                    <a:lnTo>
                      <a:pt x="180" y="60"/>
                    </a:lnTo>
                    <a:lnTo>
                      <a:pt x="182" y="58"/>
                    </a:lnTo>
                    <a:lnTo>
                      <a:pt x="179" y="55"/>
                    </a:lnTo>
                    <a:lnTo>
                      <a:pt x="182" y="53"/>
                    </a:lnTo>
                    <a:lnTo>
                      <a:pt x="183" y="53"/>
                    </a:lnTo>
                    <a:lnTo>
                      <a:pt x="185" y="50"/>
                    </a:lnTo>
                    <a:lnTo>
                      <a:pt x="183" y="47"/>
                    </a:lnTo>
                    <a:lnTo>
                      <a:pt x="183" y="46"/>
                    </a:lnTo>
                    <a:lnTo>
                      <a:pt x="183" y="43"/>
                    </a:lnTo>
                    <a:lnTo>
                      <a:pt x="183" y="41"/>
                    </a:lnTo>
                    <a:lnTo>
                      <a:pt x="180" y="38"/>
                    </a:lnTo>
                    <a:lnTo>
                      <a:pt x="180" y="36"/>
                    </a:lnTo>
                    <a:lnTo>
                      <a:pt x="182" y="38"/>
                    </a:lnTo>
                    <a:lnTo>
                      <a:pt x="185" y="38"/>
                    </a:lnTo>
                    <a:lnTo>
                      <a:pt x="185" y="34"/>
                    </a:lnTo>
                    <a:lnTo>
                      <a:pt x="186" y="34"/>
                    </a:lnTo>
                    <a:lnTo>
                      <a:pt x="186" y="30"/>
                    </a:lnTo>
                    <a:lnTo>
                      <a:pt x="185" y="26"/>
                    </a:lnTo>
                    <a:lnTo>
                      <a:pt x="186" y="23"/>
                    </a:lnTo>
                    <a:lnTo>
                      <a:pt x="185" y="24"/>
                    </a:lnTo>
                    <a:lnTo>
                      <a:pt x="180" y="26"/>
                    </a:lnTo>
                    <a:lnTo>
                      <a:pt x="178" y="23"/>
                    </a:lnTo>
                    <a:lnTo>
                      <a:pt x="179" y="22"/>
                    </a:lnTo>
                    <a:lnTo>
                      <a:pt x="178" y="20"/>
                    </a:lnTo>
                    <a:lnTo>
                      <a:pt x="176" y="20"/>
                    </a:lnTo>
                    <a:lnTo>
                      <a:pt x="178" y="17"/>
                    </a:lnTo>
                    <a:lnTo>
                      <a:pt x="180" y="17"/>
                    </a:lnTo>
                    <a:lnTo>
                      <a:pt x="180" y="15"/>
                    </a:lnTo>
                    <a:lnTo>
                      <a:pt x="178" y="15"/>
                    </a:lnTo>
                    <a:lnTo>
                      <a:pt x="175" y="13"/>
                    </a:lnTo>
                    <a:lnTo>
                      <a:pt x="174" y="13"/>
                    </a:lnTo>
                    <a:lnTo>
                      <a:pt x="174" y="11"/>
                    </a:lnTo>
                    <a:lnTo>
                      <a:pt x="175" y="11"/>
                    </a:lnTo>
                    <a:lnTo>
                      <a:pt x="175" y="9"/>
                    </a:lnTo>
                    <a:lnTo>
                      <a:pt x="174" y="9"/>
                    </a:lnTo>
                    <a:lnTo>
                      <a:pt x="172" y="11"/>
                    </a:lnTo>
                    <a:lnTo>
                      <a:pt x="172" y="12"/>
                    </a:lnTo>
                    <a:lnTo>
                      <a:pt x="171" y="13"/>
                    </a:lnTo>
                    <a:lnTo>
                      <a:pt x="170" y="13"/>
                    </a:lnTo>
                    <a:lnTo>
                      <a:pt x="170" y="11"/>
                    </a:lnTo>
                    <a:lnTo>
                      <a:pt x="170" y="9"/>
                    </a:lnTo>
                    <a:lnTo>
                      <a:pt x="168" y="5"/>
                    </a:lnTo>
                    <a:lnTo>
                      <a:pt x="168" y="2"/>
                    </a:lnTo>
                    <a:lnTo>
                      <a:pt x="168" y="2"/>
                    </a:lnTo>
                    <a:lnTo>
                      <a:pt x="170" y="1"/>
                    </a:lnTo>
                    <a:lnTo>
                      <a:pt x="168" y="0"/>
                    </a:lnTo>
                    <a:lnTo>
                      <a:pt x="167" y="1"/>
                    </a:lnTo>
                    <a:lnTo>
                      <a:pt x="163" y="1"/>
                    </a:lnTo>
                    <a:lnTo>
                      <a:pt x="163" y="2"/>
                    </a:lnTo>
                    <a:lnTo>
                      <a:pt x="164" y="4"/>
                    </a:lnTo>
                    <a:lnTo>
                      <a:pt x="167" y="11"/>
                    </a:lnTo>
                    <a:lnTo>
                      <a:pt x="168" y="13"/>
                    </a:lnTo>
                    <a:lnTo>
                      <a:pt x="167" y="19"/>
                    </a:lnTo>
                    <a:lnTo>
                      <a:pt x="167" y="20"/>
                    </a:lnTo>
                    <a:lnTo>
                      <a:pt x="166" y="20"/>
                    </a:lnTo>
                    <a:lnTo>
                      <a:pt x="164" y="20"/>
                    </a:lnTo>
                    <a:lnTo>
                      <a:pt x="167" y="27"/>
                    </a:lnTo>
                    <a:lnTo>
                      <a:pt x="167" y="27"/>
                    </a:lnTo>
                    <a:lnTo>
                      <a:pt x="170" y="26"/>
                    </a:lnTo>
                    <a:lnTo>
                      <a:pt x="172" y="26"/>
                    </a:lnTo>
                    <a:lnTo>
                      <a:pt x="171" y="27"/>
                    </a:lnTo>
                    <a:lnTo>
                      <a:pt x="168" y="28"/>
                    </a:lnTo>
                    <a:lnTo>
                      <a:pt x="170" y="32"/>
                    </a:lnTo>
                    <a:lnTo>
                      <a:pt x="171" y="36"/>
                    </a:lnTo>
                    <a:lnTo>
                      <a:pt x="171" y="43"/>
                    </a:lnTo>
                    <a:lnTo>
                      <a:pt x="171" y="47"/>
                    </a:lnTo>
                    <a:lnTo>
                      <a:pt x="171" y="50"/>
                    </a:lnTo>
                    <a:lnTo>
                      <a:pt x="172" y="50"/>
                    </a:lnTo>
                    <a:lnTo>
                      <a:pt x="174" y="47"/>
                    </a:lnTo>
                    <a:lnTo>
                      <a:pt x="172" y="46"/>
                    </a:lnTo>
                    <a:lnTo>
                      <a:pt x="174" y="45"/>
                    </a:lnTo>
                    <a:lnTo>
                      <a:pt x="175" y="46"/>
                    </a:lnTo>
                    <a:lnTo>
                      <a:pt x="175" y="49"/>
                    </a:lnTo>
                    <a:lnTo>
                      <a:pt x="176" y="49"/>
                    </a:lnTo>
                    <a:lnTo>
                      <a:pt x="176" y="47"/>
                    </a:lnTo>
                    <a:lnTo>
                      <a:pt x="176" y="46"/>
                    </a:lnTo>
                    <a:lnTo>
                      <a:pt x="176" y="46"/>
                    </a:lnTo>
                    <a:lnTo>
                      <a:pt x="178" y="49"/>
                    </a:lnTo>
                    <a:lnTo>
                      <a:pt x="175" y="51"/>
                    </a:lnTo>
                    <a:lnTo>
                      <a:pt x="175" y="53"/>
                    </a:lnTo>
                    <a:lnTo>
                      <a:pt x="175" y="54"/>
                    </a:lnTo>
                    <a:lnTo>
                      <a:pt x="174" y="55"/>
                    </a:lnTo>
                    <a:lnTo>
                      <a:pt x="172" y="53"/>
                    </a:lnTo>
                    <a:lnTo>
                      <a:pt x="171" y="53"/>
                    </a:lnTo>
                    <a:lnTo>
                      <a:pt x="172" y="58"/>
                    </a:lnTo>
                    <a:lnTo>
                      <a:pt x="174" y="64"/>
                    </a:lnTo>
                    <a:lnTo>
                      <a:pt x="175" y="64"/>
                    </a:lnTo>
                    <a:lnTo>
                      <a:pt x="176" y="64"/>
                    </a:lnTo>
                    <a:lnTo>
                      <a:pt x="178" y="65"/>
                    </a:lnTo>
                    <a:lnTo>
                      <a:pt x="178" y="66"/>
                    </a:lnTo>
                    <a:lnTo>
                      <a:pt x="179" y="68"/>
                    </a:lnTo>
                    <a:lnTo>
                      <a:pt x="176" y="69"/>
                    </a:lnTo>
                    <a:lnTo>
                      <a:pt x="176" y="70"/>
                    </a:lnTo>
                    <a:lnTo>
                      <a:pt x="176" y="72"/>
                    </a:lnTo>
                    <a:lnTo>
                      <a:pt x="176" y="73"/>
                    </a:lnTo>
                    <a:lnTo>
                      <a:pt x="175" y="79"/>
                    </a:lnTo>
                    <a:lnTo>
                      <a:pt x="175" y="80"/>
                    </a:lnTo>
                    <a:lnTo>
                      <a:pt x="174" y="81"/>
                    </a:lnTo>
                    <a:lnTo>
                      <a:pt x="175" y="83"/>
                    </a:lnTo>
                    <a:lnTo>
                      <a:pt x="175" y="84"/>
                    </a:lnTo>
                    <a:lnTo>
                      <a:pt x="172" y="84"/>
                    </a:lnTo>
                    <a:lnTo>
                      <a:pt x="171" y="87"/>
                    </a:lnTo>
                    <a:lnTo>
                      <a:pt x="171" y="88"/>
                    </a:lnTo>
                    <a:lnTo>
                      <a:pt x="172" y="89"/>
                    </a:lnTo>
                    <a:lnTo>
                      <a:pt x="171" y="89"/>
                    </a:lnTo>
                    <a:lnTo>
                      <a:pt x="170" y="91"/>
                    </a:lnTo>
                    <a:lnTo>
                      <a:pt x="168" y="94"/>
                    </a:lnTo>
                    <a:lnTo>
                      <a:pt x="167" y="103"/>
                    </a:lnTo>
                    <a:lnTo>
                      <a:pt x="166" y="106"/>
                    </a:lnTo>
                    <a:lnTo>
                      <a:pt x="164" y="107"/>
                    </a:lnTo>
                    <a:lnTo>
                      <a:pt x="161" y="107"/>
                    </a:lnTo>
                    <a:lnTo>
                      <a:pt x="160" y="107"/>
                    </a:lnTo>
                    <a:lnTo>
                      <a:pt x="157" y="107"/>
                    </a:lnTo>
                    <a:lnTo>
                      <a:pt x="152" y="110"/>
                    </a:lnTo>
                    <a:lnTo>
                      <a:pt x="149" y="113"/>
                    </a:lnTo>
                    <a:lnTo>
                      <a:pt x="148" y="115"/>
                    </a:lnTo>
                    <a:lnTo>
                      <a:pt x="149" y="119"/>
                    </a:lnTo>
                    <a:lnTo>
                      <a:pt x="152" y="122"/>
                    </a:lnTo>
                    <a:lnTo>
                      <a:pt x="156" y="125"/>
                    </a:lnTo>
                    <a:lnTo>
                      <a:pt x="157" y="127"/>
                    </a:lnTo>
                    <a:lnTo>
                      <a:pt x="161" y="129"/>
                    </a:lnTo>
                    <a:lnTo>
                      <a:pt x="163" y="130"/>
                    </a:lnTo>
                    <a:lnTo>
                      <a:pt x="163" y="137"/>
                    </a:lnTo>
                    <a:lnTo>
                      <a:pt x="164" y="137"/>
                    </a:lnTo>
                    <a:lnTo>
                      <a:pt x="163" y="138"/>
                    </a:lnTo>
                    <a:lnTo>
                      <a:pt x="163" y="141"/>
                    </a:lnTo>
                    <a:lnTo>
                      <a:pt x="161" y="144"/>
                    </a:lnTo>
                    <a:lnTo>
                      <a:pt x="156" y="152"/>
                    </a:lnTo>
                    <a:lnTo>
                      <a:pt x="152" y="156"/>
                    </a:lnTo>
                    <a:lnTo>
                      <a:pt x="148" y="159"/>
                    </a:lnTo>
                    <a:lnTo>
                      <a:pt x="146" y="161"/>
                    </a:lnTo>
                    <a:lnTo>
                      <a:pt x="146" y="163"/>
                    </a:lnTo>
                    <a:lnTo>
                      <a:pt x="146" y="163"/>
                    </a:lnTo>
                    <a:close/>
                    <a:moveTo>
                      <a:pt x="137" y="152"/>
                    </a:moveTo>
                    <a:lnTo>
                      <a:pt x="137" y="149"/>
                    </a:lnTo>
                    <a:lnTo>
                      <a:pt x="140" y="148"/>
                    </a:lnTo>
                    <a:lnTo>
                      <a:pt x="141" y="148"/>
                    </a:lnTo>
                    <a:lnTo>
                      <a:pt x="141" y="149"/>
                    </a:lnTo>
                    <a:lnTo>
                      <a:pt x="140" y="151"/>
                    </a:lnTo>
                    <a:lnTo>
                      <a:pt x="138" y="152"/>
                    </a:lnTo>
                    <a:lnTo>
                      <a:pt x="137" y="152"/>
                    </a:lnTo>
                    <a:lnTo>
                      <a:pt x="137" y="152"/>
                    </a:lnTo>
                    <a:lnTo>
                      <a:pt x="137" y="152"/>
                    </a:lnTo>
                    <a:close/>
                    <a:moveTo>
                      <a:pt x="137" y="156"/>
                    </a:moveTo>
                    <a:lnTo>
                      <a:pt x="138" y="155"/>
                    </a:lnTo>
                    <a:lnTo>
                      <a:pt x="140" y="153"/>
                    </a:lnTo>
                    <a:lnTo>
                      <a:pt x="138" y="156"/>
                    </a:lnTo>
                    <a:lnTo>
                      <a:pt x="137" y="156"/>
                    </a:lnTo>
                    <a:lnTo>
                      <a:pt x="137" y="156"/>
                    </a:lnTo>
                    <a:close/>
                    <a:moveTo>
                      <a:pt x="134" y="155"/>
                    </a:moveTo>
                    <a:lnTo>
                      <a:pt x="136" y="155"/>
                    </a:lnTo>
                    <a:lnTo>
                      <a:pt x="137" y="155"/>
                    </a:lnTo>
                    <a:lnTo>
                      <a:pt x="137" y="153"/>
                    </a:lnTo>
                    <a:lnTo>
                      <a:pt x="134" y="155"/>
                    </a:lnTo>
                    <a:lnTo>
                      <a:pt x="134" y="155"/>
                    </a:lnTo>
                    <a:close/>
                    <a:moveTo>
                      <a:pt x="17" y="286"/>
                    </a:moveTo>
                    <a:lnTo>
                      <a:pt x="19" y="285"/>
                    </a:lnTo>
                    <a:lnTo>
                      <a:pt x="19" y="286"/>
                    </a:lnTo>
                    <a:lnTo>
                      <a:pt x="17" y="286"/>
                    </a:lnTo>
                    <a:lnTo>
                      <a:pt x="17" y="286"/>
                    </a:lnTo>
                    <a:close/>
                    <a:moveTo>
                      <a:pt x="4" y="292"/>
                    </a:moveTo>
                    <a:lnTo>
                      <a:pt x="2" y="295"/>
                    </a:lnTo>
                    <a:lnTo>
                      <a:pt x="1" y="295"/>
                    </a:lnTo>
                    <a:lnTo>
                      <a:pt x="1" y="293"/>
                    </a:lnTo>
                    <a:lnTo>
                      <a:pt x="4" y="291"/>
                    </a:lnTo>
                    <a:lnTo>
                      <a:pt x="4" y="291"/>
                    </a:lnTo>
                    <a:lnTo>
                      <a:pt x="4" y="288"/>
                    </a:lnTo>
                    <a:lnTo>
                      <a:pt x="7" y="288"/>
                    </a:lnTo>
                    <a:lnTo>
                      <a:pt x="7" y="285"/>
                    </a:lnTo>
                    <a:lnTo>
                      <a:pt x="7" y="282"/>
                    </a:lnTo>
                    <a:lnTo>
                      <a:pt x="8" y="281"/>
                    </a:lnTo>
                    <a:lnTo>
                      <a:pt x="9" y="280"/>
                    </a:lnTo>
                    <a:lnTo>
                      <a:pt x="12" y="282"/>
                    </a:lnTo>
                    <a:lnTo>
                      <a:pt x="13" y="285"/>
                    </a:lnTo>
                    <a:lnTo>
                      <a:pt x="15" y="286"/>
                    </a:lnTo>
                    <a:lnTo>
                      <a:pt x="13" y="286"/>
                    </a:lnTo>
                    <a:lnTo>
                      <a:pt x="12" y="286"/>
                    </a:lnTo>
                    <a:lnTo>
                      <a:pt x="12" y="286"/>
                    </a:lnTo>
                    <a:lnTo>
                      <a:pt x="11" y="286"/>
                    </a:lnTo>
                    <a:lnTo>
                      <a:pt x="12" y="286"/>
                    </a:lnTo>
                    <a:lnTo>
                      <a:pt x="12" y="288"/>
                    </a:lnTo>
                    <a:lnTo>
                      <a:pt x="13" y="289"/>
                    </a:lnTo>
                    <a:lnTo>
                      <a:pt x="13" y="291"/>
                    </a:lnTo>
                    <a:lnTo>
                      <a:pt x="13" y="291"/>
                    </a:lnTo>
                    <a:lnTo>
                      <a:pt x="12" y="291"/>
                    </a:lnTo>
                    <a:lnTo>
                      <a:pt x="9" y="292"/>
                    </a:lnTo>
                    <a:lnTo>
                      <a:pt x="8" y="293"/>
                    </a:lnTo>
                    <a:lnTo>
                      <a:pt x="7" y="293"/>
                    </a:lnTo>
                    <a:lnTo>
                      <a:pt x="5" y="292"/>
                    </a:lnTo>
                    <a:lnTo>
                      <a:pt x="4" y="292"/>
                    </a:lnTo>
                    <a:lnTo>
                      <a:pt x="4" y="292"/>
                    </a:lnTo>
                    <a:close/>
                    <a:moveTo>
                      <a:pt x="2" y="269"/>
                    </a:moveTo>
                    <a:lnTo>
                      <a:pt x="0" y="266"/>
                    </a:lnTo>
                    <a:lnTo>
                      <a:pt x="1" y="263"/>
                    </a:lnTo>
                    <a:lnTo>
                      <a:pt x="2" y="262"/>
                    </a:lnTo>
                    <a:lnTo>
                      <a:pt x="1" y="262"/>
                    </a:lnTo>
                    <a:lnTo>
                      <a:pt x="0" y="262"/>
                    </a:lnTo>
                    <a:lnTo>
                      <a:pt x="2" y="258"/>
                    </a:lnTo>
                    <a:lnTo>
                      <a:pt x="5" y="258"/>
                    </a:lnTo>
                    <a:lnTo>
                      <a:pt x="8" y="258"/>
                    </a:lnTo>
                    <a:lnTo>
                      <a:pt x="9" y="257"/>
                    </a:lnTo>
                    <a:lnTo>
                      <a:pt x="8" y="255"/>
                    </a:lnTo>
                    <a:lnTo>
                      <a:pt x="5" y="254"/>
                    </a:lnTo>
                    <a:lnTo>
                      <a:pt x="5" y="252"/>
                    </a:lnTo>
                    <a:lnTo>
                      <a:pt x="8" y="248"/>
                    </a:lnTo>
                    <a:lnTo>
                      <a:pt x="9" y="247"/>
                    </a:lnTo>
                    <a:lnTo>
                      <a:pt x="9" y="246"/>
                    </a:lnTo>
                    <a:lnTo>
                      <a:pt x="11" y="246"/>
                    </a:lnTo>
                    <a:lnTo>
                      <a:pt x="12" y="248"/>
                    </a:lnTo>
                    <a:lnTo>
                      <a:pt x="13" y="247"/>
                    </a:lnTo>
                    <a:lnTo>
                      <a:pt x="13" y="242"/>
                    </a:lnTo>
                    <a:lnTo>
                      <a:pt x="15" y="240"/>
                    </a:lnTo>
                    <a:lnTo>
                      <a:pt x="16" y="240"/>
                    </a:lnTo>
                    <a:lnTo>
                      <a:pt x="20" y="236"/>
                    </a:lnTo>
                    <a:lnTo>
                      <a:pt x="21" y="236"/>
                    </a:lnTo>
                    <a:lnTo>
                      <a:pt x="23" y="235"/>
                    </a:lnTo>
                    <a:lnTo>
                      <a:pt x="23" y="232"/>
                    </a:lnTo>
                    <a:lnTo>
                      <a:pt x="24" y="231"/>
                    </a:lnTo>
                    <a:lnTo>
                      <a:pt x="26" y="229"/>
                    </a:lnTo>
                    <a:lnTo>
                      <a:pt x="27" y="231"/>
                    </a:lnTo>
                    <a:lnTo>
                      <a:pt x="27" y="232"/>
                    </a:lnTo>
                    <a:lnTo>
                      <a:pt x="28" y="228"/>
                    </a:lnTo>
                    <a:lnTo>
                      <a:pt x="31" y="225"/>
                    </a:lnTo>
                    <a:lnTo>
                      <a:pt x="32" y="225"/>
                    </a:lnTo>
                    <a:lnTo>
                      <a:pt x="36" y="223"/>
                    </a:lnTo>
                    <a:lnTo>
                      <a:pt x="38" y="220"/>
                    </a:lnTo>
                    <a:lnTo>
                      <a:pt x="42" y="216"/>
                    </a:lnTo>
                    <a:lnTo>
                      <a:pt x="45" y="216"/>
                    </a:lnTo>
                    <a:lnTo>
                      <a:pt x="46" y="217"/>
                    </a:lnTo>
                    <a:lnTo>
                      <a:pt x="49" y="216"/>
                    </a:lnTo>
                    <a:lnTo>
                      <a:pt x="50" y="216"/>
                    </a:lnTo>
                    <a:lnTo>
                      <a:pt x="51" y="216"/>
                    </a:lnTo>
                    <a:lnTo>
                      <a:pt x="54" y="218"/>
                    </a:lnTo>
                    <a:lnTo>
                      <a:pt x="54" y="216"/>
                    </a:lnTo>
                    <a:lnTo>
                      <a:pt x="53" y="213"/>
                    </a:lnTo>
                    <a:lnTo>
                      <a:pt x="53" y="212"/>
                    </a:lnTo>
                    <a:lnTo>
                      <a:pt x="58" y="209"/>
                    </a:lnTo>
                    <a:lnTo>
                      <a:pt x="61" y="208"/>
                    </a:lnTo>
                    <a:lnTo>
                      <a:pt x="66" y="204"/>
                    </a:lnTo>
                    <a:lnTo>
                      <a:pt x="70" y="201"/>
                    </a:lnTo>
                    <a:lnTo>
                      <a:pt x="73" y="201"/>
                    </a:lnTo>
                    <a:lnTo>
                      <a:pt x="73" y="199"/>
                    </a:lnTo>
                    <a:lnTo>
                      <a:pt x="77" y="197"/>
                    </a:lnTo>
                    <a:lnTo>
                      <a:pt x="80" y="197"/>
                    </a:lnTo>
                    <a:lnTo>
                      <a:pt x="85" y="193"/>
                    </a:lnTo>
                    <a:lnTo>
                      <a:pt x="91" y="186"/>
                    </a:lnTo>
                    <a:lnTo>
                      <a:pt x="91" y="185"/>
                    </a:lnTo>
                    <a:lnTo>
                      <a:pt x="92" y="182"/>
                    </a:lnTo>
                    <a:lnTo>
                      <a:pt x="92" y="179"/>
                    </a:lnTo>
                    <a:lnTo>
                      <a:pt x="95" y="176"/>
                    </a:lnTo>
                    <a:lnTo>
                      <a:pt x="96" y="176"/>
                    </a:lnTo>
                    <a:lnTo>
                      <a:pt x="96" y="174"/>
                    </a:lnTo>
                    <a:lnTo>
                      <a:pt x="98" y="171"/>
                    </a:lnTo>
                    <a:lnTo>
                      <a:pt x="100" y="170"/>
                    </a:lnTo>
                    <a:lnTo>
                      <a:pt x="103" y="170"/>
                    </a:lnTo>
                    <a:lnTo>
                      <a:pt x="106" y="168"/>
                    </a:lnTo>
                    <a:lnTo>
                      <a:pt x="106" y="167"/>
                    </a:lnTo>
                    <a:lnTo>
                      <a:pt x="110" y="163"/>
                    </a:lnTo>
                    <a:lnTo>
                      <a:pt x="111" y="161"/>
                    </a:lnTo>
                    <a:lnTo>
                      <a:pt x="113" y="159"/>
                    </a:lnTo>
                    <a:lnTo>
                      <a:pt x="115" y="152"/>
                    </a:lnTo>
                    <a:lnTo>
                      <a:pt x="117" y="148"/>
                    </a:lnTo>
                    <a:lnTo>
                      <a:pt x="119" y="146"/>
                    </a:lnTo>
                    <a:lnTo>
                      <a:pt x="121" y="145"/>
                    </a:lnTo>
                    <a:lnTo>
                      <a:pt x="125" y="142"/>
                    </a:lnTo>
                    <a:lnTo>
                      <a:pt x="126" y="144"/>
                    </a:lnTo>
                    <a:lnTo>
                      <a:pt x="125" y="145"/>
                    </a:lnTo>
                    <a:lnTo>
                      <a:pt x="125" y="148"/>
                    </a:lnTo>
                    <a:lnTo>
                      <a:pt x="126" y="149"/>
                    </a:lnTo>
                    <a:lnTo>
                      <a:pt x="127" y="149"/>
                    </a:lnTo>
                    <a:lnTo>
                      <a:pt x="129" y="148"/>
                    </a:lnTo>
                    <a:lnTo>
                      <a:pt x="129" y="149"/>
                    </a:lnTo>
                    <a:lnTo>
                      <a:pt x="129" y="151"/>
                    </a:lnTo>
                    <a:lnTo>
                      <a:pt x="130" y="151"/>
                    </a:lnTo>
                    <a:lnTo>
                      <a:pt x="129" y="152"/>
                    </a:lnTo>
                    <a:lnTo>
                      <a:pt x="127" y="153"/>
                    </a:lnTo>
                    <a:lnTo>
                      <a:pt x="127" y="155"/>
                    </a:lnTo>
                    <a:lnTo>
                      <a:pt x="129" y="159"/>
                    </a:lnTo>
                    <a:lnTo>
                      <a:pt x="130" y="160"/>
                    </a:lnTo>
                    <a:lnTo>
                      <a:pt x="132" y="157"/>
                    </a:lnTo>
                    <a:lnTo>
                      <a:pt x="134" y="156"/>
                    </a:lnTo>
                    <a:lnTo>
                      <a:pt x="136" y="156"/>
                    </a:lnTo>
                    <a:lnTo>
                      <a:pt x="137" y="156"/>
                    </a:lnTo>
                    <a:lnTo>
                      <a:pt x="137" y="157"/>
                    </a:lnTo>
                    <a:lnTo>
                      <a:pt x="138" y="160"/>
                    </a:lnTo>
                    <a:lnTo>
                      <a:pt x="140" y="157"/>
                    </a:lnTo>
                    <a:lnTo>
                      <a:pt x="140" y="157"/>
                    </a:lnTo>
                    <a:lnTo>
                      <a:pt x="138" y="156"/>
                    </a:lnTo>
                    <a:lnTo>
                      <a:pt x="140" y="153"/>
                    </a:lnTo>
                    <a:lnTo>
                      <a:pt x="142" y="153"/>
                    </a:lnTo>
                    <a:lnTo>
                      <a:pt x="142" y="156"/>
                    </a:lnTo>
                    <a:lnTo>
                      <a:pt x="144" y="156"/>
                    </a:lnTo>
                    <a:lnTo>
                      <a:pt x="141" y="159"/>
                    </a:lnTo>
                    <a:lnTo>
                      <a:pt x="138" y="160"/>
                    </a:lnTo>
                    <a:lnTo>
                      <a:pt x="141" y="160"/>
                    </a:lnTo>
                    <a:lnTo>
                      <a:pt x="142" y="159"/>
                    </a:lnTo>
                    <a:lnTo>
                      <a:pt x="140" y="163"/>
                    </a:lnTo>
                    <a:lnTo>
                      <a:pt x="140" y="163"/>
                    </a:lnTo>
                    <a:lnTo>
                      <a:pt x="138" y="166"/>
                    </a:lnTo>
                    <a:lnTo>
                      <a:pt x="138" y="167"/>
                    </a:lnTo>
                    <a:lnTo>
                      <a:pt x="140" y="170"/>
                    </a:lnTo>
                    <a:lnTo>
                      <a:pt x="140" y="174"/>
                    </a:lnTo>
                    <a:lnTo>
                      <a:pt x="141" y="174"/>
                    </a:lnTo>
                    <a:lnTo>
                      <a:pt x="138" y="175"/>
                    </a:lnTo>
                    <a:lnTo>
                      <a:pt x="132" y="182"/>
                    </a:lnTo>
                    <a:lnTo>
                      <a:pt x="130" y="183"/>
                    </a:lnTo>
                    <a:lnTo>
                      <a:pt x="126" y="189"/>
                    </a:lnTo>
                    <a:lnTo>
                      <a:pt x="126" y="189"/>
                    </a:lnTo>
                    <a:lnTo>
                      <a:pt x="123" y="189"/>
                    </a:lnTo>
                    <a:lnTo>
                      <a:pt x="121" y="193"/>
                    </a:lnTo>
                    <a:lnTo>
                      <a:pt x="121" y="195"/>
                    </a:lnTo>
                    <a:lnTo>
                      <a:pt x="117" y="198"/>
                    </a:lnTo>
                    <a:lnTo>
                      <a:pt x="117" y="201"/>
                    </a:lnTo>
                    <a:lnTo>
                      <a:pt x="113" y="204"/>
                    </a:lnTo>
                    <a:lnTo>
                      <a:pt x="108" y="204"/>
                    </a:lnTo>
                    <a:lnTo>
                      <a:pt x="107" y="205"/>
                    </a:lnTo>
                    <a:lnTo>
                      <a:pt x="106" y="209"/>
                    </a:lnTo>
                    <a:lnTo>
                      <a:pt x="106" y="213"/>
                    </a:lnTo>
                    <a:lnTo>
                      <a:pt x="104" y="214"/>
                    </a:lnTo>
                    <a:lnTo>
                      <a:pt x="107" y="214"/>
                    </a:lnTo>
                    <a:lnTo>
                      <a:pt x="108" y="216"/>
                    </a:lnTo>
                    <a:lnTo>
                      <a:pt x="107" y="220"/>
                    </a:lnTo>
                    <a:lnTo>
                      <a:pt x="106" y="221"/>
                    </a:lnTo>
                    <a:lnTo>
                      <a:pt x="106" y="220"/>
                    </a:lnTo>
                    <a:lnTo>
                      <a:pt x="106" y="217"/>
                    </a:lnTo>
                    <a:lnTo>
                      <a:pt x="104" y="217"/>
                    </a:lnTo>
                    <a:lnTo>
                      <a:pt x="104" y="217"/>
                    </a:lnTo>
                    <a:lnTo>
                      <a:pt x="104" y="220"/>
                    </a:lnTo>
                    <a:lnTo>
                      <a:pt x="103" y="221"/>
                    </a:lnTo>
                    <a:lnTo>
                      <a:pt x="102" y="220"/>
                    </a:lnTo>
                    <a:lnTo>
                      <a:pt x="99" y="220"/>
                    </a:lnTo>
                    <a:lnTo>
                      <a:pt x="100" y="218"/>
                    </a:lnTo>
                    <a:lnTo>
                      <a:pt x="100" y="218"/>
                    </a:lnTo>
                    <a:lnTo>
                      <a:pt x="99" y="217"/>
                    </a:lnTo>
                    <a:lnTo>
                      <a:pt x="98" y="218"/>
                    </a:lnTo>
                    <a:lnTo>
                      <a:pt x="98" y="220"/>
                    </a:lnTo>
                    <a:lnTo>
                      <a:pt x="95" y="220"/>
                    </a:lnTo>
                    <a:lnTo>
                      <a:pt x="95" y="220"/>
                    </a:lnTo>
                    <a:lnTo>
                      <a:pt x="93" y="217"/>
                    </a:lnTo>
                    <a:lnTo>
                      <a:pt x="91" y="216"/>
                    </a:lnTo>
                    <a:lnTo>
                      <a:pt x="92" y="218"/>
                    </a:lnTo>
                    <a:lnTo>
                      <a:pt x="93" y="220"/>
                    </a:lnTo>
                    <a:lnTo>
                      <a:pt x="91" y="223"/>
                    </a:lnTo>
                    <a:lnTo>
                      <a:pt x="89" y="223"/>
                    </a:lnTo>
                    <a:lnTo>
                      <a:pt x="87" y="224"/>
                    </a:lnTo>
                    <a:lnTo>
                      <a:pt x="87" y="225"/>
                    </a:lnTo>
                    <a:lnTo>
                      <a:pt x="85" y="225"/>
                    </a:lnTo>
                    <a:lnTo>
                      <a:pt x="83" y="224"/>
                    </a:lnTo>
                    <a:lnTo>
                      <a:pt x="83" y="227"/>
                    </a:lnTo>
                    <a:lnTo>
                      <a:pt x="80" y="228"/>
                    </a:lnTo>
                    <a:lnTo>
                      <a:pt x="77" y="231"/>
                    </a:lnTo>
                    <a:lnTo>
                      <a:pt x="77" y="233"/>
                    </a:lnTo>
                    <a:lnTo>
                      <a:pt x="76" y="235"/>
                    </a:lnTo>
                    <a:lnTo>
                      <a:pt x="73" y="240"/>
                    </a:lnTo>
                    <a:lnTo>
                      <a:pt x="73" y="243"/>
                    </a:lnTo>
                    <a:lnTo>
                      <a:pt x="72" y="246"/>
                    </a:lnTo>
                    <a:lnTo>
                      <a:pt x="65" y="250"/>
                    </a:lnTo>
                    <a:lnTo>
                      <a:pt x="64" y="252"/>
                    </a:lnTo>
                    <a:lnTo>
                      <a:pt x="62" y="257"/>
                    </a:lnTo>
                    <a:lnTo>
                      <a:pt x="60" y="261"/>
                    </a:lnTo>
                    <a:lnTo>
                      <a:pt x="57" y="263"/>
                    </a:lnTo>
                    <a:lnTo>
                      <a:pt x="57" y="265"/>
                    </a:lnTo>
                    <a:lnTo>
                      <a:pt x="57" y="265"/>
                    </a:lnTo>
                    <a:lnTo>
                      <a:pt x="55" y="266"/>
                    </a:lnTo>
                    <a:lnTo>
                      <a:pt x="58" y="266"/>
                    </a:lnTo>
                    <a:lnTo>
                      <a:pt x="58" y="266"/>
                    </a:lnTo>
                    <a:lnTo>
                      <a:pt x="57" y="267"/>
                    </a:lnTo>
                    <a:lnTo>
                      <a:pt x="53" y="267"/>
                    </a:lnTo>
                    <a:lnTo>
                      <a:pt x="49" y="269"/>
                    </a:lnTo>
                    <a:lnTo>
                      <a:pt x="47" y="271"/>
                    </a:lnTo>
                    <a:lnTo>
                      <a:pt x="46" y="274"/>
                    </a:lnTo>
                    <a:lnTo>
                      <a:pt x="43" y="276"/>
                    </a:lnTo>
                    <a:lnTo>
                      <a:pt x="43" y="274"/>
                    </a:lnTo>
                    <a:lnTo>
                      <a:pt x="42" y="273"/>
                    </a:lnTo>
                    <a:lnTo>
                      <a:pt x="42" y="276"/>
                    </a:lnTo>
                    <a:lnTo>
                      <a:pt x="42" y="277"/>
                    </a:lnTo>
                    <a:lnTo>
                      <a:pt x="39" y="278"/>
                    </a:lnTo>
                    <a:lnTo>
                      <a:pt x="35" y="281"/>
                    </a:lnTo>
                    <a:lnTo>
                      <a:pt x="31" y="284"/>
                    </a:lnTo>
                    <a:lnTo>
                      <a:pt x="27" y="284"/>
                    </a:lnTo>
                    <a:lnTo>
                      <a:pt x="24" y="284"/>
                    </a:lnTo>
                    <a:lnTo>
                      <a:pt x="24" y="281"/>
                    </a:lnTo>
                    <a:lnTo>
                      <a:pt x="21" y="284"/>
                    </a:lnTo>
                    <a:lnTo>
                      <a:pt x="20" y="284"/>
                    </a:lnTo>
                    <a:lnTo>
                      <a:pt x="23" y="281"/>
                    </a:lnTo>
                    <a:lnTo>
                      <a:pt x="20" y="280"/>
                    </a:lnTo>
                    <a:lnTo>
                      <a:pt x="17" y="278"/>
                    </a:lnTo>
                    <a:lnTo>
                      <a:pt x="17" y="276"/>
                    </a:lnTo>
                    <a:lnTo>
                      <a:pt x="16" y="274"/>
                    </a:lnTo>
                    <a:lnTo>
                      <a:pt x="13" y="274"/>
                    </a:lnTo>
                    <a:lnTo>
                      <a:pt x="12" y="273"/>
                    </a:lnTo>
                    <a:lnTo>
                      <a:pt x="13" y="271"/>
                    </a:lnTo>
                    <a:lnTo>
                      <a:pt x="12" y="269"/>
                    </a:lnTo>
                    <a:lnTo>
                      <a:pt x="11" y="269"/>
                    </a:lnTo>
                    <a:lnTo>
                      <a:pt x="9" y="269"/>
                    </a:lnTo>
                    <a:lnTo>
                      <a:pt x="8" y="270"/>
                    </a:lnTo>
                    <a:lnTo>
                      <a:pt x="8" y="270"/>
                    </a:lnTo>
                    <a:lnTo>
                      <a:pt x="7" y="269"/>
                    </a:lnTo>
                    <a:lnTo>
                      <a:pt x="4" y="269"/>
                    </a:lnTo>
                    <a:lnTo>
                      <a:pt x="2" y="26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3" name="Groupe 319"/>
            <p:cNvGrpSpPr/>
            <p:nvPr/>
          </p:nvGrpSpPr>
          <p:grpSpPr>
            <a:xfrm>
              <a:off x="4336101" y="1291248"/>
              <a:ext cx="4353195" cy="2292933"/>
              <a:chOff x="4336101" y="1291248"/>
              <a:chExt cx="4353195" cy="2292933"/>
            </a:xfrm>
            <a:grpFill/>
          </p:grpSpPr>
          <p:sp>
            <p:nvSpPr>
              <p:cNvPr id="428" name="Freeform 785"/>
              <p:cNvSpPr>
                <a:spLocks noEditPoints="1"/>
              </p:cNvSpPr>
              <p:nvPr/>
            </p:nvSpPr>
            <p:spPr bwMode="auto">
              <a:xfrm>
                <a:off x="5174841" y="1291248"/>
                <a:ext cx="3514455" cy="2122183"/>
              </a:xfrm>
              <a:custGeom>
                <a:avLst/>
                <a:gdLst/>
                <a:ahLst/>
                <a:cxnLst>
                  <a:cxn ang="0">
                    <a:pos x="1433" y="925"/>
                  </a:cxn>
                  <a:cxn ang="0">
                    <a:pos x="1308" y="809"/>
                  </a:cxn>
                  <a:cxn ang="0">
                    <a:pos x="1169" y="911"/>
                  </a:cxn>
                  <a:cxn ang="0">
                    <a:pos x="909" y="913"/>
                  </a:cxn>
                  <a:cxn ang="0">
                    <a:pos x="641" y="870"/>
                  </a:cxn>
                  <a:cxn ang="0">
                    <a:pos x="471" y="893"/>
                  </a:cxn>
                  <a:cxn ang="0">
                    <a:pos x="318" y="965"/>
                  </a:cxn>
                  <a:cxn ang="0">
                    <a:pos x="280" y="1127"/>
                  </a:cxn>
                  <a:cxn ang="0">
                    <a:pos x="165" y="961"/>
                  </a:cxn>
                  <a:cxn ang="0">
                    <a:pos x="30" y="756"/>
                  </a:cxn>
                  <a:cxn ang="0">
                    <a:pos x="50" y="537"/>
                  </a:cxn>
                  <a:cxn ang="0">
                    <a:pos x="58" y="614"/>
                  </a:cxn>
                  <a:cxn ang="0">
                    <a:pos x="193" y="608"/>
                  </a:cxn>
                  <a:cxn ang="0">
                    <a:pos x="289" y="533"/>
                  </a:cxn>
                  <a:cxn ang="0">
                    <a:pos x="460" y="525"/>
                  </a:cxn>
                  <a:cxn ang="0">
                    <a:pos x="505" y="506"/>
                  </a:cxn>
                  <a:cxn ang="0">
                    <a:pos x="566" y="507"/>
                  </a:cxn>
                  <a:cxn ang="0">
                    <a:pos x="521" y="382"/>
                  </a:cxn>
                  <a:cxn ang="0">
                    <a:pos x="535" y="337"/>
                  </a:cxn>
                  <a:cxn ang="0">
                    <a:pos x="614" y="222"/>
                  </a:cxn>
                  <a:cxn ang="0">
                    <a:pos x="701" y="150"/>
                  </a:cxn>
                  <a:cxn ang="0">
                    <a:pos x="827" y="205"/>
                  </a:cxn>
                  <a:cxn ang="0">
                    <a:pos x="879" y="261"/>
                  </a:cxn>
                  <a:cxn ang="0">
                    <a:pos x="1057" y="237"/>
                  </a:cxn>
                  <a:cxn ang="0">
                    <a:pos x="1195" y="239"/>
                  </a:cxn>
                  <a:cxn ang="0">
                    <a:pos x="1311" y="211"/>
                  </a:cxn>
                  <a:cxn ang="0">
                    <a:pos x="1588" y="219"/>
                  </a:cxn>
                  <a:cxn ang="0">
                    <a:pos x="1760" y="169"/>
                  </a:cxn>
                  <a:cxn ang="0">
                    <a:pos x="1851" y="220"/>
                  </a:cxn>
                  <a:cxn ang="0">
                    <a:pos x="1794" y="283"/>
                  </a:cxn>
                  <a:cxn ang="0">
                    <a:pos x="1816" y="413"/>
                  </a:cxn>
                  <a:cxn ang="0">
                    <a:pos x="1716" y="559"/>
                  </a:cxn>
                  <a:cxn ang="0">
                    <a:pos x="1747" y="761"/>
                  </a:cxn>
                  <a:cxn ang="0">
                    <a:pos x="1682" y="476"/>
                  </a:cxn>
                  <a:cxn ang="0">
                    <a:pos x="1596" y="511"/>
                  </a:cxn>
                  <a:cxn ang="0">
                    <a:pos x="1516" y="597"/>
                  </a:cxn>
                  <a:cxn ang="0">
                    <a:pos x="1472" y="756"/>
                  </a:cxn>
                  <a:cxn ang="0">
                    <a:pos x="1497" y="1022"/>
                  </a:cxn>
                  <a:cxn ang="0">
                    <a:pos x="125" y="132"/>
                  </a:cxn>
                  <a:cxn ang="0">
                    <a:pos x="165" y="56"/>
                  </a:cxn>
                  <a:cxn ang="0">
                    <a:pos x="170" y="102"/>
                  </a:cxn>
                  <a:cxn ang="0">
                    <a:pos x="191" y="105"/>
                  </a:cxn>
                  <a:cxn ang="0">
                    <a:pos x="210" y="140"/>
                  </a:cxn>
                  <a:cxn ang="0">
                    <a:pos x="1679" y="481"/>
                  </a:cxn>
                  <a:cxn ang="0">
                    <a:pos x="348" y="281"/>
                  </a:cxn>
                  <a:cxn ang="0">
                    <a:pos x="248" y="339"/>
                  </a:cxn>
                  <a:cxn ang="0">
                    <a:pos x="292" y="459"/>
                  </a:cxn>
                  <a:cxn ang="0">
                    <a:pos x="274" y="477"/>
                  </a:cxn>
                  <a:cxn ang="0">
                    <a:pos x="292" y="544"/>
                  </a:cxn>
                  <a:cxn ang="0">
                    <a:pos x="349" y="502"/>
                  </a:cxn>
                  <a:cxn ang="0">
                    <a:pos x="517" y="355"/>
                  </a:cxn>
                  <a:cxn ang="0">
                    <a:pos x="564" y="283"/>
                  </a:cxn>
                  <a:cxn ang="0">
                    <a:pos x="512" y="14"/>
                  </a:cxn>
                  <a:cxn ang="0">
                    <a:pos x="534" y="53"/>
                  </a:cxn>
                  <a:cxn ang="0">
                    <a:pos x="1102" y="117"/>
                  </a:cxn>
                  <a:cxn ang="0">
                    <a:pos x="1089" y="124"/>
                  </a:cxn>
                  <a:cxn ang="0">
                    <a:pos x="610" y="74"/>
                  </a:cxn>
                  <a:cxn ang="0">
                    <a:pos x="833" y="231"/>
                  </a:cxn>
                  <a:cxn ang="0">
                    <a:pos x="1479" y="226"/>
                  </a:cxn>
                  <a:cxn ang="0">
                    <a:pos x="1574" y="843"/>
                  </a:cxn>
                  <a:cxn ang="0">
                    <a:pos x="1578" y="930"/>
                  </a:cxn>
                  <a:cxn ang="0">
                    <a:pos x="1731" y="568"/>
                  </a:cxn>
                  <a:cxn ang="0">
                    <a:pos x="1714" y="905"/>
                  </a:cxn>
                </a:cxnLst>
                <a:rect l="0" t="0" r="r" b="b"/>
                <a:pathLst>
                  <a:path w="1873" h="1131">
                    <a:moveTo>
                      <a:pt x="1453" y="1038"/>
                    </a:moveTo>
                    <a:lnTo>
                      <a:pt x="1453" y="1038"/>
                    </a:lnTo>
                    <a:lnTo>
                      <a:pt x="1451" y="1036"/>
                    </a:lnTo>
                    <a:lnTo>
                      <a:pt x="1451" y="1036"/>
                    </a:lnTo>
                    <a:lnTo>
                      <a:pt x="1451" y="1034"/>
                    </a:lnTo>
                    <a:lnTo>
                      <a:pt x="1451" y="1033"/>
                    </a:lnTo>
                    <a:lnTo>
                      <a:pt x="1451" y="1031"/>
                    </a:lnTo>
                    <a:lnTo>
                      <a:pt x="1449" y="1029"/>
                    </a:lnTo>
                    <a:lnTo>
                      <a:pt x="1449" y="1027"/>
                    </a:lnTo>
                    <a:lnTo>
                      <a:pt x="1452" y="1027"/>
                    </a:lnTo>
                    <a:lnTo>
                      <a:pt x="1455" y="1027"/>
                    </a:lnTo>
                    <a:lnTo>
                      <a:pt x="1456" y="1027"/>
                    </a:lnTo>
                    <a:lnTo>
                      <a:pt x="1456" y="1025"/>
                    </a:lnTo>
                    <a:lnTo>
                      <a:pt x="1456" y="1023"/>
                    </a:lnTo>
                    <a:lnTo>
                      <a:pt x="1456" y="1022"/>
                    </a:lnTo>
                    <a:lnTo>
                      <a:pt x="1456" y="1021"/>
                    </a:lnTo>
                    <a:lnTo>
                      <a:pt x="1456" y="1018"/>
                    </a:lnTo>
                    <a:lnTo>
                      <a:pt x="1456" y="1015"/>
                    </a:lnTo>
                    <a:lnTo>
                      <a:pt x="1455" y="1014"/>
                    </a:lnTo>
                    <a:lnTo>
                      <a:pt x="1455" y="1008"/>
                    </a:lnTo>
                    <a:lnTo>
                      <a:pt x="1455" y="1007"/>
                    </a:lnTo>
                    <a:lnTo>
                      <a:pt x="1453" y="1003"/>
                    </a:lnTo>
                    <a:lnTo>
                      <a:pt x="1453" y="1000"/>
                    </a:lnTo>
                    <a:lnTo>
                      <a:pt x="1452" y="997"/>
                    </a:lnTo>
                    <a:lnTo>
                      <a:pt x="1451" y="996"/>
                    </a:lnTo>
                    <a:lnTo>
                      <a:pt x="1451" y="995"/>
                    </a:lnTo>
                    <a:lnTo>
                      <a:pt x="1447" y="989"/>
                    </a:lnTo>
                    <a:lnTo>
                      <a:pt x="1447" y="987"/>
                    </a:lnTo>
                    <a:lnTo>
                      <a:pt x="1447" y="985"/>
                    </a:lnTo>
                    <a:lnTo>
                      <a:pt x="1448" y="984"/>
                    </a:lnTo>
                    <a:lnTo>
                      <a:pt x="1451" y="984"/>
                    </a:lnTo>
                    <a:lnTo>
                      <a:pt x="1452" y="983"/>
                    </a:lnTo>
                    <a:lnTo>
                      <a:pt x="1452" y="980"/>
                    </a:lnTo>
                    <a:lnTo>
                      <a:pt x="1455" y="976"/>
                    </a:lnTo>
                    <a:lnTo>
                      <a:pt x="1456" y="976"/>
                    </a:lnTo>
                    <a:lnTo>
                      <a:pt x="1457" y="977"/>
                    </a:lnTo>
                    <a:lnTo>
                      <a:pt x="1460" y="977"/>
                    </a:lnTo>
                    <a:lnTo>
                      <a:pt x="1468" y="978"/>
                    </a:lnTo>
                    <a:lnTo>
                      <a:pt x="1470" y="980"/>
                    </a:lnTo>
                    <a:lnTo>
                      <a:pt x="1472" y="980"/>
                    </a:lnTo>
                    <a:lnTo>
                      <a:pt x="1472" y="978"/>
                    </a:lnTo>
                    <a:lnTo>
                      <a:pt x="1472" y="976"/>
                    </a:lnTo>
                    <a:lnTo>
                      <a:pt x="1472" y="974"/>
                    </a:lnTo>
                    <a:lnTo>
                      <a:pt x="1471" y="973"/>
                    </a:lnTo>
                    <a:lnTo>
                      <a:pt x="1472" y="972"/>
                    </a:lnTo>
                    <a:lnTo>
                      <a:pt x="1471" y="970"/>
                    </a:lnTo>
                    <a:lnTo>
                      <a:pt x="1471" y="969"/>
                    </a:lnTo>
                    <a:lnTo>
                      <a:pt x="1472" y="966"/>
                    </a:lnTo>
                    <a:lnTo>
                      <a:pt x="1474" y="965"/>
                    </a:lnTo>
                    <a:lnTo>
                      <a:pt x="1472" y="962"/>
                    </a:lnTo>
                    <a:lnTo>
                      <a:pt x="1472" y="961"/>
                    </a:lnTo>
                    <a:lnTo>
                      <a:pt x="1472" y="961"/>
                    </a:lnTo>
                    <a:lnTo>
                      <a:pt x="1475" y="959"/>
                    </a:lnTo>
                    <a:lnTo>
                      <a:pt x="1474" y="958"/>
                    </a:lnTo>
                    <a:lnTo>
                      <a:pt x="1474" y="957"/>
                    </a:lnTo>
                    <a:lnTo>
                      <a:pt x="1472" y="955"/>
                    </a:lnTo>
                    <a:lnTo>
                      <a:pt x="1474" y="953"/>
                    </a:lnTo>
                    <a:lnTo>
                      <a:pt x="1475" y="951"/>
                    </a:lnTo>
                    <a:lnTo>
                      <a:pt x="1475" y="951"/>
                    </a:lnTo>
                    <a:lnTo>
                      <a:pt x="1474" y="950"/>
                    </a:lnTo>
                    <a:lnTo>
                      <a:pt x="1472" y="946"/>
                    </a:lnTo>
                    <a:lnTo>
                      <a:pt x="1472" y="943"/>
                    </a:lnTo>
                    <a:lnTo>
                      <a:pt x="1474" y="943"/>
                    </a:lnTo>
                    <a:lnTo>
                      <a:pt x="1474" y="942"/>
                    </a:lnTo>
                    <a:lnTo>
                      <a:pt x="1474" y="940"/>
                    </a:lnTo>
                    <a:lnTo>
                      <a:pt x="1474" y="940"/>
                    </a:lnTo>
                    <a:lnTo>
                      <a:pt x="1474" y="938"/>
                    </a:lnTo>
                    <a:lnTo>
                      <a:pt x="1472" y="938"/>
                    </a:lnTo>
                    <a:lnTo>
                      <a:pt x="1471" y="936"/>
                    </a:lnTo>
                    <a:lnTo>
                      <a:pt x="1472" y="934"/>
                    </a:lnTo>
                    <a:lnTo>
                      <a:pt x="1472" y="932"/>
                    </a:lnTo>
                    <a:lnTo>
                      <a:pt x="1472" y="931"/>
                    </a:lnTo>
                    <a:lnTo>
                      <a:pt x="1471" y="930"/>
                    </a:lnTo>
                    <a:lnTo>
                      <a:pt x="1471" y="928"/>
                    </a:lnTo>
                    <a:lnTo>
                      <a:pt x="1472" y="925"/>
                    </a:lnTo>
                    <a:lnTo>
                      <a:pt x="1475" y="925"/>
                    </a:lnTo>
                    <a:lnTo>
                      <a:pt x="1475" y="924"/>
                    </a:lnTo>
                    <a:lnTo>
                      <a:pt x="1475" y="921"/>
                    </a:lnTo>
                    <a:lnTo>
                      <a:pt x="1476" y="919"/>
                    </a:lnTo>
                    <a:lnTo>
                      <a:pt x="1474" y="917"/>
                    </a:lnTo>
                    <a:lnTo>
                      <a:pt x="1472" y="916"/>
                    </a:lnTo>
                    <a:lnTo>
                      <a:pt x="1472" y="915"/>
                    </a:lnTo>
                    <a:lnTo>
                      <a:pt x="1470" y="912"/>
                    </a:lnTo>
                    <a:lnTo>
                      <a:pt x="1470" y="911"/>
                    </a:lnTo>
                    <a:lnTo>
                      <a:pt x="1471" y="909"/>
                    </a:lnTo>
                    <a:lnTo>
                      <a:pt x="1470" y="906"/>
                    </a:lnTo>
                    <a:lnTo>
                      <a:pt x="1468" y="905"/>
                    </a:lnTo>
                    <a:lnTo>
                      <a:pt x="1467" y="905"/>
                    </a:lnTo>
                    <a:lnTo>
                      <a:pt x="1466" y="904"/>
                    </a:lnTo>
                    <a:lnTo>
                      <a:pt x="1463" y="902"/>
                    </a:lnTo>
                    <a:lnTo>
                      <a:pt x="1462" y="904"/>
                    </a:lnTo>
                    <a:lnTo>
                      <a:pt x="1459" y="904"/>
                    </a:lnTo>
                    <a:lnTo>
                      <a:pt x="1457" y="905"/>
                    </a:lnTo>
                    <a:lnTo>
                      <a:pt x="1456" y="908"/>
                    </a:lnTo>
                    <a:lnTo>
                      <a:pt x="1455" y="908"/>
                    </a:lnTo>
                    <a:lnTo>
                      <a:pt x="1453" y="909"/>
                    </a:lnTo>
                    <a:lnTo>
                      <a:pt x="1453" y="912"/>
                    </a:lnTo>
                    <a:lnTo>
                      <a:pt x="1451" y="912"/>
                    </a:lnTo>
                    <a:lnTo>
                      <a:pt x="1448" y="912"/>
                    </a:lnTo>
                    <a:lnTo>
                      <a:pt x="1448" y="913"/>
                    </a:lnTo>
                    <a:lnTo>
                      <a:pt x="1448" y="916"/>
                    </a:lnTo>
                    <a:lnTo>
                      <a:pt x="1445" y="917"/>
                    </a:lnTo>
                    <a:lnTo>
                      <a:pt x="1445" y="920"/>
                    </a:lnTo>
                    <a:lnTo>
                      <a:pt x="1445" y="921"/>
                    </a:lnTo>
                    <a:lnTo>
                      <a:pt x="1444" y="921"/>
                    </a:lnTo>
                    <a:lnTo>
                      <a:pt x="1443" y="923"/>
                    </a:lnTo>
                    <a:lnTo>
                      <a:pt x="1438" y="924"/>
                    </a:lnTo>
                    <a:lnTo>
                      <a:pt x="1437" y="924"/>
                    </a:lnTo>
                    <a:lnTo>
                      <a:pt x="1434" y="924"/>
                    </a:lnTo>
                    <a:lnTo>
                      <a:pt x="1433" y="925"/>
                    </a:lnTo>
                    <a:lnTo>
                      <a:pt x="1432" y="925"/>
                    </a:lnTo>
                    <a:lnTo>
                      <a:pt x="1430" y="924"/>
                    </a:lnTo>
                    <a:lnTo>
                      <a:pt x="1429" y="923"/>
                    </a:lnTo>
                    <a:lnTo>
                      <a:pt x="1428" y="923"/>
                    </a:lnTo>
                    <a:lnTo>
                      <a:pt x="1426" y="924"/>
                    </a:lnTo>
                    <a:lnTo>
                      <a:pt x="1424" y="924"/>
                    </a:lnTo>
                    <a:lnTo>
                      <a:pt x="1422" y="923"/>
                    </a:lnTo>
                    <a:lnTo>
                      <a:pt x="1421" y="920"/>
                    </a:lnTo>
                    <a:lnTo>
                      <a:pt x="1419" y="919"/>
                    </a:lnTo>
                    <a:lnTo>
                      <a:pt x="1417" y="916"/>
                    </a:lnTo>
                    <a:lnTo>
                      <a:pt x="1417" y="913"/>
                    </a:lnTo>
                    <a:lnTo>
                      <a:pt x="1417" y="913"/>
                    </a:lnTo>
                    <a:lnTo>
                      <a:pt x="1418" y="911"/>
                    </a:lnTo>
                    <a:lnTo>
                      <a:pt x="1417" y="908"/>
                    </a:lnTo>
                    <a:lnTo>
                      <a:pt x="1417" y="905"/>
                    </a:lnTo>
                    <a:lnTo>
                      <a:pt x="1414" y="905"/>
                    </a:lnTo>
                    <a:lnTo>
                      <a:pt x="1414" y="904"/>
                    </a:lnTo>
                    <a:lnTo>
                      <a:pt x="1414" y="902"/>
                    </a:lnTo>
                    <a:lnTo>
                      <a:pt x="1415" y="900"/>
                    </a:lnTo>
                    <a:lnTo>
                      <a:pt x="1415" y="898"/>
                    </a:lnTo>
                    <a:lnTo>
                      <a:pt x="1414" y="898"/>
                    </a:lnTo>
                    <a:lnTo>
                      <a:pt x="1413" y="898"/>
                    </a:lnTo>
                    <a:lnTo>
                      <a:pt x="1411" y="900"/>
                    </a:lnTo>
                    <a:lnTo>
                      <a:pt x="1410" y="900"/>
                    </a:lnTo>
                    <a:lnTo>
                      <a:pt x="1409" y="900"/>
                    </a:lnTo>
                    <a:lnTo>
                      <a:pt x="1406" y="900"/>
                    </a:lnTo>
                    <a:lnTo>
                      <a:pt x="1404" y="898"/>
                    </a:lnTo>
                    <a:lnTo>
                      <a:pt x="1403" y="898"/>
                    </a:lnTo>
                    <a:lnTo>
                      <a:pt x="1403" y="897"/>
                    </a:lnTo>
                    <a:lnTo>
                      <a:pt x="1399" y="896"/>
                    </a:lnTo>
                    <a:lnTo>
                      <a:pt x="1399" y="894"/>
                    </a:lnTo>
                    <a:lnTo>
                      <a:pt x="1398" y="893"/>
                    </a:lnTo>
                    <a:lnTo>
                      <a:pt x="1398" y="893"/>
                    </a:lnTo>
                    <a:lnTo>
                      <a:pt x="1396" y="891"/>
                    </a:lnTo>
                    <a:lnTo>
                      <a:pt x="1395" y="890"/>
                    </a:lnTo>
                    <a:lnTo>
                      <a:pt x="1394" y="890"/>
                    </a:lnTo>
                    <a:lnTo>
                      <a:pt x="1392" y="889"/>
                    </a:lnTo>
                    <a:lnTo>
                      <a:pt x="1392" y="887"/>
                    </a:lnTo>
                    <a:lnTo>
                      <a:pt x="1391" y="886"/>
                    </a:lnTo>
                    <a:lnTo>
                      <a:pt x="1390" y="886"/>
                    </a:lnTo>
                    <a:lnTo>
                      <a:pt x="1388" y="889"/>
                    </a:lnTo>
                    <a:lnTo>
                      <a:pt x="1387" y="887"/>
                    </a:lnTo>
                    <a:lnTo>
                      <a:pt x="1385" y="889"/>
                    </a:lnTo>
                    <a:lnTo>
                      <a:pt x="1385" y="889"/>
                    </a:lnTo>
                    <a:lnTo>
                      <a:pt x="1384" y="889"/>
                    </a:lnTo>
                    <a:lnTo>
                      <a:pt x="1383" y="887"/>
                    </a:lnTo>
                    <a:lnTo>
                      <a:pt x="1381" y="886"/>
                    </a:lnTo>
                    <a:lnTo>
                      <a:pt x="1379" y="886"/>
                    </a:lnTo>
                    <a:lnTo>
                      <a:pt x="1377" y="885"/>
                    </a:lnTo>
                    <a:lnTo>
                      <a:pt x="1379" y="885"/>
                    </a:lnTo>
                    <a:lnTo>
                      <a:pt x="1379" y="883"/>
                    </a:lnTo>
                    <a:lnTo>
                      <a:pt x="1376" y="883"/>
                    </a:lnTo>
                    <a:lnTo>
                      <a:pt x="1375" y="885"/>
                    </a:lnTo>
                    <a:lnTo>
                      <a:pt x="1372" y="885"/>
                    </a:lnTo>
                    <a:lnTo>
                      <a:pt x="1371" y="885"/>
                    </a:lnTo>
                    <a:lnTo>
                      <a:pt x="1369" y="883"/>
                    </a:lnTo>
                    <a:lnTo>
                      <a:pt x="1368" y="885"/>
                    </a:lnTo>
                    <a:lnTo>
                      <a:pt x="1366" y="885"/>
                    </a:lnTo>
                    <a:lnTo>
                      <a:pt x="1365" y="882"/>
                    </a:lnTo>
                    <a:lnTo>
                      <a:pt x="1362" y="882"/>
                    </a:lnTo>
                    <a:lnTo>
                      <a:pt x="1360" y="878"/>
                    </a:lnTo>
                    <a:lnTo>
                      <a:pt x="1358" y="875"/>
                    </a:lnTo>
                    <a:lnTo>
                      <a:pt x="1358" y="874"/>
                    </a:lnTo>
                    <a:lnTo>
                      <a:pt x="1357" y="871"/>
                    </a:lnTo>
                    <a:lnTo>
                      <a:pt x="1356" y="871"/>
                    </a:lnTo>
                    <a:lnTo>
                      <a:pt x="1354" y="870"/>
                    </a:lnTo>
                    <a:lnTo>
                      <a:pt x="1354" y="867"/>
                    </a:lnTo>
                    <a:lnTo>
                      <a:pt x="1353" y="866"/>
                    </a:lnTo>
                    <a:lnTo>
                      <a:pt x="1353" y="863"/>
                    </a:lnTo>
                    <a:lnTo>
                      <a:pt x="1352" y="860"/>
                    </a:lnTo>
                    <a:lnTo>
                      <a:pt x="1346" y="858"/>
                    </a:lnTo>
                    <a:lnTo>
                      <a:pt x="1343" y="853"/>
                    </a:lnTo>
                    <a:lnTo>
                      <a:pt x="1343" y="852"/>
                    </a:lnTo>
                    <a:lnTo>
                      <a:pt x="1342" y="849"/>
                    </a:lnTo>
                    <a:lnTo>
                      <a:pt x="1341" y="851"/>
                    </a:lnTo>
                    <a:lnTo>
                      <a:pt x="1339" y="849"/>
                    </a:lnTo>
                    <a:lnTo>
                      <a:pt x="1341" y="848"/>
                    </a:lnTo>
                    <a:lnTo>
                      <a:pt x="1341" y="847"/>
                    </a:lnTo>
                    <a:lnTo>
                      <a:pt x="1339" y="845"/>
                    </a:lnTo>
                    <a:lnTo>
                      <a:pt x="1338" y="844"/>
                    </a:lnTo>
                    <a:lnTo>
                      <a:pt x="1337" y="843"/>
                    </a:lnTo>
                    <a:lnTo>
                      <a:pt x="1335" y="840"/>
                    </a:lnTo>
                    <a:lnTo>
                      <a:pt x="1334" y="839"/>
                    </a:lnTo>
                    <a:lnTo>
                      <a:pt x="1332" y="836"/>
                    </a:lnTo>
                    <a:lnTo>
                      <a:pt x="1330" y="834"/>
                    </a:lnTo>
                    <a:lnTo>
                      <a:pt x="1330" y="833"/>
                    </a:lnTo>
                    <a:lnTo>
                      <a:pt x="1330" y="830"/>
                    </a:lnTo>
                    <a:lnTo>
                      <a:pt x="1330" y="829"/>
                    </a:lnTo>
                    <a:lnTo>
                      <a:pt x="1326" y="829"/>
                    </a:lnTo>
                    <a:lnTo>
                      <a:pt x="1326" y="828"/>
                    </a:lnTo>
                    <a:lnTo>
                      <a:pt x="1326" y="826"/>
                    </a:lnTo>
                    <a:lnTo>
                      <a:pt x="1324" y="825"/>
                    </a:lnTo>
                    <a:lnTo>
                      <a:pt x="1324" y="822"/>
                    </a:lnTo>
                    <a:lnTo>
                      <a:pt x="1324" y="821"/>
                    </a:lnTo>
                    <a:lnTo>
                      <a:pt x="1322" y="821"/>
                    </a:lnTo>
                    <a:lnTo>
                      <a:pt x="1322" y="819"/>
                    </a:lnTo>
                    <a:lnTo>
                      <a:pt x="1322" y="818"/>
                    </a:lnTo>
                    <a:lnTo>
                      <a:pt x="1320" y="818"/>
                    </a:lnTo>
                    <a:lnTo>
                      <a:pt x="1318" y="818"/>
                    </a:lnTo>
                    <a:lnTo>
                      <a:pt x="1316" y="817"/>
                    </a:lnTo>
                    <a:lnTo>
                      <a:pt x="1318" y="815"/>
                    </a:lnTo>
                    <a:lnTo>
                      <a:pt x="1318" y="814"/>
                    </a:lnTo>
                    <a:lnTo>
                      <a:pt x="1315" y="813"/>
                    </a:lnTo>
                    <a:lnTo>
                      <a:pt x="1313" y="814"/>
                    </a:lnTo>
                    <a:lnTo>
                      <a:pt x="1313" y="814"/>
                    </a:lnTo>
                    <a:lnTo>
                      <a:pt x="1312" y="813"/>
                    </a:lnTo>
                    <a:lnTo>
                      <a:pt x="1311" y="811"/>
                    </a:lnTo>
                    <a:lnTo>
                      <a:pt x="1311" y="810"/>
                    </a:lnTo>
                    <a:lnTo>
                      <a:pt x="1311" y="809"/>
                    </a:lnTo>
                    <a:lnTo>
                      <a:pt x="1308" y="809"/>
                    </a:lnTo>
                    <a:lnTo>
                      <a:pt x="1307" y="809"/>
                    </a:lnTo>
                    <a:lnTo>
                      <a:pt x="1305" y="807"/>
                    </a:lnTo>
                    <a:lnTo>
                      <a:pt x="1305" y="807"/>
                    </a:lnTo>
                    <a:lnTo>
                      <a:pt x="1303" y="807"/>
                    </a:lnTo>
                    <a:lnTo>
                      <a:pt x="1301" y="807"/>
                    </a:lnTo>
                    <a:lnTo>
                      <a:pt x="1300" y="807"/>
                    </a:lnTo>
                    <a:lnTo>
                      <a:pt x="1300" y="810"/>
                    </a:lnTo>
                    <a:lnTo>
                      <a:pt x="1300" y="810"/>
                    </a:lnTo>
                    <a:lnTo>
                      <a:pt x="1297" y="809"/>
                    </a:lnTo>
                    <a:lnTo>
                      <a:pt x="1296" y="807"/>
                    </a:lnTo>
                    <a:lnTo>
                      <a:pt x="1294" y="809"/>
                    </a:lnTo>
                    <a:lnTo>
                      <a:pt x="1290" y="809"/>
                    </a:lnTo>
                    <a:lnTo>
                      <a:pt x="1290" y="807"/>
                    </a:lnTo>
                    <a:lnTo>
                      <a:pt x="1288" y="806"/>
                    </a:lnTo>
                    <a:lnTo>
                      <a:pt x="1284" y="806"/>
                    </a:lnTo>
                    <a:lnTo>
                      <a:pt x="1282" y="803"/>
                    </a:lnTo>
                    <a:lnTo>
                      <a:pt x="1280" y="803"/>
                    </a:lnTo>
                    <a:lnTo>
                      <a:pt x="1278" y="803"/>
                    </a:lnTo>
                    <a:lnTo>
                      <a:pt x="1277" y="803"/>
                    </a:lnTo>
                    <a:lnTo>
                      <a:pt x="1273" y="805"/>
                    </a:lnTo>
                    <a:lnTo>
                      <a:pt x="1273" y="806"/>
                    </a:lnTo>
                    <a:lnTo>
                      <a:pt x="1271" y="806"/>
                    </a:lnTo>
                    <a:lnTo>
                      <a:pt x="1270" y="807"/>
                    </a:lnTo>
                    <a:lnTo>
                      <a:pt x="1267" y="807"/>
                    </a:lnTo>
                    <a:lnTo>
                      <a:pt x="1265" y="807"/>
                    </a:lnTo>
                    <a:lnTo>
                      <a:pt x="1262" y="807"/>
                    </a:lnTo>
                    <a:lnTo>
                      <a:pt x="1260" y="809"/>
                    </a:lnTo>
                    <a:lnTo>
                      <a:pt x="1258" y="809"/>
                    </a:lnTo>
                    <a:lnTo>
                      <a:pt x="1256" y="811"/>
                    </a:lnTo>
                    <a:lnTo>
                      <a:pt x="1255" y="813"/>
                    </a:lnTo>
                    <a:lnTo>
                      <a:pt x="1252" y="811"/>
                    </a:lnTo>
                    <a:lnTo>
                      <a:pt x="1252" y="813"/>
                    </a:lnTo>
                    <a:lnTo>
                      <a:pt x="1251" y="813"/>
                    </a:lnTo>
                    <a:lnTo>
                      <a:pt x="1248" y="813"/>
                    </a:lnTo>
                    <a:lnTo>
                      <a:pt x="1246" y="814"/>
                    </a:lnTo>
                    <a:lnTo>
                      <a:pt x="1243" y="815"/>
                    </a:lnTo>
                    <a:lnTo>
                      <a:pt x="1243" y="817"/>
                    </a:lnTo>
                    <a:lnTo>
                      <a:pt x="1241" y="819"/>
                    </a:lnTo>
                    <a:lnTo>
                      <a:pt x="1240" y="822"/>
                    </a:lnTo>
                    <a:lnTo>
                      <a:pt x="1239" y="824"/>
                    </a:lnTo>
                    <a:lnTo>
                      <a:pt x="1239" y="825"/>
                    </a:lnTo>
                    <a:lnTo>
                      <a:pt x="1239" y="826"/>
                    </a:lnTo>
                    <a:lnTo>
                      <a:pt x="1239" y="829"/>
                    </a:lnTo>
                    <a:lnTo>
                      <a:pt x="1239" y="830"/>
                    </a:lnTo>
                    <a:lnTo>
                      <a:pt x="1241" y="830"/>
                    </a:lnTo>
                    <a:lnTo>
                      <a:pt x="1244" y="829"/>
                    </a:lnTo>
                    <a:lnTo>
                      <a:pt x="1246" y="828"/>
                    </a:lnTo>
                    <a:lnTo>
                      <a:pt x="1248" y="828"/>
                    </a:lnTo>
                    <a:lnTo>
                      <a:pt x="1250" y="832"/>
                    </a:lnTo>
                    <a:lnTo>
                      <a:pt x="1251" y="834"/>
                    </a:lnTo>
                    <a:lnTo>
                      <a:pt x="1252" y="836"/>
                    </a:lnTo>
                    <a:lnTo>
                      <a:pt x="1252" y="839"/>
                    </a:lnTo>
                    <a:lnTo>
                      <a:pt x="1254" y="840"/>
                    </a:lnTo>
                    <a:lnTo>
                      <a:pt x="1254" y="843"/>
                    </a:lnTo>
                    <a:lnTo>
                      <a:pt x="1251" y="844"/>
                    </a:lnTo>
                    <a:lnTo>
                      <a:pt x="1250" y="847"/>
                    </a:lnTo>
                    <a:lnTo>
                      <a:pt x="1250" y="851"/>
                    </a:lnTo>
                    <a:lnTo>
                      <a:pt x="1247" y="852"/>
                    </a:lnTo>
                    <a:lnTo>
                      <a:pt x="1246" y="855"/>
                    </a:lnTo>
                    <a:lnTo>
                      <a:pt x="1246" y="858"/>
                    </a:lnTo>
                    <a:lnTo>
                      <a:pt x="1247" y="859"/>
                    </a:lnTo>
                    <a:lnTo>
                      <a:pt x="1247" y="862"/>
                    </a:lnTo>
                    <a:lnTo>
                      <a:pt x="1247" y="864"/>
                    </a:lnTo>
                    <a:lnTo>
                      <a:pt x="1248" y="866"/>
                    </a:lnTo>
                    <a:lnTo>
                      <a:pt x="1248" y="868"/>
                    </a:lnTo>
                    <a:lnTo>
                      <a:pt x="1247" y="870"/>
                    </a:lnTo>
                    <a:lnTo>
                      <a:pt x="1246" y="871"/>
                    </a:lnTo>
                    <a:lnTo>
                      <a:pt x="1247" y="874"/>
                    </a:lnTo>
                    <a:lnTo>
                      <a:pt x="1247" y="878"/>
                    </a:lnTo>
                    <a:lnTo>
                      <a:pt x="1247" y="879"/>
                    </a:lnTo>
                    <a:lnTo>
                      <a:pt x="1247" y="883"/>
                    </a:lnTo>
                    <a:lnTo>
                      <a:pt x="1248" y="883"/>
                    </a:lnTo>
                    <a:lnTo>
                      <a:pt x="1250" y="883"/>
                    </a:lnTo>
                    <a:lnTo>
                      <a:pt x="1250" y="883"/>
                    </a:lnTo>
                    <a:lnTo>
                      <a:pt x="1251" y="883"/>
                    </a:lnTo>
                    <a:lnTo>
                      <a:pt x="1252" y="887"/>
                    </a:lnTo>
                    <a:lnTo>
                      <a:pt x="1251" y="890"/>
                    </a:lnTo>
                    <a:lnTo>
                      <a:pt x="1248" y="891"/>
                    </a:lnTo>
                    <a:lnTo>
                      <a:pt x="1244" y="893"/>
                    </a:lnTo>
                    <a:lnTo>
                      <a:pt x="1240" y="894"/>
                    </a:lnTo>
                    <a:lnTo>
                      <a:pt x="1233" y="901"/>
                    </a:lnTo>
                    <a:lnTo>
                      <a:pt x="1232" y="901"/>
                    </a:lnTo>
                    <a:lnTo>
                      <a:pt x="1231" y="900"/>
                    </a:lnTo>
                    <a:lnTo>
                      <a:pt x="1227" y="900"/>
                    </a:lnTo>
                    <a:lnTo>
                      <a:pt x="1224" y="900"/>
                    </a:lnTo>
                    <a:lnTo>
                      <a:pt x="1222" y="898"/>
                    </a:lnTo>
                    <a:lnTo>
                      <a:pt x="1221" y="898"/>
                    </a:lnTo>
                    <a:lnTo>
                      <a:pt x="1220" y="898"/>
                    </a:lnTo>
                    <a:lnTo>
                      <a:pt x="1218" y="897"/>
                    </a:lnTo>
                    <a:lnTo>
                      <a:pt x="1213" y="896"/>
                    </a:lnTo>
                    <a:lnTo>
                      <a:pt x="1207" y="897"/>
                    </a:lnTo>
                    <a:lnTo>
                      <a:pt x="1207" y="898"/>
                    </a:lnTo>
                    <a:lnTo>
                      <a:pt x="1205" y="900"/>
                    </a:lnTo>
                    <a:lnTo>
                      <a:pt x="1202" y="900"/>
                    </a:lnTo>
                    <a:lnTo>
                      <a:pt x="1201" y="898"/>
                    </a:lnTo>
                    <a:lnTo>
                      <a:pt x="1198" y="900"/>
                    </a:lnTo>
                    <a:lnTo>
                      <a:pt x="1195" y="900"/>
                    </a:lnTo>
                    <a:lnTo>
                      <a:pt x="1194" y="897"/>
                    </a:lnTo>
                    <a:lnTo>
                      <a:pt x="1191" y="894"/>
                    </a:lnTo>
                    <a:lnTo>
                      <a:pt x="1188" y="894"/>
                    </a:lnTo>
                    <a:lnTo>
                      <a:pt x="1184" y="896"/>
                    </a:lnTo>
                    <a:lnTo>
                      <a:pt x="1183" y="894"/>
                    </a:lnTo>
                    <a:lnTo>
                      <a:pt x="1180" y="894"/>
                    </a:lnTo>
                    <a:lnTo>
                      <a:pt x="1179" y="897"/>
                    </a:lnTo>
                    <a:lnTo>
                      <a:pt x="1178" y="900"/>
                    </a:lnTo>
                    <a:lnTo>
                      <a:pt x="1175" y="902"/>
                    </a:lnTo>
                    <a:lnTo>
                      <a:pt x="1172" y="904"/>
                    </a:lnTo>
                    <a:lnTo>
                      <a:pt x="1171" y="906"/>
                    </a:lnTo>
                    <a:lnTo>
                      <a:pt x="1171" y="908"/>
                    </a:lnTo>
                    <a:lnTo>
                      <a:pt x="1169" y="911"/>
                    </a:lnTo>
                    <a:lnTo>
                      <a:pt x="1167" y="913"/>
                    </a:lnTo>
                    <a:lnTo>
                      <a:pt x="1160" y="913"/>
                    </a:lnTo>
                    <a:lnTo>
                      <a:pt x="1159" y="913"/>
                    </a:lnTo>
                    <a:lnTo>
                      <a:pt x="1156" y="916"/>
                    </a:lnTo>
                    <a:lnTo>
                      <a:pt x="1152" y="916"/>
                    </a:lnTo>
                    <a:lnTo>
                      <a:pt x="1148" y="919"/>
                    </a:lnTo>
                    <a:lnTo>
                      <a:pt x="1145" y="923"/>
                    </a:lnTo>
                    <a:lnTo>
                      <a:pt x="1144" y="923"/>
                    </a:lnTo>
                    <a:lnTo>
                      <a:pt x="1141" y="921"/>
                    </a:lnTo>
                    <a:lnTo>
                      <a:pt x="1137" y="921"/>
                    </a:lnTo>
                    <a:lnTo>
                      <a:pt x="1135" y="921"/>
                    </a:lnTo>
                    <a:lnTo>
                      <a:pt x="1133" y="923"/>
                    </a:lnTo>
                    <a:lnTo>
                      <a:pt x="1123" y="923"/>
                    </a:lnTo>
                    <a:lnTo>
                      <a:pt x="1118" y="921"/>
                    </a:lnTo>
                    <a:lnTo>
                      <a:pt x="1112" y="921"/>
                    </a:lnTo>
                    <a:lnTo>
                      <a:pt x="1110" y="921"/>
                    </a:lnTo>
                    <a:lnTo>
                      <a:pt x="1107" y="919"/>
                    </a:lnTo>
                    <a:lnTo>
                      <a:pt x="1106" y="919"/>
                    </a:lnTo>
                    <a:lnTo>
                      <a:pt x="1103" y="917"/>
                    </a:lnTo>
                    <a:lnTo>
                      <a:pt x="1100" y="916"/>
                    </a:lnTo>
                    <a:lnTo>
                      <a:pt x="1099" y="911"/>
                    </a:lnTo>
                    <a:lnTo>
                      <a:pt x="1097" y="909"/>
                    </a:lnTo>
                    <a:lnTo>
                      <a:pt x="1095" y="911"/>
                    </a:lnTo>
                    <a:lnTo>
                      <a:pt x="1091" y="911"/>
                    </a:lnTo>
                    <a:lnTo>
                      <a:pt x="1085" y="908"/>
                    </a:lnTo>
                    <a:lnTo>
                      <a:pt x="1083" y="904"/>
                    </a:lnTo>
                    <a:lnTo>
                      <a:pt x="1077" y="905"/>
                    </a:lnTo>
                    <a:lnTo>
                      <a:pt x="1073" y="904"/>
                    </a:lnTo>
                    <a:lnTo>
                      <a:pt x="1070" y="902"/>
                    </a:lnTo>
                    <a:lnTo>
                      <a:pt x="1066" y="904"/>
                    </a:lnTo>
                    <a:lnTo>
                      <a:pt x="1062" y="904"/>
                    </a:lnTo>
                    <a:lnTo>
                      <a:pt x="1059" y="905"/>
                    </a:lnTo>
                    <a:lnTo>
                      <a:pt x="1054" y="905"/>
                    </a:lnTo>
                    <a:lnTo>
                      <a:pt x="1050" y="906"/>
                    </a:lnTo>
                    <a:lnTo>
                      <a:pt x="1047" y="909"/>
                    </a:lnTo>
                    <a:lnTo>
                      <a:pt x="1046" y="911"/>
                    </a:lnTo>
                    <a:lnTo>
                      <a:pt x="1044" y="909"/>
                    </a:lnTo>
                    <a:lnTo>
                      <a:pt x="1042" y="909"/>
                    </a:lnTo>
                    <a:lnTo>
                      <a:pt x="1040" y="911"/>
                    </a:lnTo>
                    <a:lnTo>
                      <a:pt x="1035" y="911"/>
                    </a:lnTo>
                    <a:lnTo>
                      <a:pt x="1035" y="912"/>
                    </a:lnTo>
                    <a:lnTo>
                      <a:pt x="1032" y="912"/>
                    </a:lnTo>
                    <a:lnTo>
                      <a:pt x="1028" y="909"/>
                    </a:lnTo>
                    <a:lnTo>
                      <a:pt x="1024" y="908"/>
                    </a:lnTo>
                    <a:lnTo>
                      <a:pt x="1023" y="906"/>
                    </a:lnTo>
                    <a:lnTo>
                      <a:pt x="1020" y="904"/>
                    </a:lnTo>
                    <a:lnTo>
                      <a:pt x="1019" y="904"/>
                    </a:lnTo>
                    <a:lnTo>
                      <a:pt x="1017" y="902"/>
                    </a:lnTo>
                    <a:lnTo>
                      <a:pt x="1017" y="900"/>
                    </a:lnTo>
                    <a:lnTo>
                      <a:pt x="1016" y="897"/>
                    </a:lnTo>
                    <a:lnTo>
                      <a:pt x="1015" y="896"/>
                    </a:lnTo>
                    <a:lnTo>
                      <a:pt x="1015" y="893"/>
                    </a:lnTo>
                    <a:lnTo>
                      <a:pt x="1013" y="891"/>
                    </a:lnTo>
                    <a:lnTo>
                      <a:pt x="1013" y="889"/>
                    </a:lnTo>
                    <a:lnTo>
                      <a:pt x="1012" y="887"/>
                    </a:lnTo>
                    <a:lnTo>
                      <a:pt x="1009" y="886"/>
                    </a:lnTo>
                    <a:lnTo>
                      <a:pt x="1004" y="886"/>
                    </a:lnTo>
                    <a:lnTo>
                      <a:pt x="1001" y="886"/>
                    </a:lnTo>
                    <a:lnTo>
                      <a:pt x="998" y="885"/>
                    </a:lnTo>
                    <a:lnTo>
                      <a:pt x="996" y="885"/>
                    </a:lnTo>
                    <a:lnTo>
                      <a:pt x="994" y="883"/>
                    </a:lnTo>
                    <a:lnTo>
                      <a:pt x="991" y="882"/>
                    </a:lnTo>
                    <a:lnTo>
                      <a:pt x="987" y="882"/>
                    </a:lnTo>
                    <a:lnTo>
                      <a:pt x="983" y="882"/>
                    </a:lnTo>
                    <a:lnTo>
                      <a:pt x="981" y="881"/>
                    </a:lnTo>
                    <a:lnTo>
                      <a:pt x="979" y="879"/>
                    </a:lnTo>
                    <a:lnTo>
                      <a:pt x="975" y="878"/>
                    </a:lnTo>
                    <a:lnTo>
                      <a:pt x="972" y="877"/>
                    </a:lnTo>
                    <a:lnTo>
                      <a:pt x="970" y="875"/>
                    </a:lnTo>
                    <a:lnTo>
                      <a:pt x="967" y="875"/>
                    </a:lnTo>
                    <a:lnTo>
                      <a:pt x="966" y="877"/>
                    </a:lnTo>
                    <a:lnTo>
                      <a:pt x="966" y="879"/>
                    </a:lnTo>
                    <a:lnTo>
                      <a:pt x="966" y="882"/>
                    </a:lnTo>
                    <a:lnTo>
                      <a:pt x="964" y="883"/>
                    </a:lnTo>
                    <a:lnTo>
                      <a:pt x="963" y="883"/>
                    </a:lnTo>
                    <a:lnTo>
                      <a:pt x="962" y="885"/>
                    </a:lnTo>
                    <a:lnTo>
                      <a:pt x="960" y="886"/>
                    </a:lnTo>
                    <a:lnTo>
                      <a:pt x="960" y="889"/>
                    </a:lnTo>
                    <a:lnTo>
                      <a:pt x="956" y="891"/>
                    </a:lnTo>
                    <a:lnTo>
                      <a:pt x="956" y="900"/>
                    </a:lnTo>
                    <a:lnTo>
                      <a:pt x="958" y="902"/>
                    </a:lnTo>
                    <a:lnTo>
                      <a:pt x="962" y="904"/>
                    </a:lnTo>
                    <a:lnTo>
                      <a:pt x="963" y="905"/>
                    </a:lnTo>
                    <a:lnTo>
                      <a:pt x="966" y="906"/>
                    </a:lnTo>
                    <a:lnTo>
                      <a:pt x="967" y="908"/>
                    </a:lnTo>
                    <a:lnTo>
                      <a:pt x="966" y="913"/>
                    </a:lnTo>
                    <a:lnTo>
                      <a:pt x="966" y="917"/>
                    </a:lnTo>
                    <a:lnTo>
                      <a:pt x="968" y="919"/>
                    </a:lnTo>
                    <a:lnTo>
                      <a:pt x="970" y="921"/>
                    </a:lnTo>
                    <a:lnTo>
                      <a:pt x="967" y="925"/>
                    </a:lnTo>
                    <a:lnTo>
                      <a:pt x="963" y="925"/>
                    </a:lnTo>
                    <a:lnTo>
                      <a:pt x="960" y="925"/>
                    </a:lnTo>
                    <a:lnTo>
                      <a:pt x="959" y="925"/>
                    </a:lnTo>
                    <a:lnTo>
                      <a:pt x="956" y="927"/>
                    </a:lnTo>
                    <a:lnTo>
                      <a:pt x="955" y="925"/>
                    </a:lnTo>
                    <a:lnTo>
                      <a:pt x="948" y="925"/>
                    </a:lnTo>
                    <a:lnTo>
                      <a:pt x="945" y="925"/>
                    </a:lnTo>
                    <a:lnTo>
                      <a:pt x="944" y="924"/>
                    </a:lnTo>
                    <a:lnTo>
                      <a:pt x="941" y="924"/>
                    </a:lnTo>
                    <a:lnTo>
                      <a:pt x="938" y="924"/>
                    </a:lnTo>
                    <a:lnTo>
                      <a:pt x="936" y="925"/>
                    </a:lnTo>
                    <a:lnTo>
                      <a:pt x="933" y="927"/>
                    </a:lnTo>
                    <a:lnTo>
                      <a:pt x="930" y="928"/>
                    </a:lnTo>
                    <a:lnTo>
                      <a:pt x="926" y="925"/>
                    </a:lnTo>
                    <a:lnTo>
                      <a:pt x="924" y="924"/>
                    </a:lnTo>
                    <a:lnTo>
                      <a:pt x="915" y="920"/>
                    </a:lnTo>
                    <a:lnTo>
                      <a:pt x="915" y="917"/>
                    </a:lnTo>
                    <a:lnTo>
                      <a:pt x="914" y="916"/>
                    </a:lnTo>
                    <a:lnTo>
                      <a:pt x="914" y="913"/>
                    </a:lnTo>
                    <a:lnTo>
                      <a:pt x="909" y="913"/>
                    </a:lnTo>
                    <a:lnTo>
                      <a:pt x="907" y="915"/>
                    </a:lnTo>
                    <a:lnTo>
                      <a:pt x="905" y="915"/>
                    </a:lnTo>
                    <a:lnTo>
                      <a:pt x="903" y="915"/>
                    </a:lnTo>
                    <a:lnTo>
                      <a:pt x="900" y="916"/>
                    </a:lnTo>
                    <a:lnTo>
                      <a:pt x="899" y="913"/>
                    </a:lnTo>
                    <a:lnTo>
                      <a:pt x="898" y="912"/>
                    </a:lnTo>
                    <a:lnTo>
                      <a:pt x="896" y="909"/>
                    </a:lnTo>
                    <a:lnTo>
                      <a:pt x="895" y="909"/>
                    </a:lnTo>
                    <a:lnTo>
                      <a:pt x="894" y="911"/>
                    </a:lnTo>
                    <a:lnTo>
                      <a:pt x="890" y="911"/>
                    </a:lnTo>
                    <a:lnTo>
                      <a:pt x="888" y="911"/>
                    </a:lnTo>
                    <a:lnTo>
                      <a:pt x="886" y="912"/>
                    </a:lnTo>
                    <a:lnTo>
                      <a:pt x="880" y="912"/>
                    </a:lnTo>
                    <a:lnTo>
                      <a:pt x="877" y="913"/>
                    </a:lnTo>
                    <a:lnTo>
                      <a:pt x="876" y="917"/>
                    </a:lnTo>
                    <a:lnTo>
                      <a:pt x="875" y="917"/>
                    </a:lnTo>
                    <a:lnTo>
                      <a:pt x="869" y="916"/>
                    </a:lnTo>
                    <a:lnTo>
                      <a:pt x="869" y="917"/>
                    </a:lnTo>
                    <a:lnTo>
                      <a:pt x="869" y="920"/>
                    </a:lnTo>
                    <a:lnTo>
                      <a:pt x="871" y="921"/>
                    </a:lnTo>
                    <a:lnTo>
                      <a:pt x="869" y="921"/>
                    </a:lnTo>
                    <a:lnTo>
                      <a:pt x="868" y="924"/>
                    </a:lnTo>
                    <a:lnTo>
                      <a:pt x="865" y="925"/>
                    </a:lnTo>
                    <a:lnTo>
                      <a:pt x="862" y="928"/>
                    </a:lnTo>
                    <a:lnTo>
                      <a:pt x="862" y="930"/>
                    </a:lnTo>
                    <a:lnTo>
                      <a:pt x="858" y="931"/>
                    </a:lnTo>
                    <a:lnTo>
                      <a:pt x="858" y="934"/>
                    </a:lnTo>
                    <a:lnTo>
                      <a:pt x="857" y="938"/>
                    </a:lnTo>
                    <a:lnTo>
                      <a:pt x="853" y="939"/>
                    </a:lnTo>
                    <a:lnTo>
                      <a:pt x="850" y="942"/>
                    </a:lnTo>
                    <a:lnTo>
                      <a:pt x="850" y="943"/>
                    </a:lnTo>
                    <a:lnTo>
                      <a:pt x="843" y="943"/>
                    </a:lnTo>
                    <a:lnTo>
                      <a:pt x="841" y="944"/>
                    </a:lnTo>
                    <a:lnTo>
                      <a:pt x="838" y="949"/>
                    </a:lnTo>
                    <a:lnTo>
                      <a:pt x="838" y="950"/>
                    </a:lnTo>
                    <a:lnTo>
                      <a:pt x="837" y="950"/>
                    </a:lnTo>
                    <a:lnTo>
                      <a:pt x="834" y="949"/>
                    </a:lnTo>
                    <a:lnTo>
                      <a:pt x="833" y="949"/>
                    </a:lnTo>
                    <a:lnTo>
                      <a:pt x="831" y="947"/>
                    </a:lnTo>
                    <a:lnTo>
                      <a:pt x="827" y="946"/>
                    </a:lnTo>
                    <a:lnTo>
                      <a:pt x="824" y="943"/>
                    </a:lnTo>
                    <a:lnTo>
                      <a:pt x="823" y="943"/>
                    </a:lnTo>
                    <a:lnTo>
                      <a:pt x="822" y="940"/>
                    </a:lnTo>
                    <a:lnTo>
                      <a:pt x="823" y="936"/>
                    </a:lnTo>
                    <a:lnTo>
                      <a:pt x="822" y="936"/>
                    </a:lnTo>
                    <a:lnTo>
                      <a:pt x="819" y="938"/>
                    </a:lnTo>
                    <a:lnTo>
                      <a:pt x="818" y="940"/>
                    </a:lnTo>
                    <a:lnTo>
                      <a:pt x="814" y="942"/>
                    </a:lnTo>
                    <a:lnTo>
                      <a:pt x="807" y="942"/>
                    </a:lnTo>
                    <a:lnTo>
                      <a:pt x="805" y="943"/>
                    </a:lnTo>
                    <a:lnTo>
                      <a:pt x="804" y="944"/>
                    </a:lnTo>
                    <a:lnTo>
                      <a:pt x="803" y="943"/>
                    </a:lnTo>
                    <a:lnTo>
                      <a:pt x="800" y="942"/>
                    </a:lnTo>
                    <a:lnTo>
                      <a:pt x="799" y="942"/>
                    </a:lnTo>
                    <a:lnTo>
                      <a:pt x="797" y="942"/>
                    </a:lnTo>
                    <a:lnTo>
                      <a:pt x="796" y="940"/>
                    </a:lnTo>
                    <a:lnTo>
                      <a:pt x="796" y="938"/>
                    </a:lnTo>
                    <a:lnTo>
                      <a:pt x="794" y="936"/>
                    </a:lnTo>
                    <a:lnTo>
                      <a:pt x="796" y="935"/>
                    </a:lnTo>
                    <a:lnTo>
                      <a:pt x="796" y="932"/>
                    </a:lnTo>
                    <a:lnTo>
                      <a:pt x="793" y="932"/>
                    </a:lnTo>
                    <a:lnTo>
                      <a:pt x="792" y="932"/>
                    </a:lnTo>
                    <a:lnTo>
                      <a:pt x="789" y="930"/>
                    </a:lnTo>
                    <a:lnTo>
                      <a:pt x="786" y="928"/>
                    </a:lnTo>
                    <a:lnTo>
                      <a:pt x="785" y="928"/>
                    </a:lnTo>
                    <a:lnTo>
                      <a:pt x="784" y="925"/>
                    </a:lnTo>
                    <a:lnTo>
                      <a:pt x="781" y="921"/>
                    </a:lnTo>
                    <a:lnTo>
                      <a:pt x="777" y="919"/>
                    </a:lnTo>
                    <a:lnTo>
                      <a:pt x="773" y="917"/>
                    </a:lnTo>
                    <a:lnTo>
                      <a:pt x="767" y="917"/>
                    </a:lnTo>
                    <a:lnTo>
                      <a:pt x="763" y="917"/>
                    </a:lnTo>
                    <a:lnTo>
                      <a:pt x="762" y="919"/>
                    </a:lnTo>
                    <a:lnTo>
                      <a:pt x="763" y="921"/>
                    </a:lnTo>
                    <a:lnTo>
                      <a:pt x="762" y="921"/>
                    </a:lnTo>
                    <a:lnTo>
                      <a:pt x="759" y="923"/>
                    </a:lnTo>
                    <a:lnTo>
                      <a:pt x="758" y="923"/>
                    </a:lnTo>
                    <a:lnTo>
                      <a:pt x="754" y="924"/>
                    </a:lnTo>
                    <a:lnTo>
                      <a:pt x="751" y="921"/>
                    </a:lnTo>
                    <a:lnTo>
                      <a:pt x="748" y="923"/>
                    </a:lnTo>
                    <a:lnTo>
                      <a:pt x="746" y="924"/>
                    </a:lnTo>
                    <a:lnTo>
                      <a:pt x="744" y="924"/>
                    </a:lnTo>
                    <a:lnTo>
                      <a:pt x="742" y="921"/>
                    </a:lnTo>
                    <a:lnTo>
                      <a:pt x="739" y="920"/>
                    </a:lnTo>
                    <a:lnTo>
                      <a:pt x="737" y="919"/>
                    </a:lnTo>
                    <a:lnTo>
                      <a:pt x="739" y="917"/>
                    </a:lnTo>
                    <a:lnTo>
                      <a:pt x="735" y="915"/>
                    </a:lnTo>
                    <a:lnTo>
                      <a:pt x="732" y="916"/>
                    </a:lnTo>
                    <a:lnTo>
                      <a:pt x="732" y="919"/>
                    </a:lnTo>
                    <a:lnTo>
                      <a:pt x="733" y="920"/>
                    </a:lnTo>
                    <a:lnTo>
                      <a:pt x="732" y="921"/>
                    </a:lnTo>
                    <a:lnTo>
                      <a:pt x="731" y="923"/>
                    </a:lnTo>
                    <a:lnTo>
                      <a:pt x="727" y="923"/>
                    </a:lnTo>
                    <a:lnTo>
                      <a:pt x="691" y="879"/>
                    </a:lnTo>
                    <a:lnTo>
                      <a:pt x="665" y="860"/>
                    </a:lnTo>
                    <a:lnTo>
                      <a:pt x="665" y="859"/>
                    </a:lnTo>
                    <a:lnTo>
                      <a:pt x="667" y="858"/>
                    </a:lnTo>
                    <a:lnTo>
                      <a:pt x="669" y="855"/>
                    </a:lnTo>
                    <a:lnTo>
                      <a:pt x="669" y="852"/>
                    </a:lnTo>
                    <a:lnTo>
                      <a:pt x="668" y="852"/>
                    </a:lnTo>
                    <a:lnTo>
                      <a:pt x="664" y="853"/>
                    </a:lnTo>
                    <a:lnTo>
                      <a:pt x="661" y="853"/>
                    </a:lnTo>
                    <a:lnTo>
                      <a:pt x="659" y="856"/>
                    </a:lnTo>
                    <a:lnTo>
                      <a:pt x="657" y="856"/>
                    </a:lnTo>
                    <a:lnTo>
                      <a:pt x="653" y="860"/>
                    </a:lnTo>
                    <a:lnTo>
                      <a:pt x="653" y="862"/>
                    </a:lnTo>
                    <a:lnTo>
                      <a:pt x="652" y="864"/>
                    </a:lnTo>
                    <a:lnTo>
                      <a:pt x="650" y="866"/>
                    </a:lnTo>
                    <a:lnTo>
                      <a:pt x="648" y="868"/>
                    </a:lnTo>
                    <a:lnTo>
                      <a:pt x="644" y="868"/>
                    </a:lnTo>
                    <a:lnTo>
                      <a:pt x="641" y="870"/>
                    </a:lnTo>
                    <a:lnTo>
                      <a:pt x="641" y="872"/>
                    </a:lnTo>
                    <a:lnTo>
                      <a:pt x="640" y="874"/>
                    </a:lnTo>
                    <a:lnTo>
                      <a:pt x="638" y="872"/>
                    </a:lnTo>
                    <a:lnTo>
                      <a:pt x="633" y="871"/>
                    </a:lnTo>
                    <a:lnTo>
                      <a:pt x="629" y="872"/>
                    </a:lnTo>
                    <a:lnTo>
                      <a:pt x="627" y="875"/>
                    </a:lnTo>
                    <a:lnTo>
                      <a:pt x="626" y="875"/>
                    </a:lnTo>
                    <a:lnTo>
                      <a:pt x="623" y="872"/>
                    </a:lnTo>
                    <a:lnTo>
                      <a:pt x="623" y="868"/>
                    </a:lnTo>
                    <a:lnTo>
                      <a:pt x="626" y="867"/>
                    </a:lnTo>
                    <a:lnTo>
                      <a:pt x="626" y="864"/>
                    </a:lnTo>
                    <a:lnTo>
                      <a:pt x="625" y="863"/>
                    </a:lnTo>
                    <a:lnTo>
                      <a:pt x="623" y="866"/>
                    </a:lnTo>
                    <a:lnTo>
                      <a:pt x="621" y="866"/>
                    </a:lnTo>
                    <a:lnTo>
                      <a:pt x="615" y="863"/>
                    </a:lnTo>
                    <a:lnTo>
                      <a:pt x="612" y="863"/>
                    </a:lnTo>
                    <a:lnTo>
                      <a:pt x="614" y="864"/>
                    </a:lnTo>
                    <a:lnTo>
                      <a:pt x="615" y="866"/>
                    </a:lnTo>
                    <a:lnTo>
                      <a:pt x="612" y="867"/>
                    </a:lnTo>
                    <a:lnTo>
                      <a:pt x="611" y="868"/>
                    </a:lnTo>
                    <a:lnTo>
                      <a:pt x="610" y="864"/>
                    </a:lnTo>
                    <a:lnTo>
                      <a:pt x="608" y="860"/>
                    </a:lnTo>
                    <a:lnTo>
                      <a:pt x="604" y="856"/>
                    </a:lnTo>
                    <a:lnTo>
                      <a:pt x="603" y="856"/>
                    </a:lnTo>
                    <a:lnTo>
                      <a:pt x="604" y="860"/>
                    </a:lnTo>
                    <a:lnTo>
                      <a:pt x="604" y="862"/>
                    </a:lnTo>
                    <a:lnTo>
                      <a:pt x="602" y="862"/>
                    </a:lnTo>
                    <a:lnTo>
                      <a:pt x="602" y="859"/>
                    </a:lnTo>
                    <a:lnTo>
                      <a:pt x="599" y="860"/>
                    </a:lnTo>
                    <a:lnTo>
                      <a:pt x="599" y="863"/>
                    </a:lnTo>
                    <a:lnTo>
                      <a:pt x="597" y="863"/>
                    </a:lnTo>
                    <a:lnTo>
                      <a:pt x="595" y="862"/>
                    </a:lnTo>
                    <a:lnTo>
                      <a:pt x="592" y="863"/>
                    </a:lnTo>
                    <a:lnTo>
                      <a:pt x="591" y="862"/>
                    </a:lnTo>
                    <a:lnTo>
                      <a:pt x="589" y="859"/>
                    </a:lnTo>
                    <a:lnTo>
                      <a:pt x="591" y="859"/>
                    </a:lnTo>
                    <a:lnTo>
                      <a:pt x="591" y="858"/>
                    </a:lnTo>
                    <a:lnTo>
                      <a:pt x="591" y="855"/>
                    </a:lnTo>
                    <a:lnTo>
                      <a:pt x="592" y="852"/>
                    </a:lnTo>
                    <a:lnTo>
                      <a:pt x="591" y="851"/>
                    </a:lnTo>
                    <a:lnTo>
                      <a:pt x="589" y="849"/>
                    </a:lnTo>
                    <a:lnTo>
                      <a:pt x="587" y="847"/>
                    </a:lnTo>
                    <a:lnTo>
                      <a:pt x="587" y="844"/>
                    </a:lnTo>
                    <a:lnTo>
                      <a:pt x="585" y="844"/>
                    </a:lnTo>
                    <a:lnTo>
                      <a:pt x="584" y="840"/>
                    </a:lnTo>
                    <a:lnTo>
                      <a:pt x="581" y="840"/>
                    </a:lnTo>
                    <a:lnTo>
                      <a:pt x="578" y="841"/>
                    </a:lnTo>
                    <a:lnTo>
                      <a:pt x="574" y="841"/>
                    </a:lnTo>
                    <a:lnTo>
                      <a:pt x="572" y="839"/>
                    </a:lnTo>
                    <a:lnTo>
                      <a:pt x="568" y="840"/>
                    </a:lnTo>
                    <a:lnTo>
                      <a:pt x="564" y="837"/>
                    </a:lnTo>
                    <a:lnTo>
                      <a:pt x="562" y="839"/>
                    </a:lnTo>
                    <a:lnTo>
                      <a:pt x="559" y="839"/>
                    </a:lnTo>
                    <a:lnTo>
                      <a:pt x="557" y="840"/>
                    </a:lnTo>
                    <a:lnTo>
                      <a:pt x="557" y="843"/>
                    </a:lnTo>
                    <a:lnTo>
                      <a:pt x="553" y="843"/>
                    </a:lnTo>
                    <a:lnTo>
                      <a:pt x="551" y="844"/>
                    </a:lnTo>
                    <a:lnTo>
                      <a:pt x="553" y="845"/>
                    </a:lnTo>
                    <a:lnTo>
                      <a:pt x="553" y="848"/>
                    </a:lnTo>
                    <a:lnTo>
                      <a:pt x="549" y="848"/>
                    </a:lnTo>
                    <a:lnTo>
                      <a:pt x="547" y="848"/>
                    </a:lnTo>
                    <a:lnTo>
                      <a:pt x="545" y="851"/>
                    </a:lnTo>
                    <a:lnTo>
                      <a:pt x="542" y="851"/>
                    </a:lnTo>
                    <a:lnTo>
                      <a:pt x="540" y="852"/>
                    </a:lnTo>
                    <a:lnTo>
                      <a:pt x="539" y="852"/>
                    </a:lnTo>
                    <a:lnTo>
                      <a:pt x="532" y="856"/>
                    </a:lnTo>
                    <a:lnTo>
                      <a:pt x="530" y="858"/>
                    </a:lnTo>
                    <a:lnTo>
                      <a:pt x="527" y="859"/>
                    </a:lnTo>
                    <a:lnTo>
                      <a:pt x="525" y="859"/>
                    </a:lnTo>
                    <a:lnTo>
                      <a:pt x="523" y="856"/>
                    </a:lnTo>
                    <a:lnTo>
                      <a:pt x="521" y="859"/>
                    </a:lnTo>
                    <a:lnTo>
                      <a:pt x="521" y="860"/>
                    </a:lnTo>
                    <a:lnTo>
                      <a:pt x="519" y="860"/>
                    </a:lnTo>
                    <a:lnTo>
                      <a:pt x="516" y="862"/>
                    </a:lnTo>
                    <a:lnTo>
                      <a:pt x="516" y="864"/>
                    </a:lnTo>
                    <a:lnTo>
                      <a:pt x="516" y="866"/>
                    </a:lnTo>
                    <a:lnTo>
                      <a:pt x="513" y="864"/>
                    </a:lnTo>
                    <a:lnTo>
                      <a:pt x="512" y="866"/>
                    </a:lnTo>
                    <a:lnTo>
                      <a:pt x="509" y="867"/>
                    </a:lnTo>
                    <a:lnTo>
                      <a:pt x="505" y="867"/>
                    </a:lnTo>
                    <a:lnTo>
                      <a:pt x="502" y="868"/>
                    </a:lnTo>
                    <a:lnTo>
                      <a:pt x="501" y="870"/>
                    </a:lnTo>
                    <a:lnTo>
                      <a:pt x="497" y="871"/>
                    </a:lnTo>
                    <a:lnTo>
                      <a:pt x="494" y="872"/>
                    </a:lnTo>
                    <a:lnTo>
                      <a:pt x="490" y="872"/>
                    </a:lnTo>
                    <a:lnTo>
                      <a:pt x="486" y="874"/>
                    </a:lnTo>
                    <a:lnTo>
                      <a:pt x="485" y="877"/>
                    </a:lnTo>
                    <a:lnTo>
                      <a:pt x="483" y="878"/>
                    </a:lnTo>
                    <a:lnTo>
                      <a:pt x="482" y="875"/>
                    </a:lnTo>
                    <a:lnTo>
                      <a:pt x="479" y="875"/>
                    </a:lnTo>
                    <a:lnTo>
                      <a:pt x="478" y="877"/>
                    </a:lnTo>
                    <a:lnTo>
                      <a:pt x="478" y="879"/>
                    </a:lnTo>
                    <a:lnTo>
                      <a:pt x="477" y="881"/>
                    </a:lnTo>
                    <a:lnTo>
                      <a:pt x="474" y="878"/>
                    </a:lnTo>
                    <a:lnTo>
                      <a:pt x="470" y="879"/>
                    </a:lnTo>
                    <a:lnTo>
                      <a:pt x="470" y="877"/>
                    </a:lnTo>
                    <a:lnTo>
                      <a:pt x="467" y="877"/>
                    </a:lnTo>
                    <a:lnTo>
                      <a:pt x="466" y="879"/>
                    </a:lnTo>
                    <a:lnTo>
                      <a:pt x="463" y="879"/>
                    </a:lnTo>
                    <a:lnTo>
                      <a:pt x="462" y="879"/>
                    </a:lnTo>
                    <a:lnTo>
                      <a:pt x="463" y="883"/>
                    </a:lnTo>
                    <a:lnTo>
                      <a:pt x="462" y="885"/>
                    </a:lnTo>
                    <a:lnTo>
                      <a:pt x="464" y="886"/>
                    </a:lnTo>
                    <a:lnTo>
                      <a:pt x="468" y="885"/>
                    </a:lnTo>
                    <a:lnTo>
                      <a:pt x="470" y="887"/>
                    </a:lnTo>
                    <a:lnTo>
                      <a:pt x="466" y="887"/>
                    </a:lnTo>
                    <a:lnTo>
                      <a:pt x="464" y="889"/>
                    </a:lnTo>
                    <a:lnTo>
                      <a:pt x="464" y="891"/>
                    </a:lnTo>
                    <a:lnTo>
                      <a:pt x="468" y="891"/>
                    </a:lnTo>
                    <a:lnTo>
                      <a:pt x="471" y="893"/>
                    </a:lnTo>
                    <a:lnTo>
                      <a:pt x="473" y="891"/>
                    </a:lnTo>
                    <a:lnTo>
                      <a:pt x="475" y="891"/>
                    </a:lnTo>
                    <a:lnTo>
                      <a:pt x="478" y="893"/>
                    </a:lnTo>
                    <a:lnTo>
                      <a:pt x="481" y="894"/>
                    </a:lnTo>
                    <a:lnTo>
                      <a:pt x="481" y="897"/>
                    </a:lnTo>
                    <a:lnTo>
                      <a:pt x="478" y="898"/>
                    </a:lnTo>
                    <a:lnTo>
                      <a:pt x="477" y="897"/>
                    </a:lnTo>
                    <a:lnTo>
                      <a:pt x="470" y="898"/>
                    </a:lnTo>
                    <a:lnTo>
                      <a:pt x="467" y="901"/>
                    </a:lnTo>
                    <a:lnTo>
                      <a:pt x="463" y="905"/>
                    </a:lnTo>
                    <a:lnTo>
                      <a:pt x="464" y="908"/>
                    </a:lnTo>
                    <a:lnTo>
                      <a:pt x="466" y="909"/>
                    </a:lnTo>
                    <a:lnTo>
                      <a:pt x="467" y="912"/>
                    </a:lnTo>
                    <a:lnTo>
                      <a:pt x="464" y="915"/>
                    </a:lnTo>
                    <a:lnTo>
                      <a:pt x="464" y="917"/>
                    </a:lnTo>
                    <a:lnTo>
                      <a:pt x="462" y="917"/>
                    </a:lnTo>
                    <a:lnTo>
                      <a:pt x="462" y="919"/>
                    </a:lnTo>
                    <a:lnTo>
                      <a:pt x="462" y="921"/>
                    </a:lnTo>
                    <a:lnTo>
                      <a:pt x="462" y="923"/>
                    </a:lnTo>
                    <a:lnTo>
                      <a:pt x="466" y="923"/>
                    </a:lnTo>
                    <a:lnTo>
                      <a:pt x="467" y="924"/>
                    </a:lnTo>
                    <a:lnTo>
                      <a:pt x="471" y="925"/>
                    </a:lnTo>
                    <a:lnTo>
                      <a:pt x="471" y="927"/>
                    </a:lnTo>
                    <a:lnTo>
                      <a:pt x="474" y="930"/>
                    </a:lnTo>
                    <a:lnTo>
                      <a:pt x="478" y="930"/>
                    </a:lnTo>
                    <a:lnTo>
                      <a:pt x="479" y="931"/>
                    </a:lnTo>
                    <a:lnTo>
                      <a:pt x="481" y="942"/>
                    </a:lnTo>
                    <a:lnTo>
                      <a:pt x="479" y="944"/>
                    </a:lnTo>
                    <a:lnTo>
                      <a:pt x="474" y="946"/>
                    </a:lnTo>
                    <a:lnTo>
                      <a:pt x="470" y="944"/>
                    </a:lnTo>
                    <a:lnTo>
                      <a:pt x="466" y="942"/>
                    </a:lnTo>
                    <a:lnTo>
                      <a:pt x="464" y="943"/>
                    </a:lnTo>
                    <a:lnTo>
                      <a:pt x="464" y="946"/>
                    </a:lnTo>
                    <a:lnTo>
                      <a:pt x="463" y="950"/>
                    </a:lnTo>
                    <a:lnTo>
                      <a:pt x="459" y="950"/>
                    </a:lnTo>
                    <a:lnTo>
                      <a:pt x="455" y="947"/>
                    </a:lnTo>
                    <a:lnTo>
                      <a:pt x="449" y="947"/>
                    </a:lnTo>
                    <a:lnTo>
                      <a:pt x="448" y="946"/>
                    </a:lnTo>
                    <a:lnTo>
                      <a:pt x="447" y="947"/>
                    </a:lnTo>
                    <a:lnTo>
                      <a:pt x="444" y="946"/>
                    </a:lnTo>
                    <a:lnTo>
                      <a:pt x="441" y="943"/>
                    </a:lnTo>
                    <a:lnTo>
                      <a:pt x="444" y="942"/>
                    </a:lnTo>
                    <a:lnTo>
                      <a:pt x="444" y="940"/>
                    </a:lnTo>
                    <a:lnTo>
                      <a:pt x="443" y="939"/>
                    </a:lnTo>
                    <a:lnTo>
                      <a:pt x="439" y="938"/>
                    </a:lnTo>
                    <a:lnTo>
                      <a:pt x="437" y="939"/>
                    </a:lnTo>
                    <a:lnTo>
                      <a:pt x="434" y="939"/>
                    </a:lnTo>
                    <a:lnTo>
                      <a:pt x="432" y="939"/>
                    </a:lnTo>
                    <a:lnTo>
                      <a:pt x="433" y="943"/>
                    </a:lnTo>
                    <a:lnTo>
                      <a:pt x="429" y="943"/>
                    </a:lnTo>
                    <a:lnTo>
                      <a:pt x="428" y="942"/>
                    </a:lnTo>
                    <a:lnTo>
                      <a:pt x="424" y="938"/>
                    </a:lnTo>
                    <a:lnTo>
                      <a:pt x="421" y="939"/>
                    </a:lnTo>
                    <a:lnTo>
                      <a:pt x="420" y="940"/>
                    </a:lnTo>
                    <a:lnTo>
                      <a:pt x="418" y="939"/>
                    </a:lnTo>
                    <a:lnTo>
                      <a:pt x="415" y="939"/>
                    </a:lnTo>
                    <a:lnTo>
                      <a:pt x="415" y="942"/>
                    </a:lnTo>
                    <a:lnTo>
                      <a:pt x="413" y="943"/>
                    </a:lnTo>
                    <a:lnTo>
                      <a:pt x="411" y="947"/>
                    </a:lnTo>
                    <a:lnTo>
                      <a:pt x="409" y="950"/>
                    </a:lnTo>
                    <a:lnTo>
                      <a:pt x="406" y="950"/>
                    </a:lnTo>
                    <a:lnTo>
                      <a:pt x="405" y="947"/>
                    </a:lnTo>
                    <a:lnTo>
                      <a:pt x="399" y="946"/>
                    </a:lnTo>
                    <a:lnTo>
                      <a:pt x="396" y="943"/>
                    </a:lnTo>
                    <a:lnTo>
                      <a:pt x="394" y="944"/>
                    </a:lnTo>
                    <a:lnTo>
                      <a:pt x="395" y="949"/>
                    </a:lnTo>
                    <a:lnTo>
                      <a:pt x="392" y="951"/>
                    </a:lnTo>
                    <a:lnTo>
                      <a:pt x="391" y="951"/>
                    </a:lnTo>
                    <a:lnTo>
                      <a:pt x="391" y="947"/>
                    </a:lnTo>
                    <a:lnTo>
                      <a:pt x="390" y="946"/>
                    </a:lnTo>
                    <a:lnTo>
                      <a:pt x="387" y="946"/>
                    </a:lnTo>
                    <a:lnTo>
                      <a:pt x="384" y="942"/>
                    </a:lnTo>
                    <a:lnTo>
                      <a:pt x="381" y="939"/>
                    </a:lnTo>
                    <a:lnTo>
                      <a:pt x="379" y="939"/>
                    </a:lnTo>
                    <a:lnTo>
                      <a:pt x="376" y="936"/>
                    </a:lnTo>
                    <a:lnTo>
                      <a:pt x="373" y="935"/>
                    </a:lnTo>
                    <a:lnTo>
                      <a:pt x="372" y="934"/>
                    </a:lnTo>
                    <a:lnTo>
                      <a:pt x="371" y="934"/>
                    </a:lnTo>
                    <a:lnTo>
                      <a:pt x="365" y="935"/>
                    </a:lnTo>
                    <a:lnTo>
                      <a:pt x="361" y="932"/>
                    </a:lnTo>
                    <a:lnTo>
                      <a:pt x="360" y="930"/>
                    </a:lnTo>
                    <a:lnTo>
                      <a:pt x="357" y="930"/>
                    </a:lnTo>
                    <a:lnTo>
                      <a:pt x="354" y="931"/>
                    </a:lnTo>
                    <a:lnTo>
                      <a:pt x="352" y="931"/>
                    </a:lnTo>
                    <a:lnTo>
                      <a:pt x="352" y="934"/>
                    </a:lnTo>
                    <a:lnTo>
                      <a:pt x="350" y="935"/>
                    </a:lnTo>
                    <a:lnTo>
                      <a:pt x="349" y="932"/>
                    </a:lnTo>
                    <a:lnTo>
                      <a:pt x="348" y="934"/>
                    </a:lnTo>
                    <a:lnTo>
                      <a:pt x="346" y="936"/>
                    </a:lnTo>
                    <a:lnTo>
                      <a:pt x="345" y="938"/>
                    </a:lnTo>
                    <a:lnTo>
                      <a:pt x="342" y="936"/>
                    </a:lnTo>
                    <a:lnTo>
                      <a:pt x="345" y="934"/>
                    </a:lnTo>
                    <a:lnTo>
                      <a:pt x="345" y="932"/>
                    </a:lnTo>
                    <a:lnTo>
                      <a:pt x="342" y="931"/>
                    </a:lnTo>
                    <a:lnTo>
                      <a:pt x="338" y="928"/>
                    </a:lnTo>
                    <a:lnTo>
                      <a:pt x="337" y="930"/>
                    </a:lnTo>
                    <a:lnTo>
                      <a:pt x="338" y="932"/>
                    </a:lnTo>
                    <a:lnTo>
                      <a:pt x="337" y="935"/>
                    </a:lnTo>
                    <a:lnTo>
                      <a:pt x="334" y="934"/>
                    </a:lnTo>
                    <a:lnTo>
                      <a:pt x="333" y="936"/>
                    </a:lnTo>
                    <a:lnTo>
                      <a:pt x="331" y="939"/>
                    </a:lnTo>
                    <a:lnTo>
                      <a:pt x="328" y="940"/>
                    </a:lnTo>
                    <a:lnTo>
                      <a:pt x="324" y="943"/>
                    </a:lnTo>
                    <a:lnTo>
                      <a:pt x="323" y="946"/>
                    </a:lnTo>
                    <a:lnTo>
                      <a:pt x="326" y="949"/>
                    </a:lnTo>
                    <a:lnTo>
                      <a:pt x="326" y="951"/>
                    </a:lnTo>
                    <a:lnTo>
                      <a:pt x="320" y="951"/>
                    </a:lnTo>
                    <a:lnTo>
                      <a:pt x="316" y="953"/>
                    </a:lnTo>
                    <a:lnTo>
                      <a:pt x="320" y="964"/>
                    </a:lnTo>
                    <a:lnTo>
                      <a:pt x="318" y="965"/>
                    </a:lnTo>
                    <a:lnTo>
                      <a:pt x="319" y="969"/>
                    </a:lnTo>
                    <a:lnTo>
                      <a:pt x="314" y="970"/>
                    </a:lnTo>
                    <a:lnTo>
                      <a:pt x="309" y="968"/>
                    </a:lnTo>
                    <a:lnTo>
                      <a:pt x="309" y="965"/>
                    </a:lnTo>
                    <a:lnTo>
                      <a:pt x="301" y="958"/>
                    </a:lnTo>
                    <a:lnTo>
                      <a:pt x="300" y="961"/>
                    </a:lnTo>
                    <a:lnTo>
                      <a:pt x="300" y="964"/>
                    </a:lnTo>
                    <a:lnTo>
                      <a:pt x="296" y="969"/>
                    </a:lnTo>
                    <a:lnTo>
                      <a:pt x="293" y="970"/>
                    </a:lnTo>
                    <a:lnTo>
                      <a:pt x="293" y="977"/>
                    </a:lnTo>
                    <a:lnTo>
                      <a:pt x="296" y="978"/>
                    </a:lnTo>
                    <a:lnTo>
                      <a:pt x="295" y="988"/>
                    </a:lnTo>
                    <a:lnTo>
                      <a:pt x="292" y="993"/>
                    </a:lnTo>
                    <a:lnTo>
                      <a:pt x="299" y="995"/>
                    </a:lnTo>
                    <a:lnTo>
                      <a:pt x="300" y="999"/>
                    </a:lnTo>
                    <a:lnTo>
                      <a:pt x="300" y="1002"/>
                    </a:lnTo>
                    <a:lnTo>
                      <a:pt x="304" y="1006"/>
                    </a:lnTo>
                    <a:lnTo>
                      <a:pt x="305" y="1003"/>
                    </a:lnTo>
                    <a:lnTo>
                      <a:pt x="315" y="1006"/>
                    </a:lnTo>
                    <a:lnTo>
                      <a:pt x="322" y="1011"/>
                    </a:lnTo>
                    <a:lnTo>
                      <a:pt x="327" y="1022"/>
                    </a:lnTo>
                    <a:lnTo>
                      <a:pt x="322" y="1022"/>
                    </a:lnTo>
                    <a:lnTo>
                      <a:pt x="322" y="1023"/>
                    </a:lnTo>
                    <a:lnTo>
                      <a:pt x="326" y="1027"/>
                    </a:lnTo>
                    <a:lnTo>
                      <a:pt x="330" y="1026"/>
                    </a:lnTo>
                    <a:lnTo>
                      <a:pt x="334" y="1029"/>
                    </a:lnTo>
                    <a:lnTo>
                      <a:pt x="334" y="1029"/>
                    </a:lnTo>
                    <a:lnTo>
                      <a:pt x="334" y="1029"/>
                    </a:lnTo>
                    <a:lnTo>
                      <a:pt x="334" y="1029"/>
                    </a:lnTo>
                    <a:lnTo>
                      <a:pt x="333" y="1031"/>
                    </a:lnTo>
                    <a:lnTo>
                      <a:pt x="331" y="1031"/>
                    </a:lnTo>
                    <a:lnTo>
                      <a:pt x="333" y="1033"/>
                    </a:lnTo>
                    <a:lnTo>
                      <a:pt x="333" y="1034"/>
                    </a:lnTo>
                    <a:lnTo>
                      <a:pt x="331" y="1034"/>
                    </a:lnTo>
                    <a:lnTo>
                      <a:pt x="333" y="1036"/>
                    </a:lnTo>
                    <a:lnTo>
                      <a:pt x="333" y="1037"/>
                    </a:lnTo>
                    <a:lnTo>
                      <a:pt x="330" y="1036"/>
                    </a:lnTo>
                    <a:lnTo>
                      <a:pt x="328" y="1037"/>
                    </a:lnTo>
                    <a:lnTo>
                      <a:pt x="326" y="1036"/>
                    </a:lnTo>
                    <a:lnTo>
                      <a:pt x="324" y="1036"/>
                    </a:lnTo>
                    <a:lnTo>
                      <a:pt x="328" y="1038"/>
                    </a:lnTo>
                    <a:lnTo>
                      <a:pt x="328" y="1040"/>
                    </a:lnTo>
                    <a:lnTo>
                      <a:pt x="328" y="1041"/>
                    </a:lnTo>
                    <a:lnTo>
                      <a:pt x="327" y="1040"/>
                    </a:lnTo>
                    <a:lnTo>
                      <a:pt x="327" y="1040"/>
                    </a:lnTo>
                    <a:lnTo>
                      <a:pt x="324" y="1040"/>
                    </a:lnTo>
                    <a:lnTo>
                      <a:pt x="324" y="1040"/>
                    </a:lnTo>
                    <a:lnTo>
                      <a:pt x="323" y="1040"/>
                    </a:lnTo>
                    <a:lnTo>
                      <a:pt x="322" y="1040"/>
                    </a:lnTo>
                    <a:lnTo>
                      <a:pt x="324" y="1041"/>
                    </a:lnTo>
                    <a:lnTo>
                      <a:pt x="324" y="1042"/>
                    </a:lnTo>
                    <a:lnTo>
                      <a:pt x="322" y="1044"/>
                    </a:lnTo>
                    <a:lnTo>
                      <a:pt x="320" y="1044"/>
                    </a:lnTo>
                    <a:lnTo>
                      <a:pt x="319" y="1044"/>
                    </a:lnTo>
                    <a:lnTo>
                      <a:pt x="318" y="1042"/>
                    </a:lnTo>
                    <a:lnTo>
                      <a:pt x="318" y="1045"/>
                    </a:lnTo>
                    <a:lnTo>
                      <a:pt x="316" y="1045"/>
                    </a:lnTo>
                    <a:lnTo>
                      <a:pt x="315" y="1044"/>
                    </a:lnTo>
                    <a:lnTo>
                      <a:pt x="314" y="1044"/>
                    </a:lnTo>
                    <a:lnTo>
                      <a:pt x="314" y="1045"/>
                    </a:lnTo>
                    <a:lnTo>
                      <a:pt x="312" y="1048"/>
                    </a:lnTo>
                    <a:lnTo>
                      <a:pt x="311" y="1050"/>
                    </a:lnTo>
                    <a:lnTo>
                      <a:pt x="309" y="1052"/>
                    </a:lnTo>
                    <a:lnTo>
                      <a:pt x="309" y="1055"/>
                    </a:lnTo>
                    <a:lnTo>
                      <a:pt x="308" y="1057"/>
                    </a:lnTo>
                    <a:lnTo>
                      <a:pt x="308" y="1063"/>
                    </a:lnTo>
                    <a:lnTo>
                      <a:pt x="307" y="1064"/>
                    </a:lnTo>
                    <a:lnTo>
                      <a:pt x="305" y="1065"/>
                    </a:lnTo>
                    <a:lnTo>
                      <a:pt x="307" y="1071"/>
                    </a:lnTo>
                    <a:lnTo>
                      <a:pt x="309" y="1071"/>
                    </a:lnTo>
                    <a:lnTo>
                      <a:pt x="311" y="1071"/>
                    </a:lnTo>
                    <a:lnTo>
                      <a:pt x="312" y="1074"/>
                    </a:lnTo>
                    <a:lnTo>
                      <a:pt x="315" y="1074"/>
                    </a:lnTo>
                    <a:lnTo>
                      <a:pt x="315" y="1079"/>
                    </a:lnTo>
                    <a:lnTo>
                      <a:pt x="319" y="1080"/>
                    </a:lnTo>
                    <a:lnTo>
                      <a:pt x="320" y="1079"/>
                    </a:lnTo>
                    <a:lnTo>
                      <a:pt x="322" y="1079"/>
                    </a:lnTo>
                    <a:lnTo>
                      <a:pt x="320" y="1082"/>
                    </a:lnTo>
                    <a:lnTo>
                      <a:pt x="320" y="1084"/>
                    </a:lnTo>
                    <a:lnTo>
                      <a:pt x="318" y="1083"/>
                    </a:lnTo>
                    <a:lnTo>
                      <a:pt x="318" y="1086"/>
                    </a:lnTo>
                    <a:lnTo>
                      <a:pt x="320" y="1086"/>
                    </a:lnTo>
                    <a:lnTo>
                      <a:pt x="320" y="1087"/>
                    </a:lnTo>
                    <a:lnTo>
                      <a:pt x="322" y="1090"/>
                    </a:lnTo>
                    <a:lnTo>
                      <a:pt x="322" y="1094"/>
                    </a:lnTo>
                    <a:lnTo>
                      <a:pt x="323" y="1097"/>
                    </a:lnTo>
                    <a:lnTo>
                      <a:pt x="324" y="1101"/>
                    </a:lnTo>
                    <a:lnTo>
                      <a:pt x="330" y="1106"/>
                    </a:lnTo>
                    <a:lnTo>
                      <a:pt x="338" y="1113"/>
                    </a:lnTo>
                    <a:lnTo>
                      <a:pt x="339" y="1114"/>
                    </a:lnTo>
                    <a:lnTo>
                      <a:pt x="338" y="1114"/>
                    </a:lnTo>
                    <a:lnTo>
                      <a:pt x="334" y="1120"/>
                    </a:lnTo>
                    <a:lnTo>
                      <a:pt x="330" y="1122"/>
                    </a:lnTo>
                    <a:lnTo>
                      <a:pt x="328" y="1124"/>
                    </a:lnTo>
                    <a:lnTo>
                      <a:pt x="322" y="1124"/>
                    </a:lnTo>
                    <a:lnTo>
                      <a:pt x="320" y="1120"/>
                    </a:lnTo>
                    <a:lnTo>
                      <a:pt x="314" y="1116"/>
                    </a:lnTo>
                    <a:lnTo>
                      <a:pt x="309" y="1114"/>
                    </a:lnTo>
                    <a:lnTo>
                      <a:pt x="308" y="1120"/>
                    </a:lnTo>
                    <a:lnTo>
                      <a:pt x="312" y="1122"/>
                    </a:lnTo>
                    <a:lnTo>
                      <a:pt x="314" y="1125"/>
                    </a:lnTo>
                    <a:lnTo>
                      <a:pt x="312" y="1131"/>
                    </a:lnTo>
                    <a:lnTo>
                      <a:pt x="308" y="1128"/>
                    </a:lnTo>
                    <a:lnTo>
                      <a:pt x="303" y="1127"/>
                    </a:lnTo>
                    <a:lnTo>
                      <a:pt x="295" y="1122"/>
                    </a:lnTo>
                    <a:lnTo>
                      <a:pt x="289" y="1125"/>
                    </a:lnTo>
                    <a:lnTo>
                      <a:pt x="289" y="1127"/>
                    </a:lnTo>
                    <a:lnTo>
                      <a:pt x="292" y="1129"/>
                    </a:lnTo>
                    <a:lnTo>
                      <a:pt x="288" y="1127"/>
                    </a:lnTo>
                    <a:lnTo>
                      <a:pt x="280" y="1127"/>
                    </a:lnTo>
                    <a:lnTo>
                      <a:pt x="278" y="1127"/>
                    </a:lnTo>
                    <a:lnTo>
                      <a:pt x="271" y="1128"/>
                    </a:lnTo>
                    <a:lnTo>
                      <a:pt x="267" y="1129"/>
                    </a:lnTo>
                    <a:lnTo>
                      <a:pt x="267" y="1129"/>
                    </a:lnTo>
                    <a:lnTo>
                      <a:pt x="265" y="1128"/>
                    </a:lnTo>
                    <a:lnTo>
                      <a:pt x="259" y="1124"/>
                    </a:lnTo>
                    <a:lnTo>
                      <a:pt x="256" y="1122"/>
                    </a:lnTo>
                    <a:lnTo>
                      <a:pt x="254" y="1124"/>
                    </a:lnTo>
                    <a:lnTo>
                      <a:pt x="252" y="1125"/>
                    </a:lnTo>
                    <a:lnTo>
                      <a:pt x="248" y="1124"/>
                    </a:lnTo>
                    <a:lnTo>
                      <a:pt x="247" y="1125"/>
                    </a:lnTo>
                    <a:lnTo>
                      <a:pt x="246" y="1124"/>
                    </a:lnTo>
                    <a:lnTo>
                      <a:pt x="246" y="1122"/>
                    </a:lnTo>
                    <a:lnTo>
                      <a:pt x="243" y="1121"/>
                    </a:lnTo>
                    <a:lnTo>
                      <a:pt x="243" y="1121"/>
                    </a:lnTo>
                    <a:lnTo>
                      <a:pt x="244" y="1121"/>
                    </a:lnTo>
                    <a:lnTo>
                      <a:pt x="243" y="1118"/>
                    </a:lnTo>
                    <a:lnTo>
                      <a:pt x="244" y="1117"/>
                    </a:lnTo>
                    <a:lnTo>
                      <a:pt x="242" y="1113"/>
                    </a:lnTo>
                    <a:lnTo>
                      <a:pt x="242" y="1106"/>
                    </a:lnTo>
                    <a:lnTo>
                      <a:pt x="239" y="1105"/>
                    </a:lnTo>
                    <a:lnTo>
                      <a:pt x="236" y="1099"/>
                    </a:lnTo>
                    <a:lnTo>
                      <a:pt x="233" y="1099"/>
                    </a:lnTo>
                    <a:lnTo>
                      <a:pt x="232" y="1098"/>
                    </a:lnTo>
                    <a:lnTo>
                      <a:pt x="229" y="1094"/>
                    </a:lnTo>
                    <a:lnTo>
                      <a:pt x="228" y="1095"/>
                    </a:lnTo>
                    <a:lnTo>
                      <a:pt x="227" y="1094"/>
                    </a:lnTo>
                    <a:lnTo>
                      <a:pt x="224" y="1094"/>
                    </a:lnTo>
                    <a:lnTo>
                      <a:pt x="221" y="1091"/>
                    </a:lnTo>
                    <a:lnTo>
                      <a:pt x="220" y="1091"/>
                    </a:lnTo>
                    <a:lnTo>
                      <a:pt x="217" y="1090"/>
                    </a:lnTo>
                    <a:lnTo>
                      <a:pt x="216" y="1087"/>
                    </a:lnTo>
                    <a:lnTo>
                      <a:pt x="213" y="1087"/>
                    </a:lnTo>
                    <a:lnTo>
                      <a:pt x="212" y="1086"/>
                    </a:lnTo>
                    <a:lnTo>
                      <a:pt x="210" y="1084"/>
                    </a:lnTo>
                    <a:lnTo>
                      <a:pt x="208" y="1083"/>
                    </a:lnTo>
                    <a:lnTo>
                      <a:pt x="206" y="1079"/>
                    </a:lnTo>
                    <a:lnTo>
                      <a:pt x="197" y="1074"/>
                    </a:lnTo>
                    <a:lnTo>
                      <a:pt x="193" y="1072"/>
                    </a:lnTo>
                    <a:lnTo>
                      <a:pt x="187" y="1068"/>
                    </a:lnTo>
                    <a:lnTo>
                      <a:pt x="183" y="1069"/>
                    </a:lnTo>
                    <a:lnTo>
                      <a:pt x="179" y="1065"/>
                    </a:lnTo>
                    <a:lnTo>
                      <a:pt x="179" y="1064"/>
                    </a:lnTo>
                    <a:lnTo>
                      <a:pt x="175" y="1060"/>
                    </a:lnTo>
                    <a:lnTo>
                      <a:pt x="174" y="1060"/>
                    </a:lnTo>
                    <a:lnTo>
                      <a:pt x="171" y="1060"/>
                    </a:lnTo>
                    <a:lnTo>
                      <a:pt x="172" y="1059"/>
                    </a:lnTo>
                    <a:lnTo>
                      <a:pt x="175" y="1057"/>
                    </a:lnTo>
                    <a:lnTo>
                      <a:pt x="174" y="1056"/>
                    </a:lnTo>
                    <a:lnTo>
                      <a:pt x="174" y="1055"/>
                    </a:lnTo>
                    <a:lnTo>
                      <a:pt x="176" y="1055"/>
                    </a:lnTo>
                    <a:lnTo>
                      <a:pt x="179" y="1057"/>
                    </a:lnTo>
                    <a:lnTo>
                      <a:pt x="179" y="1056"/>
                    </a:lnTo>
                    <a:lnTo>
                      <a:pt x="182" y="1057"/>
                    </a:lnTo>
                    <a:lnTo>
                      <a:pt x="183" y="1053"/>
                    </a:lnTo>
                    <a:lnTo>
                      <a:pt x="182" y="1052"/>
                    </a:lnTo>
                    <a:lnTo>
                      <a:pt x="182" y="1049"/>
                    </a:lnTo>
                    <a:lnTo>
                      <a:pt x="184" y="1046"/>
                    </a:lnTo>
                    <a:lnTo>
                      <a:pt x="184" y="1045"/>
                    </a:lnTo>
                    <a:lnTo>
                      <a:pt x="186" y="1044"/>
                    </a:lnTo>
                    <a:lnTo>
                      <a:pt x="187" y="1044"/>
                    </a:lnTo>
                    <a:lnTo>
                      <a:pt x="189" y="1042"/>
                    </a:lnTo>
                    <a:lnTo>
                      <a:pt x="191" y="1042"/>
                    </a:lnTo>
                    <a:lnTo>
                      <a:pt x="191" y="1041"/>
                    </a:lnTo>
                    <a:lnTo>
                      <a:pt x="187" y="1040"/>
                    </a:lnTo>
                    <a:lnTo>
                      <a:pt x="187" y="1038"/>
                    </a:lnTo>
                    <a:lnTo>
                      <a:pt x="186" y="1040"/>
                    </a:lnTo>
                    <a:lnTo>
                      <a:pt x="183" y="1037"/>
                    </a:lnTo>
                    <a:lnTo>
                      <a:pt x="182" y="1033"/>
                    </a:lnTo>
                    <a:lnTo>
                      <a:pt x="186" y="1033"/>
                    </a:lnTo>
                    <a:lnTo>
                      <a:pt x="190" y="1033"/>
                    </a:lnTo>
                    <a:lnTo>
                      <a:pt x="191" y="1031"/>
                    </a:lnTo>
                    <a:lnTo>
                      <a:pt x="190" y="1031"/>
                    </a:lnTo>
                    <a:lnTo>
                      <a:pt x="189" y="1030"/>
                    </a:lnTo>
                    <a:lnTo>
                      <a:pt x="191" y="1027"/>
                    </a:lnTo>
                    <a:lnTo>
                      <a:pt x="199" y="1023"/>
                    </a:lnTo>
                    <a:lnTo>
                      <a:pt x="199" y="1022"/>
                    </a:lnTo>
                    <a:lnTo>
                      <a:pt x="199" y="1021"/>
                    </a:lnTo>
                    <a:lnTo>
                      <a:pt x="195" y="1021"/>
                    </a:lnTo>
                    <a:lnTo>
                      <a:pt x="191" y="1023"/>
                    </a:lnTo>
                    <a:lnTo>
                      <a:pt x="189" y="1022"/>
                    </a:lnTo>
                    <a:lnTo>
                      <a:pt x="189" y="1022"/>
                    </a:lnTo>
                    <a:lnTo>
                      <a:pt x="189" y="1022"/>
                    </a:lnTo>
                    <a:lnTo>
                      <a:pt x="189" y="1016"/>
                    </a:lnTo>
                    <a:lnTo>
                      <a:pt x="191" y="1015"/>
                    </a:lnTo>
                    <a:lnTo>
                      <a:pt x="194" y="1010"/>
                    </a:lnTo>
                    <a:lnTo>
                      <a:pt x="201" y="1010"/>
                    </a:lnTo>
                    <a:lnTo>
                      <a:pt x="204" y="1008"/>
                    </a:lnTo>
                    <a:lnTo>
                      <a:pt x="204" y="1004"/>
                    </a:lnTo>
                    <a:lnTo>
                      <a:pt x="205" y="999"/>
                    </a:lnTo>
                    <a:lnTo>
                      <a:pt x="204" y="995"/>
                    </a:lnTo>
                    <a:lnTo>
                      <a:pt x="199" y="992"/>
                    </a:lnTo>
                    <a:lnTo>
                      <a:pt x="201" y="985"/>
                    </a:lnTo>
                    <a:lnTo>
                      <a:pt x="204" y="985"/>
                    </a:lnTo>
                    <a:lnTo>
                      <a:pt x="206" y="983"/>
                    </a:lnTo>
                    <a:lnTo>
                      <a:pt x="206" y="978"/>
                    </a:lnTo>
                    <a:lnTo>
                      <a:pt x="205" y="977"/>
                    </a:lnTo>
                    <a:lnTo>
                      <a:pt x="204" y="974"/>
                    </a:lnTo>
                    <a:lnTo>
                      <a:pt x="201" y="976"/>
                    </a:lnTo>
                    <a:lnTo>
                      <a:pt x="197" y="976"/>
                    </a:lnTo>
                    <a:lnTo>
                      <a:pt x="193" y="973"/>
                    </a:lnTo>
                    <a:lnTo>
                      <a:pt x="190" y="973"/>
                    </a:lnTo>
                    <a:lnTo>
                      <a:pt x="187" y="972"/>
                    </a:lnTo>
                    <a:lnTo>
                      <a:pt x="183" y="972"/>
                    </a:lnTo>
                    <a:lnTo>
                      <a:pt x="178" y="970"/>
                    </a:lnTo>
                    <a:lnTo>
                      <a:pt x="176" y="973"/>
                    </a:lnTo>
                    <a:lnTo>
                      <a:pt x="175" y="970"/>
                    </a:lnTo>
                    <a:lnTo>
                      <a:pt x="171" y="968"/>
                    </a:lnTo>
                    <a:lnTo>
                      <a:pt x="167" y="959"/>
                    </a:lnTo>
                    <a:lnTo>
                      <a:pt x="165" y="961"/>
                    </a:lnTo>
                    <a:lnTo>
                      <a:pt x="160" y="964"/>
                    </a:lnTo>
                    <a:lnTo>
                      <a:pt x="157" y="964"/>
                    </a:lnTo>
                    <a:lnTo>
                      <a:pt x="155" y="965"/>
                    </a:lnTo>
                    <a:lnTo>
                      <a:pt x="151" y="962"/>
                    </a:lnTo>
                    <a:lnTo>
                      <a:pt x="148" y="965"/>
                    </a:lnTo>
                    <a:lnTo>
                      <a:pt x="141" y="959"/>
                    </a:lnTo>
                    <a:lnTo>
                      <a:pt x="140" y="954"/>
                    </a:lnTo>
                    <a:lnTo>
                      <a:pt x="140" y="950"/>
                    </a:lnTo>
                    <a:lnTo>
                      <a:pt x="137" y="950"/>
                    </a:lnTo>
                    <a:lnTo>
                      <a:pt x="137" y="947"/>
                    </a:lnTo>
                    <a:lnTo>
                      <a:pt x="133" y="944"/>
                    </a:lnTo>
                    <a:lnTo>
                      <a:pt x="126" y="946"/>
                    </a:lnTo>
                    <a:lnTo>
                      <a:pt x="122" y="940"/>
                    </a:lnTo>
                    <a:lnTo>
                      <a:pt x="123" y="938"/>
                    </a:lnTo>
                    <a:lnTo>
                      <a:pt x="121" y="935"/>
                    </a:lnTo>
                    <a:lnTo>
                      <a:pt x="118" y="928"/>
                    </a:lnTo>
                    <a:lnTo>
                      <a:pt x="115" y="928"/>
                    </a:lnTo>
                    <a:lnTo>
                      <a:pt x="111" y="930"/>
                    </a:lnTo>
                    <a:lnTo>
                      <a:pt x="104" y="930"/>
                    </a:lnTo>
                    <a:lnTo>
                      <a:pt x="98" y="928"/>
                    </a:lnTo>
                    <a:lnTo>
                      <a:pt x="95" y="930"/>
                    </a:lnTo>
                    <a:lnTo>
                      <a:pt x="95" y="932"/>
                    </a:lnTo>
                    <a:lnTo>
                      <a:pt x="92" y="934"/>
                    </a:lnTo>
                    <a:lnTo>
                      <a:pt x="89" y="932"/>
                    </a:lnTo>
                    <a:lnTo>
                      <a:pt x="89" y="930"/>
                    </a:lnTo>
                    <a:lnTo>
                      <a:pt x="87" y="925"/>
                    </a:lnTo>
                    <a:lnTo>
                      <a:pt x="87" y="921"/>
                    </a:lnTo>
                    <a:lnTo>
                      <a:pt x="84" y="917"/>
                    </a:lnTo>
                    <a:lnTo>
                      <a:pt x="84" y="913"/>
                    </a:lnTo>
                    <a:lnTo>
                      <a:pt x="85" y="912"/>
                    </a:lnTo>
                    <a:lnTo>
                      <a:pt x="88" y="915"/>
                    </a:lnTo>
                    <a:lnTo>
                      <a:pt x="95" y="913"/>
                    </a:lnTo>
                    <a:lnTo>
                      <a:pt x="98" y="908"/>
                    </a:lnTo>
                    <a:lnTo>
                      <a:pt x="100" y="906"/>
                    </a:lnTo>
                    <a:lnTo>
                      <a:pt x="96" y="905"/>
                    </a:lnTo>
                    <a:lnTo>
                      <a:pt x="96" y="902"/>
                    </a:lnTo>
                    <a:lnTo>
                      <a:pt x="91" y="897"/>
                    </a:lnTo>
                    <a:lnTo>
                      <a:pt x="85" y="896"/>
                    </a:lnTo>
                    <a:lnTo>
                      <a:pt x="84" y="891"/>
                    </a:lnTo>
                    <a:lnTo>
                      <a:pt x="81" y="889"/>
                    </a:lnTo>
                    <a:lnTo>
                      <a:pt x="79" y="883"/>
                    </a:lnTo>
                    <a:lnTo>
                      <a:pt x="76" y="881"/>
                    </a:lnTo>
                    <a:lnTo>
                      <a:pt x="73" y="877"/>
                    </a:lnTo>
                    <a:lnTo>
                      <a:pt x="73" y="872"/>
                    </a:lnTo>
                    <a:lnTo>
                      <a:pt x="70" y="870"/>
                    </a:lnTo>
                    <a:lnTo>
                      <a:pt x="72" y="866"/>
                    </a:lnTo>
                    <a:lnTo>
                      <a:pt x="70" y="863"/>
                    </a:lnTo>
                    <a:lnTo>
                      <a:pt x="65" y="860"/>
                    </a:lnTo>
                    <a:lnTo>
                      <a:pt x="62" y="860"/>
                    </a:lnTo>
                    <a:lnTo>
                      <a:pt x="61" y="858"/>
                    </a:lnTo>
                    <a:lnTo>
                      <a:pt x="57" y="859"/>
                    </a:lnTo>
                    <a:lnTo>
                      <a:pt x="53" y="862"/>
                    </a:lnTo>
                    <a:lnTo>
                      <a:pt x="50" y="858"/>
                    </a:lnTo>
                    <a:lnTo>
                      <a:pt x="47" y="858"/>
                    </a:lnTo>
                    <a:lnTo>
                      <a:pt x="43" y="859"/>
                    </a:lnTo>
                    <a:lnTo>
                      <a:pt x="40" y="855"/>
                    </a:lnTo>
                    <a:lnTo>
                      <a:pt x="38" y="856"/>
                    </a:lnTo>
                    <a:lnTo>
                      <a:pt x="35" y="855"/>
                    </a:lnTo>
                    <a:lnTo>
                      <a:pt x="34" y="855"/>
                    </a:lnTo>
                    <a:lnTo>
                      <a:pt x="34" y="851"/>
                    </a:lnTo>
                    <a:lnTo>
                      <a:pt x="32" y="848"/>
                    </a:lnTo>
                    <a:lnTo>
                      <a:pt x="31" y="844"/>
                    </a:lnTo>
                    <a:lnTo>
                      <a:pt x="30" y="843"/>
                    </a:lnTo>
                    <a:lnTo>
                      <a:pt x="27" y="839"/>
                    </a:lnTo>
                    <a:lnTo>
                      <a:pt x="28" y="837"/>
                    </a:lnTo>
                    <a:lnTo>
                      <a:pt x="27" y="834"/>
                    </a:lnTo>
                    <a:lnTo>
                      <a:pt x="26" y="834"/>
                    </a:lnTo>
                    <a:lnTo>
                      <a:pt x="27" y="833"/>
                    </a:lnTo>
                    <a:lnTo>
                      <a:pt x="26" y="830"/>
                    </a:lnTo>
                    <a:lnTo>
                      <a:pt x="23" y="829"/>
                    </a:lnTo>
                    <a:lnTo>
                      <a:pt x="26" y="826"/>
                    </a:lnTo>
                    <a:lnTo>
                      <a:pt x="26" y="824"/>
                    </a:lnTo>
                    <a:lnTo>
                      <a:pt x="27" y="822"/>
                    </a:lnTo>
                    <a:lnTo>
                      <a:pt x="27" y="819"/>
                    </a:lnTo>
                    <a:lnTo>
                      <a:pt x="20" y="807"/>
                    </a:lnTo>
                    <a:lnTo>
                      <a:pt x="21" y="796"/>
                    </a:lnTo>
                    <a:lnTo>
                      <a:pt x="23" y="795"/>
                    </a:lnTo>
                    <a:lnTo>
                      <a:pt x="24" y="791"/>
                    </a:lnTo>
                    <a:lnTo>
                      <a:pt x="27" y="788"/>
                    </a:lnTo>
                    <a:lnTo>
                      <a:pt x="27" y="787"/>
                    </a:lnTo>
                    <a:lnTo>
                      <a:pt x="27" y="787"/>
                    </a:lnTo>
                    <a:lnTo>
                      <a:pt x="26" y="784"/>
                    </a:lnTo>
                    <a:lnTo>
                      <a:pt x="26" y="784"/>
                    </a:lnTo>
                    <a:lnTo>
                      <a:pt x="27" y="781"/>
                    </a:lnTo>
                    <a:lnTo>
                      <a:pt x="26" y="779"/>
                    </a:lnTo>
                    <a:lnTo>
                      <a:pt x="26" y="777"/>
                    </a:lnTo>
                    <a:lnTo>
                      <a:pt x="27" y="777"/>
                    </a:lnTo>
                    <a:lnTo>
                      <a:pt x="27" y="780"/>
                    </a:lnTo>
                    <a:lnTo>
                      <a:pt x="30" y="779"/>
                    </a:lnTo>
                    <a:lnTo>
                      <a:pt x="30" y="776"/>
                    </a:lnTo>
                    <a:lnTo>
                      <a:pt x="31" y="775"/>
                    </a:lnTo>
                    <a:lnTo>
                      <a:pt x="34" y="776"/>
                    </a:lnTo>
                    <a:lnTo>
                      <a:pt x="38" y="773"/>
                    </a:lnTo>
                    <a:lnTo>
                      <a:pt x="39" y="772"/>
                    </a:lnTo>
                    <a:lnTo>
                      <a:pt x="40" y="771"/>
                    </a:lnTo>
                    <a:lnTo>
                      <a:pt x="45" y="772"/>
                    </a:lnTo>
                    <a:lnTo>
                      <a:pt x="46" y="769"/>
                    </a:lnTo>
                    <a:lnTo>
                      <a:pt x="43" y="767"/>
                    </a:lnTo>
                    <a:lnTo>
                      <a:pt x="42" y="767"/>
                    </a:lnTo>
                    <a:lnTo>
                      <a:pt x="40" y="767"/>
                    </a:lnTo>
                    <a:lnTo>
                      <a:pt x="36" y="767"/>
                    </a:lnTo>
                    <a:lnTo>
                      <a:pt x="35" y="764"/>
                    </a:lnTo>
                    <a:lnTo>
                      <a:pt x="32" y="764"/>
                    </a:lnTo>
                    <a:lnTo>
                      <a:pt x="28" y="760"/>
                    </a:lnTo>
                    <a:lnTo>
                      <a:pt x="28" y="758"/>
                    </a:lnTo>
                    <a:lnTo>
                      <a:pt x="32" y="761"/>
                    </a:lnTo>
                    <a:lnTo>
                      <a:pt x="32" y="758"/>
                    </a:lnTo>
                    <a:lnTo>
                      <a:pt x="31" y="757"/>
                    </a:lnTo>
                    <a:lnTo>
                      <a:pt x="34" y="756"/>
                    </a:lnTo>
                    <a:lnTo>
                      <a:pt x="30" y="756"/>
                    </a:lnTo>
                    <a:lnTo>
                      <a:pt x="30" y="756"/>
                    </a:lnTo>
                    <a:lnTo>
                      <a:pt x="26" y="758"/>
                    </a:lnTo>
                    <a:lnTo>
                      <a:pt x="26" y="758"/>
                    </a:lnTo>
                    <a:lnTo>
                      <a:pt x="26" y="758"/>
                    </a:lnTo>
                    <a:lnTo>
                      <a:pt x="26" y="758"/>
                    </a:lnTo>
                    <a:lnTo>
                      <a:pt x="24" y="754"/>
                    </a:lnTo>
                    <a:lnTo>
                      <a:pt x="31" y="749"/>
                    </a:lnTo>
                    <a:lnTo>
                      <a:pt x="35" y="746"/>
                    </a:lnTo>
                    <a:lnTo>
                      <a:pt x="39" y="739"/>
                    </a:lnTo>
                    <a:lnTo>
                      <a:pt x="42" y="734"/>
                    </a:lnTo>
                    <a:lnTo>
                      <a:pt x="46" y="727"/>
                    </a:lnTo>
                    <a:lnTo>
                      <a:pt x="51" y="718"/>
                    </a:lnTo>
                    <a:lnTo>
                      <a:pt x="55" y="707"/>
                    </a:lnTo>
                    <a:lnTo>
                      <a:pt x="54" y="703"/>
                    </a:lnTo>
                    <a:lnTo>
                      <a:pt x="49" y="696"/>
                    </a:lnTo>
                    <a:lnTo>
                      <a:pt x="45" y="695"/>
                    </a:lnTo>
                    <a:lnTo>
                      <a:pt x="38" y="685"/>
                    </a:lnTo>
                    <a:lnTo>
                      <a:pt x="39" y="681"/>
                    </a:lnTo>
                    <a:lnTo>
                      <a:pt x="42" y="677"/>
                    </a:lnTo>
                    <a:lnTo>
                      <a:pt x="42" y="673"/>
                    </a:lnTo>
                    <a:lnTo>
                      <a:pt x="38" y="670"/>
                    </a:lnTo>
                    <a:lnTo>
                      <a:pt x="35" y="667"/>
                    </a:lnTo>
                    <a:lnTo>
                      <a:pt x="35" y="662"/>
                    </a:lnTo>
                    <a:lnTo>
                      <a:pt x="36" y="661"/>
                    </a:lnTo>
                    <a:lnTo>
                      <a:pt x="35" y="658"/>
                    </a:lnTo>
                    <a:lnTo>
                      <a:pt x="32" y="656"/>
                    </a:lnTo>
                    <a:lnTo>
                      <a:pt x="30" y="655"/>
                    </a:lnTo>
                    <a:lnTo>
                      <a:pt x="30" y="650"/>
                    </a:lnTo>
                    <a:lnTo>
                      <a:pt x="32" y="647"/>
                    </a:lnTo>
                    <a:lnTo>
                      <a:pt x="30" y="647"/>
                    </a:lnTo>
                    <a:lnTo>
                      <a:pt x="30" y="644"/>
                    </a:lnTo>
                    <a:lnTo>
                      <a:pt x="30" y="635"/>
                    </a:lnTo>
                    <a:lnTo>
                      <a:pt x="32" y="635"/>
                    </a:lnTo>
                    <a:lnTo>
                      <a:pt x="26" y="620"/>
                    </a:lnTo>
                    <a:lnTo>
                      <a:pt x="20" y="609"/>
                    </a:lnTo>
                    <a:lnTo>
                      <a:pt x="19" y="605"/>
                    </a:lnTo>
                    <a:lnTo>
                      <a:pt x="16" y="601"/>
                    </a:lnTo>
                    <a:lnTo>
                      <a:pt x="17" y="594"/>
                    </a:lnTo>
                    <a:lnTo>
                      <a:pt x="20" y="590"/>
                    </a:lnTo>
                    <a:lnTo>
                      <a:pt x="21" y="586"/>
                    </a:lnTo>
                    <a:lnTo>
                      <a:pt x="20" y="584"/>
                    </a:lnTo>
                    <a:lnTo>
                      <a:pt x="13" y="580"/>
                    </a:lnTo>
                    <a:lnTo>
                      <a:pt x="13" y="578"/>
                    </a:lnTo>
                    <a:lnTo>
                      <a:pt x="11" y="574"/>
                    </a:lnTo>
                    <a:lnTo>
                      <a:pt x="7" y="572"/>
                    </a:lnTo>
                    <a:lnTo>
                      <a:pt x="5" y="571"/>
                    </a:lnTo>
                    <a:lnTo>
                      <a:pt x="2" y="565"/>
                    </a:lnTo>
                    <a:lnTo>
                      <a:pt x="0" y="563"/>
                    </a:lnTo>
                    <a:lnTo>
                      <a:pt x="1" y="557"/>
                    </a:lnTo>
                    <a:lnTo>
                      <a:pt x="2" y="555"/>
                    </a:lnTo>
                    <a:lnTo>
                      <a:pt x="0" y="553"/>
                    </a:lnTo>
                    <a:lnTo>
                      <a:pt x="2" y="552"/>
                    </a:lnTo>
                    <a:lnTo>
                      <a:pt x="5" y="550"/>
                    </a:lnTo>
                    <a:lnTo>
                      <a:pt x="5" y="550"/>
                    </a:lnTo>
                    <a:lnTo>
                      <a:pt x="8" y="549"/>
                    </a:lnTo>
                    <a:lnTo>
                      <a:pt x="8" y="545"/>
                    </a:lnTo>
                    <a:lnTo>
                      <a:pt x="12" y="541"/>
                    </a:lnTo>
                    <a:lnTo>
                      <a:pt x="15" y="541"/>
                    </a:lnTo>
                    <a:lnTo>
                      <a:pt x="17" y="538"/>
                    </a:lnTo>
                    <a:lnTo>
                      <a:pt x="16" y="534"/>
                    </a:lnTo>
                    <a:lnTo>
                      <a:pt x="19" y="533"/>
                    </a:lnTo>
                    <a:lnTo>
                      <a:pt x="21" y="534"/>
                    </a:lnTo>
                    <a:lnTo>
                      <a:pt x="24" y="533"/>
                    </a:lnTo>
                    <a:lnTo>
                      <a:pt x="23" y="530"/>
                    </a:lnTo>
                    <a:lnTo>
                      <a:pt x="24" y="529"/>
                    </a:lnTo>
                    <a:lnTo>
                      <a:pt x="27" y="530"/>
                    </a:lnTo>
                    <a:lnTo>
                      <a:pt x="28" y="531"/>
                    </a:lnTo>
                    <a:lnTo>
                      <a:pt x="28" y="534"/>
                    </a:lnTo>
                    <a:lnTo>
                      <a:pt x="30" y="536"/>
                    </a:lnTo>
                    <a:lnTo>
                      <a:pt x="30" y="531"/>
                    </a:lnTo>
                    <a:lnTo>
                      <a:pt x="31" y="530"/>
                    </a:lnTo>
                    <a:lnTo>
                      <a:pt x="32" y="530"/>
                    </a:lnTo>
                    <a:lnTo>
                      <a:pt x="34" y="530"/>
                    </a:lnTo>
                    <a:lnTo>
                      <a:pt x="31" y="527"/>
                    </a:lnTo>
                    <a:lnTo>
                      <a:pt x="31" y="527"/>
                    </a:lnTo>
                    <a:lnTo>
                      <a:pt x="32" y="527"/>
                    </a:lnTo>
                    <a:lnTo>
                      <a:pt x="35" y="527"/>
                    </a:lnTo>
                    <a:lnTo>
                      <a:pt x="35" y="526"/>
                    </a:lnTo>
                    <a:lnTo>
                      <a:pt x="34" y="526"/>
                    </a:lnTo>
                    <a:lnTo>
                      <a:pt x="32" y="523"/>
                    </a:lnTo>
                    <a:lnTo>
                      <a:pt x="34" y="523"/>
                    </a:lnTo>
                    <a:lnTo>
                      <a:pt x="36" y="523"/>
                    </a:lnTo>
                    <a:lnTo>
                      <a:pt x="39" y="525"/>
                    </a:lnTo>
                    <a:lnTo>
                      <a:pt x="40" y="526"/>
                    </a:lnTo>
                    <a:lnTo>
                      <a:pt x="42" y="527"/>
                    </a:lnTo>
                    <a:lnTo>
                      <a:pt x="43" y="527"/>
                    </a:lnTo>
                    <a:lnTo>
                      <a:pt x="45" y="527"/>
                    </a:lnTo>
                    <a:lnTo>
                      <a:pt x="46" y="529"/>
                    </a:lnTo>
                    <a:lnTo>
                      <a:pt x="47" y="530"/>
                    </a:lnTo>
                    <a:lnTo>
                      <a:pt x="47" y="531"/>
                    </a:lnTo>
                    <a:lnTo>
                      <a:pt x="46" y="533"/>
                    </a:lnTo>
                    <a:lnTo>
                      <a:pt x="43" y="533"/>
                    </a:lnTo>
                    <a:lnTo>
                      <a:pt x="40" y="533"/>
                    </a:lnTo>
                    <a:lnTo>
                      <a:pt x="38" y="530"/>
                    </a:lnTo>
                    <a:lnTo>
                      <a:pt x="38" y="529"/>
                    </a:lnTo>
                    <a:lnTo>
                      <a:pt x="36" y="530"/>
                    </a:lnTo>
                    <a:lnTo>
                      <a:pt x="36" y="534"/>
                    </a:lnTo>
                    <a:lnTo>
                      <a:pt x="36" y="537"/>
                    </a:lnTo>
                    <a:lnTo>
                      <a:pt x="39" y="534"/>
                    </a:lnTo>
                    <a:lnTo>
                      <a:pt x="40" y="536"/>
                    </a:lnTo>
                    <a:lnTo>
                      <a:pt x="40" y="538"/>
                    </a:lnTo>
                    <a:lnTo>
                      <a:pt x="43" y="536"/>
                    </a:lnTo>
                    <a:lnTo>
                      <a:pt x="45" y="537"/>
                    </a:lnTo>
                    <a:lnTo>
                      <a:pt x="46" y="538"/>
                    </a:lnTo>
                    <a:lnTo>
                      <a:pt x="46" y="538"/>
                    </a:lnTo>
                    <a:lnTo>
                      <a:pt x="47" y="537"/>
                    </a:lnTo>
                    <a:lnTo>
                      <a:pt x="49" y="538"/>
                    </a:lnTo>
                    <a:lnTo>
                      <a:pt x="47" y="538"/>
                    </a:lnTo>
                    <a:lnTo>
                      <a:pt x="47" y="541"/>
                    </a:lnTo>
                    <a:lnTo>
                      <a:pt x="50" y="537"/>
                    </a:lnTo>
                    <a:lnTo>
                      <a:pt x="51" y="537"/>
                    </a:lnTo>
                    <a:lnTo>
                      <a:pt x="53" y="537"/>
                    </a:lnTo>
                    <a:lnTo>
                      <a:pt x="51" y="538"/>
                    </a:lnTo>
                    <a:lnTo>
                      <a:pt x="51" y="540"/>
                    </a:lnTo>
                    <a:lnTo>
                      <a:pt x="54" y="540"/>
                    </a:lnTo>
                    <a:lnTo>
                      <a:pt x="54" y="541"/>
                    </a:lnTo>
                    <a:lnTo>
                      <a:pt x="53" y="542"/>
                    </a:lnTo>
                    <a:lnTo>
                      <a:pt x="51" y="545"/>
                    </a:lnTo>
                    <a:lnTo>
                      <a:pt x="54" y="544"/>
                    </a:lnTo>
                    <a:lnTo>
                      <a:pt x="55" y="541"/>
                    </a:lnTo>
                    <a:lnTo>
                      <a:pt x="55" y="540"/>
                    </a:lnTo>
                    <a:lnTo>
                      <a:pt x="57" y="538"/>
                    </a:lnTo>
                    <a:lnTo>
                      <a:pt x="59" y="537"/>
                    </a:lnTo>
                    <a:lnTo>
                      <a:pt x="61" y="540"/>
                    </a:lnTo>
                    <a:lnTo>
                      <a:pt x="62" y="538"/>
                    </a:lnTo>
                    <a:lnTo>
                      <a:pt x="61" y="536"/>
                    </a:lnTo>
                    <a:lnTo>
                      <a:pt x="61" y="536"/>
                    </a:lnTo>
                    <a:lnTo>
                      <a:pt x="64" y="536"/>
                    </a:lnTo>
                    <a:lnTo>
                      <a:pt x="65" y="538"/>
                    </a:lnTo>
                    <a:lnTo>
                      <a:pt x="69" y="538"/>
                    </a:lnTo>
                    <a:lnTo>
                      <a:pt x="72" y="540"/>
                    </a:lnTo>
                    <a:lnTo>
                      <a:pt x="74" y="538"/>
                    </a:lnTo>
                    <a:lnTo>
                      <a:pt x="73" y="537"/>
                    </a:lnTo>
                    <a:lnTo>
                      <a:pt x="77" y="538"/>
                    </a:lnTo>
                    <a:lnTo>
                      <a:pt x="80" y="540"/>
                    </a:lnTo>
                    <a:lnTo>
                      <a:pt x="80" y="538"/>
                    </a:lnTo>
                    <a:lnTo>
                      <a:pt x="84" y="540"/>
                    </a:lnTo>
                    <a:lnTo>
                      <a:pt x="99" y="548"/>
                    </a:lnTo>
                    <a:lnTo>
                      <a:pt x="108" y="555"/>
                    </a:lnTo>
                    <a:lnTo>
                      <a:pt x="110" y="557"/>
                    </a:lnTo>
                    <a:lnTo>
                      <a:pt x="112" y="557"/>
                    </a:lnTo>
                    <a:lnTo>
                      <a:pt x="117" y="563"/>
                    </a:lnTo>
                    <a:lnTo>
                      <a:pt x="118" y="563"/>
                    </a:lnTo>
                    <a:lnTo>
                      <a:pt x="118" y="561"/>
                    </a:lnTo>
                    <a:lnTo>
                      <a:pt x="118" y="560"/>
                    </a:lnTo>
                    <a:lnTo>
                      <a:pt x="119" y="560"/>
                    </a:lnTo>
                    <a:lnTo>
                      <a:pt x="123" y="564"/>
                    </a:lnTo>
                    <a:lnTo>
                      <a:pt x="126" y="564"/>
                    </a:lnTo>
                    <a:lnTo>
                      <a:pt x="129" y="567"/>
                    </a:lnTo>
                    <a:lnTo>
                      <a:pt x="131" y="567"/>
                    </a:lnTo>
                    <a:lnTo>
                      <a:pt x="129" y="563"/>
                    </a:lnTo>
                    <a:lnTo>
                      <a:pt x="129" y="561"/>
                    </a:lnTo>
                    <a:lnTo>
                      <a:pt x="130" y="561"/>
                    </a:lnTo>
                    <a:lnTo>
                      <a:pt x="133" y="565"/>
                    </a:lnTo>
                    <a:lnTo>
                      <a:pt x="133" y="567"/>
                    </a:lnTo>
                    <a:lnTo>
                      <a:pt x="138" y="571"/>
                    </a:lnTo>
                    <a:lnTo>
                      <a:pt x="138" y="574"/>
                    </a:lnTo>
                    <a:lnTo>
                      <a:pt x="141" y="575"/>
                    </a:lnTo>
                    <a:lnTo>
                      <a:pt x="142" y="574"/>
                    </a:lnTo>
                    <a:lnTo>
                      <a:pt x="144" y="574"/>
                    </a:lnTo>
                    <a:lnTo>
                      <a:pt x="148" y="578"/>
                    </a:lnTo>
                    <a:lnTo>
                      <a:pt x="148" y="580"/>
                    </a:lnTo>
                    <a:lnTo>
                      <a:pt x="151" y="582"/>
                    </a:lnTo>
                    <a:lnTo>
                      <a:pt x="152" y="586"/>
                    </a:lnTo>
                    <a:lnTo>
                      <a:pt x="153" y="584"/>
                    </a:lnTo>
                    <a:lnTo>
                      <a:pt x="155" y="586"/>
                    </a:lnTo>
                    <a:lnTo>
                      <a:pt x="155" y="590"/>
                    </a:lnTo>
                    <a:lnTo>
                      <a:pt x="155" y="593"/>
                    </a:lnTo>
                    <a:lnTo>
                      <a:pt x="153" y="597"/>
                    </a:lnTo>
                    <a:lnTo>
                      <a:pt x="153" y="599"/>
                    </a:lnTo>
                    <a:lnTo>
                      <a:pt x="153" y="601"/>
                    </a:lnTo>
                    <a:lnTo>
                      <a:pt x="149" y="605"/>
                    </a:lnTo>
                    <a:lnTo>
                      <a:pt x="149" y="608"/>
                    </a:lnTo>
                    <a:lnTo>
                      <a:pt x="144" y="614"/>
                    </a:lnTo>
                    <a:lnTo>
                      <a:pt x="140" y="617"/>
                    </a:lnTo>
                    <a:lnTo>
                      <a:pt x="136" y="617"/>
                    </a:lnTo>
                    <a:lnTo>
                      <a:pt x="133" y="618"/>
                    </a:lnTo>
                    <a:lnTo>
                      <a:pt x="129" y="618"/>
                    </a:lnTo>
                    <a:lnTo>
                      <a:pt x="129" y="620"/>
                    </a:lnTo>
                    <a:lnTo>
                      <a:pt x="122" y="621"/>
                    </a:lnTo>
                    <a:lnTo>
                      <a:pt x="114" y="621"/>
                    </a:lnTo>
                    <a:lnTo>
                      <a:pt x="108" y="620"/>
                    </a:lnTo>
                    <a:lnTo>
                      <a:pt x="106" y="617"/>
                    </a:lnTo>
                    <a:lnTo>
                      <a:pt x="103" y="618"/>
                    </a:lnTo>
                    <a:lnTo>
                      <a:pt x="102" y="617"/>
                    </a:lnTo>
                    <a:lnTo>
                      <a:pt x="98" y="617"/>
                    </a:lnTo>
                    <a:lnTo>
                      <a:pt x="96" y="616"/>
                    </a:lnTo>
                    <a:lnTo>
                      <a:pt x="95" y="616"/>
                    </a:lnTo>
                    <a:lnTo>
                      <a:pt x="92" y="617"/>
                    </a:lnTo>
                    <a:lnTo>
                      <a:pt x="88" y="613"/>
                    </a:lnTo>
                    <a:lnTo>
                      <a:pt x="88" y="612"/>
                    </a:lnTo>
                    <a:lnTo>
                      <a:pt x="85" y="612"/>
                    </a:lnTo>
                    <a:lnTo>
                      <a:pt x="84" y="612"/>
                    </a:lnTo>
                    <a:lnTo>
                      <a:pt x="84" y="612"/>
                    </a:lnTo>
                    <a:lnTo>
                      <a:pt x="80" y="612"/>
                    </a:lnTo>
                    <a:lnTo>
                      <a:pt x="79" y="613"/>
                    </a:lnTo>
                    <a:lnTo>
                      <a:pt x="76" y="613"/>
                    </a:lnTo>
                    <a:lnTo>
                      <a:pt x="76" y="610"/>
                    </a:lnTo>
                    <a:lnTo>
                      <a:pt x="74" y="610"/>
                    </a:lnTo>
                    <a:lnTo>
                      <a:pt x="77" y="609"/>
                    </a:lnTo>
                    <a:lnTo>
                      <a:pt x="74" y="606"/>
                    </a:lnTo>
                    <a:lnTo>
                      <a:pt x="74" y="608"/>
                    </a:lnTo>
                    <a:lnTo>
                      <a:pt x="69" y="608"/>
                    </a:lnTo>
                    <a:lnTo>
                      <a:pt x="66" y="606"/>
                    </a:lnTo>
                    <a:lnTo>
                      <a:pt x="66" y="606"/>
                    </a:lnTo>
                    <a:lnTo>
                      <a:pt x="65" y="606"/>
                    </a:lnTo>
                    <a:lnTo>
                      <a:pt x="58" y="602"/>
                    </a:lnTo>
                    <a:lnTo>
                      <a:pt x="58" y="599"/>
                    </a:lnTo>
                    <a:lnTo>
                      <a:pt x="54" y="598"/>
                    </a:lnTo>
                    <a:lnTo>
                      <a:pt x="53" y="598"/>
                    </a:lnTo>
                    <a:lnTo>
                      <a:pt x="50" y="598"/>
                    </a:lnTo>
                    <a:lnTo>
                      <a:pt x="50" y="598"/>
                    </a:lnTo>
                    <a:lnTo>
                      <a:pt x="53" y="601"/>
                    </a:lnTo>
                    <a:lnTo>
                      <a:pt x="54" y="605"/>
                    </a:lnTo>
                    <a:lnTo>
                      <a:pt x="57" y="606"/>
                    </a:lnTo>
                    <a:lnTo>
                      <a:pt x="58" y="609"/>
                    </a:lnTo>
                    <a:lnTo>
                      <a:pt x="62" y="610"/>
                    </a:lnTo>
                    <a:lnTo>
                      <a:pt x="62" y="610"/>
                    </a:lnTo>
                    <a:lnTo>
                      <a:pt x="59" y="613"/>
                    </a:lnTo>
                    <a:lnTo>
                      <a:pt x="58" y="614"/>
                    </a:lnTo>
                    <a:lnTo>
                      <a:pt x="59" y="614"/>
                    </a:lnTo>
                    <a:lnTo>
                      <a:pt x="64" y="613"/>
                    </a:lnTo>
                    <a:lnTo>
                      <a:pt x="66" y="613"/>
                    </a:lnTo>
                    <a:lnTo>
                      <a:pt x="68" y="614"/>
                    </a:lnTo>
                    <a:lnTo>
                      <a:pt x="66" y="614"/>
                    </a:lnTo>
                    <a:lnTo>
                      <a:pt x="66" y="616"/>
                    </a:lnTo>
                    <a:lnTo>
                      <a:pt x="69" y="616"/>
                    </a:lnTo>
                    <a:lnTo>
                      <a:pt x="68" y="618"/>
                    </a:lnTo>
                    <a:lnTo>
                      <a:pt x="65" y="618"/>
                    </a:lnTo>
                    <a:lnTo>
                      <a:pt x="64" y="620"/>
                    </a:lnTo>
                    <a:lnTo>
                      <a:pt x="68" y="621"/>
                    </a:lnTo>
                    <a:lnTo>
                      <a:pt x="69" y="620"/>
                    </a:lnTo>
                    <a:lnTo>
                      <a:pt x="70" y="620"/>
                    </a:lnTo>
                    <a:lnTo>
                      <a:pt x="72" y="621"/>
                    </a:lnTo>
                    <a:lnTo>
                      <a:pt x="74" y="620"/>
                    </a:lnTo>
                    <a:lnTo>
                      <a:pt x="80" y="622"/>
                    </a:lnTo>
                    <a:lnTo>
                      <a:pt x="84" y="627"/>
                    </a:lnTo>
                    <a:lnTo>
                      <a:pt x="85" y="627"/>
                    </a:lnTo>
                    <a:lnTo>
                      <a:pt x="84" y="629"/>
                    </a:lnTo>
                    <a:lnTo>
                      <a:pt x="84" y="631"/>
                    </a:lnTo>
                    <a:lnTo>
                      <a:pt x="85" y="631"/>
                    </a:lnTo>
                    <a:lnTo>
                      <a:pt x="85" y="633"/>
                    </a:lnTo>
                    <a:lnTo>
                      <a:pt x="85" y="639"/>
                    </a:lnTo>
                    <a:lnTo>
                      <a:pt x="83" y="639"/>
                    </a:lnTo>
                    <a:lnTo>
                      <a:pt x="83" y="642"/>
                    </a:lnTo>
                    <a:lnTo>
                      <a:pt x="84" y="643"/>
                    </a:lnTo>
                    <a:lnTo>
                      <a:pt x="84" y="646"/>
                    </a:lnTo>
                    <a:lnTo>
                      <a:pt x="88" y="650"/>
                    </a:lnTo>
                    <a:lnTo>
                      <a:pt x="88" y="651"/>
                    </a:lnTo>
                    <a:lnTo>
                      <a:pt x="91" y="654"/>
                    </a:lnTo>
                    <a:lnTo>
                      <a:pt x="91" y="656"/>
                    </a:lnTo>
                    <a:lnTo>
                      <a:pt x="92" y="659"/>
                    </a:lnTo>
                    <a:lnTo>
                      <a:pt x="91" y="662"/>
                    </a:lnTo>
                    <a:lnTo>
                      <a:pt x="92" y="663"/>
                    </a:lnTo>
                    <a:lnTo>
                      <a:pt x="93" y="666"/>
                    </a:lnTo>
                    <a:lnTo>
                      <a:pt x="99" y="667"/>
                    </a:lnTo>
                    <a:lnTo>
                      <a:pt x="102" y="666"/>
                    </a:lnTo>
                    <a:lnTo>
                      <a:pt x="103" y="666"/>
                    </a:lnTo>
                    <a:lnTo>
                      <a:pt x="104" y="669"/>
                    </a:lnTo>
                    <a:lnTo>
                      <a:pt x="107" y="670"/>
                    </a:lnTo>
                    <a:lnTo>
                      <a:pt x="107" y="674"/>
                    </a:lnTo>
                    <a:lnTo>
                      <a:pt x="108" y="674"/>
                    </a:lnTo>
                    <a:lnTo>
                      <a:pt x="112" y="674"/>
                    </a:lnTo>
                    <a:lnTo>
                      <a:pt x="115" y="675"/>
                    </a:lnTo>
                    <a:lnTo>
                      <a:pt x="119" y="677"/>
                    </a:lnTo>
                    <a:lnTo>
                      <a:pt x="122" y="678"/>
                    </a:lnTo>
                    <a:lnTo>
                      <a:pt x="123" y="678"/>
                    </a:lnTo>
                    <a:lnTo>
                      <a:pt x="126" y="675"/>
                    </a:lnTo>
                    <a:lnTo>
                      <a:pt x="129" y="675"/>
                    </a:lnTo>
                    <a:lnTo>
                      <a:pt x="130" y="674"/>
                    </a:lnTo>
                    <a:lnTo>
                      <a:pt x="130" y="670"/>
                    </a:lnTo>
                    <a:lnTo>
                      <a:pt x="129" y="669"/>
                    </a:lnTo>
                    <a:lnTo>
                      <a:pt x="129" y="666"/>
                    </a:lnTo>
                    <a:lnTo>
                      <a:pt x="129" y="666"/>
                    </a:lnTo>
                    <a:lnTo>
                      <a:pt x="126" y="665"/>
                    </a:lnTo>
                    <a:lnTo>
                      <a:pt x="126" y="662"/>
                    </a:lnTo>
                    <a:lnTo>
                      <a:pt x="123" y="663"/>
                    </a:lnTo>
                    <a:lnTo>
                      <a:pt x="122" y="663"/>
                    </a:lnTo>
                    <a:lnTo>
                      <a:pt x="119" y="665"/>
                    </a:lnTo>
                    <a:lnTo>
                      <a:pt x="115" y="663"/>
                    </a:lnTo>
                    <a:lnTo>
                      <a:pt x="112" y="659"/>
                    </a:lnTo>
                    <a:lnTo>
                      <a:pt x="110" y="658"/>
                    </a:lnTo>
                    <a:lnTo>
                      <a:pt x="108" y="655"/>
                    </a:lnTo>
                    <a:lnTo>
                      <a:pt x="106" y="651"/>
                    </a:lnTo>
                    <a:lnTo>
                      <a:pt x="110" y="651"/>
                    </a:lnTo>
                    <a:lnTo>
                      <a:pt x="111" y="650"/>
                    </a:lnTo>
                    <a:lnTo>
                      <a:pt x="110" y="648"/>
                    </a:lnTo>
                    <a:lnTo>
                      <a:pt x="111" y="646"/>
                    </a:lnTo>
                    <a:lnTo>
                      <a:pt x="110" y="644"/>
                    </a:lnTo>
                    <a:lnTo>
                      <a:pt x="110" y="643"/>
                    </a:lnTo>
                    <a:lnTo>
                      <a:pt x="114" y="643"/>
                    </a:lnTo>
                    <a:lnTo>
                      <a:pt x="117" y="644"/>
                    </a:lnTo>
                    <a:lnTo>
                      <a:pt x="121" y="646"/>
                    </a:lnTo>
                    <a:lnTo>
                      <a:pt x="123" y="648"/>
                    </a:lnTo>
                    <a:lnTo>
                      <a:pt x="125" y="651"/>
                    </a:lnTo>
                    <a:lnTo>
                      <a:pt x="130" y="651"/>
                    </a:lnTo>
                    <a:lnTo>
                      <a:pt x="131" y="652"/>
                    </a:lnTo>
                    <a:lnTo>
                      <a:pt x="134" y="652"/>
                    </a:lnTo>
                    <a:lnTo>
                      <a:pt x="144" y="658"/>
                    </a:lnTo>
                    <a:lnTo>
                      <a:pt x="148" y="661"/>
                    </a:lnTo>
                    <a:lnTo>
                      <a:pt x="149" y="658"/>
                    </a:lnTo>
                    <a:lnTo>
                      <a:pt x="151" y="656"/>
                    </a:lnTo>
                    <a:lnTo>
                      <a:pt x="151" y="654"/>
                    </a:lnTo>
                    <a:lnTo>
                      <a:pt x="153" y="654"/>
                    </a:lnTo>
                    <a:lnTo>
                      <a:pt x="156" y="651"/>
                    </a:lnTo>
                    <a:lnTo>
                      <a:pt x="152" y="646"/>
                    </a:lnTo>
                    <a:lnTo>
                      <a:pt x="145" y="639"/>
                    </a:lnTo>
                    <a:lnTo>
                      <a:pt x="144" y="635"/>
                    </a:lnTo>
                    <a:lnTo>
                      <a:pt x="144" y="632"/>
                    </a:lnTo>
                    <a:lnTo>
                      <a:pt x="148" y="629"/>
                    </a:lnTo>
                    <a:lnTo>
                      <a:pt x="151" y="625"/>
                    </a:lnTo>
                    <a:lnTo>
                      <a:pt x="152" y="621"/>
                    </a:lnTo>
                    <a:lnTo>
                      <a:pt x="155" y="618"/>
                    </a:lnTo>
                    <a:lnTo>
                      <a:pt x="157" y="618"/>
                    </a:lnTo>
                    <a:lnTo>
                      <a:pt x="163" y="614"/>
                    </a:lnTo>
                    <a:lnTo>
                      <a:pt x="165" y="608"/>
                    </a:lnTo>
                    <a:lnTo>
                      <a:pt x="168" y="606"/>
                    </a:lnTo>
                    <a:lnTo>
                      <a:pt x="171" y="606"/>
                    </a:lnTo>
                    <a:lnTo>
                      <a:pt x="174" y="609"/>
                    </a:lnTo>
                    <a:lnTo>
                      <a:pt x="178" y="609"/>
                    </a:lnTo>
                    <a:lnTo>
                      <a:pt x="182" y="609"/>
                    </a:lnTo>
                    <a:lnTo>
                      <a:pt x="184" y="610"/>
                    </a:lnTo>
                    <a:lnTo>
                      <a:pt x="183" y="614"/>
                    </a:lnTo>
                    <a:lnTo>
                      <a:pt x="187" y="610"/>
                    </a:lnTo>
                    <a:lnTo>
                      <a:pt x="190" y="613"/>
                    </a:lnTo>
                    <a:lnTo>
                      <a:pt x="191" y="617"/>
                    </a:lnTo>
                    <a:lnTo>
                      <a:pt x="194" y="618"/>
                    </a:lnTo>
                    <a:lnTo>
                      <a:pt x="193" y="613"/>
                    </a:lnTo>
                    <a:lnTo>
                      <a:pt x="191" y="609"/>
                    </a:lnTo>
                    <a:lnTo>
                      <a:pt x="193" y="608"/>
                    </a:lnTo>
                    <a:lnTo>
                      <a:pt x="193" y="601"/>
                    </a:lnTo>
                    <a:lnTo>
                      <a:pt x="193" y="599"/>
                    </a:lnTo>
                    <a:lnTo>
                      <a:pt x="191" y="598"/>
                    </a:lnTo>
                    <a:lnTo>
                      <a:pt x="191" y="597"/>
                    </a:lnTo>
                    <a:lnTo>
                      <a:pt x="193" y="595"/>
                    </a:lnTo>
                    <a:lnTo>
                      <a:pt x="191" y="594"/>
                    </a:lnTo>
                    <a:lnTo>
                      <a:pt x="193" y="593"/>
                    </a:lnTo>
                    <a:lnTo>
                      <a:pt x="190" y="590"/>
                    </a:lnTo>
                    <a:lnTo>
                      <a:pt x="187" y="589"/>
                    </a:lnTo>
                    <a:lnTo>
                      <a:pt x="183" y="589"/>
                    </a:lnTo>
                    <a:lnTo>
                      <a:pt x="182" y="584"/>
                    </a:lnTo>
                    <a:lnTo>
                      <a:pt x="183" y="580"/>
                    </a:lnTo>
                    <a:lnTo>
                      <a:pt x="183" y="575"/>
                    </a:lnTo>
                    <a:lnTo>
                      <a:pt x="183" y="574"/>
                    </a:lnTo>
                    <a:lnTo>
                      <a:pt x="183" y="572"/>
                    </a:lnTo>
                    <a:lnTo>
                      <a:pt x="183" y="570"/>
                    </a:lnTo>
                    <a:lnTo>
                      <a:pt x="184" y="568"/>
                    </a:lnTo>
                    <a:lnTo>
                      <a:pt x="183" y="565"/>
                    </a:lnTo>
                    <a:lnTo>
                      <a:pt x="183" y="563"/>
                    </a:lnTo>
                    <a:lnTo>
                      <a:pt x="180" y="557"/>
                    </a:lnTo>
                    <a:lnTo>
                      <a:pt x="176" y="553"/>
                    </a:lnTo>
                    <a:lnTo>
                      <a:pt x="170" y="548"/>
                    </a:lnTo>
                    <a:lnTo>
                      <a:pt x="170" y="546"/>
                    </a:lnTo>
                    <a:lnTo>
                      <a:pt x="172" y="546"/>
                    </a:lnTo>
                    <a:lnTo>
                      <a:pt x="179" y="550"/>
                    </a:lnTo>
                    <a:lnTo>
                      <a:pt x="182" y="550"/>
                    </a:lnTo>
                    <a:lnTo>
                      <a:pt x="184" y="549"/>
                    </a:lnTo>
                    <a:lnTo>
                      <a:pt x="190" y="549"/>
                    </a:lnTo>
                    <a:lnTo>
                      <a:pt x="197" y="549"/>
                    </a:lnTo>
                    <a:lnTo>
                      <a:pt x="201" y="552"/>
                    </a:lnTo>
                    <a:lnTo>
                      <a:pt x="201" y="555"/>
                    </a:lnTo>
                    <a:lnTo>
                      <a:pt x="204" y="557"/>
                    </a:lnTo>
                    <a:lnTo>
                      <a:pt x="206" y="559"/>
                    </a:lnTo>
                    <a:lnTo>
                      <a:pt x="208" y="560"/>
                    </a:lnTo>
                    <a:lnTo>
                      <a:pt x="212" y="565"/>
                    </a:lnTo>
                    <a:lnTo>
                      <a:pt x="210" y="568"/>
                    </a:lnTo>
                    <a:lnTo>
                      <a:pt x="206" y="568"/>
                    </a:lnTo>
                    <a:lnTo>
                      <a:pt x="205" y="570"/>
                    </a:lnTo>
                    <a:lnTo>
                      <a:pt x="199" y="570"/>
                    </a:lnTo>
                    <a:lnTo>
                      <a:pt x="198" y="571"/>
                    </a:lnTo>
                    <a:lnTo>
                      <a:pt x="199" y="572"/>
                    </a:lnTo>
                    <a:lnTo>
                      <a:pt x="198" y="575"/>
                    </a:lnTo>
                    <a:lnTo>
                      <a:pt x="197" y="574"/>
                    </a:lnTo>
                    <a:lnTo>
                      <a:pt x="195" y="576"/>
                    </a:lnTo>
                    <a:lnTo>
                      <a:pt x="195" y="580"/>
                    </a:lnTo>
                    <a:lnTo>
                      <a:pt x="198" y="580"/>
                    </a:lnTo>
                    <a:lnTo>
                      <a:pt x="204" y="586"/>
                    </a:lnTo>
                    <a:lnTo>
                      <a:pt x="209" y="594"/>
                    </a:lnTo>
                    <a:lnTo>
                      <a:pt x="212" y="594"/>
                    </a:lnTo>
                    <a:lnTo>
                      <a:pt x="216" y="591"/>
                    </a:lnTo>
                    <a:lnTo>
                      <a:pt x="217" y="594"/>
                    </a:lnTo>
                    <a:lnTo>
                      <a:pt x="218" y="593"/>
                    </a:lnTo>
                    <a:lnTo>
                      <a:pt x="221" y="593"/>
                    </a:lnTo>
                    <a:lnTo>
                      <a:pt x="223" y="590"/>
                    </a:lnTo>
                    <a:lnTo>
                      <a:pt x="228" y="589"/>
                    </a:lnTo>
                    <a:lnTo>
                      <a:pt x="228" y="586"/>
                    </a:lnTo>
                    <a:lnTo>
                      <a:pt x="227" y="580"/>
                    </a:lnTo>
                    <a:lnTo>
                      <a:pt x="229" y="578"/>
                    </a:lnTo>
                    <a:lnTo>
                      <a:pt x="229" y="575"/>
                    </a:lnTo>
                    <a:lnTo>
                      <a:pt x="227" y="572"/>
                    </a:lnTo>
                    <a:lnTo>
                      <a:pt x="228" y="571"/>
                    </a:lnTo>
                    <a:lnTo>
                      <a:pt x="236" y="571"/>
                    </a:lnTo>
                    <a:lnTo>
                      <a:pt x="237" y="568"/>
                    </a:lnTo>
                    <a:lnTo>
                      <a:pt x="242" y="571"/>
                    </a:lnTo>
                    <a:lnTo>
                      <a:pt x="242" y="568"/>
                    </a:lnTo>
                    <a:lnTo>
                      <a:pt x="237" y="565"/>
                    </a:lnTo>
                    <a:lnTo>
                      <a:pt x="236" y="563"/>
                    </a:lnTo>
                    <a:lnTo>
                      <a:pt x="237" y="563"/>
                    </a:lnTo>
                    <a:lnTo>
                      <a:pt x="239" y="565"/>
                    </a:lnTo>
                    <a:lnTo>
                      <a:pt x="242" y="564"/>
                    </a:lnTo>
                    <a:lnTo>
                      <a:pt x="247" y="557"/>
                    </a:lnTo>
                    <a:lnTo>
                      <a:pt x="248" y="557"/>
                    </a:lnTo>
                    <a:lnTo>
                      <a:pt x="255" y="549"/>
                    </a:lnTo>
                    <a:lnTo>
                      <a:pt x="255" y="548"/>
                    </a:lnTo>
                    <a:lnTo>
                      <a:pt x="256" y="546"/>
                    </a:lnTo>
                    <a:lnTo>
                      <a:pt x="259" y="548"/>
                    </a:lnTo>
                    <a:lnTo>
                      <a:pt x="263" y="546"/>
                    </a:lnTo>
                    <a:lnTo>
                      <a:pt x="263" y="544"/>
                    </a:lnTo>
                    <a:lnTo>
                      <a:pt x="270" y="542"/>
                    </a:lnTo>
                    <a:lnTo>
                      <a:pt x="270" y="545"/>
                    </a:lnTo>
                    <a:lnTo>
                      <a:pt x="271" y="545"/>
                    </a:lnTo>
                    <a:lnTo>
                      <a:pt x="271" y="546"/>
                    </a:lnTo>
                    <a:lnTo>
                      <a:pt x="270" y="548"/>
                    </a:lnTo>
                    <a:lnTo>
                      <a:pt x="271" y="549"/>
                    </a:lnTo>
                    <a:lnTo>
                      <a:pt x="276" y="546"/>
                    </a:lnTo>
                    <a:lnTo>
                      <a:pt x="276" y="544"/>
                    </a:lnTo>
                    <a:lnTo>
                      <a:pt x="274" y="544"/>
                    </a:lnTo>
                    <a:lnTo>
                      <a:pt x="271" y="541"/>
                    </a:lnTo>
                    <a:lnTo>
                      <a:pt x="271" y="540"/>
                    </a:lnTo>
                    <a:lnTo>
                      <a:pt x="277" y="534"/>
                    </a:lnTo>
                    <a:lnTo>
                      <a:pt x="278" y="534"/>
                    </a:lnTo>
                    <a:lnTo>
                      <a:pt x="278" y="537"/>
                    </a:lnTo>
                    <a:lnTo>
                      <a:pt x="277" y="537"/>
                    </a:lnTo>
                    <a:lnTo>
                      <a:pt x="276" y="538"/>
                    </a:lnTo>
                    <a:lnTo>
                      <a:pt x="278" y="541"/>
                    </a:lnTo>
                    <a:lnTo>
                      <a:pt x="281" y="541"/>
                    </a:lnTo>
                    <a:lnTo>
                      <a:pt x="282" y="538"/>
                    </a:lnTo>
                    <a:lnTo>
                      <a:pt x="281" y="537"/>
                    </a:lnTo>
                    <a:lnTo>
                      <a:pt x="280" y="534"/>
                    </a:lnTo>
                    <a:lnTo>
                      <a:pt x="280" y="533"/>
                    </a:lnTo>
                    <a:lnTo>
                      <a:pt x="281" y="531"/>
                    </a:lnTo>
                    <a:lnTo>
                      <a:pt x="289" y="529"/>
                    </a:lnTo>
                    <a:lnTo>
                      <a:pt x="295" y="527"/>
                    </a:lnTo>
                    <a:lnTo>
                      <a:pt x="295" y="529"/>
                    </a:lnTo>
                    <a:lnTo>
                      <a:pt x="292" y="530"/>
                    </a:lnTo>
                    <a:lnTo>
                      <a:pt x="289" y="530"/>
                    </a:lnTo>
                    <a:lnTo>
                      <a:pt x="284" y="533"/>
                    </a:lnTo>
                    <a:lnTo>
                      <a:pt x="285" y="534"/>
                    </a:lnTo>
                    <a:lnTo>
                      <a:pt x="288" y="534"/>
                    </a:lnTo>
                    <a:lnTo>
                      <a:pt x="289" y="533"/>
                    </a:lnTo>
                    <a:lnTo>
                      <a:pt x="292" y="537"/>
                    </a:lnTo>
                    <a:lnTo>
                      <a:pt x="290" y="537"/>
                    </a:lnTo>
                    <a:lnTo>
                      <a:pt x="289" y="538"/>
                    </a:lnTo>
                    <a:lnTo>
                      <a:pt x="292" y="541"/>
                    </a:lnTo>
                    <a:lnTo>
                      <a:pt x="290" y="544"/>
                    </a:lnTo>
                    <a:lnTo>
                      <a:pt x="288" y="544"/>
                    </a:lnTo>
                    <a:lnTo>
                      <a:pt x="285" y="546"/>
                    </a:lnTo>
                    <a:lnTo>
                      <a:pt x="285" y="549"/>
                    </a:lnTo>
                    <a:lnTo>
                      <a:pt x="288" y="549"/>
                    </a:lnTo>
                    <a:lnTo>
                      <a:pt x="289" y="549"/>
                    </a:lnTo>
                    <a:lnTo>
                      <a:pt x="292" y="549"/>
                    </a:lnTo>
                    <a:lnTo>
                      <a:pt x="293" y="548"/>
                    </a:lnTo>
                    <a:lnTo>
                      <a:pt x="296" y="549"/>
                    </a:lnTo>
                    <a:lnTo>
                      <a:pt x="296" y="552"/>
                    </a:lnTo>
                    <a:lnTo>
                      <a:pt x="297" y="549"/>
                    </a:lnTo>
                    <a:lnTo>
                      <a:pt x="300" y="545"/>
                    </a:lnTo>
                    <a:lnTo>
                      <a:pt x="301" y="545"/>
                    </a:lnTo>
                    <a:lnTo>
                      <a:pt x="303" y="546"/>
                    </a:lnTo>
                    <a:lnTo>
                      <a:pt x="305" y="549"/>
                    </a:lnTo>
                    <a:lnTo>
                      <a:pt x="307" y="548"/>
                    </a:lnTo>
                    <a:lnTo>
                      <a:pt x="305" y="546"/>
                    </a:lnTo>
                    <a:lnTo>
                      <a:pt x="307" y="544"/>
                    </a:lnTo>
                    <a:lnTo>
                      <a:pt x="304" y="542"/>
                    </a:lnTo>
                    <a:lnTo>
                      <a:pt x="304" y="541"/>
                    </a:lnTo>
                    <a:lnTo>
                      <a:pt x="307" y="538"/>
                    </a:lnTo>
                    <a:lnTo>
                      <a:pt x="309" y="538"/>
                    </a:lnTo>
                    <a:lnTo>
                      <a:pt x="311" y="537"/>
                    </a:lnTo>
                    <a:lnTo>
                      <a:pt x="315" y="534"/>
                    </a:lnTo>
                    <a:lnTo>
                      <a:pt x="316" y="536"/>
                    </a:lnTo>
                    <a:lnTo>
                      <a:pt x="318" y="536"/>
                    </a:lnTo>
                    <a:lnTo>
                      <a:pt x="319" y="536"/>
                    </a:lnTo>
                    <a:lnTo>
                      <a:pt x="322" y="536"/>
                    </a:lnTo>
                    <a:lnTo>
                      <a:pt x="327" y="536"/>
                    </a:lnTo>
                    <a:lnTo>
                      <a:pt x="330" y="534"/>
                    </a:lnTo>
                    <a:lnTo>
                      <a:pt x="330" y="533"/>
                    </a:lnTo>
                    <a:lnTo>
                      <a:pt x="331" y="530"/>
                    </a:lnTo>
                    <a:lnTo>
                      <a:pt x="334" y="530"/>
                    </a:lnTo>
                    <a:lnTo>
                      <a:pt x="335" y="529"/>
                    </a:lnTo>
                    <a:lnTo>
                      <a:pt x="338" y="526"/>
                    </a:lnTo>
                    <a:lnTo>
                      <a:pt x="339" y="526"/>
                    </a:lnTo>
                    <a:lnTo>
                      <a:pt x="343" y="522"/>
                    </a:lnTo>
                    <a:lnTo>
                      <a:pt x="345" y="522"/>
                    </a:lnTo>
                    <a:lnTo>
                      <a:pt x="348" y="521"/>
                    </a:lnTo>
                    <a:lnTo>
                      <a:pt x="348" y="522"/>
                    </a:lnTo>
                    <a:lnTo>
                      <a:pt x="345" y="525"/>
                    </a:lnTo>
                    <a:lnTo>
                      <a:pt x="348" y="525"/>
                    </a:lnTo>
                    <a:lnTo>
                      <a:pt x="350" y="529"/>
                    </a:lnTo>
                    <a:lnTo>
                      <a:pt x="350" y="530"/>
                    </a:lnTo>
                    <a:lnTo>
                      <a:pt x="349" y="531"/>
                    </a:lnTo>
                    <a:lnTo>
                      <a:pt x="350" y="534"/>
                    </a:lnTo>
                    <a:lnTo>
                      <a:pt x="349" y="537"/>
                    </a:lnTo>
                    <a:lnTo>
                      <a:pt x="350" y="540"/>
                    </a:lnTo>
                    <a:lnTo>
                      <a:pt x="358" y="540"/>
                    </a:lnTo>
                    <a:lnTo>
                      <a:pt x="360" y="538"/>
                    </a:lnTo>
                    <a:lnTo>
                      <a:pt x="360" y="536"/>
                    </a:lnTo>
                    <a:lnTo>
                      <a:pt x="358" y="536"/>
                    </a:lnTo>
                    <a:lnTo>
                      <a:pt x="356" y="531"/>
                    </a:lnTo>
                    <a:lnTo>
                      <a:pt x="356" y="530"/>
                    </a:lnTo>
                    <a:lnTo>
                      <a:pt x="357" y="529"/>
                    </a:lnTo>
                    <a:lnTo>
                      <a:pt x="361" y="530"/>
                    </a:lnTo>
                    <a:lnTo>
                      <a:pt x="364" y="527"/>
                    </a:lnTo>
                    <a:lnTo>
                      <a:pt x="365" y="523"/>
                    </a:lnTo>
                    <a:lnTo>
                      <a:pt x="368" y="523"/>
                    </a:lnTo>
                    <a:lnTo>
                      <a:pt x="369" y="525"/>
                    </a:lnTo>
                    <a:lnTo>
                      <a:pt x="372" y="525"/>
                    </a:lnTo>
                    <a:lnTo>
                      <a:pt x="369" y="521"/>
                    </a:lnTo>
                    <a:lnTo>
                      <a:pt x="365" y="519"/>
                    </a:lnTo>
                    <a:lnTo>
                      <a:pt x="365" y="518"/>
                    </a:lnTo>
                    <a:lnTo>
                      <a:pt x="362" y="512"/>
                    </a:lnTo>
                    <a:lnTo>
                      <a:pt x="361" y="512"/>
                    </a:lnTo>
                    <a:lnTo>
                      <a:pt x="361" y="515"/>
                    </a:lnTo>
                    <a:lnTo>
                      <a:pt x="358" y="512"/>
                    </a:lnTo>
                    <a:lnTo>
                      <a:pt x="357" y="507"/>
                    </a:lnTo>
                    <a:lnTo>
                      <a:pt x="356" y="506"/>
                    </a:lnTo>
                    <a:lnTo>
                      <a:pt x="353" y="503"/>
                    </a:lnTo>
                    <a:lnTo>
                      <a:pt x="353" y="502"/>
                    </a:lnTo>
                    <a:lnTo>
                      <a:pt x="357" y="500"/>
                    </a:lnTo>
                    <a:lnTo>
                      <a:pt x="357" y="499"/>
                    </a:lnTo>
                    <a:lnTo>
                      <a:pt x="356" y="495"/>
                    </a:lnTo>
                    <a:lnTo>
                      <a:pt x="357" y="493"/>
                    </a:lnTo>
                    <a:lnTo>
                      <a:pt x="360" y="495"/>
                    </a:lnTo>
                    <a:lnTo>
                      <a:pt x="361" y="493"/>
                    </a:lnTo>
                    <a:lnTo>
                      <a:pt x="362" y="495"/>
                    </a:lnTo>
                    <a:lnTo>
                      <a:pt x="365" y="495"/>
                    </a:lnTo>
                    <a:lnTo>
                      <a:pt x="368" y="496"/>
                    </a:lnTo>
                    <a:lnTo>
                      <a:pt x="379" y="495"/>
                    </a:lnTo>
                    <a:lnTo>
                      <a:pt x="392" y="495"/>
                    </a:lnTo>
                    <a:lnTo>
                      <a:pt x="396" y="498"/>
                    </a:lnTo>
                    <a:lnTo>
                      <a:pt x="406" y="502"/>
                    </a:lnTo>
                    <a:lnTo>
                      <a:pt x="406" y="503"/>
                    </a:lnTo>
                    <a:lnTo>
                      <a:pt x="406" y="504"/>
                    </a:lnTo>
                    <a:lnTo>
                      <a:pt x="407" y="507"/>
                    </a:lnTo>
                    <a:lnTo>
                      <a:pt x="410" y="506"/>
                    </a:lnTo>
                    <a:lnTo>
                      <a:pt x="414" y="504"/>
                    </a:lnTo>
                    <a:lnTo>
                      <a:pt x="417" y="506"/>
                    </a:lnTo>
                    <a:lnTo>
                      <a:pt x="418" y="506"/>
                    </a:lnTo>
                    <a:lnTo>
                      <a:pt x="420" y="508"/>
                    </a:lnTo>
                    <a:lnTo>
                      <a:pt x="424" y="510"/>
                    </a:lnTo>
                    <a:lnTo>
                      <a:pt x="432" y="514"/>
                    </a:lnTo>
                    <a:lnTo>
                      <a:pt x="439" y="515"/>
                    </a:lnTo>
                    <a:lnTo>
                      <a:pt x="443" y="517"/>
                    </a:lnTo>
                    <a:lnTo>
                      <a:pt x="444" y="521"/>
                    </a:lnTo>
                    <a:lnTo>
                      <a:pt x="448" y="522"/>
                    </a:lnTo>
                    <a:lnTo>
                      <a:pt x="452" y="525"/>
                    </a:lnTo>
                    <a:lnTo>
                      <a:pt x="455" y="531"/>
                    </a:lnTo>
                    <a:lnTo>
                      <a:pt x="459" y="531"/>
                    </a:lnTo>
                    <a:lnTo>
                      <a:pt x="459" y="530"/>
                    </a:lnTo>
                    <a:lnTo>
                      <a:pt x="458" y="526"/>
                    </a:lnTo>
                    <a:lnTo>
                      <a:pt x="460" y="526"/>
                    </a:lnTo>
                    <a:lnTo>
                      <a:pt x="460" y="525"/>
                    </a:lnTo>
                    <a:lnTo>
                      <a:pt x="459" y="522"/>
                    </a:lnTo>
                    <a:lnTo>
                      <a:pt x="459" y="519"/>
                    </a:lnTo>
                    <a:lnTo>
                      <a:pt x="459" y="512"/>
                    </a:lnTo>
                    <a:lnTo>
                      <a:pt x="462" y="510"/>
                    </a:lnTo>
                    <a:lnTo>
                      <a:pt x="459" y="510"/>
                    </a:lnTo>
                    <a:lnTo>
                      <a:pt x="459" y="508"/>
                    </a:lnTo>
                    <a:lnTo>
                      <a:pt x="456" y="508"/>
                    </a:lnTo>
                    <a:lnTo>
                      <a:pt x="453" y="510"/>
                    </a:lnTo>
                    <a:lnTo>
                      <a:pt x="451" y="510"/>
                    </a:lnTo>
                    <a:lnTo>
                      <a:pt x="445" y="503"/>
                    </a:lnTo>
                    <a:lnTo>
                      <a:pt x="444" y="502"/>
                    </a:lnTo>
                    <a:lnTo>
                      <a:pt x="441" y="499"/>
                    </a:lnTo>
                    <a:lnTo>
                      <a:pt x="441" y="495"/>
                    </a:lnTo>
                    <a:lnTo>
                      <a:pt x="440" y="493"/>
                    </a:lnTo>
                    <a:lnTo>
                      <a:pt x="437" y="496"/>
                    </a:lnTo>
                    <a:lnTo>
                      <a:pt x="434" y="495"/>
                    </a:lnTo>
                    <a:lnTo>
                      <a:pt x="430" y="495"/>
                    </a:lnTo>
                    <a:lnTo>
                      <a:pt x="428" y="493"/>
                    </a:lnTo>
                    <a:lnTo>
                      <a:pt x="426" y="495"/>
                    </a:lnTo>
                    <a:lnTo>
                      <a:pt x="426" y="491"/>
                    </a:lnTo>
                    <a:lnTo>
                      <a:pt x="424" y="488"/>
                    </a:lnTo>
                    <a:lnTo>
                      <a:pt x="421" y="483"/>
                    </a:lnTo>
                    <a:lnTo>
                      <a:pt x="421" y="480"/>
                    </a:lnTo>
                    <a:lnTo>
                      <a:pt x="424" y="481"/>
                    </a:lnTo>
                    <a:lnTo>
                      <a:pt x="425" y="480"/>
                    </a:lnTo>
                    <a:lnTo>
                      <a:pt x="425" y="476"/>
                    </a:lnTo>
                    <a:lnTo>
                      <a:pt x="421" y="473"/>
                    </a:lnTo>
                    <a:lnTo>
                      <a:pt x="421" y="470"/>
                    </a:lnTo>
                    <a:lnTo>
                      <a:pt x="424" y="468"/>
                    </a:lnTo>
                    <a:lnTo>
                      <a:pt x="425" y="468"/>
                    </a:lnTo>
                    <a:lnTo>
                      <a:pt x="422" y="465"/>
                    </a:lnTo>
                    <a:lnTo>
                      <a:pt x="420" y="465"/>
                    </a:lnTo>
                    <a:lnTo>
                      <a:pt x="417" y="459"/>
                    </a:lnTo>
                    <a:lnTo>
                      <a:pt x="415" y="458"/>
                    </a:lnTo>
                    <a:lnTo>
                      <a:pt x="413" y="459"/>
                    </a:lnTo>
                    <a:lnTo>
                      <a:pt x="410" y="455"/>
                    </a:lnTo>
                    <a:lnTo>
                      <a:pt x="410" y="451"/>
                    </a:lnTo>
                    <a:lnTo>
                      <a:pt x="411" y="449"/>
                    </a:lnTo>
                    <a:lnTo>
                      <a:pt x="410" y="446"/>
                    </a:lnTo>
                    <a:lnTo>
                      <a:pt x="410" y="443"/>
                    </a:lnTo>
                    <a:lnTo>
                      <a:pt x="411" y="442"/>
                    </a:lnTo>
                    <a:lnTo>
                      <a:pt x="417" y="435"/>
                    </a:lnTo>
                    <a:lnTo>
                      <a:pt x="420" y="432"/>
                    </a:lnTo>
                    <a:lnTo>
                      <a:pt x="421" y="431"/>
                    </a:lnTo>
                    <a:lnTo>
                      <a:pt x="420" y="427"/>
                    </a:lnTo>
                    <a:lnTo>
                      <a:pt x="420" y="424"/>
                    </a:lnTo>
                    <a:lnTo>
                      <a:pt x="421" y="421"/>
                    </a:lnTo>
                    <a:lnTo>
                      <a:pt x="418" y="417"/>
                    </a:lnTo>
                    <a:lnTo>
                      <a:pt x="418" y="413"/>
                    </a:lnTo>
                    <a:lnTo>
                      <a:pt x="420" y="411"/>
                    </a:lnTo>
                    <a:lnTo>
                      <a:pt x="418" y="409"/>
                    </a:lnTo>
                    <a:lnTo>
                      <a:pt x="418" y="405"/>
                    </a:lnTo>
                    <a:lnTo>
                      <a:pt x="417" y="404"/>
                    </a:lnTo>
                    <a:lnTo>
                      <a:pt x="418" y="398"/>
                    </a:lnTo>
                    <a:lnTo>
                      <a:pt x="420" y="397"/>
                    </a:lnTo>
                    <a:lnTo>
                      <a:pt x="417" y="394"/>
                    </a:lnTo>
                    <a:lnTo>
                      <a:pt x="418" y="389"/>
                    </a:lnTo>
                    <a:lnTo>
                      <a:pt x="417" y="383"/>
                    </a:lnTo>
                    <a:lnTo>
                      <a:pt x="420" y="383"/>
                    </a:lnTo>
                    <a:lnTo>
                      <a:pt x="422" y="383"/>
                    </a:lnTo>
                    <a:lnTo>
                      <a:pt x="421" y="385"/>
                    </a:lnTo>
                    <a:lnTo>
                      <a:pt x="422" y="386"/>
                    </a:lnTo>
                    <a:lnTo>
                      <a:pt x="425" y="385"/>
                    </a:lnTo>
                    <a:lnTo>
                      <a:pt x="429" y="385"/>
                    </a:lnTo>
                    <a:lnTo>
                      <a:pt x="433" y="383"/>
                    </a:lnTo>
                    <a:lnTo>
                      <a:pt x="434" y="383"/>
                    </a:lnTo>
                    <a:lnTo>
                      <a:pt x="437" y="385"/>
                    </a:lnTo>
                    <a:lnTo>
                      <a:pt x="439" y="383"/>
                    </a:lnTo>
                    <a:lnTo>
                      <a:pt x="443" y="383"/>
                    </a:lnTo>
                    <a:lnTo>
                      <a:pt x="451" y="386"/>
                    </a:lnTo>
                    <a:lnTo>
                      <a:pt x="455" y="386"/>
                    </a:lnTo>
                    <a:lnTo>
                      <a:pt x="458" y="387"/>
                    </a:lnTo>
                    <a:lnTo>
                      <a:pt x="459" y="390"/>
                    </a:lnTo>
                    <a:lnTo>
                      <a:pt x="456" y="392"/>
                    </a:lnTo>
                    <a:lnTo>
                      <a:pt x="459" y="394"/>
                    </a:lnTo>
                    <a:lnTo>
                      <a:pt x="459" y="397"/>
                    </a:lnTo>
                    <a:lnTo>
                      <a:pt x="460" y="400"/>
                    </a:lnTo>
                    <a:lnTo>
                      <a:pt x="460" y="404"/>
                    </a:lnTo>
                    <a:lnTo>
                      <a:pt x="462" y="409"/>
                    </a:lnTo>
                    <a:lnTo>
                      <a:pt x="460" y="416"/>
                    </a:lnTo>
                    <a:lnTo>
                      <a:pt x="462" y="419"/>
                    </a:lnTo>
                    <a:lnTo>
                      <a:pt x="462" y="420"/>
                    </a:lnTo>
                    <a:lnTo>
                      <a:pt x="463" y="423"/>
                    </a:lnTo>
                    <a:lnTo>
                      <a:pt x="462" y="426"/>
                    </a:lnTo>
                    <a:lnTo>
                      <a:pt x="460" y="427"/>
                    </a:lnTo>
                    <a:lnTo>
                      <a:pt x="462" y="430"/>
                    </a:lnTo>
                    <a:lnTo>
                      <a:pt x="464" y="432"/>
                    </a:lnTo>
                    <a:lnTo>
                      <a:pt x="466" y="436"/>
                    </a:lnTo>
                    <a:lnTo>
                      <a:pt x="470" y="438"/>
                    </a:lnTo>
                    <a:lnTo>
                      <a:pt x="470" y="438"/>
                    </a:lnTo>
                    <a:lnTo>
                      <a:pt x="471" y="438"/>
                    </a:lnTo>
                    <a:lnTo>
                      <a:pt x="474" y="439"/>
                    </a:lnTo>
                    <a:lnTo>
                      <a:pt x="474" y="443"/>
                    </a:lnTo>
                    <a:lnTo>
                      <a:pt x="478" y="446"/>
                    </a:lnTo>
                    <a:lnTo>
                      <a:pt x="479" y="449"/>
                    </a:lnTo>
                    <a:lnTo>
                      <a:pt x="481" y="458"/>
                    </a:lnTo>
                    <a:lnTo>
                      <a:pt x="483" y="461"/>
                    </a:lnTo>
                    <a:lnTo>
                      <a:pt x="483" y="462"/>
                    </a:lnTo>
                    <a:lnTo>
                      <a:pt x="482" y="465"/>
                    </a:lnTo>
                    <a:lnTo>
                      <a:pt x="485" y="468"/>
                    </a:lnTo>
                    <a:lnTo>
                      <a:pt x="485" y="472"/>
                    </a:lnTo>
                    <a:lnTo>
                      <a:pt x="490" y="478"/>
                    </a:lnTo>
                    <a:lnTo>
                      <a:pt x="489" y="483"/>
                    </a:lnTo>
                    <a:lnTo>
                      <a:pt x="490" y="485"/>
                    </a:lnTo>
                    <a:lnTo>
                      <a:pt x="493" y="487"/>
                    </a:lnTo>
                    <a:lnTo>
                      <a:pt x="492" y="489"/>
                    </a:lnTo>
                    <a:lnTo>
                      <a:pt x="493" y="491"/>
                    </a:lnTo>
                    <a:lnTo>
                      <a:pt x="494" y="498"/>
                    </a:lnTo>
                    <a:lnTo>
                      <a:pt x="500" y="504"/>
                    </a:lnTo>
                    <a:lnTo>
                      <a:pt x="505" y="506"/>
                    </a:lnTo>
                    <a:lnTo>
                      <a:pt x="506" y="508"/>
                    </a:lnTo>
                    <a:lnTo>
                      <a:pt x="509" y="508"/>
                    </a:lnTo>
                    <a:lnTo>
                      <a:pt x="513" y="512"/>
                    </a:lnTo>
                    <a:lnTo>
                      <a:pt x="513" y="515"/>
                    </a:lnTo>
                    <a:lnTo>
                      <a:pt x="512" y="515"/>
                    </a:lnTo>
                    <a:lnTo>
                      <a:pt x="512" y="518"/>
                    </a:lnTo>
                    <a:lnTo>
                      <a:pt x="511" y="522"/>
                    </a:lnTo>
                    <a:lnTo>
                      <a:pt x="513" y="527"/>
                    </a:lnTo>
                    <a:lnTo>
                      <a:pt x="516" y="530"/>
                    </a:lnTo>
                    <a:lnTo>
                      <a:pt x="516" y="534"/>
                    </a:lnTo>
                    <a:lnTo>
                      <a:pt x="513" y="537"/>
                    </a:lnTo>
                    <a:lnTo>
                      <a:pt x="513" y="538"/>
                    </a:lnTo>
                    <a:lnTo>
                      <a:pt x="512" y="541"/>
                    </a:lnTo>
                    <a:lnTo>
                      <a:pt x="513" y="542"/>
                    </a:lnTo>
                    <a:lnTo>
                      <a:pt x="513" y="548"/>
                    </a:lnTo>
                    <a:lnTo>
                      <a:pt x="511" y="550"/>
                    </a:lnTo>
                    <a:lnTo>
                      <a:pt x="511" y="550"/>
                    </a:lnTo>
                    <a:lnTo>
                      <a:pt x="513" y="550"/>
                    </a:lnTo>
                    <a:lnTo>
                      <a:pt x="513" y="552"/>
                    </a:lnTo>
                    <a:lnTo>
                      <a:pt x="509" y="555"/>
                    </a:lnTo>
                    <a:lnTo>
                      <a:pt x="509" y="560"/>
                    </a:lnTo>
                    <a:lnTo>
                      <a:pt x="508" y="561"/>
                    </a:lnTo>
                    <a:lnTo>
                      <a:pt x="505" y="560"/>
                    </a:lnTo>
                    <a:lnTo>
                      <a:pt x="505" y="563"/>
                    </a:lnTo>
                    <a:lnTo>
                      <a:pt x="508" y="565"/>
                    </a:lnTo>
                    <a:lnTo>
                      <a:pt x="508" y="567"/>
                    </a:lnTo>
                    <a:lnTo>
                      <a:pt x="505" y="570"/>
                    </a:lnTo>
                    <a:lnTo>
                      <a:pt x="502" y="572"/>
                    </a:lnTo>
                    <a:lnTo>
                      <a:pt x="497" y="572"/>
                    </a:lnTo>
                    <a:lnTo>
                      <a:pt x="494" y="570"/>
                    </a:lnTo>
                    <a:lnTo>
                      <a:pt x="500" y="567"/>
                    </a:lnTo>
                    <a:lnTo>
                      <a:pt x="500" y="565"/>
                    </a:lnTo>
                    <a:lnTo>
                      <a:pt x="497" y="565"/>
                    </a:lnTo>
                    <a:lnTo>
                      <a:pt x="496" y="567"/>
                    </a:lnTo>
                    <a:lnTo>
                      <a:pt x="493" y="567"/>
                    </a:lnTo>
                    <a:lnTo>
                      <a:pt x="487" y="564"/>
                    </a:lnTo>
                    <a:lnTo>
                      <a:pt x="486" y="565"/>
                    </a:lnTo>
                    <a:lnTo>
                      <a:pt x="478" y="567"/>
                    </a:lnTo>
                    <a:lnTo>
                      <a:pt x="474" y="567"/>
                    </a:lnTo>
                    <a:lnTo>
                      <a:pt x="471" y="571"/>
                    </a:lnTo>
                    <a:lnTo>
                      <a:pt x="474" y="571"/>
                    </a:lnTo>
                    <a:lnTo>
                      <a:pt x="474" y="572"/>
                    </a:lnTo>
                    <a:lnTo>
                      <a:pt x="475" y="570"/>
                    </a:lnTo>
                    <a:lnTo>
                      <a:pt x="481" y="568"/>
                    </a:lnTo>
                    <a:lnTo>
                      <a:pt x="482" y="571"/>
                    </a:lnTo>
                    <a:lnTo>
                      <a:pt x="485" y="575"/>
                    </a:lnTo>
                    <a:lnTo>
                      <a:pt x="496" y="576"/>
                    </a:lnTo>
                    <a:lnTo>
                      <a:pt x="501" y="578"/>
                    </a:lnTo>
                    <a:lnTo>
                      <a:pt x="505" y="576"/>
                    </a:lnTo>
                    <a:lnTo>
                      <a:pt x="511" y="576"/>
                    </a:lnTo>
                    <a:lnTo>
                      <a:pt x="512" y="578"/>
                    </a:lnTo>
                    <a:lnTo>
                      <a:pt x="517" y="579"/>
                    </a:lnTo>
                    <a:lnTo>
                      <a:pt x="521" y="578"/>
                    </a:lnTo>
                    <a:lnTo>
                      <a:pt x="521" y="574"/>
                    </a:lnTo>
                    <a:lnTo>
                      <a:pt x="520" y="572"/>
                    </a:lnTo>
                    <a:lnTo>
                      <a:pt x="520" y="568"/>
                    </a:lnTo>
                    <a:lnTo>
                      <a:pt x="521" y="567"/>
                    </a:lnTo>
                    <a:lnTo>
                      <a:pt x="524" y="565"/>
                    </a:lnTo>
                    <a:lnTo>
                      <a:pt x="524" y="563"/>
                    </a:lnTo>
                    <a:lnTo>
                      <a:pt x="528" y="559"/>
                    </a:lnTo>
                    <a:lnTo>
                      <a:pt x="528" y="556"/>
                    </a:lnTo>
                    <a:lnTo>
                      <a:pt x="531" y="549"/>
                    </a:lnTo>
                    <a:lnTo>
                      <a:pt x="528" y="545"/>
                    </a:lnTo>
                    <a:lnTo>
                      <a:pt x="530" y="541"/>
                    </a:lnTo>
                    <a:lnTo>
                      <a:pt x="534" y="533"/>
                    </a:lnTo>
                    <a:lnTo>
                      <a:pt x="534" y="530"/>
                    </a:lnTo>
                    <a:lnTo>
                      <a:pt x="530" y="521"/>
                    </a:lnTo>
                    <a:lnTo>
                      <a:pt x="524" y="517"/>
                    </a:lnTo>
                    <a:lnTo>
                      <a:pt x="523" y="514"/>
                    </a:lnTo>
                    <a:lnTo>
                      <a:pt x="521" y="506"/>
                    </a:lnTo>
                    <a:lnTo>
                      <a:pt x="527" y="503"/>
                    </a:lnTo>
                    <a:lnTo>
                      <a:pt x="528" y="499"/>
                    </a:lnTo>
                    <a:lnTo>
                      <a:pt x="532" y="499"/>
                    </a:lnTo>
                    <a:lnTo>
                      <a:pt x="538" y="493"/>
                    </a:lnTo>
                    <a:lnTo>
                      <a:pt x="542" y="492"/>
                    </a:lnTo>
                    <a:lnTo>
                      <a:pt x="546" y="498"/>
                    </a:lnTo>
                    <a:lnTo>
                      <a:pt x="546" y="502"/>
                    </a:lnTo>
                    <a:lnTo>
                      <a:pt x="551" y="503"/>
                    </a:lnTo>
                    <a:lnTo>
                      <a:pt x="553" y="506"/>
                    </a:lnTo>
                    <a:lnTo>
                      <a:pt x="554" y="506"/>
                    </a:lnTo>
                    <a:lnTo>
                      <a:pt x="557" y="510"/>
                    </a:lnTo>
                    <a:lnTo>
                      <a:pt x="557" y="514"/>
                    </a:lnTo>
                    <a:lnTo>
                      <a:pt x="559" y="515"/>
                    </a:lnTo>
                    <a:lnTo>
                      <a:pt x="559" y="518"/>
                    </a:lnTo>
                    <a:lnTo>
                      <a:pt x="562" y="522"/>
                    </a:lnTo>
                    <a:lnTo>
                      <a:pt x="564" y="525"/>
                    </a:lnTo>
                    <a:lnTo>
                      <a:pt x="562" y="526"/>
                    </a:lnTo>
                    <a:lnTo>
                      <a:pt x="564" y="530"/>
                    </a:lnTo>
                    <a:lnTo>
                      <a:pt x="568" y="530"/>
                    </a:lnTo>
                    <a:lnTo>
                      <a:pt x="570" y="533"/>
                    </a:lnTo>
                    <a:lnTo>
                      <a:pt x="574" y="531"/>
                    </a:lnTo>
                    <a:lnTo>
                      <a:pt x="577" y="531"/>
                    </a:lnTo>
                    <a:lnTo>
                      <a:pt x="581" y="530"/>
                    </a:lnTo>
                    <a:lnTo>
                      <a:pt x="583" y="529"/>
                    </a:lnTo>
                    <a:lnTo>
                      <a:pt x="584" y="527"/>
                    </a:lnTo>
                    <a:lnTo>
                      <a:pt x="583" y="527"/>
                    </a:lnTo>
                    <a:lnTo>
                      <a:pt x="580" y="527"/>
                    </a:lnTo>
                    <a:lnTo>
                      <a:pt x="578" y="526"/>
                    </a:lnTo>
                    <a:lnTo>
                      <a:pt x="576" y="529"/>
                    </a:lnTo>
                    <a:lnTo>
                      <a:pt x="572" y="529"/>
                    </a:lnTo>
                    <a:lnTo>
                      <a:pt x="570" y="526"/>
                    </a:lnTo>
                    <a:lnTo>
                      <a:pt x="568" y="527"/>
                    </a:lnTo>
                    <a:lnTo>
                      <a:pt x="565" y="525"/>
                    </a:lnTo>
                    <a:lnTo>
                      <a:pt x="566" y="522"/>
                    </a:lnTo>
                    <a:lnTo>
                      <a:pt x="565" y="521"/>
                    </a:lnTo>
                    <a:lnTo>
                      <a:pt x="562" y="517"/>
                    </a:lnTo>
                    <a:lnTo>
                      <a:pt x="564" y="512"/>
                    </a:lnTo>
                    <a:lnTo>
                      <a:pt x="566" y="511"/>
                    </a:lnTo>
                    <a:lnTo>
                      <a:pt x="568" y="510"/>
                    </a:lnTo>
                    <a:lnTo>
                      <a:pt x="566" y="507"/>
                    </a:lnTo>
                    <a:lnTo>
                      <a:pt x="565" y="506"/>
                    </a:lnTo>
                    <a:lnTo>
                      <a:pt x="565" y="504"/>
                    </a:lnTo>
                    <a:lnTo>
                      <a:pt x="564" y="503"/>
                    </a:lnTo>
                    <a:lnTo>
                      <a:pt x="559" y="500"/>
                    </a:lnTo>
                    <a:lnTo>
                      <a:pt x="559" y="498"/>
                    </a:lnTo>
                    <a:lnTo>
                      <a:pt x="555" y="493"/>
                    </a:lnTo>
                    <a:lnTo>
                      <a:pt x="551" y="493"/>
                    </a:lnTo>
                    <a:lnTo>
                      <a:pt x="545" y="491"/>
                    </a:lnTo>
                    <a:lnTo>
                      <a:pt x="542" y="488"/>
                    </a:lnTo>
                    <a:lnTo>
                      <a:pt x="539" y="489"/>
                    </a:lnTo>
                    <a:lnTo>
                      <a:pt x="534" y="485"/>
                    </a:lnTo>
                    <a:lnTo>
                      <a:pt x="532" y="487"/>
                    </a:lnTo>
                    <a:lnTo>
                      <a:pt x="528" y="485"/>
                    </a:lnTo>
                    <a:lnTo>
                      <a:pt x="524" y="489"/>
                    </a:lnTo>
                    <a:lnTo>
                      <a:pt x="524" y="493"/>
                    </a:lnTo>
                    <a:lnTo>
                      <a:pt x="521" y="495"/>
                    </a:lnTo>
                    <a:lnTo>
                      <a:pt x="517" y="493"/>
                    </a:lnTo>
                    <a:lnTo>
                      <a:pt x="512" y="496"/>
                    </a:lnTo>
                    <a:lnTo>
                      <a:pt x="509" y="495"/>
                    </a:lnTo>
                    <a:lnTo>
                      <a:pt x="506" y="492"/>
                    </a:lnTo>
                    <a:lnTo>
                      <a:pt x="508" y="489"/>
                    </a:lnTo>
                    <a:lnTo>
                      <a:pt x="506" y="485"/>
                    </a:lnTo>
                    <a:lnTo>
                      <a:pt x="501" y="480"/>
                    </a:lnTo>
                    <a:lnTo>
                      <a:pt x="500" y="477"/>
                    </a:lnTo>
                    <a:lnTo>
                      <a:pt x="501" y="470"/>
                    </a:lnTo>
                    <a:lnTo>
                      <a:pt x="497" y="465"/>
                    </a:lnTo>
                    <a:lnTo>
                      <a:pt x="498" y="462"/>
                    </a:lnTo>
                    <a:lnTo>
                      <a:pt x="498" y="453"/>
                    </a:lnTo>
                    <a:lnTo>
                      <a:pt x="497" y="447"/>
                    </a:lnTo>
                    <a:lnTo>
                      <a:pt x="493" y="443"/>
                    </a:lnTo>
                    <a:lnTo>
                      <a:pt x="490" y="443"/>
                    </a:lnTo>
                    <a:lnTo>
                      <a:pt x="487" y="439"/>
                    </a:lnTo>
                    <a:lnTo>
                      <a:pt x="482" y="434"/>
                    </a:lnTo>
                    <a:lnTo>
                      <a:pt x="477" y="431"/>
                    </a:lnTo>
                    <a:lnTo>
                      <a:pt x="477" y="427"/>
                    </a:lnTo>
                    <a:lnTo>
                      <a:pt x="478" y="421"/>
                    </a:lnTo>
                    <a:lnTo>
                      <a:pt x="477" y="417"/>
                    </a:lnTo>
                    <a:lnTo>
                      <a:pt x="475" y="416"/>
                    </a:lnTo>
                    <a:lnTo>
                      <a:pt x="475" y="413"/>
                    </a:lnTo>
                    <a:lnTo>
                      <a:pt x="478" y="411"/>
                    </a:lnTo>
                    <a:lnTo>
                      <a:pt x="482" y="405"/>
                    </a:lnTo>
                    <a:lnTo>
                      <a:pt x="485" y="400"/>
                    </a:lnTo>
                    <a:lnTo>
                      <a:pt x="482" y="392"/>
                    </a:lnTo>
                    <a:lnTo>
                      <a:pt x="477" y="379"/>
                    </a:lnTo>
                    <a:lnTo>
                      <a:pt x="478" y="379"/>
                    </a:lnTo>
                    <a:lnTo>
                      <a:pt x="482" y="382"/>
                    </a:lnTo>
                    <a:lnTo>
                      <a:pt x="483" y="386"/>
                    </a:lnTo>
                    <a:lnTo>
                      <a:pt x="485" y="386"/>
                    </a:lnTo>
                    <a:lnTo>
                      <a:pt x="486" y="387"/>
                    </a:lnTo>
                    <a:lnTo>
                      <a:pt x="486" y="392"/>
                    </a:lnTo>
                    <a:lnTo>
                      <a:pt x="490" y="396"/>
                    </a:lnTo>
                    <a:lnTo>
                      <a:pt x="489" y="401"/>
                    </a:lnTo>
                    <a:lnTo>
                      <a:pt x="492" y="405"/>
                    </a:lnTo>
                    <a:lnTo>
                      <a:pt x="490" y="409"/>
                    </a:lnTo>
                    <a:lnTo>
                      <a:pt x="492" y="412"/>
                    </a:lnTo>
                    <a:lnTo>
                      <a:pt x="496" y="416"/>
                    </a:lnTo>
                    <a:lnTo>
                      <a:pt x="496" y="417"/>
                    </a:lnTo>
                    <a:lnTo>
                      <a:pt x="498" y="420"/>
                    </a:lnTo>
                    <a:lnTo>
                      <a:pt x="498" y="421"/>
                    </a:lnTo>
                    <a:lnTo>
                      <a:pt x="496" y="424"/>
                    </a:lnTo>
                    <a:lnTo>
                      <a:pt x="497" y="426"/>
                    </a:lnTo>
                    <a:lnTo>
                      <a:pt x="501" y="426"/>
                    </a:lnTo>
                    <a:lnTo>
                      <a:pt x="505" y="428"/>
                    </a:lnTo>
                    <a:lnTo>
                      <a:pt x="511" y="428"/>
                    </a:lnTo>
                    <a:lnTo>
                      <a:pt x="513" y="427"/>
                    </a:lnTo>
                    <a:lnTo>
                      <a:pt x="515" y="428"/>
                    </a:lnTo>
                    <a:lnTo>
                      <a:pt x="516" y="431"/>
                    </a:lnTo>
                    <a:lnTo>
                      <a:pt x="519" y="428"/>
                    </a:lnTo>
                    <a:lnTo>
                      <a:pt x="521" y="427"/>
                    </a:lnTo>
                    <a:lnTo>
                      <a:pt x="524" y="426"/>
                    </a:lnTo>
                    <a:lnTo>
                      <a:pt x="527" y="427"/>
                    </a:lnTo>
                    <a:lnTo>
                      <a:pt x="531" y="431"/>
                    </a:lnTo>
                    <a:lnTo>
                      <a:pt x="534" y="431"/>
                    </a:lnTo>
                    <a:lnTo>
                      <a:pt x="538" y="434"/>
                    </a:lnTo>
                    <a:lnTo>
                      <a:pt x="543" y="432"/>
                    </a:lnTo>
                    <a:lnTo>
                      <a:pt x="546" y="430"/>
                    </a:lnTo>
                    <a:lnTo>
                      <a:pt x="543" y="431"/>
                    </a:lnTo>
                    <a:lnTo>
                      <a:pt x="538" y="431"/>
                    </a:lnTo>
                    <a:lnTo>
                      <a:pt x="536" y="428"/>
                    </a:lnTo>
                    <a:lnTo>
                      <a:pt x="535" y="427"/>
                    </a:lnTo>
                    <a:lnTo>
                      <a:pt x="534" y="423"/>
                    </a:lnTo>
                    <a:lnTo>
                      <a:pt x="528" y="423"/>
                    </a:lnTo>
                    <a:lnTo>
                      <a:pt x="528" y="421"/>
                    </a:lnTo>
                    <a:lnTo>
                      <a:pt x="527" y="421"/>
                    </a:lnTo>
                    <a:lnTo>
                      <a:pt x="524" y="423"/>
                    </a:lnTo>
                    <a:lnTo>
                      <a:pt x="517" y="423"/>
                    </a:lnTo>
                    <a:lnTo>
                      <a:pt x="515" y="420"/>
                    </a:lnTo>
                    <a:lnTo>
                      <a:pt x="511" y="420"/>
                    </a:lnTo>
                    <a:lnTo>
                      <a:pt x="505" y="416"/>
                    </a:lnTo>
                    <a:lnTo>
                      <a:pt x="504" y="412"/>
                    </a:lnTo>
                    <a:lnTo>
                      <a:pt x="502" y="412"/>
                    </a:lnTo>
                    <a:lnTo>
                      <a:pt x="498" y="405"/>
                    </a:lnTo>
                    <a:lnTo>
                      <a:pt x="500" y="404"/>
                    </a:lnTo>
                    <a:lnTo>
                      <a:pt x="501" y="402"/>
                    </a:lnTo>
                    <a:lnTo>
                      <a:pt x="505" y="400"/>
                    </a:lnTo>
                    <a:lnTo>
                      <a:pt x="508" y="400"/>
                    </a:lnTo>
                    <a:lnTo>
                      <a:pt x="512" y="404"/>
                    </a:lnTo>
                    <a:lnTo>
                      <a:pt x="517" y="406"/>
                    </a:lnTo>
                    <a:lnTo>
                      <a:pt x="521" y="406"/>
                    </a:lnTo>
                    <a:lnTo>
                      <a:pt x="525" y="401"/>
                    </a:lnTo>
                    <a:lnTo>
                      <a:pt x="523" y="396"/>
                    </a:lnTo>
                    <a:lnTo>
                      <a:pt x="517" y="394"/>
                    </a:lnTo>
                    <a:lnTo>
                      <a:pt x="512" y="397"/>
                    </a:lnTo>
                    <a:lnTo>
                      <a:pt x="511" y="396"/>
                    </a:lnTo>
                    <a:lnTo>
                      <a:pt x="512" y="393"/>
                    </a:lnTo>
                    <a:lnTo>
                      <a:pt x="513" y="394"/>
                    </a:lnTo>
                    <a:lnTo>
                      <a:pt x="515" y="393"/>
                    </a:lnTo>
                    <a:lnTo>
                      <a:pt x="515" y="390"/>
                    </a:lnTo>
                    <a:lnTo>
                      <a:pt x="519" y="385"/>
                    </a:lnTo>
                    <a:lnTo>
                      <a:pt x="521" y="382"/>
                    </a:lnTo>
                    <a:lnTo>
                      <a:pt x="524" y="383"/>
                    </a:lnTo>
                    <a:lnTo>
                      <a:pt x="534" y="383"/>
                    </a:lnTo>
                    <a:lnTo>
                      <a:pt x="538" y="387"/>
                    </a:lnTo>
                    <a:lnTo>
                      <a:pt x="540" y="390"/>
                    </a:lnTo>
                    <a:lnTo>
                      <a:pt x="550" y="390"/>
                    </a:lnTo>
                    <a:lnTo>
                      <a:pt x="550" y="393"/>
                    </a:lnTo>
                    <a:lnTo>
                      <a:pt x="553" y="396"/>
                    </a:lnTo>
                    <a:lnTo>
                      <a:pt x="559" y="401"/>
                    </a:lnTo>
                    <a:lnTo>
                      <a:pt x="564" y="401"/>
                    </a:lnTo>
                    <a:lnTo>
                      <a:pt x="570" y="401"/>
                    </a:lnTo>
                    <a:lnTo>
                      <a:pt x="577" y="397"/>
                    </a:lnTo>
                    <a:lnTo>
                      <a:pt x="578" y="398"/>
                    </a:lnTo>
                    <a:lnTo>
                      <a:pt x="580" y="398"/>
                    </a:lnTo>
                    <a:lnTo>
                      <a:pt x="584" y="398"/>
                    </a:lnTo>
                    <a:lnTo>
                      <a:pt x="583" y="404"/>
                    </a:lnTo>
                    <a:lnTo>
                      <a:pt x="583" y="406"/>
                    </a:lnTo>
                    <a:lnTo>
                      <a:pt x="583" y="409"/>
                    </a:lnTo>
                    <a:lnTo>
                      <a:pt x="578" y="412"/>
                    </a:lnTo>
                    <a:lnTo>
                      <a:pt x="578" y="415"/>
                    </a:lnTo>
                    <a:lnTo>
                      <a:pt x="581" y="419"/>
                    </a:lnTo>
                    <a:lnTo>
                      <a:pt x="581" y="423"/>
                    </a:lnTo>
                    <a:lnTo>
                      <a:pt x="585" y="427"/>
                    </a:lnTo>
                    <a:lnTo>
                      <a:pt x="585" y="430"/>
                    </a:lnTo>
                    <a:lnTo>
                      <a:pt x="584" y="432"/>
                    </a:lnTo>
                    <a:lnTo>
                      <a:pt x="585" y="442"/>
                    </a:lnTo>
                    <a:lnTo>
                      <a:pt x="587" y="442"/>
                    </a:lnTo>
                    <a:lnTo>
                      <a:pt x="588" y="438"/>
                    </a:lnTo>
                    <a:lnTo>
                      <a:pt x="587" y="436"/>
                    </a:lnTo>
                    <a:lnTo>
                      <a:pt x="588" y="434"/>
                    </a:lnTo>
                    <a:lnTo>
                      <a:pt x="588" y="431"/>
                    </a:lnTo>
                    <a:lnTo>
                      <a:pt x="591" y="430"/>
                    </a:lnTo>
                    <a:lnTo>
                      <a:pt x="592" y="426"/>
                    </a:lnTo>
                    <a:lnTo>
                      <a:pt x="595" y="427"/>
                    </a:lnTo>
                    <a:lnTo>
                      <a:pt x="596" y="432"/>
                    </a:lnTo>
                    <a:lnTo>
                      <a:pt x="596" y="439"/>
                    </a:lnTo>
                    <a:lnTo>
                      <a:pt x="597" y="440"/>
                    </a:lnTo>
                    <a:lnTo>
                      <a:pt x="595" y="442"/>
                    </a:lnTo>
                    <a:lnTo>
                      <a:pt x="595" y="446"/>
                    </a:lnTo>
                    <a:lnTo>
                      <a:pt x="593" y="446"/>
                    </a:lnTo>
                    <a:lnTo>
                      <a:pt x="599" y="450"/>
                    </a:lnTo>
                    <a:lnTo>
                      <a:pt x="603" y="450"/>
                    </a:lnTo>
                    <a:lnTo>
                      <a:pt x="608" y="451"/>
                    </a:lnTo>
                    <a:lnTo>
                      <a:pt x="611" y="454"/>
                    </a:lnTo>
                    <a:lnTo>
                      <a:pt x="611" y="457"/>
                    </a:lnTo>
                    <a:lnTo>
                      <a:pt x="614" y="459"/>
                    </a:lnTo>
                    <a:lnTo>
                      <a:pt x="619" y="459"/>
                    </a:lnTo>
                    <a:lnTo>
                      <a:pt x="625" y="466"/>
                    </a:lnTo>
                    <a:lnTo>
                      <a:pt x="625" y="464"/>
                    </a:lnTo>
                    <a:lnTo>
                      <a:pt x="625" y="459"/>
                    </a:lnTo>
                    <a:lnTo>
                      <a:pt x="629" y="455"/>
                    </a:lnTo>
                    <a:lnTo>
                      <a:pt x="631" y="455"/>
                    </a:lnTo>
                    <a:lnTo>
                      <a:pt x="638" y="459"/>
                    </a:lnTo>
                    <a:lnTo>
                      <a:pt x="642" y="459"/>
                    </a:lnTo>
                    <a:lnTo>
                      <a:pt x="645" y="462"/>
                    </a:lnTo>
                    <a:lnTo>
                      <a:pt x="646" y="468"/>
                    </a:lnTo>
                    <a:lnTo>
                      <a:pt x="645" y="462"/>
                    </a:lnTo>
                    <a:lnTo>
                      <a:pt x="644" y="458"/>
                    </a:lnTo>
                    <a:lnTo>
                      <a:pt x="641" y="458"/>
                    </a:lnTo>
                    <a:lnTo>
                      <a:pt x="637" y="457"/>
                    </a:lnTo>
                    <a:lnTo>
                      <a:pt x="631" y="454"/>
                    </a:lnTo>
                    <a:lnTo>
                      <a:pt x="627" y="454"/>
                    </a:lnTo>
                    <a:lnTo>
                      <a:pt x="623" y="458"/>
                    </a:lnTo>
                    <a:lnTo>
                      <a:pt x="621" y="457"/>
                    </a:lnTo>
                    <a:lnTo>
                      <a:pt x="621" y="458"/>
                    </a:lnTo>
                    <a:lnTo>
                      <a:pt x="615" y="455"/>
                    </a:lnTo>
                    <a:lnTo>
                      <a:pt x="610" y="450"/>
                    </a:lnTo>
                    <a:lnTo>
                      <a:pt x="607" y="449"/>
                    </a:lnTo>
                    <a:lnTo>
                      <a:pt x="602" y="447"/>
                    </a:lnTo>
                    <a:lnTo>
                      <a:pt x="599" y="443"/>
                    </a:lnTo>
                    <a:lnTo>
                      <a:pt x="602" y="445"/>
                    </a:lnTo>
                    <a:lnTo>
                      <a:pt x="603" y="445"/>
                    </a:lnTo>
                    <a:lnTo>
                      <a:pt x="607" y="438"/>
                    </a:lnTo>
                    <a:lnTo>
                      <a:pt x="606" y="435"/>
                    </a:lnTo>
                    <a:lnTo>
                      <a:pt x="602" y="431"/>
                    </a:lnTo>
                    <a:lnTo>
                      <a:pt x="600" y="426"/>
                    </a:lnTo>
                    <a:lnTo>
                      <a:pt x="596" y="419"/>
                    </a:lnTo>
                    <a:lnTo>
                      <a:pt x="592" y="416"/>
                    </a:lnTo>
                    <a:lnTo>
                      <a:pt x="589" y="413"/>
                    </a:lnTo>
                    <a:lnTo>
                      <a:pt x="591" y="409"/>
                    </a:lnTo>
                    <a:lnTo>
                      <a:pt x="589" y="406"/>
                    </a:lnTo>
                    <a:lnTo>
                      <a:pt x="588" y="400"/>
                    </a:lnTo>
                    <a:lnTo>
                      <a:pt x="585" y="396"/>
                    </a:lnTo>
                    <a:lnTo>
                      <a:pt x="584" y="396"/>
                    </a:lnTo>
                    <a:lnTo>
                      <a:pt x="578" y="393"/>
                    </a:lnTo>
                    <a:lnTo>
                      <a:pt x="572" y="392"/>
                    </a:lnTo>
                    <a:lnTo>
                      <a:pt x="569" y="389"/>
                    </a:lnTo>
                    <a:lnTo>
                      <a:pt x="565" y="386"/>
                    </a:lnTo>
                    <a:lnTo>
                      <a:pt x="565" y="382"/>
                    </a:lnTo>
                    <a:lnTo>
                      <a:pt x="564" y="379"/>
                    </a:lnTo>
                    <a:lnTo>
                      <a:pt x="564" y="378"/>
                    </a:lnTo>
                    <a:lnTo>
                      <a:pt x="561" y="379"/>
                    </a:lnTo>
                    <a:lnTo>
                      <a:pt x="550" y="379"/>
                    </a:lnTo>
                    <a:lnTo>
                      <a:pt x="547" y="379"/>
                    </a:lnTo>
                    <a:lnTo>
                      <a:pt x="543" y="377"/>
                    </a:lnTo>
                    <a:lnTo>
                      <a:pt x="542" y="374"/>
                    </a:lnTo>
                    <a:lnTo>
                      <a:pt x="542" y="374"/>
                    </a:lnTo>
                    <a:lnTo>
                      <a:pt x="540" y="371"/>
                    </a:lnTo>
                    <a:lnTo>
                      <a:pt x="540" y="366"/>
                    </a:lnTo>
                    <a:lnTo>
                      <a:pt x="536" y="359"/>
                    </a:lnTo>
                    <a:lnTo>
                      <a:pt x="531" y="356"/>
                    </a:lnTo>
                    <a:lnTo>
                      <a:pt x="532" y="355"/>
                    </a:lnTo>
                    <a:lnTo>
                      <a:pt x="532" y="352"/>
                    </a:lnTo>
                    <a:lnTo>
                      <a:pt x="530" y="352"/>
                    </a:lnTo>
                    <a:lnTo>
                      <a:pt x="528" y="351"/>
                    </a:lnTo>
                    <a:lnTo>
                      <a:pt x="528" y="348"/>
                    </a:lnTo>
                    <a:lnTo>
                      <a:pt x="530" y="344"/>
                    </a:lnTo>
                    <a:lnTo>
                      <a:pt x="525" y="341"/>
                    </a:lnTo>
                    <a:lnTo>
                      <a:pt x="528" y="340"/>
                    </a:lnTo>
                    <a:lnTo>
                      <a:pt x="532" y="340"/>
                    </a:lnTo>
                    <a:lnTo>
                      <a:pt x="535" y="337"/>
                    </a:lnTo>
                    <a:lnTo>
                      <a:pt x="539" y="337"/>
                    </a:lnTo>
                    <a:lnTo>
                      <a:pt x="546" y="334"/>
                    </a:lnTo>
                    <a:lnTo>
                      <a:pt x="557" y="330"/>
                    </a:lnTo>
                    <a:lnTo>
                      <a:pt x="561" y="328"/>
                    </a:lnTo>
                    <a:lnTo>
                      <a:pt x="565" y="326"/>
                    </a:lnTo>
                    <a:lnTo>
                      <a:pt x="568" y="328"/>
                    </a:lnTo>
                    <a:lnTo>
                      <a:pt x="572" y="326"/>
                    </a:lnTo>
                    <a:lnTo>
                      <a:pt x="573" y="322"/>
                    </a:lnTo>
                    <a:lnTo>
                      <a:pt x="578" y="321"/>
                    </a:lnTo>
                    <a:lnTo>
                      <a:pt x="588" y="317"/>
                    </a:lnTo>
                    <a:lnTo>
                      <a:pt x="589" y="318"/>
                    </a:lnTo>
                    <a:lnTo>
                      <a:pt x="587" y="321"/>
                    </a:lnTo>
                    <a:lnTo>
                      <a:pt x="588" y="324"/>
                    </a:lnTo>
                    <a:lnTo>
                      <a:pt x="585" y="325"/>
                    </a:lnTo>
                    <a:lnTo>
                      <a:pt x="583" y="330"/>
                    </a:lnTo>
                    <a:lnTo>
                      <a:pt x="583" y="333"/>
                    </a:lnTo>
                    <a:lnTo>
                      <a:pt x="588" y="339"/>
                    </a:lnTo>
                    <a:lnTo>
                      <a:pt x="593" y="339"/>
                    </a:lnTo>
                    <a:lnTo>
                      <a:pt x="591" y="337"/>
                    </a:lnTo>
                    <a:lnTo>
                      <a:pt x="585" y="332"/>
                    </a:lnTo>
                    <a:lnTo>
                      <a:pt x="585" y="330"/>
                    </a:lnTo>
                    <a:lnTo>
                      <a:pt x="588" y="326"/>
                    </a:lnTo>
                    <a:lnTo>
                      <a:pt x="593" y="324"/>
                    </a:lnTo>
                    <a:lnTo>
                      <a:pt x="596" y="318"/>
                    </a:lnTo>
                    <a:lnTo>
                      <a:pt x="593" y="314"/>
                    </a:lnTo>
                    <a:lnTo>
                      <a:pt x="591" y="314"/>
                    </a:lnTo>
                    <a:lnTo>
                      <a:pt x="587" y="311"/>
                    </a:lnTo>
                    <a:lnTo>
                      <a:pt x="587" y="309"/>
                    </a:lnTo>
                    <a:lnTo>
                      <a:pt x="583" y="309"/>
                    </a:lnTo>
                    <a:lnTo>
                      <a:pt x="581" y="310"/>
                    </a:lnTo>
                    <a:lnTo>
                      <a:pt x="580" y="309"/>
                    </a:lnTo>
                    <a:lnTo>
                      <a:pt x="578" y="305"/>
                    </a:lnTo>
                    <a:lnTo>
                      <a:pt x="573" y="305"/>
                    </a:lnTo>
                    <a:lnTo>
                      <a:pt x="572" y="306"/>
                    </a:lnTo>
                    <a:lnTo>
                      <a:pt x="568" y="302"/>
                    </a:lnTo>
                    <a:lnTo>
                      <a:pt x="569" y="301"/>
                    </a:lnTo>
                    <a:lnTo>
                      <a:pt x="569" y="299"/>
                    </a:lnTo>
                    <a:lnTo>
                      <a:pt x="572" y="298"/>
                    </a:lnTo>
                    <a:lnTo>
                      <a:pt x="574" y="301"/>
                    </a:lnTo>
                    <a:lnTo>
                      <a:pt x="577" y="301"/>
                    </a:lnTo>
                    <a:lnTo>
                      <a:pt x="580" y="299"/>
                    </a:lnTo>
                    <a:lnTo>
                      <a:pt x="578" y="298"/>
                    </a:lnTo>
                    <a:lnTo>
                      <a:pt x="577" y="298"/>
                    </a:lnTo>
                    <a:lnTo>
                      <a:pt x="574" y="299"/>
                    </a:lnTo>
                    <a:lnTo>
                      <a:pt x="572" y="296"/>
                    </a:lnTo>
                    <a:lnTo>
                      <a:pt x="572" y="294"/>
                    </a:lnTo>
                    <a:lnTo>
                      <a:pt x="569" y="294"/>
                    </a:lnTo>
                    <a:lnTo>
                      <a:pt x="564" y="292"/>
                    </a:lnTo>
                    <a:lnTo>
                      <a:pt x="561" y="294"/>
                    </a:lnTo>
                    <a:lnTo>
                      <a:pt x="559" y="291"/>
                    </a:lnTo>
                    <a:lnTo>
                      <a:pt x="561" y="288"/>
                    </a:lnTo>
                    <a:lnTo>
                      <a:pt x="561" y="286"/>
                    </a:lnTo>
                    <a:lnTo>
                      <a:pt x="559" y="284"/>
                    </a:lnTo>
                    <a:lnTo>
                      <a:pt x="559" y="283"/>
                    </a:lnTo>
                    <a:lnTo>
                      <a:pt x="561" y="284"/>
                    </a:lnTo>
                    <a:lnTo>
                      <a:pt x="565" y="288"/>
                    </a:lnTo>
                    <a:lnTo>
                      <a:pt x="568" y="287"/>
                    </a:lnTo>
                    <a:lnTo>
                      <a:pt x="570" y="291"/>
                    </a:lnTo>
                    <a:lnTo>
                      <a:pt x="570" y="288"/>
                    </a:lnTo>
                    <a:lnTo>
                      <a:pt x="570" y="287"/>
                    </a:lnTo>
                    <a:lnTo>
                      <a:pt x="573" y="286"/>
                    </a:lnTo>
                    <a:lnTo>
                      <a:pt x="573" y="279"/>
                    </a:lnTo>
                    <a:lnTo>
                      <a:pt x="572" y="277"/>
                    </a:lnTo>
                    <a:lnTo>
                      <a:pt x="572" y="276"/>
                    </a:lnTo>
                    <a:lnTo>
                      <a:pt x="574" y="277"/>
                    </a:lnTo>
                    <a:lnTo>
                      <a:pt x="576" y="275"/>
                    </a:lnTo>
                    <a:lnTo>
                      <a:pt x="569" y="273"/>
                    </a:lnTo>
                    <a:lnTo>
                      <a:pt x="568" y="275"/>
                    </a:lnTo>
                    <a:lnTo>
                      <a:pt x="566" y="275"/>
                    </a:lnTo>
                    <a:lnTo>
                      <a:pt x="566" y="272"/>
                    </a:lnTo>
                    <a:lnTo>
                      <a:pt x="569" y="271"/>
                    </a:lnTo>
                    <a:lnTo>
                      <a:pt x="573" y="269"/>
                    </a:lnTo>
                    <a:lnTo>
                      <a:pt x="577" y="269"/>
                    </a:lnTo>
                    <a:lnTo>
                      <a:pt x="577" y="267"/>
                    </a:lnTo>
                    <a:lnTo>
                      <a:pt x="580" y="262"/>
                    </a:lnTo>
                    <a:lnTo>
                      <a:pt x="580" y="260"/>
                    </a:lnTo>
                    <a:lnTo>
                      <a:pt x="580" y="260"/>
                    </a:lnTo>
                    <a:lnTo>
                      <a:pt x="580" y="258"/>
                    </a:lnTo>
                    <a:lnTo>
                      <a:pt x="583" y="254"/>
                    </a:lnTo>
                    <a:lnTo>
                      <a:pt x="584" y="254"/>
                    </a:lnTo>
                    <a:lnTo>
                      <a:pt x="585" y="256"/>
                    </a:lnTo>
                    <a:lnTo>
                      <a:pt x="587" y="256"/>
                    </a:lnTo>
                    <a:lnTo>
                      <a:pt x="588" y="253"/>
                    </a:lnTo>
                    <a:lnTo>
                      <a:pt x="588" y="253"/>
                    </a:lnTo>
                    <a:lnTo>
                      <a:pt x="587" y="250"/>
                    </a:lnTo>
                    <a:lnTo>
                      <a:pt x="588" y="249"/>
                    </a:lnTo>
                    <a:lnTo>
                      <a:pt x="592" y="248"/>
                    </a:lnTo>
                    <a:lnTo>
                      <a:pt x="593" y="246"/>
                    </a:lnTo>
                    <a:lnTo>
                      <a:pt x="593" y="243"/>
                    </a:lnTo>
                    <a:lnTo>
                      <a:pt x="596" y="243"/>
                    </a:lnTo>
                    <a:lnTo>
                      <a:pt x="597" y="245"/>
                    </a:lnTo>
                    <a:lnTo>
                      <a:pt x="603" y="243"/>
                    </a:lnTo>
                    <a:lnTo>
                      <a:pt x="602" y="242"/>
                    </a:lnTo>
                    <a:lnTo>
                      <a:pt x="602" y="239"/>
                    </a:lnTo>
                    <a:lnTo>
                      <a:pt x="608" y="238"/>
                    </a:lnTo>
                    <a:lnTo>
                      <a:pt x="612" y="237"/>
                    </a:lnTo>
                    <a:lnTo>
                      <a:pt x="614" y="234"/>
                    </a:lnTo>
                    <a:lnTo>
                      <a:pt x="622" y="230"/>
                    </a:lnTo>
                    <a:lnTo>
                      <a:pt x="622" y="227"/>
                    </a:lnTo>
                    <a:lnTo>
                      <a:pt x="621" y="227"/>
                    </a:lnTo>
                    <a:lnTo>
                      <a:pt x="615" y="230"/>
                    </a:lnTo>
                    <a:lnTo>
                      <a:pt x="614" y="229"/>
                    </a:lnTo>
                    <a:lnTo>
                      <a:pt x="611" y="231"/>
                    </a:lnTo>
                    <a:lnTo>
                      <a:pt x="608" y="230"/>
                    </a:lnTo>
                    <a:lnTo>
                      <a:pt x="608" y="223"/>
                    </a:lnTo>
                    <a:lnTo>
                      <a:pt x="611" y="223"/>
                    </a:lnTo>
                    <a:lnTo>
                      <a:pt x="611" y="220"/>
                    </a:lnTo>
                    <a:lnTo>
                      <a:pt x="612" y="220"/>
                    </a:lnTo>
                    <a:lnTo>
                      <a:pt x="614" y="222"/>
                    </a:lnTo>
                    <a:lnTo>
                      <a:pt x="614" y="222"/>
                    </a:lnTo>
                    <a:lnTo>
                      <a:pt x="617" y="220"/>
                    </a:lnTo>
                    <a:lnTo>
                      <a:pt x="612" y="218"/>
                    </a:lnTo>
                    <a:lnTo>
                      <a:pt x="617" y="216"/>
                    </a:lnTo>
                    <a:lnTo>
                      <a:pt x="619" y="218"/>
                    </a:lnTo>
                    <a:lnTo>
                      <a:pt x="622" y="219"/>
                    </a:lnTo>
                    <a:lnTo>
                      <a:pt x="626" y="216"/>
                    </a:lnTo>
                    <a:lnTo>
                      <a:pt x="629" y="216"/>
                    </a:lnTo>
                    <a:lnTo>
                      <a:pt x="636" y="214"/>
                    </a:lnTo>
                    <a:lnTo>
                      <a:pt x="640" y="215"/>
                    </a:lnTo>
                    <a:lnTo>
                      <a:pt x="641" y="216"/>
                    </a:lnTo>
                    <a:lnTo>
                      <a:pt x="637" y="223"/>
                    </a:lnTo>
                    <a:lnTo>
                      <a:pt x="637" y="226"/>
                    </a:lnTo>
                    <a:lnTo>
                      <a:pt x="641" y="227"/>
                    </a:lnTo>
                    <a:lnTo>
                      <a:pt x="641" y="223"/>
                    </a:lnTo>
                    <a:lnTo>
                      <a:pt x="644" y="219"/>
                    </a:lnTo>
                    <a:lnTo>
                      <a:pt x="644" y="216"/>
                    </a:lnTo>
                    <a:lnTo>
                      <a:pt x="644" y="215"/>
                    </a:lnTo>
                    <a:lnTo>
                      <a:pt x="646" y="218"/>
                    </a:lnTo>
                    <a:lnTo>
                      <a:pt x="646" y="222"/>
                    </a:lnTo>
                    <a:lnTo>
                      <a:pt x="649" y="222"/>
                    </a:lnTo>
                    <a:lnTo>
                      <a:pt x="650" y="219"/>
                    </a:lnTo>
                    <a:lnTo>
                      <a:pt x="649" y="216"/>
                    </a:lnTo>
                    <a:lnTo>
                      <a:pt x="652" y="215"/>
                    </a:lnTo>
                    <a:lnTo>
                      <a:pt x="653" y="215"/>
                    </a:lnTo>
                    <a:lnTo>
                      <a:pt x="653" y="218"/>
                    </a:lnTo>
                    <a:lnTo>
                      <a:pt x="657" y="215"/>
                    </a:lnTo>
                    <a:lnTo>
                      <a:pt x="657" y="212"/>
                    </a:lnTo>
                    <a:lnTo>
                      <a:pt x="656" y="211"/>
                    </a:lnTo>
                    <a:lnTo>
                      <a:pt x="659" y="211"/>
                    </a:lnTo>
                    <a:lnTo>
                      <a:pt x="660" y="209"/>
                    </a:lnTo>
                    <a:lnTo>
                      <a:pt x="657" y="208"/>
                    </a:lnTo>
                    <a:lnTo>
                      <a:pt x="661" y="204"/>
                    </a:lnTo>
                    <a:lnTo>
                      <a:pt x="664" y="204"/>
                    </a:lnTo>
                    <a:lnTo>
                      <a:pt x="667" y="203"/>
                    </a:lnTo>
                    <a:lnTo>
                      <a:pt x="668" y="204"/>
                    </a:lnTo>
                    <a:lnTo>
                      <a:pt x="669" y="205"/>
                    </a:lnTo>
                    <a:lnTo>
                      <a:pt x="669" y="207"/>
                    </a:lnTo>
                    <a:lnTo>
                      <a:pt x="675" y="207"/>
                    </a:lnTo>
                    <a:lnTo>
                      <a:pt x="675" y="211"/>
                    </a:lnTo>
                    <a:lnTo>
                      <a:pt x="676" y="212"/>
                    </a:lnTo>
                    <a:lnTo>
                      <a:pt x="674" y="219"/>
                    </a:lnTo>
                    <a:lnTo>
                      <a:pt x="678" y="216"/>
                    </a:lnTo>
                    <a:lnTo>
                      <a:pt x="680" y="211"/>
                    </a:lnTo>
                    <a:lnTo>
                      <a:pt x="678" y="205"/>
                    </a:lnTo>
                    <a:lnTo>
                      <a:pt x="674" y="203"/>
                    </a:lnTo>
                    <a:lnTo>
                      <a:pt x="671" y="199"/>
                    </a:lnTo>
                    <a:lnTo>
                      <a:pt x="668" y="201"/>
                    </a:lnTo>
                    <a:lnTo>
                      <a:pt x="667" y="200"/>
                    </a:lnTo>
                    <a:lnTo>
                      <a:pt x="663" y="200"/>
                    </a:lnTo>
                    <a:lnTo>
                      <a:pt x="663" y="199"/>
                    </a:lnTo>
                    <a:lnTo>
                      <a:pt x="659" y="197"/>
                    </a:lnTo>
                    <a:lnTo>
                      <a:pt x="659" y="196"/>
                    </a:lnTo>
                    <a:lnTo>
                      <a:pt x="661" y="193"/>
                    </a:lnTo>
                    <a:lnTo>
                      <a:pt x="667" y="193"/>
                    </a:lnTo>
                    <a:lnTo>
                      <a:pt x="668" y="192"/>
                    </a:lnTo>
                    <a:lnTo>
                      <a:pt x="671" y="192"/>
                    </a:lnTo>
                    <a:lnTo>
                      <a:pt x="674" y="192"/>
                    </a:lnTo>
                    <a:lnTo>
                      <a:pt x="676" y="192"/>
                    </a:lnTo>
                    <a:lnTo>
                      <a:pt x="679" y="192"/>
                    </a:lnTo>
                    <a:lnTo>
                      <a:pt x="684" y="189"/>
                    </a:lnTo>
                    <a:lnTo>
                      <a:pt x="689" y="192"/>
                    </a:lnTo>
                    <a:lnTo>
                      <a:pt x="691" y="192"/>
                    </a:lnTo>
                    <a:lnTo>
                      <a:pt x="693" y="192"/>
                    </a:lnTo>
                    <a:lnTo>
                      <a:pt x="695" y="190"/>
                    </a:lnTo>
                    <a:lnTo>
                      <a:pt x="694" y="188"/>
                    </a:lnTo>
                    <a:lnTo>
                      <a:pt x="690" y="188"/>
                    </a:lnTo>
                    <a:lnTo>
                      <a:pt x="686" y="186"/>
                    </a:lnTo>
                    <a:lnTo>
                      <a:pt x="682" y="188"/>
                    </a:lnTo>
                    <a:lnTo>
                      <a:pt x="676" y="186"/>
                    </a:lnTo>
                    <a:lnTo>
                      <a:pt x="676" y="185"/>
                    </a:lnTo>
                    <a:lnTo>
                      <a:pt x="675" y="181"/>
                    </a:lnTo>
                    <a:lnTo>
                      <a:pt x="679" y="178"/>
                    </a:lnTo>
                    <a:lnTo>
                      <a:pt x="676" y="178"/>
                    </a:lnTo>
                    <a:lnTo>
                      <a:pt x="672" y="174"/>
                    </a:lnTo>
                    <a:lnTo>
                      <a:pt x="669" y="174"/>
                    </a:lnTo>
                    <a:lnTo>
                      <a:pt x="667" y="170"/>
                    </a:lnTo>
                    <a:lnTo>
                      <a:pt x="667" y="167"/>
                    </a:lnTo>
                    <a:lnTo>
                      <a:pt x="669" y="167"/>
                    </a:lnTo>
                    <a:lnTo>
                      <a:pt x="669" y="163"/>
                    </a:lnTo>
                    <a:lnTo>
                      <a:pt x="665" y="161"/>
                    </a:lnTo>
                    <a:lnTo>
                      <a:pt x="667" y="147"/>
                    </a:lnTo>
                    <a:lnTo>
                      <a:pt x="669" y="144"/>
                    </a:lnTo>
                    <a:lnTo>
                      <a:pt x="668" y="140"/>
                    </a:lnTo>
                    <a:lnTo>
                      <a:pt x="668" y="136"/>
                    </a:lnTo>
                    <a:lnTo>
                      <a:pt x="671" y="133"/>
                    </a:lnTo>
                    <a:lnTo>
                      <a:pt x="669" y="131"/>
                    </a:lnTo>
                    <a:lnTo>
                      <a:pt x="672" y="129"/>
                    </a:lnTo>
                    <a:lnTo>
                      <a:pt x="672" y="127"/>
                    </a:lnTo>
                    <a:lnTo>
                      <a:pt x="676" y="124"/>
                    </a:lnTo>
                    <a:lnTo>
                      <a:pt x="679" y="124"/>
                    </a:lnTo>
                    <a:lnTo>
                      <a:pt x="682" y="128"/>
                    </a:lnTo>
                    <a:lnTo>
                      <a:pt x="684" y="125"/>
                    </a:lnTo>
                    <a:lnTo>
                      <a:pt x="687" y="125"/>
                    </a:lnTo>
                    <a:lnTo>
                      <a:pt x="689" y="129"/>
                    </a:lnTo>
                    <a:lnTo>
                      <a:pt x="693" y="129"/>
                    </a:lnTo>
                    <a:lnTo>
                      <a:pt x="697" y="127"/>
                    </a:lnTo>
                    <a:lnTo>
                      <a:pt x="698" y="127"/>
                    </a:lnTo>
                    <a:lnTo>
                      <a:pt x="698" y="131"/>
                    </a:lnTo>
                    <a:lnTo>
                      <a:pt x="699" y="132"/>
                    </a:lnTo>
                    <a:lnTo>
                      <a:pt x="703" y="133"/>
                    </a:lnTo>
                    <a:lnTo>
                      <a:pt x="703" y="135"/>
                    </a:lnTo>
                    <a:lnTo>
                      <a:pt x="701" y="136"/>
                    </a:lnTo>
                    <a:lnTo>
                      <a:pt x="701" y="137"/>
                    </a:lnTo>
                    <a:lnTo>
                      <a:pt x="699" y="140"/>
                    </a:lnTo>
                    <a:lnTo>
                      <a:pt x="701" y="143"/>
                    </a:lnTo>
                    <a:lnTo>
                      <a:pt x="697" y="147"/>
                    </a:lnTo>
                    <a:lnTo>
                      <a:pt x="694" y="148"/>
                    </a:lnTo>
                    <a:lnTo>
                      <a:pt x="693" y="152"/>
                    </a:lnTo>
                    <a:lnTo>
                      <a:pt x="694" y="152"/>
                    </a:lnTo>
                    <a:lnTo>
                      <a:pt x="701" y="150"/>
                    </a:lnTo>
                    <a:lnTo>
                      <a:pt x="705" y="143"/>
                    </a:lnTo>
                    <a:lnTo>
                      <a:pt x="708" y="144"/>
                    </a:lnTo>
                    <a:lnTo>
                      <a:pt x="708" y="146"/>
                    </a:lnTo>
                    <a:lnTo>
                      <a:pt x="705" y="148"/>
                    </a:lnTo>
                    <a:lnTo>
                      <a:pt x="706" y="151"/>
                    </a:lnTo>
                    <a:lnTo>
                      <a:pt x="709" y="151"/>
                    </a:lnTo>
                    <a:lnTo>
                      <a:pt x="710" y="147"/>
                    </a:lnTo>
                    <a:lnTo>
                      <a:pt x="714" y="146"/>
                    </a:lnTo>
                    <a:lnTo>
                      <a:pt x="716" y="147"/>
                    </a:lnTo>
                    <a:lnTo>
                      <a:pt x="718" y="146"/>
                    </a:lnTo>
                    <a:lnTo>
                      <a:pt x="720" y="143"/>
                    </a:lnTo>
                    <a:lnTo>
                      <a:pt x="721" y="143"/>
                    </a:lnTo>
                    <a:lnTo>
                      <a:pt x="722" y="144"/>
                    </a:lnTo>
                    <a:lnTo>
                      <a:pt x="725" y="143"/>
                    </a:lnTo>
                    <a:lnTo>
                      <a:pt x="729" y="147"/>
                    </a:lnTo>
                    <a:lnTo>
                      <a:pt x="729" y="150"/>
                    </a:lnTo>
                    <a:lnTo>
                      <a:pt x="731" y="154"/>
                    </a:lnTo>
                    <a:lnTo>
                      <a:pt x="729" y="155"/>
                    </a:lnTo>
                    <a:lnTo>
                      <a:pt x="729" y="158"/>
                    </a:lnTo>
                    <a:lnTo>
                      <a:pt x="728" y="162"/>
                    </a:lnTo>
                    <a:lnTo>
                      <a:pt x="731" y="167"/>
                    </a:lnTo>
                    <a:lnTo>
                      <a:pt x="731" y="171"/>
                    </a:lnTo>
                    <a:lnTo>
                      <a:pt x="728" y="171"/>
                    </a:lnTo>
                    <a:lnTo>
                      <a:pt x="727" y="174"/>
                    </a:lnTo>
                    <a:lnTo>
                      <a:pt x="728" y="174"/>
                    </a:lnTo>
                    <a:lnTo>
                      <a:pt x="733" y="173"/>
                    </a:lnTo>
                    <a:lnTo>
                      <a:pt x="736" y="170"/>
                    </a:lnTo>
                    <a:lnTo>
                      <a:pt x="742" y="170"/>
                    </a:lnTo>
                    <a:lnTo>
                      <a:pt x="743" y="166"/>
                    </a:lnTo>
                    <a:lnTo>
                      <a:pt x="743" y="161"/>
                    </a:lnTo>
                    <a:lnTo>
                      <a:pt x="742" y="157"/>
                    </a:lnTo>
                    <a:lnTo>
                      <a:pt x="740" y="157"/>
                    </a:lnTo>
                    <a:lnTo>
                      <a:pt x="737" y="157"/>
                    </a:lnTo>
                    <a:lnTo>
                      <a:pt x="737" y="154"/>
                    </a:lnTo>
                    <a:lnTo>
                      <a:pt x="739" y="152"/>
                    </a:lnTo>
                    <a:lnTo>
                      <a:pt x="740" y="152"/>
                    </a:lnTo>
                    <a:lnTo>
                      <a:pt x="742" y="154"/>
                    </a:lnTo>
                    <a:lnTo>
                      <a:pt x="744" y="152"/>
                    </a:lnTo>
                    <a:lnTo>
                      <a:pt x="748" y="151"/>
                    </a:lnTo>
                    <a:lnTo>
                      <a:pt x="752" y="147"/>
                    </a:lnTo>
                    <a:lnTo>
                      <a:pt x="754" y="148"/>
                    </a:lnTo>
                    <a:lnTo>
                      <a:pt x="758" y="148"/>
                    </a:lnTo>
                    <a:lnTo>
                      <a:pt x="759" y="146"/>
                    </a:lnTo>
                    <a:lnTo>
                      <a:pt x="762" y="143"/>
                    </a:lnTo>
                    <a:lnTo>
                      <a:pt x="763" y="143"/>
                    </a:lnTo>
                    <a:lnTo>
                      <a:pt x="765" y="142"/>
                    </a:lnTo>
                    <a:lnTo>
                      <a:pt x="767" y="140"/>
                    </a:lnTo>
                    <a:lnTo>
                      <a:pt x="769" y="142"/>
                    </a:lnTo>
                    <a:lnTo>
                      <a:pt x="771" y="142"/>
                    </a:lnTo>
                    <a:lnTo>
                      <a:pt x="773" y="143"/>
                    </a:lnTo>
                    <a:lnTo>
                      <a:pt x="771" y="144"/>
                    </a:lnTo>
                    <a:lnTo>
                      <a:pt x="771" y="147"/>
                    </a:lnTo>
                    <a:lnTo>
                      <a:pt x="778" y="146"/>
                    </a:lnTo>
                    <a:lnTo>
                      <a:pt x="780" y="147"/>
                    </a:lnTo>
                    <a:lnTo>
                      <a:pt x="782" y="148"/>
                    </a:lnTo>
                    <a:lnTo>
                      <a:pt x="792" y="154"/>
                    </a:lnTo>
                    <a:lnTo>
                      <a:pt x="794" y="155"/>
                    </a:lnTo>
                    <a:lnTo>
                      <a:pt x="796" y="158"/>
                    </a:lnTo>
                    <a:lnTo>
                      <a:pt x="796" y="159"/>
                    </a:lnTo>
                    <a:lnTo>
                      <a:pt x="801" y="166"/>
                    </a:lnTo>
                    <a:lnTo>
                      <a:pt x="803" y="165"/>
                    </a:lnTo>
                    <a:lnTo>
                      <a:pt x="803" y="163"/>
                    </a:lnTo>
                    <a:lnTo>
                      <a:pt x="804" y="162"/>
                    </a:lnTo>
                    <a:lnTo>
                      <a:pt x="804" y="161"/>
                    </a:lnTo>
                    <a:lnTo>
                      <a:pt x="803" y="159"/>
                    </a:lnTo>
                    <a:lnTo>
                      <a:pt x="800" y="159"/>
                    </a:lnTo>
                    <a:lnTo>
                      <a:pt x="800" y="157"/>
                    </a:lnTo>
                    <a:lnTo>
                      <a:pt x="803" y="155"/>
                    </a:lnTo>
                    <a:lnTo>
                      <a:pt x="804" y="155"/>
                    </a:lnTo>
                    <a:lnTo>
                      <a:pt x="805" y="157"/>
                    </a:lnTo>
                    <a:lnTo>
                      <a:pt x="808" y="159"/>
                    </a:lnTo>
                    <a:lnTo>
                      <a:pt x="808" y="161"/>
                    </a:lnTo>
                    <a:lnTo>
                      <a:pt x="812" y="165"/>
                    </a:lnTo>
                    <a:lnTo>
                      <a:pt x="812" y="167"/>
                    </a:lnTo>
                    <a:lnTo>
                      <a:pt x="815" y="169"/>
                    </a:lnTo>
                    <a:lnTo>
                      <a:pt x="816" y="167"/>
                    </a:lnTo>
                    <a:lnTo>
                      <a:pt x="818" y="167"/>
                    </a:lnTo>
                    <a:lnTo>
                      <a:pt x="819" y="169"/>
                    </a:lnTo>
                    <a:lnTo>
                      <a:pt x="820" y="171"/>
                    </a:lnTo>
                    <a:lnTo>
                      <a:pt x="822" y="174"/>
                    </a:lnTo>
                    <a:lnTo>
                      <a:pt x="823" y="177"/>
                    </a:lnTo>
                    <a:lnTo>
                      <a:pt x="823" y="180"/>
                    </a:lnTo>
                    <a:lnTo>
                      <a:pt x="822" y="180"/>
                    </a:lnTo>
                    <a:lnTo>
                      <a:pt x="822" y="178"/>
                    </a:lnTo>
                    <a:lnTo>
                      <a:pt x="820" y="176"/>
                    </a:lnTo>
                    <a:lnTo>
                      <a:pt x="819" y="176"/>
                    </a:lnTo>
                    <a:lnTo>
                      <a:pt x="819" y="177"/>
                    </a:lnTo>
                    <a:lnTo>
                      <a:pt x="816" y="176"/>
                    </a:lnTo>
                    <a:lnTo>
                      <a:pt x="811" y="173"/>
                    </a:lnTo>
                    <a:lnTo>
                      <a:pt x="807" y="174"/>
                    </a:lnTo>
                    <a:lnTo>
                      <a:pt x="807" y="174"/>
                    </a:lnTo>
                    <a:lnTo>
                      <a:pt x="808" y="177"/>
                    </a:lnTo>
                    <a:lnTo>
                      <a:pt x="812" y="177"/>
                    </a:lnTo>
                    <a:lnTo>
                      <a:pt x="814" y="178"/>
                    </a:lnTo>
                    <a:lnTo>
                      <a:pt x="814" y="180"/>
                    </a:lnTo>
                    <a:lnTo>
                      <a:pt x="815" y="182"/>
                    </a:lnTo>
                    <a:lnTo>
                      <a:pt x="816" y="184"/>
                    </a:lnTo>
                    <a:lnTo>
                      <a:pt x="818" y="182"/>
                    </a:lnTo>
                    <a:lnTo>
                      <a:pt x="819" y="180"/>
                    </a:lnTo>
                    <a:lnTo>
                      <a:pt x="820" y="180"/>
                    </a:lnTo>
                    <a:lnTo>
                      <a:pt x="822" y="182"/>
                    </a:lnTo>
                    <a:lnTo>
                      <a:pt x="823" y="182"/>
                    </a:lnTo>
                    <a:lnTo>
                      <a:pt x="824" y="182"/>
                    </a:lnTo>
                    <a:lnTo>
                      <a:pt x="826" y="182"/>
                    </a:lnTo>
                    <a:lnTo>
                      <a:pt x="827" y="185"/>
                    </a:lnTo>
                    <a:lnTo>
                      <a:pt x="826" y="186"/>
                    </a:lnTo>
                    <a:lnTo>
                      <a:pt x="828" y="190"/>
                    </a:lnTo>
                    <a:lnTo>
                      <a:pt x="830" y="196"/>
                    </a:lnTo>
                    <a:lnTo>
                      <a:pt x="830" y="201"/>
                    </a:lnTo>
                    <a:lnTo>
                      <a:pt x="827" y="205"/>
                    </a:lnTo>
                    <a:lnTo>
                      <a:pt x="827" y="205"/>
                    </a:lnTo>
                    <a:lnTo>
                      <a:pt x="826" y="208"/>
                    </a:lnTo>
                    <a:lnTo>
                      <a:pt x="826" y="211"/>
                    </a:lnTo>
                    <a:lnTo>
                      <a:pt x="824" y="215"/>
                    </a:lnTo>
                    <a:lnTo>
                      <a:pt x="824" y="216"/>
                    </a:lnTo>
                    <a:lnTo>
                      <a:pt x="826" y="218"/>
                    </a:lnTo>
                    <a:lnTo>
                      <a:pt x="826" y="220"/>
                    </a:lnTo>
                    <a:lnTo>
                      <a:pt x="823" y="222"/>
                    </a:lnTo>
                    <a:lnTo>
                      <a:pt x="822" y="224"/>
                    </a:lnTo>
                    <a:lnTo>
                      <a:pt x="822" y="226"/>
                    </a:lnTo>
                    <a:lnTo>
                      <a:pt x="820" y="231"/>
                    </a:lnTo>
                    <a:lnTo>
                      <a:pt x="819" y="233"/>
                    </a:lnTo>
                    <a:lnTo>
                      <a:pt x="819" y="234"/>
                    </a:lnTo>
                    <a:lnTo>
                      <a:pt x="818" y="237"/>
                    </a:lnTo>
                    <a:lnTo>
                      <a:pt x="815" y="238"/>
                    </a:lnTo>
                    <a:lnTo>
                      <a:pt x="812" y="241"/>
                    </a:lnTo>
                    <a:lnTo>
                      <a:pt x="808" y="241"/>
                    </a:lnTo>
                    <a:lnTo>
                      <a:pt x="812" y="242"/>
                    </a:lnTo>
                    <a:lnTo>
                      <a:pt x="814" y="242"/>
                    </a:lnTo>
                    <a:lnTo>
                      <a:pt x="816" y="239"/>
                    </a:lnTo>
                    <a:lnTo>
                      <a:pt x="816" y="239"/>
                    </a:lnTo>
                    <a:lnTo>
                      <a:pt x="818" y="243"/>
                    </a:lnTo>
                    <a:lnTo>
                      <a:pt x="816" y="249"/>
                    </a:lnTo>
                    <a:lnTo>
                      <a:pt x="814" y="252"/>
                    </a:lnTo>
                    <a:lnTo>
                      <a:pt x="812" y="258"/>
                    </a:lnTo>
                    <a:lnTo>
                      <a:pt x="814" y="261"/>
                    </a:lnTo>
                    <a:lnTo>
                      <a:pt x="814" y="264"/>
                    </a:lnTo>
                    <a:lnTo>
                      <a:pt x="812" y="271"/>
                    </a:lnTo>
                    <a:lnTo>
                      <a:pt x="808" y="272"/>
                    </a:lnTo>
                    <a:lnTo>
                      <a:pt x="807" y="271"/>
                    </a:lnTo>
                    <a:lnTo>
                      <a:pt x="805" y="272"/>
                    </a:lnTo>
                    <a:lnTo>
                      <a:pt x="804" y="273"/>
                    </a:lnTo>
                    <a:lnTo>
                      <a:pt x="804" y="275"/>
                    </a:lnTo>
                    <a:lnTo>
                      <a:pt x="807" y="280"/>
                    </a:lnTo>
                    <a:lnTo>
                      <a:pt x="805" y="283"/>
                    </a:lnTo>
                    <a:lnTo>
                      <a:pt x="803" y="284"/>
                    </a:lnTo>
                    <a:lnTo>
                      <a:pt x="801" y="288"/>
                    </a:lnTo>
                    <a:lnTo>
                      <a:pt x="803" y="292"/>
                    </a:lnTo>
                    <a:lnTo>
                      <a:pt x="803" y="296"/>
                    </a:lnTo>
                    <a:lnTo>
                      <a:pt x="801" y="298"/>
                    </a:lnTo>
                    <a:lnTo>
                      <a:pt x="801" y="299"/>
                    </a:lnTo>
                    <a:lnTo>
                      <a:pt x="804" y="301"/>
                    </a:lnTo>
                    <a:lnTo>
                      <a:pt x="801" y="309"/>
                    </a:lnTo>
                    <a:lnTo>
                      <a:pt x="800" y="310"/>
                    </a:lnTo>
                    <a:lnTo>
                      <a:pt x="799" y="313"/>
                    </a:lnTo>
                    <a:lnTo>
                      <a:pt x="800" y="311"/>
                    </a:lnTo>
                    <a:lnTo>
                      <a:pt x="803" y="311"/>
                    </a:lnTo>
                    <a:lnTo>
                      <a:pt x="805" y="309"/>
                    </a:lnTo>
                    <a:lnTo>
                      <a:pt x="807" y="306"/>
                    </a:lnTo>
                    <a:lnTo>
                      <a:pt x="805" y="305"/>
                    </a:lnTo>
                    <a:lnTo>
                      <a:pt x="807" y="303"/>
                    </a:lnTo>
                    <a:lnTo>
                      <a:pt x="811" y="302"/>
                    </a:lnTo>
                    <a:lnTo>
                      <a:pt x="812" y="302"/>
                    </a:lnTo>
                    <a:lnTo>
                      <a:pt x="811" y="302"/>
                    </a:lnTo>
                    <a:lnTo>
                      <a:pt x="805" y="296"/>
                    </a:lnTo>
                    <a:lnTo>
                      <a:pt x="804" y="292"/>
                    </a:lnTo>
                    <a:lnTo>
                      <a:pt x="805" y="290"/>
                    </a:lnTo>
                    <a:lnTo>
                      <a:pt x="811" y="288"/>
                    </a:lnTo>
                    <a:lnTo>
                      <a:pt x="816" y="288"/>
                    </a:lnTo>
                    <a:lnTo>
                      <a:pt x="820" y="284"/>
                    </a:lnTo>
                    <a:lnTo>
                      <a:pt x="822" y="284"/>
                    </a:lnTo>
                    <a:lnTo>
                      <a:pt x="823" y="283"/>
                    </a:lnTo>
                    <a:lnTo>
                      <a:pt x="822" y="280"/>
                    </a:lnTo>
                    <a:lnTo>
                      <a:pt x="826" y="277"/>
                    </a:lnTo>
                    <a:lnTo>
                      <a:pt x="828" y="275"/>
                    </a:lnTo>
                    <a:lnTo>
                      <a:pt x="827" y="271"/>
                    </a:lnTo>
                    <a:lnTo>
                      <a:pt x="827" y="271"/>
                    </a:lnTo>
                    <a:lnTo>
                      <a:pt x="830" y="272"/>
                    </a:lnTo>
                    <a:lnTo>
                      <a:pt x="833" y="271"/>
                    </a:lnTo>
                    <a:lnTo>
                      <a:pt x="835" y="268"/>
                    </a:lnTo>
                    <a:lnTo>
                      <a:pt x="834" y="265"/>
                    </a:lnTo>
                    <a:lnTo>
                      <a:pt x="839" y="261"/>
                    </a:lnTo>
                    <a:lnTo>
                      <a:pt x="839" y="258"/>
                    </a:lnTo>
                    <a:lnTo>
                      <a:pt x="838" y="256"/>
                    </a:lnTo>
                    <a:lnTo>
                      <a:pt x="833" y="260"/>
                    </a:lnTo>
                    <a:lnTo>
                      <a:pt x="833" y="261"/>
                    </a:lnTo>
                    <a:lnTo>
                      <a:pt x="828" y="264"/>
                    </a:lnTo>
                    <a:lnTo>
                      <a:pt x="824" y="262"/>
                    </a:lnTo>
                    <a:lnTo>
                      <a:pt x="823" y="258"/>
                    </a:lnTo>
                    <a:lnTo>
                      <a:pt x="826" y="256"/>
                    </a:lnTo>
                    <a:lnTo>
                      <a:pt x="824" y="252"/>
                    </a:lnTo>
                    <a:lnTo>
                      <a:pt x="827" y="249"/>
                    </a:lnTo>
                    <a:lnTo>
                      <a:pt x="831" y="249"/>
                    </a:lnTo>
                    <a:lnTo>
                      <a:pt x="837" y="252"/>
                    </a:lnTo>
                    <a:lnTo>
                      <a:pt x="838" y="249"/>
                    </a:lnTo>
                    <a:lnTo>
                      <a:pt x="838" y="246"/>
                    </a:lnTo>
                    <a:lnTo>
                      <a:pt x="842" y="245"/>
                    </a:lnTo>
                    <a:lnTo>
                      <a:pt x="842" y="248"/>
                    </a:lnTo>
                    <a:lnTo>
                      <a:pt x="841" y="249"/>
                    </a:lnTo>
                    <a:lnTo>
                      <a:pt x="841" y="252"/>
                    </a:lnTo>
                    <a:lnTo>
                      <a:pt x="849" y="258"/>
                    </a:lnTo>
                    <a:lnTo>
                      <a:pt x="853" y="258"/>
                    </a:lnTo>
                    <a:lnTo>
                      <a:pt x="854" y="257"/>
                    </a:lnTo>
                    <a:lnTo>
                      <a:pt x="860" y="256"/>
                    </a:lnTo>
                    <a:lnTo>
                      <a:pt x="862" y="253"/>
                    </a:lnTo>
                    <a:lnTo>
                      <a:pt x="861" y="250"/>
                    </a:lnTo>
                    <a:lnTo>
                      <a:pt x="857" y="245"/>
                    </a:lnTo>
                    <a:lnTo>
                      <a:pt x="857" y="243"/>
                    </a:lnTo>
                    <a:lnTo>
                      <a:pt x="858" y="243"/>
                    </a:lnTo>
                    <a:lnTo>
                      <a:pt x="864" y="249"/>
                    </a:lnTo>
                    <a:lnTo>
                      <a:pt x="866" y="249"/>
                    </a:lnTo>
                    <a:lnTo>
                      <a:pt x="869" y="252"/>
                    </a:lnTo>
                    <a:lnTo>
                      <a:pt x="868" y="254"/>
                    </a:lnTo>
                    <a:lnTo>
                      <a:pt x="869" y="257"/>
                    </a:lnTo>
                    <a:lnTo>
                      <a:pt x="873" y="260"/>
                    </a:lnTo>
                    <a:lnTo>
                      <a:pt x="873" y="265"/>
                    </a:lnTo>
                    <a:lnTo>
                      <a:pt x="875" y="265"/>
                    </a:lnTo>
                    <a:lnTo>
                      <a:pt x="875" y="264"/>
                    </a:lnTo>
                    <a:lnTo>
                      <a:pt x="877" y="261"/>
                    </a:lnTo>
                    <a:lnTo>
                      <a:pt x="879" y="261"/>
                    </a:lnTo>
                    <a:lnTo>
                      <a:pt x="880" y="258"/>
                    </a:lnTo>
                    <a:lnTo>
                      <a:pt x="879" y="258"/>
                    </a:lnTo>
                    <a:lnTo>
                      <a:pt x="876" y="260"/>
                    </a:lnTo>
                    <a:lnTo>
                      <a:pt x="875" y="258"/>
                    </a:lnTo>
                    <a:lnTo>
                      <a:pt x="872" y="256"/>
                    </a:lnTo>
                    <a:lnTo>
                      <a:pt x="876" y="252"/>
                    </a:lnTo>
                    <a:lnTo>
                      <a:pt x="879" y="250"/>
                    </a:lnTo>
                    <a:lnTo>
                      <a:pt x="880" y="248"/>
                    </a:lnTo>
                    <a:lnTo>
                      <a:pt x="883" y="248"/>
                    </a:lnTo>
                    <a:lnTo>
                      <a:pt x="883" y="246"/>
                    </a:lnTo>
                    <a:lnTo>
                      <a:pt x="890" y="245"/>
                    </a:lnTo>
                    <a:lnTo>
                      <a:pt x="899" y="242"/>
                    </a:lnTo>
                    <a:lnTo>
                      <a:pt x="910" y="242"/>
                    </a:lnTo>
                    <a:lnTo>
                      <a:pt x="918" y="238"/>
                    </a:lnTo>
                    <a:lnTo>
                      <a:pt x="924" y="238"/>
                    </a:lnTo>
                    <a:lnTo>
                      <a:pt x="926" y="239"/>
                    </a:lnTo>
                    <a:lnTo>
                      <a:pt x="926" y="242"/>
                    </a:lnTo>
                    <a:lnTo>
                      <a:pt x="926" y="242"/>
                    </a:lnTo>
                    <a:lnTo>
                      <a:pt x="924" y="246"/>
                    </a:lnTo>
                    <a:lnTo>
                      <a:pt x="925" y="252"/>
                    </a:lnTo>
                    <a:lnTo>
                      <a:pt x="929" y="254"/>
                    </a:lnTo>
                    <a:lnTo>
                      <a:pt x="941" y="254"/>
                    </a:lnTo>
                    <a:lnTo>
                      <a:pt x="944" y="256"/>
                    </a:lnTo>
                    <a:lnTo>
                      <a:pt x="945" y="254"/>
                    </a:lnTo>
                    <a:lnTo>
                      <a:pt x="949" y="254"/>
                    </a:lnTo>
                    <a:lnTo>
                      <a:pt x="953" y="256"/>
                    </a:lnTo>
                    <a:lnTo>
                      <a:pt x="962" y="254"/>
                    </a:lnTo>
                    <a:lnTo>
                      <a:pt x="968" y="252"/>
                    </a:lnTo>
                    <a:lnTo>
                      <a:pt x="970" y="252"/>
                    </a:lnTo>
                    <a:lnTo>
                      <a:pt x="974" y="252"/>
                    </a:lnTo>
                    <a:lnTo>
                      <a:pt x="975" y="249"/>
                    </a:lnTo>
                    <a:lnTo>
                      <a:pt x="974" y="248"/>
                    </a:lnTo>
                    <a:lnTo>
                      <a:pt x="977" y="246"/>
                    </a:lnTo>
                    <a:lnTo>
                      <a:pt x="979" y="248"/>
                    </a:lnTo>
                    <a:lnTo>
                      <a:pt x="983" y="246"/>
                    </a:lnTo>
                    <a:lnTo>
                      <a:pt x="983" y="248"/>
                    </a:lnTo>
                    <a:lnTo>
                      <a:pt x="985" y="249"/>
                    </a:lnTo>
                    <a:lnTo>
                      <a:pt x="987" y="246"/>
                    </a:lnTo>
                    <a:lnTo>
                      <a:pt x="986" y="243"/>
                    </a:lnTo>
                    <a:lnTo>
                      <a:pt x="983" y="241"/>
                    </a:lnTo>
                    <a:lnTo>
                      <a:pt x="985" y="238"/>
                    </a:lnTo>
                    <a:lnTo>
                      <a:pt x="983" y="237"/>
                    </a:lnTo>
                    <a:lnTo>
                      <a:pt x="979" y="235"/>
                    </a:lnTo>
                    <a:lnTo>
                      <a:pt x="979" y="233"/>
                    </a:lnTo>
                    <a:lnTo>
                      <a:pt x="978" y="231"/>
                    </a:lnTo>
                    <a:lnTo>
                      <a:pt x="977" y="229"/>
                    </a:lnTo>
                    <a:lnTo>
                      <a:pt x="975" y="226"/>
                    </a:lnTo>
                    <a:lnTo>
                      <a:pt x="975" y="223"/>
                    </a:lnTo>
                    <a:lnTo>
                      <a:pt x="977" y="220"/>
                    </a:lnTo>
                    <a:lnTo>
                      <a:pt x="977" y="222"/>
                    </a:lnTo>
                    <a:lnTo>
                      <a:pt x="978" y="223"/>
                    </a:lnTo>
                    <a:lnTo>
                      <a:pt x="981" y="220"/>
                    </a:lnTo>
                    <a:lnTo>
                      <a:pt x="981" y="219"/>
                    </a:lnTo>
                    <a:lnTo>
                      <a:pt x="979" y="216"/>
                    </a:lnTo>
                    <a:lnTo>
                      <a:pt x="982" y="216"/>
                    </a:lnTo>
                    <a:lnTo>
                      <a:pt x="985" y="219"/>
                    </a:lnTo>
                    <a:lnTo>
                      <a:pt x="987" y="218"/>
                    </a:lnTo>
                    <a:lnTo>
                      <a:pt x="987" y="215"/>
                    </a:lnTo>
                    <a:lnTo>
                      <a:pt x="989" y="216"/>
                    </a:lnTo>
                    <a:lnTo>
                      <a:pt x="993" y="216"/>
                    </a:lnTo>
                    <a:lnTo>
                      <a:pt x="994" y="216"/>
                    </a:lnTo>
                    <a:lnTo>
                      <a:pt x="996" y="215"/>
                    </a:lnTo>
                    <a:lnTo>
                      <a:pt x="998" y="218"/>
                    </a:lnTo>
                    <a:lnTo>
                      <a:pt x="1001" y="218"/>
                    </a:lnTo>
                    <a:lnTo>
                      <a:pt x="1002" y="220"/>
                    </a:lnTo>
                    <a:lnTo>
                      <a:pt x="1004" y="219"/>
                    </a:lnTo>
                    <a:lnTo>
                      <a:pt x="1004" y="216"/>
                    </a:lnTo>
                    <a:lnTo>
                      <a:pt x="1006" y="216"/>
                    </a:lnTo>
                    <a:lnTo>
                      <a:pt x="1008" y="219"/>
                    </a:lnTo>
                    <a:lnTo>
                      <a:pt x="1006" y="222"/>
                    </a:lnTo>
                    <a:lnTo>
                      <a:pt x="1005" y="223"/>
                    </a:lnTo>
                    <a:lnTo>
                      <a:pt x="1006" y="224"/>
                    </a:lnTo>
                    <a:lnTo>
                      <a:pt x="1009" y="223"/>
                    </a:lnTo>
                    <a:lnTo>
                      <a:pt x="1011" y="224"/>
                    </a:lnTo>
                    <a:lnTo>
                      <a:pt x="1011" y="222"/>
                    </a:lnTo>
                    <a:lnTo>
                      <a:pt x="1012" y="222"/>
                    </a:lnTo>
                    <a:lnTo>
                      <a:pt x="1013" y="222"/>
                    </a:lnTo>
                    <a:lnTo>
                      <a:pt x="1012" y="219"/>
                    </a:lnTo>
                    <a:lnTo>
                      <a:pt x="1011" y="218"/>
                    </a:lnTo>
                    <a:lnTo>
                      <a:pt x="1012" y="216"/>
                    </a:lnTo>
                    <a:lnTo>
                      <a:pt x="1013" y="216"/>
                    </a:lnTo>
                    <a:lnTo>
                      <a:pt x="1019" y="215"/>
                    </a:lnTo>
                    <a:lnTo>
                      <a:pt x="1020" y="216"/>
                    </a:lnTo>
                    <a:lnTo>
                      <a:pt x="1021" y="215"/>
                    </a:lnTo>
                    <a:lnTo>
                      <a:pt x="1025" y="215"/>
                    </a:lnTo>
                    <a:lnTo>
                      <a:pt x="1025" y="218"/>
                    </a:lnTo>
                    <a:lnTo>
                      <a:pt x="1025" y="222"/>
                    </a:lnTo>
                    <a:lnTo>
                      <a:pt x="1027" y="219"/>
                    </a:lnTo>
                    <a:lnTo>
                      <a:pt x="1028" y="219"/>
                    </a:lnTo>
                    <a:lnTo>
                      <a:pt x="1031" y="216"/>
                    </a:lnTo>
                    <a:lnTo>
                      <a:pt x="1031" y="220"/>
                    </a:lnTo>
                    <a:lnTo>
                      <a:pt x="1034" y="220"/>
                    </a:lnTo>
                    <a:lnTo>
                      <a:pt x="1036" y="219"/>
                    </a:lnTo>
                    <a:lnTo>
                      <a:pt x="1039" y="222"/>
                    </a:lnTo>
                    <a:lnTo>
                      <a:pt x="1039" y="227"/>
                    </a:lnTo>
                    <a:lnTo>
                      <a:pt x="1042" y="223"/>
                    </a:lnTo>
                    <a:lnTo>
                      <a:pt x="1043" y="222"/>
                    </a:lnTo>
                    <a:lnTo>
                      <a:pt x="1044" y="223"/>
                    </a:lnTo>
                    <a:lnTo>
                      <a:pt x="1043" y="227"/>
                    </a:lnTo>
                    <a:lnTo>
                      <a:pt x="1044" y="229"/>
                    </a:lnTo>
                    <a:lnTo>
                      <a:pt x="1046" y="230"/>
                    </a:lnTo>
                    <a:lnTo>
                      <a:pt x="1049" y="230"/>
                    </a:lnTo>
                    <a:lnTo>
                      <a:pt x="1049" y="233"/>
                    </a:lnTo>
                    <a:lnTo>
                      <a:pt x="1050" y="231"/>
                    </a:lnTo>
                    <a:lnTo>
                      <a:pt x="1051" y="231"/>
                    </a:lnTo>
                    <a:lnTo>
                      <a:pt x="1053" y="234"/>
                    </a:lnTo>
                    <a:lnTo>
                      <a:pt x="1050" y="237"/>
                    </a:lnTo>
                    <a:lnTo>
                      <a:pt x="1050" y="239"/>
                    </a:lnTo>
                    <a:lnTo>
                      <a:pt x="1054" y="237"/>
                    </a:lnTo>
                    <a:lnTo>
                      <a:pt x="1057" y="237"/>
                    </a:lnTo>
                    <a:lnTo>
                      <a:pt x="1057" y="238"/>
                    </a:lnTo>
                    <a:lnTo>
                      <a:pt x="1051" y="243"/>
                    </a:lnTo>
                    <a:lnTo>
                      <a:pt x="1053" y="248"/>
                    </a:lnTo>
                    <a:lnTo>
                      <a:pt x="1057" y="248"/>
                    </a:lnTo>
                    <a:lnTo>
                      <a:pt x="1058" y="246"/>
                    </a:lnTo>
                    <a:lnTo>
                      <a:pt x="1059" y="245"/>
                    </a:lnTo>
                    <a:lnTo>
                      <a:pt x="1062" y="246"/>
                    </a:lnTo>
                    <a:lnTo>
                      <a:pt x="1062" y="248"/>
                    </a:lnTo>
                    <a:lnTo>
                      <a:pt x="1065" y="248"/>
                    </a:lnTo>
                    <a:lnTo>
                      <a:pt x="1068" y="250"/>
                    </a:lnTo>
                    <a:lnTo>
                      <a:pt x="1066" y="254"/>
                    </a:lnTo>
                    <a:lnTo>
                      <a:pt x="1069" y="254"/>
                    </a:lnTo>
                    <a:lnTo>
                      <a:pt x="1070" y="256"/>
                    </a:lnTo>
                    <a:lnTo>
                      <a:pt x="1072" y="256"/>
                    </a:lnTo>
                    <a:lnTo>
                      <a:pt x="1073" y="257"/>
                    </a:lnTo>
                    <a:lnTo>
                      <a:pt x="1070" y="262"/>
                    </a:lnTo>
                    <a:lnTo>
                      <a:pt x="1066" y="264"/>
                    </a:lnTo>
                    <a:lnTo>
                      <a:pt x="1063" y="261"/>
                    </a:lnTo>
                    <a:lnTo>
                      <a:pt x="1058" y="260"/>
                    </a:lnTo>
                    <a:lnTo>
                      <a:pt x="1053" y="260"/>
                    </a:lnTo>
                    <a:lnTo>
                      <a:pt x="1055" y="261"/>
                    </a:lnTo>
                    <a:lnTo>
                      <a:pt x="1055" y="264"/>
                    </a:lnTo>
                    <a:lnTo>
                      <a:pt x="1062" y="265"/>
                    </a:lnTo>
                    <a:lnTo>
                      <a:pt x="1062" y="268"/>
                    </a:lnTo>
                    <a:lnTo>
                      <a:pt x="1068" y="271"/>
                    </a:lnTo>
                    <a:lnTo>
                      <a:pt x="1073" y="273"/>
                    </a:lnTo>
                    <a:lnTo>
                      <a:pt x="1077" y="271"/>
                    </a:lnTo>
                    <a:lnTo>
                      <a:pt x="1077" y="268"/>
                    </a:lnTo>
                    <a:lnTo>
                      <a:pt x="1074" y="265"/>
                    </a:lnTo>
                    <a:lnTo>
                      <a:pt x="1073" y="262"/>
                    </a:lnTo>
                    <a:lnTo>
                      <a:pt x="1074" y="262"/>
                    </a:lnTo>
                    <a:lnTo>
                      <a:pt x="1077" y="267"/>
                    </a:lnTo>
                    <a:lnTo>
                      <a:pt x="1081" y="268"/>
                    </a:lnTo>
                    <a:lnTo>
                      <a:pt x="1083" y="269"/>
                    </a:lnTo>
                    <a:lnTo>
                      <a:pt x="1080" y="269"/>
                    </a:lnTo>
                    <a:lnTo>
                      <a:pt x="1074" y="275"/>
                    </a:lnTo>
                    <a:lnTo>
                      <a:pt x="1076" y="276"/>
                    </a:lnTo>
                    <a:lnTo>
                      <a:pt x="1078" y="276"/>
                    </a:lnTo>
                    <a:lnTo>
                      <a:pt x="1080" y="275"/>
                    </a:lnTo>
                    <a:lnTo>
                      <a:pt x="1081" y="275"/>
                    </a:lnTo>
                    <a:lnTo>
                      <a:pt x="1091" y="283"/>
                    </a:lnTo>
                    <a:lnTo>
                      <a:pt x="1093" y="284"/>
                    </a:lnTo>
                    <a:lnTo>
                      <a:pt x="1096" y="288"/>
                    </a:lnTo>
                    <a:lnTo>
                      <a:pt x="1103" y="288"/>
                    </a:lnTo>
                    <a:lnTo>
                      <a:pt x="1107" y="294"/>
                    </a:lnTo>
                    <a:lnTo>
                      <a:pt x="1111" y="295"/>
                    </a:lnTo>
                    <a:lnTo>
                      <a:pt x="1112" y="292"/>
                    </a:lnTo>
                    <a:lnTo>
                      <a:pt x="1111" y="291"/>
                    </a:lnTo>
                    <a:lnTo>
                      <a:pt x="1112" y="290"/>
                    </a:lnTo>
                    <a:lnTo>
                      <a:pt x="1115" y="292"/>
                    </a:lnTo>
                    <a:lnTo>
                      <a:pt x="1116" y="295"/>
                    </a:lnTo>
                    <a:lnTo>
                      <a:pt x="1118" y="296"/>
                    </a:lnTo>
                    <a:lnTo>
                      <a:pt x="1119" y="296"/>
                    </a:lnTo>
                    <a:lnTo>
                      <a:pt x="1121" y="294"/>
                    </a:lnTo>
                    <a:lnTo>
                      <a:pt x="1118" y="279"/>
                    </a:lnTo>
                    <a:lnTo>
                      <a:pt x="1114" y="272"/>
                    </a:lnTo>
                    <a:lnTo>
                      <a:pt x="1110" y="264"/>
                    </a:lnTo>
                    <a:lnTo>
                      <a:pt x="1110" y="256"/>
                    </a:lnTo>
                    <a:lnTo>
                      <a:pt x="1107" y="252"/>
                    </a:lnTo>
                    <a:lnTo>
                      <a:pt x="1107" y="249"/>
                    </a:lnTo>
                    <a:lnTo>
                      <a:pt x="1110" y="250"/>
                    </a:lnTo>
                    <a:lnTo>
                      <a:pt x="1111" y="254"/>
                    </a:lnTo>
                    <a:lnTo>
                      <a:pt x="1114" y="257"/>
                    </a:lnTo>
                    <a:lnTo>
                      <a:pt x="1118" y="258"/>
                    </a:lnTo>
                    <a:lnTo>
                      <a:pt x="1121" y="261"/>
                    </a:lnTo>
                    <a:lnTo>
                      <a:pt x="1126" y="262"/>
                    </a:lnTo>
                    <a:lnTo>
                      <a:pt x="1137" y="261"/>
                    </a:lnTo>
                    <a:lnTo>
                      <a:pt x="1140" y="261"/>
                    </a:lnTo>
                    <a:lnTo>
                      <a:pt x="1142" y="261"/>
                    </a:lnTo>
                    <a:lnTo>
                      <a:pt x="1145" y="262"/>
                    </a:lnTo>
                    <a:lnTo>
                      <a:pt x="1145" y="262"/>
                    </a:lnTo>
                    <a:lnTo>
                      <a:pt x="1144" y="258"/>
                    </a:lnTo>
                    <a:lnTo>
                      <a:pt x="1144" y="257"/>
                    </a:lnTo>
                    <a:lnTo>
                      <a:pt x="1141" y="256"/>
                    </a:lnTo>
                    <a:lnTo>
                      <a:pt x="1142" y="254"/>
                    </a:lnTo>
                    <a:lnTo>
                      <a:pt x="1144" y="252"/>
                    </a:lnTo>
                    <a:lnTo>
                      <a:pt x="1153" y="248"/>
                    </a:lnTo>
                    <a:lnTo>
                      <a:pt x="1155" y="248"/>
                    </a:lnTo>
                    <a:lnTo>
                      <a:pt x="1156" y="248"/>
                    </a:lnTo>
                    <a:lnTo>
                      <a:pt x="1160" y="249"/>
                    </a:lnTo>
                    <a:lnTo>
                      <a:pt x="1164" y="249"/>
                    </a:lnTo>
                    <a:lnTo>
                      <a:pt x="1167" y="253"/>
                    </a:lnTo>
                    <a:lnTo>
                      <a:pt x="1171" y="253"/>
                    </a:lnTo>
                    <a:lnTo>
                      <a:pt x="1172" y="257"/>
                    </a:lnTo>
                    <a:lnTo>
                      <a:pt x="1178" y="257"/>
                    </a:lnTo>
                    <a:lnTo>
                      <a:pt x="1179" y="260"/>
                    </a:lnTo>
                    <a:lnTo>
                      <a:pt x="1184" y="260"/>
                    </a:lnTo>
                    <a:lnTo>
                      <a:pt x="1182" y="257"/>
                    </a:lnTo>
                    <a:lnTo>
                      <a:pt x="1180" y="256"/>
                    </a:lnTo>
                    <a:lnTo>
                      <a:pt x="1184" y="257"/>
                    </a:lnTo>
                    <a:lnTo>
                      <a:pt x="1187" y="254"/>
                    </a:lnTo>
                    <a:lnTo>
                      <a:pt x="1184" y="253"/>
                    </a:lnTo>
                    <a:lnTo>
                      <a:pt x="1187" y="252"/>
                    </a:lnTo>
                    <a:lnTo>
                      <a:pt x="1184" y="249"/>
                    </a:lnTo>
                    <a:lnTo>
                      <a:pt x="1180" y="250"/>
                    </a:lnTo>
                    <a:lnTo>
                      <a:pt x="1178" y="250"/>
                    </a:lnTo>
                    <a:lnTo>
                      <a:pt x="1176" y="245"/>
                    </a:lnTo>
                    <a:lnTo>
                      <a:pt x="1175" y="242"/>
                    </a:lnTo>
                    <a:lnTo>
                      <a:pt x="1178" y="241"/>
                    </a:lnTo>
                    <a:lnTo>
                      <a:pt x="1179" y="242"/>
                    </a:lnTo>
                    <a:lnTo>
                      <a:pt x="1182" y="241"/>
                    </a:lnTo>
                    <a:lnTo>
                      <a:pt x="1180" y="238"/>
                    </a:lnTo>
                    <a:lnTo>
                      <a:pt x="1182" y="238"/>
                    </a:lnTo>
                    <a:lnTo>
                      <a:pt x="1186" y="241"/>
                    </a:lnTo>
                    <a:lnTo>
                      <a:pt x="1187" y="243"/>
                    </a:lnTo>
                    <a:lnTo>
                      <a:pt x="1190" y="243"/>
                    </a:lnTo>
                    <a:lnTo>
                      <a:pt x="1191" y="245"/>
                    </a:lnTo>
                    <a:lnTo>
                      <a:pt x="1193" y="243"/>
                    </a:lnTo>
                    <a:lnTo>
                      <a:pt x="1191" y="241"/>
                    </a:lnTo>
                    <a:lnTo>
                      <a:pt x="1195" y="239"/>
                    </a:lnTo>
                    <a:lnTo>
                      <a:pt x="1197" y="241"/>
                    </a:lnTo>
                    <a:lnTo>
                      <a:pt x="1198" y="238"/>
                    </a:lnTo>
                    <a:lnTo>
                      <a:pt x="1193" y="233"/>
                    </a:lnTo>
                    <a:lnTo>
                      <a:pt x="1190" y="233"/>
                    </a:lnTo>
                    <a:lnTo>
                      <a:pt x="1186" y="229"/>
                    </a:lnTo>
                    <a:lnTo>
                      <a:pt x="1187" y="226"/>
                    </a:lnTo>
                    <a:lnTo>
                      <a:pt x="1186" y="223"/>
                    </a:lnTo>
                    <a:lnTo>
                      <a:pt x="1183" y="224"/>
                    </a:lnTo>
                    <a:lnTo>
                      <a:pt x="1179" y="224"/>
                    </a:lnTo>
                    <a:lnTo>
                      <a:pt x="1183" y="222"/>
                    </a:lnTo>
                    <a:lnTo>
                      <a:pt x="1182" y="219"/>
                    </a:lnTo>
                    <a:lnTo>
                      <a:pt x="1183" y="219"/>
                    </a:lnTo>
                    <a:lnTo>
                      <a:pt x="1180" y="215"/>
                    </a:lnTo>
                    <a:lnTo>
                      <a:pt x="1184" y="215"/>
                    </a:lnTo>
                    <a:lnTo>
                      <a:pt x="1186" y="209"/>
                    </a:lnTo>
                    <a:lnTo>
                      <a:pt x="1180" y="212"/>
                    </a:lnTo>
                    <a:lnTo>
                      <a:pt x="1178" y="215"/>
                    </a:lnTo>
                    <a:lnTo>
                      <a:pt x="1178" y="218"/>
                    </a:lnTo>
                    <a:lnTo>
                      <a:pt x="1172" y="216"/>
                    </a:lnTo>
                    <a:lnTo>
                      <a:pt x="1169" y="211"/>
                    </a:lnTo>
                    <a:lnTo>
                      <a:pt x="1171" y="208"/>
                    </a:lnTo>
                    <a:lnTo>
                      <a:pt x="1171" y="204"/>
                    </a:lnTo>
                    <a:lnTo>
                      <a:pt x="1176" y="203"/>
                    </a:lnTo>
                    <a:lnTo>
                      <a:pt x="1179" y="203"/>
                    </a:lnTo>
                    <a:lnTo>
                      <a:pt x="1184" y="199"/>
                    </a:lnTo>
                    <a:lnTo>
                      <a:pt x="1184" y="196"/>
                    </a:lnTo>
                    <a:lnTo>
                      <a:pt x="1182" y="193"/>
                    </a:lnTo>
                    <a:lnTo>
                      <a:pt x="1179" y="193"/>
                    </a:lnTo>
                    <a:lnTo>
                      <a:pt x="1176" y="192"/>
                    </a:lnTo>
                    <a:lnTo>
                      <a:pt x="1171" y="192"/>
                    </a:lnTo>
                    <a:lnTo>
                      <a:pt x="1168" y="188"/>
                    </a:lnTo>
                    <a:lnTo>
                      <a:pt x="1172" y="186"/>
                    </a:lnTo>
                    <a:lnTo>
                      <a:pt x="1178" y="186"/>
                    </a:lnTo>
                    <a:lnTo>
                      <a:pt x="1184" y="189"/>
                    </a:lnTo>
                    <a:lnTo>
                      <a:pt x="1190" y="188"/>
                    </a:lnTo>
                    <a:lnTo>
                      <a:pt x="1199" y="188"/>
                    </a:lnTo>
                    <a:lnTo>
                      <a:pt x="1216" y="186"/>
                    </a:lnTo>
                    <a:lnTo>
                      <a:pt x="1218" y="185"/>
                    </a:lnTo>
                    <a:lnTo>
                      <a:pt x="1231" y="184"/>
                    </a:lnTo>
                    <a:lnTo>
                      <a:pt x="1236" y="185"/>
                    </a:lnTo>
                    <a:lnTo>
                      <a:pt x="1240" y="184"/>
                    </a:lnTo>
                    <a:lnTo>
                      <a:pt x="1247" y="185"/>
                    </a:lnTo>
                    <a:lnTo>
                      <a:pt x="1244" y="185"/>
                    </a:lnTo>
                    <a:lnTo>
                      <a:pt x="1235" y="189"/>
                    </a:lnTo>
                    <a:lnTo>
                      <a:pt x="1231" y="188"/>
                    </a:lnTo>
                    <a:lnTo>
                      <a:pt x="1229" y="189"/>
                    </a:lnTo>
                    <a:lnTo>
                      <a:pt x="1227" y="188"/>
                    </a:lnTo>
                    <a:lnTo>
                      <a:pt x="1225" y="193"/>
                    </a:lnTo>
                    <a:lnTo>
                      <a:pt x="1228" y="197"/>
                    </a:lnTo>
                    <a:lnTo>
                      <a:pt x="1225" y="197"/>
                    </a:lnTo>
                    <a:lnTo>
                      <a:pt x="1225" y="200"/>
                    </a:lnTo>
                    <a:lnTo>
                      <a:pt x="1228" y="201"/>
                    </a:lnTo>
                    <a:lnTo>
                      <a:pt x="1232" y="199"/>
                    </a:lnTo>
                    <a:lnTo>
                      <a:pt x="1232" y="196"/>
                    </a:lnTo>
                    <a:lnTo>
                      <a:pt x="1239" y="190"/>
                    </a:lnTo>
                    <a:lnTo>
                      <a:pt x="1250" y="186"/>
                    </a:lnTo>
                    <a:lnTo>
                      <a:pt x="1251" y="192"/>
                    </a:lnTo>
                    <a:lnTo>
                      <a:pt x="1251" y="199"/>
                    </a:lnTo>
                    <a:lnTo>
                      <a:pt x="1250" y="201"/>
                    </a:lnTo>
                    <a:lnTo>
                      <a:pt x="1248" y="196"/>
                    </a:lnTo>
                    <a:lnTo>
                      <a:pt x="1246" y="193"/>
                    </a:lnTo>
                    <a:lnTo>
                      <a:pt x="1246" y="190"/>
                    </a:lnTo>
                    <a:lnTo>
                      <a:pt x="1243" y="193"/>
                    </a:lnTo>
                    <a:lnTo>
                      <a:pt x="1240" y="192"/>
                    </a:lnTo>
                    <a:lnTo>
                      <a:pt x="1243" y="197"/>
                    </a:lnTo>
                    <a:lnTo>
                      <a:pt x="1246" y="199"/>
                    </a:lnTo>
                    <a:lnTo>
                      <a:pt x="1247" y="204"/>
                    </a:lnTo>
                    <a:lnTo>
                      <a:pt x="1244" y="208"/>
                    </a:lnTo>
                    <a:lnTo>
                      <a:pt x="1243" y="208"/>
                    </a:lnTo>
                    <a:lnTo>
                      <a:pt x="1240" y="209"/>
                    </a:lnTo>
                    <a:lnTo>
                      <a:pt x="1244" y="212"/>
                    </a:lnTo>
                    <a:lnTo>
                      <a:pt x="1243" y="214"/>
                    </a:lnTo>
                    <a:lnTo>
                      <a:pt x="1244" y="215"/>
                    </a:lnTo>
                    <a:lnTo>
                      <a:pt x="1247" y="215"/>
                    </a:lnTo>
                    <a:lnTo>
                      <a:pt x="1251" y="212"/>
                    </a:lnTo>
                    <a:lnTo>
                      <a:pt x="1251" y="208"/>
                    </a:lnTo>
                    <a:lnTo>
                      <a:pt x="1254" y="204"/>
                    </a:lnTo>
                    <a:lnTo>
                      <a:pt x="1252" y="201"/>
                    </a:lnTo>
                    <a:lnTo>
                      <a:pt x="1252" y="197"/>
                    </a:lnTo>
                    <a:lnTo>
                      <a:pt x="1251" y="184"/>
                    </a:lnTo>
                    <a:lnTo>
                      <a:pt x="1256" y="180"/>
                    </a:lnTo>
                    <a:lnTo>
                      <a:pt x="1265" y="178"/>
                    </a:lnTo>
                    <a:lnTo>
                      <a:pt x="1273" y="176"/>
                    </a:lnTo>
                    <a:lnTo>
                      <a:pt x="1280" y="177"/>
                    </a:lnTo>
                    <a:lnTo>
                      <a:pt x="1289" y="180"/>
                    </a:lnTo>
                    <a:lnTo>
                      <a:pt x="1294" y="186"/>
                    </a:lnTo>
                    <a:lnTo>
                      <a:pt x="1294" y="189"/>
                    </a:lnTo>
                    <a:lnTo>
                      <a:pt x="1292" y="192"/>
                    </a:lnTo>
                    <a:lnTo>
                      <a:pt x="1286" y="188"/>
                    </a:lnTo>
                    <a:lnTo>
                      <a:pt x="1286" y="188"/>
                    </a:lnTo>
                    <a:lnTo>
                      <a:pt x="1286" y="190"/>
                    </a:lnTo>
                    <a:lnTo>
                      <a:pt x="1286" y="193"/>
                    </a:lnTo>
                    <a:lnTo>
                      <a:pt x="1288" y="196"/>
                    </a:lnTo>
                    <a:lnTo>
                      <a:pt x="1285" y="199"/>
                    </a:lnTo>
                    <a:lnTo>
                      <a:pt x="1286" y="200"/>
                    </a:lnTo>
                    <a:lnTo>
                      <a:pt x="1290" y="197"/>
                    </a:lnTo>
                    <a:lnTo>
                      <a:pt x="1294" y="197"/>
                    </a:lnTo>
                    <a:lnTo>
                      <a:pt x="1297" y="195"/>
                    </a:lnTo>
                    <a:lnTo>
                      <a:pt x="1299" y="199"/>
                    </a:lnTo>
                    <a:lnTo>
                      <a:pt x="1300" y="201"/>
                    </a:lnTo>
                    <a:lnTo>
                      <a:pt x="1301" y="205"/>
                    </a:lnTo>
                    <a:lnTo>
                      <a:pt x="1303" y="207"/>
                    </a:lnTo>
                    <a:lnTo>
                      <a:pt x="1304" y="204"/>
                    </a:lnTo>
                    <a:lnTo>
                      <a:pt x="1304" y="201"/>
                    </a:lnTo>
                    <a:lnTo>
                      <a:pt x="1307" y="199"/>
                    </a:lnTo>
                    <a:lnTo>
                      <a:pt x="1311" y="200"/>
                    </a:lnTo>
                    <a:lnTo>
                      <a:pt x="1312" y="204"/>
                    </a:lnTo>
                    <a:lnTo>
                      <a:pt x="1311" y="205"/>
                    </a:lnTo>
                    <a:lnTo>
                      <a:pt x="1309" y="209"/>
                    </a:lnTo>
                    <a:lnTo>
                      <a:pt x="1311" y="211"/>
                    </a:lnTo>
                    <a:lnTo>
                      <a:pt x="1312" y="209"/>
                    </a:lnTo>
                    <a:lnTo>
                      <a:pt x="1313" y="207"/>
                    </a:lnTo>
                    <a:lnTo>
                      <a:pt x="1316" y="205"/>
                    </a:lnTo>
                    <a:lnTo>
                      <a:pt x="1316" y="208"/>
                    </a:lnTo>
                    <a:lnTo>
                      <a:pt x="1316" y="205"/>
                    </a:lnTo>
                    <a:lnTo>
                      <a:pt x="1319" y="199"/>
                    </a:lnTo>
                    <a:lnTo>
                      <a:pt x="1320" y="197"/>
                    </a:lnTo>
                    <a:lnTo>
                      <a:pt x="1323" y="199"/>
                    </a:lnTo>
                    <a:lnTo>
                      <a:pt x="1330" y="204"/>
                    </a:lnTo>
                    <a:lnTo>
                      <a:pt x="1337" y="205"/>
                    </a:lnTo>
                    <a:lnTo>
                      <a:pt x="1341" y="209"/>
                    </a:lnTo>
                    <a:lnTo>
                      <a:pt x="1341" y="212"/>
                    </a:lnTo>
                    <a:lnTo>
                      <a:pt x="1335" y="215"/>
                    </a:lnTo>
                    <a:lnTo>
                      <a:pt x="1332" y="219"/>
                    </a:lnTo>
                    <a:lnTo>
                      <a:pt x="1337" y="216"/>
                    </a:lnTo>
                    <a:lnTo>
                      <a:pt x="1342" y="215"/>
                    </a:lnTo>
                    <a:lnTo>
                      <a:pt x="1346" y="216"/>
                    </a:lnTo>
                    <a:lnTo>
                      <a:pt x="1352" y="215"/>
                    </a:lnTo>
                    <a:lnTo>
                      <a:pt x="1354" y="212"/>
                    </a:lnTo>
                    <a:lnTo>
                      <a:pt x="1358" y="211"/>
                    </a:lnTo>
                    <a:lnTo>
                      <a:pt x="1364" y="205"/>
                    </a:lnTo>
                    <a:lnTo>
                      <a:pt x="1366" y="205"/>
                    </a:lnTo>
                    <a:lnTo>
                      <a:pt x="1371" y="200"/>
                    </a:lnTo>
                    <a:lnTo>
                      <a:pt x="1375" y="200"/>
                    </a:lnTo>
                    <a:lnTo>
                      <a:pt x="1385" y="195"/>
                    </a:lnTo>
                    <a:lnTo>
                      <a:pt x="1391" y="192"/>
                    </a:lnTo>
                    <a:lnTo>
                      <a:pt x="1394" y="193"/>
                    </a:lnTo>
                    <a:lnTo>
                      <a:pt x="1394" y="192"/>
                    </a:lnTo>
                    <a:lnTo>
                      <a:pt x="1400" y="188"/>
                    </a:lnTo>
                    <a:lnTo>
                      <a:pt x="1403" y="186"/>
                    </a:lnTo>
                    <a:lnTo>
                      <a:pt x="1411" y="188"/>
                    </a:lnTo>
                    <a:lnTo>
                      <a:pt x="1425" y="192"/>
                    </a:lnTo>
                    <a:lnTo>
                      <a:pt x="1430" y="199"/>
                    </a:lnTo>
                    <a:lnTo>
                      <a:pt x="1437" y="201"/>
                    </a:lnTo>
                    <a:lnTo>
                      <a:pt x="1441" y="207"/>
                    </a:lnTo>
                    <a:lnTo>
                      <a:pt x="1444" y="212"/>
                    </a:lnTo>
                    <a:lnTo>
                      <a:pt x="1445" y="215"/>
                    </a:lnTo>
                    <a:lnTo>
                      <a:pt x="1447" y="216"/>
                    </a:lnTo>
                    <a:lnTo>
                      <a:pt x="1445" y="220"/>
                    </a:lnTo>
                    <a:lnTo>
                      <a:pt x="1449" y="226"/>
                    </a:lnTo>
                    <a:lnTo>
                      <a:pt x="1449" y="229"/>
                    </a:lnTo>
                    <a:lnTo>
                      <a:pt x="1447" y="231"/>
                    </a:lnTo>
                    <a:lnTo>
                      <a:pt x="1451" y="231"/>
                    </a:lnTo>
                    <a:lnTo>
                      <a:pt x="1453" y="227"/>
                    </a:lnTo>
                    <a:lnTo>
                      <a:pt x="1457" y="227"/>
                    </a:lnTo>
                    <a:lnTo>
                      <a:pt x="1459" y="229"/>
                    </a:lnTo>
                    <a:lnTo>
                      <a:pt x="1460" y="227"/>
                    </a:lnTo>
                    <a:lnTo>
                      <a:pt x="1463" y="226"/>
                    </a:lnTo>
                    <a:lnTo>
                      <a:pt x="1467" y="229"/>
                    </a:lnTo>
                    <a:lnTo>
                      <a:pt x="1468" y="231"/>
                    </a:lnTo>
                    <a:lnTo>
                      <a:pt x="1468" y="229"/>
                    </a:lnTo>
                    <a:lnTo>
                      <a:pt x="1467" y="224"/>
                    </a:lnTo>
                    <a:lnTo>
                      <a:pt x="1470" y="224"/>
                    </a:lnTo>
                    <a:lnTo>
                      <a:pt x="1472" y="227"/>
                    </a:lnTo>
                    <a:lnTo>
                      <a:pt x="1476" y="233"/>
                    </a:lnTo>
                    <a:lnTo>
                      <a:pt x="1478" y="238"/>
                    </a:lnTo>
                    <a:lnTo>
                      <a:pt x="1481" y="238"/>
                    </a:lnTo>
                    <a:lnTo>
                      <a:pt x="1485" y="242"/>
                    </a:lnTo>
                    <a:lnTo>
                      <a:pt x="1485" y="241"/>
                    </a:lnTo>
                    <a:lnTo>
                      <a:pt x="1483" y="237"/>
                    </a:lnTo>
                    <a:lnTo>
                      <a:pt x="1481" y="235"/>
                    </a:lnTo>
                    <a:lnTo>
                      <a:pt x="1479" y="233"/>
                    </a:lnTo>
                    <a:lnTo>
                      <a:pt x="1482" y="234"/>
                    </a:lnTo>
                    <a:lnTo>
                      <a:pt x="1485" y="234"/>
                    </a:lnTo>
                    <a:lnTo>
                      <a:pt x="1487" y="237"/>
                    </a:lnTo>
                    <a:lnTo>
                      <a:pt x="1491" y="242"/>
                    </a:lnTo>
                    <a:lnTo>
                      <a:pt x="1491" y="238"/>
                    </a:lnTo>
                    <a:lnTo>
                      <a:pt x="1486" y="231"/>
                    </a:lnTo>
                    <a:lnTo>
                      <a:pt x="1486" y="224"/>
                    </a:lnTo>
                    <a:lnTo>
                      <a:pt x="1486" y="219"/>
                    </a:lnTo>
                    <a:lnTo>
                      <a:pt x="1489" y="215"/>
                    </a:lnTo>
                    <a:lnTo>
                      <a:pt x="1494" y="214"/>
                    </a:lnTo>
                    <a:lnTo>
                      <a:pt x="1497" y="212"/>
                    </a:lnTo>
                    <a:lnTo>
                      <a:pt x="1502" y="209"/>
                    </a:lnTo>
                    <a:lnTo>
                      <a:pt x="1502" y="208"/>
                    </a:lnTo>
                    <a:lnTo>
                      <a:pt x="1502" y="207"/>
                    </a:lnTo>
                    <a:lnTo>
                      <a:pt x="1505" y="207"/>
                    </a:lnTo>
                    <a:lnTo>
                      <a:pt x="1508" y="209"/>
                    </a:lnTo>
                    <a:lnTo>
                      <a:pt x="1510" y="211"/>
                    </a:lnTo>
                    <a:lnTo>
                      <a:pt x="1515" y="209"/>
                    </a:lnTo>
                    <a:lnTo>
                      <a:pt x="1519" y="207"/>
                    </a:lnTo>
                    <a:lnTo>
                      <a:pt x="1520" y="207"/>
                    </a:lnTo>
                    <a:lnTo>
                      <a:pt x="1525" y="205"/>
                    </a:lnTo>
                    <a:lnTo>
                      <a:pt x="1531" y="205"/>
                    </a:lnTo>
                    <a:lnTo>
                      <a:pt x="1534" y="204"/>
                    </a:lnTo>
                    <a:lnTo>
                      <a:pt x="1535" y="204"/>
                    </a:lnTo>
                    <a:lnTo>
                      <a:pt x="1535" y="205"/>
                    </a:lnTo>
                    <a:lnTo>
                      <a:pt x="1538" y="207"/>
                    </a:lnTo>
                    <a:lnTo>
                      <a:pt x="1539" y="204"/>
                    </a:lnTo>
                    <a:lnTo>
                      <a:pt x="1542" y="200"/>
                    </a:lnTo>
                    <a:lnTo>
                      <a:pt x="1542" y="197"/>
                    </a:lnTo>
                    <a:lnTo>
                      <a:pt x="1542" y="195"/>
                    </a:lnTo>
                    <a:lnTo>
                      <a:pt x="1542" y="190"/>
                    </a:lnTo>
                    <a:lnTo>
                      <a:pt x="1543" y="189"/>
                    </a:lnTo>
                    <a:lnTo>
                      <a:pt x="1547" y="190"/>
                    </a:lnTo>
                    <a:lnTo>
                      <a:pt x="1550" y="193"/>
                    </a:lnTo>
                    <a:lnTo>
                      <a:pt x="1550" y="196"/>
                    </a:lnTo>
                    <a:lnTo>
                      <a:pt x="1554" y="196"/>
                    </a:lnTo>
                    <a:lnTo>
                      <a:pt x="1557" y="197"/>
                    </a:lnTo>
                    <a:lnTo>
                      <a:pt x="1557" y="201"/>
                    </a:lnTo>
                    <a:lnTo>
                      <a:pt x="1561" y="205"/>
                    </a:lnTo>
                    <a:lnTo>
                      <a:pt x="1562" y="207"/>
                    </a:lnTo>
                    <a:lnTo>
                      <a:pt x="1566" y="207"/>
                    </a:lnTo>
                    <a:lnTo>
                      <a:pt x="1573" y="208"/>
                    </a:lnTo>
                    <a:lnTo>
                      <a:pt x="1574" y="207"/>
                    </a:lnTo>
                    <a:lnTo>
                      <a:pt x="1576" y="208"/>
                    </a:lnTo>
                    <a:lnTo>
                      <a:pt x="1581" y="214"/>
                    </a:lnTo>
                    <a:lnTo>
                      <a:pt x="1581" y="218"/>
                    </a:lnTo>
                    <a:lnTo>
                      <a:pt x="1582" y="219"/>
                    </a:lnTo>
                    <a:lnTo>
                      <a:pt x="1588" y="219"/>
                    </a:lnTo>
                    <a:lnTo>
                      <a:pt x="1589" y="218"/>
                    </a:lnTo>
                    <a:lnTo>
                      <a:pt x="1593" y="218"/>
                    </a:lnTo>
                    <a:lnTo>
                      <a:pt x="1593" y="215"/>
                    </a:lnTo>
                    <a:lnTo>
                      <a:pt x="1596" y="214"/>
                    </a:lnTo>
                    <a:lnTo>
                      <a:pt x="1599" y="214"/>
                    </a:lnTo>
                    <a:lnTo>
                      <a:pt x="1599" y="212"/>
                    </a:lnTo>
                    <a:lnTo>
                      <a:pt x="1597" y="209"/>
                    </a:lnTo>
                    <a:lnTo>
                      <a:pt x="1599" y="208"/>
                    </a:lnTo>
                    <a:lnTo>
                      <a:pt x="1597" y="207"/>
                    </a:lnTo>
                    <a:lnTo>
                      <a:pt x="1599" y="205"/>
                    </a:lnTo>
                    <a:lnTo>
                      <a:pt x="1595" y="201"/>
                    </a:lnTo>
                    <a:lnTo>
                      <a:pt x="1591" y="200"/>
                    </a:lnTo>
                    <a:lnTo>
                      <a:pt x="1591" y="196"/>
                    </a:lnTo>
                    <a:lnTo>
                      <a:pt x="1585" y="190"/>
                    </a:lnTo>
                    <a:lnTo>
                      <a:pt x="1582" y="190"/>
                    </a:lnTo>
                    <a:lnTo>
                      <a:pt x="1582" y="188"/>
                    </a:lnTo>
                    <a:lnTo>
                      <a:pt x="1577" y="185"/>
                    </a:lnTo>
                    <a:lnTo>
                      <a:pt x="1574" y="188"/>
                    </a:lnTo>
                    <a:lnTo>
                      <a:pt x="1573" y="188"/>
                    </a:lnTo>
                    <a:lnTo>
                      <a:pt x="1573" y="184"/>
                    </a:lnTo>
                    <a:lnTo>
                      <a:pt x="1573" y="182"/>
                    </a:lnTo>
                    <a:lnTo>
                      <a:pt x="1572" y="178"/>
                    </a:lnTo>
                    <a:lnTo>
                      <a:pt x="1570" y="176"/>
                    </a:lnTo>
                    <a:lnTo>
                      <a:pt x="1569" y="174"/>
                    </a:lnTo>
                    <a:lnTo>
                      <a:pt x="1568" y="169"/>
                    </a:lnTo>
                    <a:lnTo>
                      <a:pt x="1563" y="166"/>
                    </a:lnTo>
                    <a:lnTo>
                      <a:pt x="1563" y="166"/>
                    </a:lnTo>
                    <a:lnTo>
                      <a:pt x="1570" y="165"/>
                    </a:lnTo>
                    <a:lnTo>
                      <a:pt x="1572" y="166"/>
                    </a:lnTo>
                    <a:lnTo>
                      <a:pt x="1580" y="165"/>
                    </a:lnTo>
                    <a:lnTo>
                      <a:pt x="1587" y="165"/>
                    </a:lnTo>
                    <a:lnTo>
                      <a:pt x="1587" y="163"/>
                    </a:lnTo>
                    <a:lnTo>
                      <a:pt x="1589" y="162"/>
                    </a:lnTo>
                    <a:lnTo>
                      <a:pt x="1593" y="165"/>
                    </a:lnTo>
                    <a:lnTo>
                      <a:pt x="1596" y="163"/>
                    </a:lnTo>
                    <a:lnTo>
                      <a:pt x="1597" y="163"/>
                    </a:lnTo>
                    <a:lnTo>
                      <a:pt x="1597" y="161"/>
                    </a:lnTo>
                    <a:lnTo>
                      <a:pt x="1601" y="161"/>
                    </a:lnTo>
                    <a:lnTo>
                      <a:pt x="1603" y="162"/>
                    </a:lnTo>
                    <a:lnTo>
                      <a:pt x="1604" y="162"/>
                    </a:lnTo>
                    <a:lnTo>
                      <a:pt x="1606" y="159"/>
                    </a:lnTo>
                    <a:lnTo>
                      <a:pt x="1608" y="159"/>
                    </a:lnTo>
                    <a:lnTo>
                      <a:pt x="1608" y="157"/>
                    </a:lnTo>
                    <a:lnTo>
                      <a:pt x="1619" y="154"/>
                    </a:lnTo>
                    <a:lnTo>
                      <a:pt x="1621" y="157"/>
                    </a:lnTo>
                    <a:lnTo>
                      <a:pt x="1622" y="154"/>
                    </a:lnTo>
                    <a:lnTo>
                      <a:pt x="1623" y="152"/>
                    </a:lnTo>
                    <a:lnTo>
                      <a:pt x="1625" y="152"/>
                    </a:lnTo>
                    <a:lnTo>
                      <a:pt x="1629" y="152"/>
                    </a:lnTo>
                    <a:lnTo>
                      <a:pt x="1630" y="152"/>
                    </a:lnTo>
                    <a:lnTo>
                      <a:pt x="1633" y="154"/>
                    </a:lnTo>
                    <a:lnTo>
                      <a:pt x="1638" y="154"/>
                    </a:lnTo>
                    <a:lnTo>
                      <a:pt x="1641" y="152"/>
                    </a:lnTo>
                    <a:lnTo>
                      <a:pt x="1642" y="155"/>
                    </a:lnTo>
                    <a:lnTo>
                      <a:pt x="1645" y="155"/>
                    </a:lnTo>
                    <a:lnTo>
                      <a:pt x="1646" y="154"/>
                    </a:lnTo>
                    <a:lnTo>
                      <a:pt x="1650" y="152"/>
                    </a:lnTo>
                    <a:lnTo>
                      <a:pt x="1660" y="157"/>
                    </a:lnTo>
                    <a:lnTo>
                      <a:pt x="1663" y="158"/>
                    </a:lnTo>
                    <a:lnTo>
                      <a:pt x="1665" y="157"/>
                    </a:lnTo>
                    <a:lnTo>
                      <a:pt x="1664" y="157"/>
                    </a:lnTo>
                    <a:lnTo>
                      <a:pt x="1667" y="155"/>
                    </a:lnTo>
                    <a:lnTo>
                      <a:pt x="1669" y="157"/>
                    </a:lnTo>
                    <a:lnTo>
                      <a:pt x="1668" y="158"/>
                    </a:lnTo>
                    <a:lnTo>
                      <a:pt x="1669" y="159"/>
                    </a:lnTo>
                    <a:lnTo>
                      <a:pt x="1673" y="158"/>
                    </a:lnTo>
                    <a:lnTo>
                      <a:pt x="1683" y="159"/>
                    </a:lnTo>
                    <a:lnTo>
                      <a:pt x="1691" y="165"/>
                    </a:lnTo>
                    <a:lnTo>
                      <a:pt x="1691" y="166"/>
                    </a:lnTo>
                    <a:lnTo>
                      <a:pt x="1688" y="165"/>
                    </a:lnTo>
                    <a:lnTo>
                      <a:pt x="1683" y="163"/>
                    </a:lnTo>
                    <a:lnTo>
                      <a:pt x="1683" y="165"/>
                    </a:lnTo>
                    <a:lnTo>
                      <a:pt x="1691" y="167"/>
                    </a:lnTo>
                    <a:lnTo>
                      <a:pt x="1695" y="167"/>
                    </a:lnTo>
                    <a:lnTo>
                      <a:pt x="1697" y="165"/>
                    </a:lnTo>
                    <a:lnTo>
                      <a:pt x="1701" y="165"/>
                    </a:lnTo>
                    <a:lnTo>
                      <a:pt x="1705" y="165"/>
                    </a:lnTo>
                    <a:lnTo>
                      <a:pt x="1703" y="162"/>
                    </a:lnTo>
                    <a:lnTo>
                      <a:pt x="1705" y="162"/>
                    </a:lnTo>
                    <a:lnTo>
                      <a:pt x="1707" y="163"/>
                    </a:lnTo>
                    <a:lnTo>
                      <a:pt x="1710" y="165"/>
                    </a:lnTo>
                    <a:lnTo>
                      <a:pt x="1712" y="166"/>
                    </a:lnTo>
                    <a:lnTo>
                      <a:pt x="1713" y="165"/>
                    </a:lnTo>
                    <a:lnTo>
                      <a:pt x="1713" y="163"/>
                    </a:lnTo>
                    <a:lnTo>
                      <a:pt x="1717" y="165"/>
                    </a:lnTo>
                    <a:lnTo>
                      <a:pt x="1717" y="166"/>
                    </a:lnTo>
                    <a:lnTo>
                      <a:pt x="1721" y="167"/>
                    </a:lnTo>
                    <a:lnTo>
                      <a:pt x="1725" y="166"/>
                    </a:lnTo>
                    <a:lnTo>
                      <a:pt x="1737" y="169"/>
                    </a:lnTo>
                    <a:lnTo>
                      <a:pt x="1736" y="166"/>
                    </a:lnTo>
                    <a:lnTo>
                      <a:pt x="1740" y="166"/>
                    </a:lnTo>
                    <a:lnTo>
                      <a:pt x="1741" y="169"/>
                    </a:lnTo>
                    <a:lnTo>
                      <a:pt x="1744" y="170"/>
                    </a:lnTo>
                    <a:lnTo>
                      <a:pt x="1743" y="167"/>
                    </a:lnTo>
                    <a:lnTo>
                      <a:pt x="1744" y="166"/>
                    </a:lnTo>
                    <a:lnTo>
                      <a:pt x="1748" y="167"/>
                    </a:lnTo>
                    <a:lnTo>
                      <a:pt x="1748" y="169"/>
                    </a:lnTo>
                    <a:lnTo>
                      <a:pt x="1750" y="171"/>
                    </a:lnTo>
                    <a:lnTo>
                      <a:pt x="1754" y="170"/>
                    </a:lnTo>
                    <a:lnTo>
                      <a:pt x="1754" y="169"/>
                    </a:lnTo>
                    <a:lnTo>
                      <a:pt x="1752" y="169"/>
                    </a:lnTo>
                    <a:lnTo>
                      <a:pt x="1756" y="169"/>
                    </a:lnTo>
                    <a:lnTo>
                      <a:pt x="1759" y="169"/>
                    </a:lnTo>
                    <a:lnTo>
                      <a:pt x="1758" y="171"/>
                    </a:lnTo>
                    <a:lnTo>
                      <a:pt x="1760" y="174"/>
                    </a:lnTo>
                    <a:lnTo>
                      <a:pt x="1766" y="176"/>
                    </a:lnTo>
                    <a:lnTo>
                      <a:pt x="1769" y="174"/>
                    </a:lnTo>
                    <a:lnTo>
                      <a:pt x="1763" y="173"/>
                    </a:lnTo>
                    <a:lnTo>
                      <a:pt x="1762" y="171"/>
                    </a:lnTo>
                    <a:lnTo>
                      <a:pt x="1760" y="169"/>
                    </a:lnTo>
                    <a:lnTo>
                      <a:pt x="1763" y="169"/>
                    </a:lnTo>
                    <a:lnTo>
                      <a:pt x="1767" y="169"/>
                    </a:lnTo>
                    <a:lnTo>
                      <a:pt x="1773" y="171"/>
                    </a:lnTo>
                    <a:lnTo>
                      <a:pt x="1774" y="176"/>
                    </a:lnTo>
                    <a:lnTo>
                      <a:pt x="1775" y="176"/>
                    </a:lnTo>
                    <a:lnTo>
                      <a:pt x="1775" y="174"/>
                    </a:lnTo>
                    <a:lnTo>
                      <a:pt x="1775" y="173"/>
                    </a:lnTo>
                    <a:lnTo>
                      <a:pt x="1778" y="173"/>
                    </a:lnTo>
                    <a:lnTo>
                      <a:pt x="1779" y="174"/>
                    </a:lnTo>
                    <a:lnTo>
                      <a:pt x="1779" y="176"/>
                    </a:lnTo>
                    <a:lnTo>
                      <a:pt x="1782" y="180"/>
                    </a:lnTo>
                    <a:lnTo>
                      <a:pt x="1786" y="188"/>
                    </a:lnTo>
                    <a:lnTo>
                      <a:pt x="1792" y="189"/>
                    </a:lnTo>
                    <a:lnTo>
                      <a:pt x="1792" y="192"/>
                    </a:lnTo>
                    <a:lnTo>
                      <a:pt x="1794" y="195"/>
                    </a:lnTo>
                    <a:lnTo>
                      <a:pt x="1796" y="197"/>
                    </a:lnTo>
                    <a:lnTo>
                      <a:pt x="1794" y="199"/>
                    </a:lnTo>
                    <a:lnTo>
                      <a:pt x="1796" y="201"/>
                    </a:lnTo>
                    <a:lnTo>
                      <a:pt x="1798" y="203"/>
                    </a:lnTo>
                    <a:lnTo>
                      <a:pt x="1801" y="200"/>
                    </a:lnTo>
                    <a:lnTo>
                      <a:pt x="1805" y="201"/>
                    </a:lnTo>
                    <a:lnTo>
                      <a:pt x="1807" y="205"/>
                    </a:lnTo>
                    <a:lnTo>
                      <a:pt x="1809" y="205"/>
                    </a:lnTo>
                    <a:lnTo>
                      <a:pt x="1809" y="204"/>
                    </a:lnTo>
                    <a:lnTo>
                      <a:pt x="1808" y="204"/>
                    </a:lnTo>
                    <a:lnTo>
                      <a:pt x="1808" y="201"/>
                    </a:lnTo>
                    <a:lnTo>
                      <a:pt x="1809" y="199"/>
                    </a:lnTo>
                    <a:lnTo>
                      <a:pt x="1811" y="200"/>
                    </a:lnTo>
                    <a:lnTo>
                      <a:pt x="1813" y="203"/>
                    </a:lnTo>
                    <a:lnTo>
                      <a:pt x="1815" y="205"/>
                    </a:lnTo>
                    <a:lnTo>
                      <a:pt x="1815" y="204"/>
                    </a:lnTo>
                    <a:lnTo>
                      <a:pt x="1813" y="200"/>
                    </a:lnTo>
                    <a:lnTo>
                      <a:pt x="1813" y="197"/>
                    </a:lnTo>
                    <a:lnTo>
                      <a:pt x="1811" y="195"/>
                    </a:lnTo>
                    <a:lnTo>
                      <a:pt x="1808" y="197"/>
                    </a:lnTo>
                    <a:lnTo>
                      <a:pt x="1804" y="197"/>
                    </a:lnTo>
                    <a:lnTo>
                      <a:pt x="1803" y="195"/>
                    </a:lnTo>
                    <a:lnTo>
                      <a:pt x="1805" y="193"/>
                    </a:lnTo>
                    <a:lnTo>
                      <a:pt x="1804" y="189"/>
                    </a:lnTo>
                    <a:lnTo>
                      <a:pt x="1798" y="186"/>
                    </a:lnTo>
                    <a:lnTo>
                      <a:pt x="1797" y="184"/>
                    </a:lnTo>
                    <a:lnTo>
                      <a:pt x="1796" y="181"/>
                    </a:lnTo>
                    <a:lnTo>
                      <a:pt x="1793" y="181"/>
                    </a:lnTo>
                    <a:lnTo>
                      <a:pt x="1789" y="184"/>
                    </a:lnTo>
                    <a:lnTo>
                      <a:pt x="1789" y="182"/>
                    </a:lnTo>
                    <a:lnTo>
                      <a:pt x="1792" y="180"/>
                    </a:lnTo>
                    <a:lnTo>
                      <a:pt x="1794" y="176"/>
                    </a:lnTo>
                    <a:lnTo>
                      <a:pt x="1798" y="170"/>
                    </a:lnTo>
                    <a:lnTo>
                      <a:pt x="1800" y="170"/>
                    </a:lnTo>
                    <a:lnTo>
                      <a:pt x="1800" y="171"/>
                    </a:lnTo>
                    <a:lnTo>
                      <a:pt x="1801" y="177"/>
                    </a:lnTo>
                    <a:lnTo>
                      <a:pt x="1804" y="178"/>
                    </a:lnTo>
                    <a:lnTo>
                      <a:pt x="1805" y="177"/>
                    </a:lnTo>
                    <a:lnTo>
                      <a:pt x="1803" y="174"/>
                    </a:lnTo>
                    <a:lnTo>
                      <a:pt x="1801" y="171"/>
                    </a:lnTo>
                    <a:lnTo>
                      <a:pt x="1803" y="171"/>
                    </a:lnTo>
                    <a:lnTo>
                      <a:pt x="1807" y="170"/>
                    </a:lnTo>
                    <a:lnTo>
                      <a:pt x="1808" y="167"/>
                    </a:lnTo>
                    <a:lnTo>
                      <a:pt x="1804" y="167"/>
                    </a:lnTo>
                    <a:lnTo>
                      <a:pt x="1805" y="166"/>
                    </a:lnTo>
                    <a:lnTo>
                      <a:pt x="1807" y="166"/>
                    </a:lnTo>
                    <a:lnTo>
                      <a:pt x="1809" y="165"/>
                    </a:lnTo>
                    <a:lnTo>
                      <a:pt x="1812" y="161"/>
                    </a:lnTo>
                    <a:lnTo>
                      <a:pt x="1815" y="161"/>
                    </a:lnTo>
                    <a:lnTo>
                      <a:pt x="1816" y="163"/>
                    </a:lnTo>
                    <a:lnTo>
                      <a:pt x="1818" y="162"/>
                    </a:lnTo>
                    <a:lnTo>
                      <a:pt x="1819" y="163"/>
                    </a:lnTo>
                    <a:lnTo>
                      <a:pt x="1820" y="165"/>
                    </a:lnTo>
                    <a:lnTo>
                      <a:pt x="1823" y="166"/>
                    </a:lnTo>
                    <a:lnTo>
                      <a:pt x="1827" y="167"/>
                    </a:lnTo>
                    <a:lnTo>
                      <a:pt x="1828" y="166"/>
                    </a:lnTo>
                    <a:lnTo>
                      <a:pt x="1837" y="167"/>
                    </a:lnTo>
                    <a:lnTo>
                      <a:pt x="1837" y="171"/>
                    </a:lnTo>
                    <a:lnTo>
                      <a:pt x="1838" y="173"/>
                    </a:lnTo>
                    <a:lnTo>
                      <a:pt x="1839" y="171"/>
                    </a:lnTo>
                    <a:lnTo>
                      <a:pt x="1839" y="170"/>
                    </a:lnTo>
                    <a:lnTo>
                      <a:pt x="1842" y="170"/>
                    </a:lnTo>
                    <a:lnTo>
                      <a:pt x="1842" y="173"/>
                    </a:lnTo>
                    <a:lnTo>
                      <a:pt x="1845" y="171"/>
                    </a:lnTo>
                    <a:lnTo>
                      <a:pt x="1847" y="169"/>
                    </a:lnTo>
                    <a:lnTo>
                      <a:pt x="1850" y="169"/>
                    </a:lnTo>
                    <a:lnTo>
                      <a:pt x="1850" y="171"/>
                    </a:lnTo>
                    <a:lnTo>
                      <a:pt x="1847" y="174"/>
                    </a:lnTo>
                    <a:lnTo>
                      <a:pt x="1847" y="176"/>
                    </a:lnTo>
                    <a:lnTo>
                      <a:pt x="1850" y="182"/>
                    </a:lnTo>
                    <a:lnTo>
                      <a:pt x="1849" y="186"/>
                    </a:lnTo>
                    <a:lnTo>
                      <a:pt x="1849" y="188"/>
                    </a:lnTo>
                    <a:lnTo>
                      <a:pt x="1851" y="188"/>
                    </a:lnTo>
                    <a:lnTo>
                      <a:pt x="1853" y="190"/>
                    </a:lnTo>
                    <a:lnTo>
                      <a:pt x="1857" y="192"/>
                    </a:lnTo>
                    <a:lnTo>
                      <a:pt x="1858" y="195"/>
                    </a:lnTo>
                    <a:lnTo>
                      <a:pt x="1856" y="197"/>
                    </a:lnTo>
                    <a:lnTo>
                      <a:pt x="1851" y="197"/>
                    </a:lnTo>
                    <a:lnTo>
                      <a:pt x="1847" y="197"/>
                    </a:lnTo>
                    <a:lnTo>
                      <a:pt x="1853" y="199"/>
                    </a:lnTo>
                    <a:lnTo>
                      <a:pt x="1856" y="201"/>
                    </a:lnTo>
                    <a:lnTo>
                      <a:pt x="1854" y="204"/>
                    </a:lnTo>
                    <a:lnTo>
                      <a:pt x="1851" y="204"/>
                    </a:lnTo>
                    <a:lnTo>
                      <a:pt x="1849" y="209"/>
                    </a:lnTo>
                    <a:lnTo>
                      <a:pt x="1847" y="208"/>
                    </a:lnTo>
                    <a:lnTo>
                      <a:pt x="1843" y="211"/>
                    </a:lnTo>
                    <a:lnTo>
                      <a:pt x="1841" y="211"/>
                    </a:lnTo>
                    <a:lnTo>
                      <a:pt x="1837" y="214"/>
                    </a:lnTo>
                    <a:lnTo>
                      <a:pt x="1841" y="212"/>
                    </a:lnTo>
                    <a:lnTo>
                      <a:pt x="1843" y="214"/>
                    </a:lnTo>
                    <a:lnTo>
                      <a:pt x="1845" y="216"/>
                    </a:lnTo>
                    <a:lnTo>
                      <a:pt x="1847" y="214"/>
                    </a:lnTo>
                    <a:lnTo>
                      <a:pt x="1849" y="214"/>
                    </a:lnTo>
                    <a:lnTo>
                      <a:pt x="1849" y="216"/>
                    </a:lnTo>
                    <a:lnTo>
                      <a:pt x="1851" y="220"/>
                    </a:lnTo>
                    <a:lnTo>
                      <a:pt x="1849" y="222"/>
                    </a:lnTo>
                    <a:lnTo>
                      <a:pt x="1849" y="226"/>
                    </a:lnTo>
                    <a:lnTo>
                      <a:pt x="1851" y="222"/>
                    </a:lnTo>
                    <a:lnTo>
                      <a:pt x="1856" y="222"/>
                    </a:lnTo>
                    <a:lnTo>
                      <a:pt x="1860" y="224"/>
                    </a:lnTo>
                    <a:lnTo>
                      <a:pt x="1858" y="227"/>
                    </a:lnTo>
                    <a:lnTo>
                      <a:pt x="1861" y="231"/>
                    </a:lnTo>
                    <a:lnTo>
                      <a:pt x="1857" y="233"/>
                    </a:lnTo>
                    <a:lnTo>
                      <a:pt x="1860" y="234"/>
                    </a:lnTo>
                    <a:lnTo>
                      <a:pt x="1860" y="238"/>
                    </a:lnTo>
                    <a:lnTo>
                      <a:pt x="1857" y="239"/>
                    </a:lnTo>
                    <a:lnTo>
                      <a:pt x="1857" y="242"/>
                    </a:lnTo>
                    <a:lnTo>
                      <a:pt x="1858" y="243"/>
                    </a:lnTo>
                    <a:lnTo>
                      <a:pt x="1858" y="241"/>
                    </a:lnTo>
                    <a:lnTo>
                      <a:pt x="1861" y="241"/>
                    </a:lnTo>
                    <a:lnTo>
                      <a:pt x="1862" y="242"/>
                    </a:lnTo>
                    <a:lnTo>
                      <a:pt x="1861" y="246"/>
                    </a:lnTo>
                    <a:lnTo>
                      <a:pt x="1865" y="245"/>
                    </a:lnTo>
                    <a:lnTo>
                      <a:pt x="1866" y="248"/>
                    </a:lnTo>
                    <a:lnTo>
                      <a:pt x="1866" y="245"/>
                    </a:lnTo>
                    <a:lnTo>
                      <a:pt x="1868" y="243"/>
                    </a:lnTo>
                    <a:lnTo>
                      <a:pt x="1870" y="245"/>
                    </a:lnTo>
                    <a:lnTo>
                      <a:pt x="1873" y="245"/>
                    </a:lnTo>
                    <a:lnTo>
                      <a:pt x="1873" y="249"/>
                    </a:lnTo>
                    <a:lnTo>
                      <a:pt x="1870" y="250"/>
                    </a:lnTo>
                    <a:lnTo>
                      <a:pt x="1868" y="248"/>
                    </a:lnTo>
                    <a:lnTo>
                      <a:pt x="1866" y="250"/>
                    </a:lnTo>
                    <a:lnTo>
                      <a:pt x="1869" y="253"/>
                    </a:lnTo>
                    <a:lnTo>
                      <a:pt x="1872" y="252"/>
                    </a:lnTo>
                    <a:lnTo>
                      <a:pt x="1873" y="256"/>
                    </a:lnTo>
                    <a:lnTo>
                      <a:pt x="1873" y="258"/>
                    </a:lnTo>
                    <a:lnTo>
                      <a:pt x="1869" y="260"/>
                    </a:lnTo>
                    <a:lnTo>
                      <a:pt x="1866" y="256"/>
                    </a:lnTo>
                    <a:lnTo>
                      <a:pt x="1865" y="254"/>
                    </a:lnTo>
                    <a:lnTo>
                      <a:pt x="1866" y="260"/>
                    </a:lnTo>
                    <a:lnTo>
                      <a:pt x="1865" y="261"/>
                    </a:lnTo>
                    <a:lnTo>
                      <a:pt x="1864" y="261"/>
                    </a:lnTo>
                    <a:lnTo>
                      <a:pt x="1862" y="260"/>
                    </a:lnTo>
                    <a:lnTo>
                      <a:pt x="1861" y="261"/>
                    </a:lnTo>
                    <a:lnTo>
                      <a:pt x="1858" y="260"/>
                    </a:lnTo>
                    <a:lnTo>
                      <a:pt x="1851" y="258"/>
                    </a:lnTo>
                    <a:lnTo>
                      <a:pt x="1850" y="260"/>
                    </a:lnTo>
                    <a:lnTo>
                      <a:pt x="1847" y="260"/>
                    </a:lnTo>
                    <a:lnTo>
                      <a:pt x="1847" y="258"/>
                    </a:lnTo>
                    <a:lnTo>
                      <a:pt x="1846" y="256"/>
                    </a:lnTo>
                    <a:lnTo>
                      <a:pt x="1845" y="256"/>
                    </a:lnTo>
                    <a:lnTo>
                      <a:pt x="1845" y="260"/>
                    </a:lnTo>
                    <a:lnTo>
                      <a:pt x="1843" y="260"/>
                    </a:lnTo>
                    <a:lnTo>
                      <a:pt x="1843" y="260"/>
                    </a:lnTo>
                    <a:lnTo>
                      <a:pt x="1845" y="262"/>
                    </a:lnTo>
                    <a:lnTo>
                      <a:pt x="1842" y="265"/>
                    </a:lnTo>
                    <a:lnTo>
                      <a:pt x="1841" y="265"/>
                    </a:lnTo>
                    <a:lnTo>
                      <a:pt x="1841" y="264"/>
                    </a:lnTo>
                    <a:lnTo>
                      <a:pt x="1839" y="264"/>
                    </a:lnTo>
                    <a:lnTo>
                      <a:pt x="1834" y="265"/>
                    </a:lnTo>
                    <a:lnTo>
                      <a:pt x="1832" y="264"/>
                    </a:lnTo>
                    <a:lnTo>
                      <a:pt x="1832" y="262"/>
                    </a:lnTo>
                    <a:lnTo>
                      <a:pt x="1831" y="258"/>
                    </a:lnTo>
                    <a:lnTo>
                      <a:pt x="1831" y="258"/>
                    </a:lnTo>
                    <a:lnTo>
                      <a:pt x="1823" y="253"/>
                    </a:lnTo>
                    <a:lnTo>
                      <a:pt x="1823" y="252"/>
                    </a:lnTo>
                    <a:lnTo>
                      <a:pt x="1823" y="250"/>
                    </a:lnTo>
                    <a:lnTo>
                      <a:pt x="1819" y="249"/>
                    </a:lnTo>
                    <a:lnTo>
                      <a:pt x="1818" y="252"/>
                    </a:lnTo>
                    <a:lnTo>
                      <a:pt x="1813" y="253"/>
                    </a:lnTo>
                    <a:lnTo>
                      <a:pt x="1811" y="256"/>
                    </a:lnTo>
                    <a:lnTo>
                      <a:pt x="1809" y="256"/>
                    </a:lnTo>
                    <a:lnTo>
                      <a:pt x="1809" y="253"/>
                    </a:lnTo>
                    <a:lnTo>
                      <a:pt x="1807" y="250"/>
                    </a:lnTo>
                    <a:lnTo>
                      <a:pt x="1808" y="253"/>
                    </a:lnTo>
                    <a:lnTo>
                      <a:pt x="1808" y="258"/>
                    </a:lnTo>
                    <a:lnTo>
                      <a:pt x="1808" y="261"/>
                    </a:lnTo>
                    <a:lnTo>
                      <a:pt x="1808" y="265"/>
                    </a:lnTo>
                    <a:lnTo>
                      <a:pt x="1803" y="272"/>
                    </a:lnTo>
                    <a:lnTo>
                      <a:pt x="1800" y="272"/>
                    </a:lnTo>
                    <a:lnTo>
                      <a:pt x="1800" y="267"/>
                    </a:lnTo>
                    <a:lnTo>
                      <a:pt x="1797" y="265"/>
                    </a:lnTo>
                    <a:lnTo>
                      <a:pt x="1794" y="268"/>
                    </a:lnTo>
                    <a:lnTo>
                      <a:pt x="1788" y="262"/>
                    </a:lnTo>
                    <a:lnTo>
                      <a:pt x="1788" y="260"/>
                    </a:lnTo>
                    <a:lnTo>
                      <a:pt x="1786" y="253"/>
                    </a:lnTo>
                    <a:lnTo>
                      <a:pt x="1784" y="252"/>
                    </a:lnTo>
                    <a:lnTo>
                      <a:pt x="1782" y="250"/>
                    </a:lnTo>
                    <a:lnTo>
                      <a:pt x="1781" y="249"/>
                    </a:lnTo>
                    <a:lnTo>
                      <a:pt x="1779" y="250"/>
                    </a:lnTo>
                    <a:lnTo>
                      <a:pt x="1781" y="252"/>
                    </a:lnTo>
                    <a:lnTo>
                      <a:pt x="1781" y="254"/>
                    </a:lnTo>
                    <a:lnTo>
                      <a:pt x="1782" y="256"/>
                    </a:lnTo>
                    <a:lnTo>
                      <a:pt x="1782" y="258"/>
                    </a:lnTo>
                    <a:lnTo>
                      <a:pt x="1777" y="256"/>
                    </a:lnTo>
                    <a:lnTo>
                      <a:pt x="1774" y="252"/>
                    </a:lnTo>
                    <a:lnTo>
                      <a:pt x="1773" y="252"/>
                    </a:lnTo>
                    <a:lnTo>
                      <a:pt x="1775" y="256"/>
                    </a:lnTo>
                    <a:lnTo>
                      <a:pt x="1773" y="257"/>
                    </a:lnTo>
                    <a:lnTo>
                      <a:pt x="1774" y="258"/>
                    </a:lnTo>
                    <a:lnTo>
                      <a:pt x="1778" y="258"/>
                    </a:lnTo>
                    <a:lnTo>
                      <a:pt x="1779" y="261"/>
                    </a:lnTo>
                    <a:lnTo>
                      <a:pt x="1778" y="264"/>
                    </a:lnTo>
                    <a:lnTo>
                      <a:pt x="1774" y="264"/>
                    </a:lnTo>
                    <a:lnTo>
                      <a:pt x="1774" y="265"/>
                    </a:lnTo>
                    <a:lnTo>
                      <a:pt x="1775" y="267"/>
                    </a:lnTo>
                    <a:lnTo>
                      <a:pt x="1784" y="276"/>
                    </a:lnTo>
                    <a:lnTo>
                      <a:pt x="1789" y="277"/>
                    </a:lnTo>
                    <a:lnTo>
                      <a:pt x="1793" y="276"/>
                    </a:lnTo>
                    <a:lnTo>
                      <a:pt x="1796" y="279"/>
                    </a:lnTo>
                    <a:lnTo>
                      <a:pt x="1797" y="281"/>
                    </a:lnTo>
                    <a:lnTo>
                      <a:pt x="1797" y="281"/>
                    </a:lnTo>
                    <a:lnTo>
                      <a:pt x="1794" y="279"/>
                    </a:lnTo>
                    <a:lnTo>
                      <a:pt x="1793" y="279"/>
                    </a:lnTo>
                    <a:lnTo>
                      <a:pt x="1794" y="283"/>
                    </a:lnTo>
                    <a:lnTo>
                      <a:pt x="1798" y="286"/>
                    </a:lnTo>
                    <a:lnTo>
                      <a:pt x="1800" y="290"/>
                    </a:lnTo>
                    <a:lnTo>
                      <a:pt x="1803" y="292"/>
                    </a:lnTo>
                    <a:lnTo>
                      <a:pt x="1803" y="299"/>
                    </a:lnTo>
                    <a:lnTo>
                      <a:pt x="1800" y="309"/>
                    </a:lnTo>
                    <a:lnTo>
                      <a:pt x="1801" y="314"/>
                    </a:lnTo>
                    <a:lnTo>
                      <a:pt x="1801" y="317"/>
                    </a:lnTo>
                    <a:lnTo>
                      <a:pt x="1803" y="320"/>
                    </a:lnTo>
                    <a:lnTo>
                      <a:pt x="1798" y="325"/>
                    </a:lnTo>
                    <a:lnTo>
                      <a:pt x="1798" y="328"/>
                    </a:lnTo>
                    <a:lnTo>
                      <a:pt x="1796" y="330"/>
                    </a:lnTo>
                    <a:lnTo>
                      <a:pt x="1797" y="328"/>
                    </a:lnTo>
                    <a:lnTo>
                      <a:pt x="1796" y="326"/>
                    </a:lnTo>
                    <a:lnTo>
                      <a:pt x="1790" y="332"/>
                    </a:lnTo>
                    <a:lnTo>
                      <a:pt x="1788" y="329"/>
                    </a:lnTo>
                    <a:lnTo>
                      <a:pt x="1785" y="332"/>
                    </a:lnTo>
                    <a:lnTo>
                      <a:pt x="1784" y="330"/>
                    </a:lnTo>
                    <a:lnTo>
                      <a:pt x="1782" y="328"/>
                    </a:lnTo>
                    <a:lnTo>
                      <a:pt x="1778" y="328"/>
                    </a:lnTo>
                    <a:lnTo>
                      <a:pt x="1774" y="324"/>
                    </a:lnTo>
                    <a:lnTo>
                      <a:pt x="1771" y="321"/>
                    </a:lnTo>
                    <a:lnTo>
                      <a:pt x="1767" y="321"/>
                    </a:lnTo>
                    <a:lnTo>
                      <a:pt x="1765" y="320"/>
                    </a:lnTo>
                    <a:lnTo>
                      <a:pt x="1763" y="320"/>
                    </a:lnTo>
                    <a:lnTo>
                      <a:pt x="1760" y="324"/>
                    </a:lnTo>
                    <a:lnTo>
                      <a:pt x="1756" y="324"/>
                    </a:lnTo>
                    <a:lnTo>
                      <a:pt x="1760" y="325"/>
                    </a:lnTo>
                    <a:lnTo>
                      <a:pt x="1765" y="325"/>
                    </a:lnTo>
                    <a:lnTo>
                      <a:pt x="1766" y="322"/>
                    </a:lnTo>
                    <a:lnTo>
                      <a:pt x="1774" y="325"/>
                    </a:lnTo>
                    <a:lnTo>
                      <a:pt x="1775" y="328"/>
                    </a:lnTo>
                    <a:lnTo>
                      <a:pt x="1771" y="330"/>
                    </a:lnTo>
                    <a:lnTo>
                      <a:pt x="1769" y="329"/>
                    </a:lnTo>
                    <a:lnTo>
                      <a:pt x="1766" y="329"/>
                    </a:lnTo>
                    <a:lnTo>
                      <a:pt x="1766" y="332"/>
                    </a:lnTo>
                    <a:lnTo>
                      <a:pt x="1763" y="329"/>
                    </a:lnTo>
                    <a:lnTo>
                      <a:pt x="1760" y="329"/>
                    </a:lnTo>
                    <a:lnTo>
                      <a:pt x="1762" y="329"/>
                    </a:lnTo>
                    <a:lnTo>
                      <a:pt x="1763" y="333"/>
                    </a:lnTo>
                    <a:lnTo>
                      <a:pt x="1767" y="334"/>
                    </a:lnTo>
                    <a:lnTo>
                      <a:pt x="1766" y="339"/>
                    </a:lnTo>
                    <a:lnTo>
                      <a:pt x="1767" y="344"/>
                    </a:lnTo>
                    <a:lnTo>
                      <a:pt x="1770" y="345"/>
                    </a:lnTo>
                    <a:lnTo>
                      <a:pt x="1769" y="344"/>
                    </a:lnTo>
                    <a:lnTo>
                      <a:pt x="1769" y="339"/>
                    </a:lnTo>
                    <a:lnTo>
                      <a:pt x="1771" y="337"/>
                    </a:lnTo>
                    <a:lnTo>
                      <a:pt x="1774" y="337"/>
                    </a:lnTo>
                    <a:lnTo>
                      <a:pt x="1774" y="336"/>
                    </a:lnTo>
                    <a:lnTo>
                      <a:pt x="1778" y="332"/>
                    </a:lnTo>
                    <a:lnTo>
                      <a:pt x="1781" y="332"/>
                    </a:lnTo>
                    <a:lnTo>
                      <a:pt x="1782" y="333"/>
                    </a:lnTo>
                    <a:lnTo>
                      <a:pt x="1782" y="334"/>
                    </a:lnTo>
                    <a:lnTo>
                      <a:pt x="1786" y="340"/>
                    </a:lnTo>
                    <a:lnTo>
                      <a:pt x="1789" y="341"/>
                    </a:lnTo>
                    <a:lnTo>
                      <a:pt x="1793" y="344"/>
                    </a:lnTo>
                    <a:lnTo>
                      <a:pt x="1797" y="344"/>
                    </a:lnTo>
                    <a:lnTo>
                      <a:pt x="1797" y="341"/>
                    </a:lnTo>
                    <a:lnTo>
                      <a:pt x="1797" y="340"/>
                    </a:lnTo>
                    <a:lnTo>
                      <a:pt x="1798" y="340"/>
                    </a:lnTo>
                    <a:lnTo>
                      <a:pt x="1805" y="345"/>
                    </a:lnTo>
                    <a:lnTo>
                      <a:pt x="1807" y="348"/>
                    </a:lnTo>
                    <a:lnTo>
                      <a:pt x="1804" y="348"/>
                    </a:lnTo>
                    <a:lnTo>
                      <a:pt x="1804" y="351"/>
                    </a:lnTo>
                    <a:lnTo>
                      <a:pt x="1809" y="355"/>
                    </a:lnTo>
                    <a:lnTo>
                      <a:pt x="1811" y="355"/>
                    </a:lnTo>
                    <a:lnTo>
                      <a:pt x="1811" y="353"/>
                    </a:lnTo>
                    <a:lnTo>
                      <a:pt x="1811" y="349"/>
                    </a:lnTo>
                    <a:lnTo>
                      <a:pt x="1815" y="353"/>
                    </a:lnTo>
                    <a:lnTo>
                      <a:pt x="1820" y="362"/>
                    </a:lnTo>
                    <a:lnTo>
                      <a:pt x="1819" y="360"/>
                    </a:lnTo>
                    <a:lnTo>
                      <a:pt x="1818" y="360"/>
                    </a:lnTo>
                    <a:lnTo>
                      <a:pt x="1816" y="360"/>
                    </a:lnTo>
                    <a:lnTo>
                      <a:pt x="1819" y="364"/>
                    </a:lnTo>
                    <a:lnTo>
                      <a:pt x="1816" y="366"/>
                    </a:lnTo>
                    <a:lnTo>
                      <a:pt x="1815" y="368"/>
                    </a:lnTo>
                    <a:lnTo>
                      <a:pt x="1816" y="371"/>
                    </a:lnTo>
                    <a:lnTo>
                      <a:pt x="1819" y="370"/>
                    </a:lnTo>
                    <a:lnTo>
                      <a:pt x="1820" y="367"/>
                    </a:lnTo>
                    <a:lnTo>
                      <a:pt x="1820" y="366"/>
                    </a:lnTo>
                    <a:lnTo>
                      <a:pt x="1823" y="367"/>
                    </a:lnTo>
                    <a:lnTo>
                      <a:pt x="1823" y="364"/>
                    </a:lnTo>
                    <a:lnTo>
                      <a:pt x="1826" y="368"/>
                    </a:lnTo>
                    <a:lnTo>
                      <a:pt x="1832" y="373"/>
                    </a:lnTo>
                    <a:lnTo>
                      <a:pt x="1839" y="374"/>
                    </a:lnTo>
                    <a:lnTo>
                      <a:pt x="1842" y="377"/>
                    </a:lnTo>
                    <a:lnTo>
                      <a:pt x="1841" y="379"/>
                    </a:lnTo>
                    <a:lnTo>
                      <a:pt x="1845" y="385"/>
                    </a:lnTo>
                    <a:lnTo>
                      <a:pt x="1847" y="385"/>
                    </a:lnTo>
                    <a:lnTo>
                      <a:pt x="1851" y="392"/>
                    </a:lnTo>
                    <a:lnTo>
                      <a:pt x="1851" y="400"/>
                    </a:lnTo>
                    <a:lnTo>
                      <a:pt x="1849" y="400"/>
                    </a:lnTo>
                    <a:lnTo>
                      <a:pt x="1849" y="401"/>
                    </a:lnTo>
                    <a:lnTo>
                      <a:pt x="1853" y="404"/>
                    </a:lnTo>
                    <a:lnTo>
                      <a:pt x="1854" y="406"/>
                    </a:lnTo>
                    <a:lnTo>
                      <a:pt x="1853" y="408"/>
                    </a:lnTo>
                    <a:lnTo>
                      <a:pt x="1850" y="405"/>
                    </a:lnTo>
                    <a:lnTo>
                      <a:pt x="1841" y="405"/>
                    </a:lnTo>
                    <a:lnTo>
                      <a:pt x="1837" y="404"/>
                    </a:lnTo>
                    <a:lnTo>
                      <a:pt x="1835" y="405"/>
                    </a:lnTo>
                    <a:lnTo>
                      <a:pt x="1832" y="404"/>
                    </a:lnTo>
                    <a:lnTo>
                      <a:pt x="1831" y="402"/>
                    </a:lnTo>
                    <a:lnTo>
                      <a:pt x="1830" y="401"/>
                    </a:lnTo>
                    <a:lnTo>
                      <a:pt x="1830" y="402"/>
                    </a:lnTo>
                    <a:lnTo>
                      <a:pt x="1831" y="404"/>
                    </a:lnTo>
                    <a:lnTo>
                      <a:pt x="1826" y="406"/>
                    </a:lnTo>
                    <a:lnTo>
                      <a:pt x="1823" y="406"/>
                    </a:lnTo>
                    <a:lnTo>
                      <a:pt x="1822" y="408"/>
                    </a:lnTo>
                    <a:lnTo>
                      <a:pt x="1823" y="409"/>
                    </a:lnTo>
                    <a:lnTo>
                      <a:pt x="1819" y="413"/>
                    </a:lnTo>
                    <a:lnTo>
                      <a:pt x="1816" y="413"/>
                    </a:lnTo>
                    <a:lnTo>
                      <a:pt x="1816" y="416"/>
                    </a:lnTo>
                    <a:lnTo>
                      <a:pt x="1818" y="417"/>
                    </a:lnTo>
                    <a:lnTo>
                      <a:pt x="1813" y="423"/>
                    </a:lnTo>
                    <a:lnTo>
                      <a:pt x="1812" y="424"/>
                    </a:lnTo>
                    <a:lnTo>
                      <a:pt x="1812" y="423"/>
                    </a:lnTo>
                    <a:lnTo>
                      <a:pt x="1809" y="423"/>
                    </a:lnTo>
                    <a:lnTo>
                      <a:pt x="1809" y="427"/>
                    </a:lnTo>
                    <a:lnTo>
                      <a:pt x="1811" y="431"/>
                    </a:lnTo>
                    <a:lnTo>
                      <a:pt x="1808" y="434"/>
                    </a:lnTo>
                    <a:lnTo>
                      <a:pt x="1807" y="432"/>
                    </a:lnTo>
                    <a:lnTo>
                      <a:pt x="1805" y="435"/>
                    </a:lnTo>
                    <a:lnTo>
                      <a:pt x="1807" y="438"/>
                    </a:lnTo>
                    <a:lnTo>
                      <a:pt x="1804" y="440"/>
                    </a:lnTo>
                    <a:lnTo>
                      <a:pt x="1801" y="442"/>
                    </a:lnTo>
                    <a:lnTo>
                      <a:pt x="1803" y="443"/>
                    </a:lnTo>
                    <a:lnTo>
                      <a:pt x="1803" y="445"/>
                    </a:lnTo>
                    <a:lnTo>
                      <a:pt x="1801" y="447"/>
                    </a:lnTo>
                    <a:lnTo>
                      <a:pt x="1800" y="446"/>
                    </a:lnTo>
                    <a:lnTo>
                      <a:pt x="1797" y="447"/>
                    </a:lnTo>
                    <a:lnTo>
                      <a:pt x="1798" y="449"/>
                    </a:lnTo>
                    <a:lnTo>
                      <a:pt x="1800" y="451"/>
                    </a:lnTo>
                    <a:lnTo>
                      <a:pt x="1797" y="454"/>
                    </a:lnTo>
                    <a:lnTo>
                      <a:pt x="1798" y="455"/>
                    </a:lnTo>
                    <a:lnTo>
                      <a:pt x="1797" y="458"/>
                    </a:lnTo>
                    <a:lnTo>
                      <a:pt x="1796" y="458"/>
                    </a:lnTo>
                    <a:lnTo>
                      <a:pt x="1794" y="457"/>
                    </a:lnTo>
                    <a:lnTo>
                      <a:pt x="1792" y="458"/>
                    </a:lnTo>
                    <a:lnTo>
                      <a:pt x="1793" y="459"/>
                    </a:lnTo>
                    <a:lnTo>
                      <a:pt x="1797" y="462"/>
                    </a:lnTo>
                    <a:lnTo>
                      <a:pt x="1796" y="465"/>
                    </a:lnTo>
                    <a:lnTo>
                      <a:pt x="1792" y="465"/>
                    </a:lnTo>
                    <a:lnTo>
                      <a:pt x="1792" y="466"/>
                    </a:lnTo>
                    <a:lnTo>
                      <a:pt x="1794" y="468"/>
                    </a:lnTo>
                    <a:lnTo>
                      <a:pt x="1796" y="472"/>
                    </a:lnTo>
                    <a:lnTo>
                      <a:pt x="1794" y="474"/>
                    </a:lnTo>
                    <a:lnTo>
                      <a:pt x="1796" y="476"/>
                    </a:lnTo>
                    <a:lnTo>
                      <a:pt x="1793" y="480"/>
                    </a:lnTo>
                    <a:lnTo>
                      <a:pt x="1793" y="483"/>
                    </a:lnTo>
                    <a:lnTo>
                      <a:pt x="1792" y="487"/>
                    </a:lnTo>
                    <a:lnTo>
                      <a:pt x="1790" y="493"/>
                    </a:lnTo>
                    <a:lnTo>
                      <a:pt x="1789" y="496"/>
                    </a:lnTo>
                    <a:lnTo>
                      <a:pt x="1789" y="499"/>
                    </a:lnTo>
                    <a:lnTo>
                      <a:pt x="1790" y="500"/>
                    </a:lnTo>
                    <a:lnTo>
                      <a:pt x="1792" y="502"/>
                    </a:lnTo>
                    <a:lnTo>
                      <a:pt x="1790" y="503"/>
                    </a:lnTo>
                    <a:lnTo>
                      <a:pt x="1794" y="508"/>
                    </a:lnTo>
                    <a:lnTo>
                      <a:pt x="1794" y="511"/>
                    </a:lnTo>
                    <a:lnTo>
                      <a:pt x="1792" y="510"/>
                    </a:lnTo>
                    <a:lnTo>
                      <a:pt x="1789" y="511"/>
                    </a:lnTo>
                    <a:lnTo>
                      <a:pt x="1786" y="508"/>
                    </a:lnTo>
                    <a:lnTo>
                      <a:pt x="1785" y="510"/>
                    </a:lnTo>
                    <a:lnTo>
                      <a:pt x="1781" y="504"/>
                    </a:lnTo>
                    <a:lnTo>
                      <a:pt x="1782" y="504"/>
                    </a:lnTo>
                    <a:lnTo>
                      <a:pt x="1781" y="503"/>
                    </a:lnTo>
                    <a:lnTo>
                      <a:pt x="1778" y="504"/>
                    </a:lnTo>
                    <a:lnTo>
                      <a:pt x="1775" y="503"/>
                    </a:lnTo>
                    <a:lnTo>
                      <a:pt x="1775" y="502"/>
                    </a:lnTo>
                    <a:lnTo>
                      <a:pt x="1767" y="496"/>
                    </a:lnTo>
                    <a:lnTo>
                      <a:pt x="1765" y="496"/>
                    </a:lnTo>
                    <a:lnTo>
                      <a:pt x="1759" y="499"/>
                    </a:lnTo>
                    <a:lnTo>
                      <a:pt x="1758" y="498"/>
                    </a:lnTo>
                    <a:lnTo>
                      <a:pt x="1755" y="499"/>
                    </a:lnTo>
                    <a:lnTo>
                      <a:pt x="1752" y="503"/>
                    </a:lnTo>
                    <a:lnTo>
                      <a:pt x="1748" y="503"/>
                    </a:lnTo>
                    <a:lnTo>
                      <a:pt x="1747" y="508"/>
                    </a:lnTo>
                    <a:lnTo>
                      <a:pt x="1745" y="510"/>
                    </a:lnTo>
                    <a:lnTo>
                      <a:pt x="1743" y="508"/>
                    </a:lnTo>
                    <a:lnTo>
                      <a:pt x="1745" y="512"/>
                    </a:lnTo>
                    <a:lnTo>
                      <a:pt x="1743" y="514"/>
                    </a:lnTo>
                    <a:lnTo>
                      <a:pt x="1744" y="518"/>
                    </a:lnTo>
                    <a:lnTo>
                      <a:pt x="1743" y="521"/>
                    </a:lnTo>
                    <a:lnTo>
                      <a:pt x="1741" y="527"/>
                    </a:lnTo>
                    <a:lnTo>
                      <a:pt x="1740" y="529"/>
                    </a:lnTo>
                    <a:lnTo>
                      <a:pt x="1739" y="526"/>
                    </a:lnTo>
                    <a:lnTo>
                      <a:pt x="1735" y="518"/>
                    </a:lnTo>
                    <a:lnTo>
                      <a:pt x="1735" y="514"/>
                    </a:lnTo>
                    <a:lnTo>
                      <a:pt x="1732" y="512"/>
                    </a:lnTo>
                    <a:lnTo>
                      <a:pt x="1731" y="510"/>
                    </a:lnTo>
                    <a:lnTo>
                      <a:pt x="1731" y="514"/>
                    </a:lnTo>
                    <a:lnTo>
                      <a:pt x="1726" y="519"/>
                    </a:lnTo>
                    <a:lnTo>
                      <a:pt x="1724" y="521"/>
                    </a:lnTo>
                    <a:lnTo>
                      <a:pt x="1724" y="523"/>
                    </a:lnTo>
                    <a:lnTo>
                      <a:pt x="1726" y="525"/>
                    </a:lnTo>
                    <a:lnTo>
                      <a:pt x="1724" y="531"/>
                    </a:lnTo>
                    <a:lnTo>
                      <a:pt x="1721" y="527"/>
                    </a:lnTo>
                    <a:lnTo>
                      <a:pt x="1720" y="527"/>
                    </a:lnTo>
                    <a:lnTo>
                      <a:pt x="1718" y="526"/>
                    </a:lnTo>
                    <a:lnTo>
                      <a:pt x="1717" y="526"/>
                    </a:lnTo>
                    <a:lnTo>
                      <a:pt x="1716" y="530"/>
                    </a:lnTo>
                    <a:lnTo>
                      <a:pt x="1714" y="530"/>
                    </a:lnTo>
                    <a:lnTo>
                      <a:pt x="1712" y="529"/>
                    </a:lnTo>
                    <a:lnTo>
                      <a:pt x="1709" y="529"/>
                    </a:lnTo>
                    <a:lnTo>
                      <a:pt x="1709" y="531"/>
                    </a:lnTo>
                    <a:lnTo>
                      <a:pt x="1710" y="534"/>
                    </a:lnTo>
                    <a:lnTo>
                      <a:pt x="1709" y="534"/>
                    </a:lnTo>
                    <a:lnTo>
                      <a:pt x="1707" y="537"/>
                    </a:lnTo>
                    <a:lnTo>
                      <a:pt x="1707" y="540"/>
                    </a:lnTo>
                    <a:lnTo>
                      <a:pt x="1710" y="542"/>
                    </a:lnTo>
                    <a:lnTo>
                      <a:pt x="1712" y="546"/>
                    </a:lnTo>
                    <a:lnTo>
                      <a:pt x="1710" y="546"/>
                    </a:lnTo>
                    <a:lnTo>
                      <a:pt x="1710" y="548"/>
                    </a:lnTo>
                    <a:lnTo>
                      <a:pt x="1713" y="549"/>
                    </a:lnTo>
                    <a:lnTo>
                      <a:pt x="1716" y="552"/>
                    </a:lnTo>
                    <a:lnTo>
                      <a:pt x="1716" y="553"/>
                    </a:lnTo>
                    <a:lnTo>
                      <a:pt x="1714" y="553"/>
                    </a:lnTo>
                    <a:lnTo>
                      <a:pt x="1714" y="556"/>
                    </a:lnTo>
                    <a:lnTo>
                      <a:pt x="1716" y="557"/>
                    </a:lnTo>
                    <a:lnTo>
                      <a:pt x="1718" y="559"/>
                    </a:lnTo>
                    <a:lnTo>
                      <a:pt x="1718" y="560"/>
                    </a:lnTo>
                    <a:lnTo>
                      <a:pt x="1716" y="559"/>
                    </a:lnTo>
                    <a:lnTo>
                      <a:pt x="1713" y="559"/>
                    </a:lnTo>
                    <a:lnTo>
                      <a:pt x="1713" y="560"/>
                    </a:lnTo>
                    <a:lnTo>
                      <a:pt x="1716" y="564"/>
                    </a:lnTo>
                    <a:lnTo>
                      <a:pt x="1717" y="563"/>
                    </a:lnTo>
                    <a:lnTo>
                      <a:pt x="1717" y="565"/>
                    </a:lnTo>
                    <a:lnTo>
                      <a:pt x="1717" y="568"/>
                    </a:lnTo>
                    <a:lnTo>
                      <a:pt x="1717" y="571"/>
                    </a:lnTo>
                    <a:lnTo>
                      <a:pt x="1716" y="574"/>
                    </a:lnTo>
                    <a:lnTo>
                      <a:pt x="1717" y="578"/>
                    </a:lnTo>
                    <a:lnTo>
                      <a:pt x="1716" y="580"/>
                    </a:lnTo>
                    <a:lnTo>
                      <a:pt x="1717" y="583"/>
                    </a:lnTo>
                    <a:lnTo>
                      <a:pt x="1717" y="584"/>
                    </a:lnTo>
                    <a:lnTo>
                      <a:pt x="1717" y="587"/>
                    </a:lnTo>
                    <a:lnTo>
                      <a:pt x="1720" y="593"/>
                    </a:lnTo>
                    <a:lnTo>
                      <a:pt x="1718" y="594"/>
                    </a:lnTo>
                    <a:lnTo>
                      <a:pt x="1721" y="595"/>
                    </a:lnTo>
                    <a:lnTo>
                      <a:pt x="1722" y="598"/>
                    </a:lnTo>
                    <a:lnTo>
                      <a:pt x="1726" y="603"/>
                    </a:lnTo>
                    <a:lnTo>
                      <a:pt x="1731" y="605"/>
                    </a:lnTo>
                    <a:lnTo>
                      <a:pt x="1732" y="603"/>
                    </a:lnTo>
                    <a:lnTo>
                      <a:pt x="1732" y="601"/>
                    </a:lnTo>
                    <a:lnTo>
                      <a:pt x="1728" y="597"/>
                    </a:lnTo>
                    <a:lnTo>
                      <a:pt x="1728" y="595"/>
                    </a:lnTo>
                    <a:lnTo>
                      <a:pt x="1731" y="594"/>
                    </a:lnTo>
                    <a:lnTo>
                      <a:pt x="1733" y="594"/>
                    </a:lnTo>
                    <a:lnTo>
                      <a:pt x="1737" y="597"/>
                    </a:lnTo>
                    <a:lnTo>
                      <a:pt x="1740" y="597"/>
                    </a:lnTo>
                    <a:lnTo>
                      <a:pt x="1743" y="598"/>
                    </a:lnTo>
                    <a:lnTo>
                      <a:pt x="1743" y="601"/>
                    </a:lnTo>
                    <a:lnTo>
                      <a:pt x="1741" y="602"/>
                    </a:lnTo>
                    <a:lnTo>
                      <a:pt x="1744" y="605"/>
                    </a:lnTo>
                    <a:lnTo>
                      <a:pt x="1741" y="606"/>
                    </a:lnTo>
                    <a:lnTo>
                      <a:pt x="1743" y="609"/>
                    </a:lnTo>
                    <a:lnTo>
                      <a:pt x="1741" y="610"/>
                    </a:lnTo>
                    <a:lnTo>
                      <a:pt x="1740" y="613"/>
                    </a:lnTo>
                    <a:lnTo>
                      <a:pt x="1743" y="618"/>
                    </a:lnTo>
                    <a:lnTo>
                      <a:pt x="1744" y="621"/>
                    </a:lnTo>
                    <a:lnTo>
                      <a:pt x="1744" y="627"/>
                    </a:lnTo>
                    <a:lnTo>
                      <a:pt x="1747" y="628"/>
                    </a:lnTo>
                    <a:lnTo>
                      <a:pt x="1748" y="627"/>
                    </a:lnTo>
                    <a:lnTo>
                      <a:pt x="1748" y="625"/>
                    </a:lnTo>
                    <a:lnTo>
                      <a:pt x="1751" y="624"/>
                    </a:lnTo>
                    <a:lnTo>
                      <a:pt x="1751" y="622"/>
                    </a:lnTo>
                    <a:lnTo>
                      <a:pt x="1752" y="624"/>
                    </a:lnTo>
                    <a:lnTo>
                      <a:pt x="1755" y="625"/>
                    </a:lnTo>
                    <a:lnTo>
                      <a:pt x="1755" y="632"/>
                    </a:lnTo>
                    <a:lnTo>
                      <a:pt x="1762" y="637"/>
                    </a:lnTo>
                    <a:lnTo>
                      <a:pt x="1763" y="642"/>
                    </a:lnTo>
                    <a:lnTo>
                      <a:pt x="1762" y="643"/>
                    </a:lnTo>
                    <a:lnTo>
                      <a:pt x="1762" y="647"/>
                    </a:lnTo>
                    <a:lnTo>
                      <a:pt x="1760" y="648"/>
                    </a:lnTo>
                    <a:lnTo>
                      <a:pt x="1756" y="646"/>
                    </a:lnTo>
                    <a:lnTo>
                      <a:pt x="1752" y="644"/>
                    </a:lnTo>
                    <a:lnTo>
                      <a:pt x="1752" y="640"/>
                    </a:lnTo>
                    <a:lnTo>
                      <a:pt x="1754" y="636"/>
                    </a:lnTo>
                    <a:lnTo>
                      <a:pt x="1754" y="633"/>
                    </a:lnTo>
                    <a:lnTo>
                      <a:pt x="1752" y="631"/>
                    </a:lnTo>
                    <a:lnTo>
                      <a:pt x="1751" y="632"/>
                    </a:lnTo>
                    <a:lnTo>
                      <a:pt x="1752" y="633"/>
                    </a:lnTo>
                    <a:lnTo>
                      <a:pt x="1752" y="636"/>
                    </a:lnTo>
                    <a:lnTo>
                      <a:pt x="1750" y="636"/>
                    </a:lnTo>
                    <a:lnTo>
                      <a:pt x="1747" y="640"/>
                    </a:lnTo>
                    <a:lnTo>
                      <a:pt x="1747" y="642"/>
                    </a:lnTo>
                    <a:lnTo>
                      <a:pt x="1751" y="642"/>
                    </a:lnTo>
                    <a:lnTo>
                      <a:pt x="1751" y="644"/>
                    </a:lnTo>
                    <a:lnTo>
                      <a:pt x="1748" y="647"/>
                    </a:lnTo>
                    <a:lnTo>
                      <a:pt x="1750" y="651"/>
                    </a:lnTo>
                    <a:lnTo>
                      <a:pt x="1750" y="652"/>
                    </a:lnTo>
                    <a:lnTo>
                      <a:pt x="1750" y="663"/>
                    </a:lnTo>
                    <a:lnTo>
                      <a:pt x="1751" y="665"/>
                    </a:lnTo>
                    <a:lnTo>
                      <a:pt x="1751" y="667"/>
                    </a:lnTo>
                    <a:lnTo>
                      <a:pt x="1759" y="678"/>
                    </a:lnTo>
                    <a:lnTo>
                      <a:pt x="1760" y="678"/>
                    </a:lnTo>
                    <a:lnTo>
                      <a:pt x="1766" y="685"/>
                    </a:lnTo>
                    <a:lnTo>
                      <a:pt x="1769" y="686"/>
                    </a:lnTo>
                    <a:lnTo>
                      <a:pt x="1767" y="689"/>
                    </a:lnTo>
                    <a:lnTo>
                      <a:pt x="1767" y="693"/>
                    </a:lnTo>
                    <a:lnTo>
                      <a:pt x="1759" y="696"/>
                    </a:lnTo>
                    <a:lnTo>
                      <a:pt x="1758" y="695"/>
                    </a:lnTo>
                    <a:lnTo>
                      <a:pt x="1754" y="697"/>
                    </a:lnTo>
                    <a:lnTo>
                      <a:pt x="1751" y="697"/>
                    </a:lnTo>
                    <a:lnTo>
                      <a:pt x="1752" y="699"/>
                    </a:lnTo>
                    <a:lnTo>
                      <a:pt x="1750" y="704"/>
                    </a:lnTo>
                    <a:lnTo>
                      <a:pt x="1750" y="707"/>
                    </a:lnTo>
                    <a:lnTo>
                      <a:pt x="1748" y="709"/>
                    </a:lnTo>
                    <a:lnTo>
                      <a:pt x="1750" y="712"/>
                    </a:lnTo>
                    <a:lnTo>
                      <a:pt x="1748" y="719"/>
                    </a:lnTo>
                    <a:lnTo>
                      <a:pt x="1751" y="727"/>
                    </a:lnTo>
                    <a:lnTo>
                      <a:pt x="1755" y="728"/>
                    </a:lnTo>
                    <a:lnTo>
                      <a:pt x="1755" y="733"/>
                    </a:lnTo>
                    <a:lnTo>
                      <a:pt x="1759" y="735"/>
                    </a:lnTo>
                    <a:lnTo>
                      <a:pt x="1760" y="738"/>
                    </a:lnTo>
                    <a:lnTo>
                      <a:pt x="1758" y="737"/>
                    </a:lnTo>
                    <a:lnTo>
                      <a:pt x="1756" y="737"/>
                    </a:lnTo>
                    <a:lnTo>
                      <a:pt x="1754" y="738"/>
                    </a:lnTo>
                    <a:lnTo>
                      <a:pt x="1751" y="741"/>
                    </a:lnTo>
                    <a:lnTo>
                      <a:pt x="1750" y="739"/>
                    </a:lnTo>
                    <a:lnTo>
                      <a:pt x="1745" y="743"/>
                    </a:lnTo>
                    <a:lnTo>
                      <a:pt x="1743" y="741"/>
                    </a:lnTo>
                    <a:lnTo>
                      <a:pt x="1741" y="745"/>
                    </a:lnTo>
                    <a:lnTo>
                      <a:pt x="1743" y="746"/>
                    </a:lnTo>
                    <a:lnTo>
                      <a:pt x="1745" y="745"/>
                    </a:lnTo>
                    <a:lnTo>
                      <a:pt x="1745" y="749"/>
                    </a:lnTo>
                    <a:lnTo>
                      <a:pt x="1744" y="750"/>
                    </a:lnTo>
                    <a:lnTo>
                      <a:pt x="1747" y="753"/>
                    </a:lnTo>
                    <a:lnTo>
                      <a:pt x="1745" y="754"/>
                    </a:lnTo>
                    <a:lnTo>
                      <a:pt x="1744" y="754"/>
                    </a:lnTo>
                    <a:lnTo>
                      <a:pt x="1747" y="758"/>
                    </a:lnTo>
                    <a:lnTo>
                      <a:pt x="1745" y="760"/>
                    </a:lnTo>
                    <a:lnTo>
                      <a:pt x="1747" y="761"/>
                    </a:lnTo>
                    <a:lnTo>
                      <a:pt x="1748" y="760"/>
                    </a:lnTo>
                    <a:lnTo>
                      <a:pt x="1751" y="762"/>
                    </a:lnTo>
                    <a:lnTo>
                      <a:pt x="1750" y="765"/>
                    </a:lnTo>
                    <a:lnTo>
                      <a:pt x="1748" y="769"/>
                    </a:lnTo>
                    <a:lnTo>
                      <a:pt x="1750" y="772"/>
                    </a:lnTo>
                    <a:lnTo>
                      <a:pt x="1750" y="777"/>
                    </a:lnTo>
                    <a:lnTo>
                      <a:pt x="1748" y="780"/>
                    </a:lnTo>
                    <a:lnTo>
                      <a:pt x="1748" y="781"/>
                    </a:lnTo>
                    <a:lnTo>
                      <a:pt x="1748" y="784"/>
                    </a:lnTo>
                    <a:lnTo>
                      <a:pt x="1744" y="787"/>
                    </a:lnTo>
                    <a:lnTo>
                      <a:pt x="1744" y="790"/>
                    </a:lnTo>
                    <a:lnTo>
                      <a:pt x="1743" y="791"/>
                    </a:lnTo>
                    <a:lnTo>
                      <a:pt x="1741" y="796"/>
                    </a:lnTo>
                    <a:lnTo>
                      <a:pt x="1739" y="803"/>
                    </a:lnTo>
                    <a:lnTo>
                      <a:pt x="1740" y="800"/>
                    </a:lnTo>
                    <a:lnTo>
                      <a:pt x="1739" y="798"/>
                    </a:lnTo>
                    <a:lnTo>
                      <a:pt x="1739" y="795"/>
                    </a:lnTo>
                    <a:lnTo>
                      <a:pt x="1737" y="794"/>
                    </a:lnTo>
                    <a:lnTo>
                      <a:pt x="1732" y="792"/>
                    </a:lnTo>
                    <a:lnTo>
                      <a:pt x="1729" y="788"/>
                    </a:lnTo>
                    <a:lnTo>
                      <a:pt x="1729" y="783"/>
                    </a:lnTo>
                    <a:lnTo>
                      <a:pt x="1724" y="771"/>
                    </a:lnTo>
                    <a:lnTo>
                      <a:pt x="1720" y="765"/>
                    </a:lnTo>
                    <a:lnTo>
                      <a:pt x="1721" y="765"/>
                    </a:lnTo>
                    <a:lnTo>
                      <a:pt x="1724" y="764"/>
                    </a:lnTo>
                    <a:lnTo>
                      <a:pt x="1725" y="761"/>
                    </a:lnTo>
                    <a:lnTo>
                      <a:pt x="1722" y="762"/>
                    </a:lnTo>
                    <a:lnTo>
                      <a:pt x="1720" y="762"/>
                    </a:lnTo>
                    <a:lnTo>
                      <a:pt x="1714" y="760"/>
                    </a:lnTo>
                    <a:lnTo>
                      <a:pt x="1703" y="741"/>
                    </a:lnTo>
                    <a:lnTo>
                      <a:pt x="1693" y="728"/>
                    </a:lnTo>
                    <a:lnTo>
                      <a:pt x="1693" y="724"/>
                    </a:lnTo>
                    <a:lnTo>
                      <a:pt x="1690" y="720"/>
                    </a:lnTo>
                    <a:lnTo>
                      <a:pt x="1682" y="708"/>
                    </a:lnTo>
                    <a:lnTo>
                      <a:pt x="1673" y="693"/>
                    </a:lnTo>
                    <a:lnTo>
                      <a:pt x="1668" y="678"/>
                    </a:lnTo>
                    <a:lnTo>
                      <a:pt x="1668" y="673"/>
                    </a:lnTo>
                    <a:lnTo>
                      <a:pt x="1664" y="667"/>
                    </a:lnTo>
                    <a:lnTo>
                      <a:pt x="1663" y="658"/>
                    </a:lnTo>
                    <a:lnTo>
                      <a:pt x="1660" y="652"/>
                    </a:lnTo>
                    <a:lnTo>
                      <a:pt x="1661" y="647"/>
                    </a:lnTo>
                    <a:lnTo>
                      <a:pt x="1664" y="643"/>
                    </a:lnTo>
                    <a:lnTo>
                      <a:pt x="1664" y="637"/>
                    </a:lnTo>
                    <a:lnTo>
                      <a:pt x="1667" y="637"/>
                    </a:lnTo>
                    <a:lnTo>
                      <a:pt x="1665" y="635"/>
                    </a:lnTo>
                    <a:lnTo>
                      <a:pt x="1667" y="633"/>
                    </a:lnTo>
                    <a:lnTo>
                      <a:pt x="1667" y="627"/>
                    </a:lnTo>
                    <a:lnTo>
                      <a:pt x="1661" y="618"/>
                    </a:lnTo>
                    <a:lnTo>
                      <a:pt x="1657" y="618"/>
                    </a:lnTo>
                    <a:lnTo>
                      <a:pt x="1657" y="617"/>
                    </a:lnTo>
                    <a:lnTo>
                      <a:pt x="1660" y="614"/>
                    </a:lnTo>
                    <a:lnTo>
                      <a:pt x="1665" y="617"/>
                    </a:lnTo>
                    <a:lnTo>
                      <a:pt x="1669" y="613"/>
                    </a:lnTo>
                    <a:lnTo>
                      <a:pt x="1668" y="612"/>
                    </a:lnTo>
                    <a:lnTo>
                      <a:pt x="1668" y="606"/>
                    </a:lnTo>
                    <a:lnTo>
                      <a:pt x="1673" y="605"/>
                    </a:lnTo>
                    <a:lnTo>
                      <a:pt x="1676" y="606"/>
                    </a:lnTo>
                    <a:lnTo>
                      <a:pt x="1673" y="602"/>
                    </a:lnTo>
                    <a:lnTo>
                      <a:pt x="1678" y="594"/>
                    </a:lnTo>
                    <a:lnTo>
                      <a:pt x="1676" y="589"/>
                    </a:lnTo>
                    <a:lnTo>
                      <a:pt x="1676" y="583"/>
                    </a:lnTo>
                    <a:lnTo>
                      <a:pt x="1675" y="580"/>
                    </a:lnTo>
                    <a:lnTo>
                      <a:pt x="1676" y="578"/>
                    </a:lnTo>
                    <a:lnTo>
                      <a:pt x="1676" y="574"/>
                    </a:lnTo>
                    <a:lnTo>
                      <a:pt x="1676" y="572"/>
                    </a:lnTo>
                    <a:lnTo>
                      <a:pt x="1676" y="568"/>
                    </a:lnTo>
                    <a:lnTo>
                      <a:pt x="1679" y="568"/>
                    </a:lnTo>
                    <a:lnTo>
                      <a:pt x="1676" y="565"/>
                    </a:lnTo>
                    <a:lnTo>
                      <a:pt x="1676" y="563"/>
                    </a:lnTo>
                    <a:lnTo>
                      <a:pt x="1676" y="561"/>
                    </a:lnTo>
                    <a:lnTo>
                      <a:pt x="1678" y="556"/>
                    </a:lnTo>
                    <a:lnTo>
                      <a:pt x="1676" y="555"/>
                    </a:lnTo>
                    <a:lnTo>
                      <a:pt x="1676" y="552"/>
                    </a:lnTo>
                    <a:lnTo>
                      <a:pt x="1680" y="550"/>
                    </a:lnTo>
                    <a:lnTo>
                      <a:pt x="1682" y="549"/>
                    </a:lnTo>
                    <a:lnTo>
                      <a:pt x="1680" y="544"/>
                    </a:lnTo>
                    <a:lnTo>
                      <a:pt x="1682" y="538"/>
                    </a:lnTo>
                    <a:lnTo>
                      <a:pt x="1679" y="537"/>
                    </a:lnTo>
                    <a:lnTo>
                      <a:pt x="1679" y="536"/>
                    </a:lnTo>
                    <a:lnTo>
                      <a:pt x="1682" y="531"/>
                    </a:lnTo>
                    <a:lnTo>
                      <a:pt x="1682" y="527"/>
                    </a:lnTo>
                    <a:lnTo>
                      <a:pt x="1680" y="527"/>
                    </a:lnTo>
                    <a:lnTo>
                      <a:pt x="1679" y="525"/>
                    </a:lnTo>
                    <a:lnTo>
                      <a:pt x="1680" y="522"/>
                    </a:lnTo>
                    <a:lnTo>
                      <a:pt x="1680" y="519"/>
                    </a:lnTo>
                    <a:lnTo>
                      <a:pt x="1683" y="518"/>
                    </a:lnTo>
                    <a:lnTo>
                      <a:pt x="1683" y="517"/>
                    </a:lnTo>
                    <a:lnTo>
                      <a:pt x="1686" y="515"/>
                    </a:lnTo>
                    <a:lnTo>
                      <a:pt x="1687" y="512"/>
                    </a:lnTo>
                    <a:lnTo>
                      <a:pt x="1690" y="508"/>
                    </a:lnTo>
                    <a:lnTo>
                      <a:pt x="1691" y="508"/>
                    </a:lnTo>
                    <a:lnTo>
                      <a:pt x="1694" y="507"/>
                    </a:lnTo>
                    <a:lnTo>
                      <a:pt x="1695" y="507"/>
                    </a:lnTo>
                    <a:lnTo>
                      <a:pt x="1697" y="506"/>
                    </a:lnTo>
                    <a:lnTo>
                      <a:pt x="1695" y="504"/>
                    </a:lnTo>
                    <a:lnTo>
                      <a:pt x="1693" y="504"/>
                    </a:lnTo>
                    <a:lnTo>
                      <a:pt x="1691" y="504"/>
                    </a:lnTo>
                    <a:lnTo>
                      <a:pt x="1688" y="503"/>
                    </a:lnTo>
                    <a:lnTo>
                      <a:pt x="1688" y="498"/>
                    </a:lnTo>
                    <a:lnTo>
                      <a:pt x="1690" y="493"/>
                    </a:lnTo>
                    <a:lnTo>
                      <a:pt x="1690" y="492"/>
                    </a:lnTo>
                    <a:lnTo>
                      <a:pt x="1688" y="489"/>
                    </a:lnTo>
                    <a:lnTo>
                      <a:pt x="1687" y="488"/>
                    </a:lnTo>
                    <a:lnTo>
                      <a:pt x="1686" y="491"/>
                    </a:lnTo>
                    <a:lnTo>
                      <a:pt x="1684" y="491"/>
                    </a:lnTo>
                    <a:lnTo>
                      <a:pt x="1684" y="484"/>
                    </a:lnTo>
                    <a:lnTo>
                      <a:pt x="1686" y="483"/>
                    </a:lnTo>
                    <a:lnTo>
                      <a:pt x="1686" y="480"/>
                    </a:lnTo>
                    <a:lnTo>
                      <a:pt x="1684" y="477"/>
                    </a:lnTo>
                    <a:lnTo>
                      <a:pt x="1682" y="476"/>
                    </a:lnTo>
                    <a:lnTo>
                      <a:pt x="1682" y="474"/>
                    </a:lnTo>
                    <a:lnTo>
                      <a:pt x="1682" y="474"/>
                    </a:lnTo>
                    <a:lnTo>
                      <a:pt x="1682" y="473"/>
                    </a:lnTo>
                    <a:lnTo>
                      <a:pt x="1679" y="469"/>
                    </a:lnTo>
                    <a:lnTo>
                      <a:pt x="1678" y="466"/>
                    </a:lnTo>
                    <a:lnTo>
                      <a:pt x="1676" y="465"/>
                    </a:lnTo>
                    <a:lnTo>
                      <a:pt x="1676" y="462"/>
                    </a:lnTo>
                    <a:lnTo>
                      <a:pt x="1675" y="459"/>
                    </a:lnTo>
                    <a:lnTo>
                      <a:pt x="1675" y="457"/>
                    </a:lnTo>
                    <a:lnTo>
                      <a:pt x="1679" y="453"/>
                    </a:lnTo>
                    <a:lnTo>
                      <a:pt x="1682" y="454"/>
                    </a:lnTo>
                    <a:lnTo>
                      <a:pt x="1684" y="453"/>
                    </a:lnTo>
                    <a:lnTo>
                      <a:pt x="1683" y="451"/>
                    </a:lnTo>
                    <a:lnTo>
                      <a:pt x="1687" y="449"/>
                    </a:lnTo>
                    <a:lnTo>
                      <a:pt x="1686" y="450"/>
                    </a:lnTo>
                    <a:lnTo>
                      <a:pt x="1682" y="449"/>
                    </a:lnTo>
                    <a:lnTo>
                      <a:pt x="1680" y="449"/>
                    </a:lnTo>
                    <a:lnTo>
                      <a:pt x="1676" y="449"/>
                    </a:lnTo>
                    <a:lnTo>
                      <a:pt x="1672" y="445"/>
                    </a:lnTo>
                    <a:lnTo>
                      <a:pt x="1671" y="446"/>
                    </a:lnTo>
                    <a:lnTo>
                      <a:pt x="1668" y="446"/>
                    </a:lnTo>
                    <a:lnTo>
                      <a:pt x="1665" y="449"/>
                    </a:lnTo>
                    <a:lnTo>
                      <a:pt x="1663" y="449"/>
                    </a:lnTo>
                    <a:lnTo>
                      <a:pt x="1659" y="453"/>
                    </a:lnTo>
                    <a:lnTo>
                      <a:pt x="1660" y="454"/>
                    </a:lnTo>
                    <a:lnTo>
                      <a:pt x="1660" y="457"/>
                    </a:lnTo>
                    <a:lnTo>
                      <a:pt x="1663" y="459"/>
                    </a:lnTo>
                    <a:lnTo>
                      <a:pt x="1663" y="462"/>
                    </a:lnTo>
                    <a:lnTo>
                      <a:pt x="1663" y="464"/>
                    </a:lnTo>
                    <a:lnTo>
                      <a:pt x="1663" y="468"/>
                    </a:lnTo>
                    <a:lnTo>
                      <a:pt x="1665" y="469"/>
                    </a:lnTo>
                    <a:lnTo>
                      <a:pt x="1665" y="470"/>
                    </a:lnTo>
                    <a:lnTo>
                      <a:pt x="1668" y="472"/>
                    </a:lnTo>
                    <a:lnTo>
                      <a:pt x="1669" y="477"/>
                    </a:lnTo>
                    <a:lnTo>
                      <a:pt x="1673" y="480"/>
                    </a:lnTo>
                    <a:lnTo>
                      <a:pt x="1673" y="483"/>
                    </a:lnTo>
                    <a:lnTo>
                      <a:pt x="1675" y="485"/>
                    </a:lnTo>
                    <a:lnTo>
                      <a:pt x="1673" y="487"/>
                    </a:lnTo>
                    <a:lnTo>
                      <a:pt x="1672" y="485"/>
                    </a:lnTo>
                    <a:lnTo>
                      <a:pt x="1671" y="483"/>
                    </a:lnTo>
                    <a:lnTo>
                      <a:pt x="1667" y="484"/>
                    </a:lnTo>
                    <a:lnTo>
                      <a:pt x="1664" y="485"/>
                    </a:lnTo>
                    <a:lnTo>
                      <a:pt x="1663" y="489"/>
                    </a:lnTo>
                    <a:lnTo>
                      <a:pt x="1664" y="491"/>
                    </a:lnTo>
                    <a:lnTo>
                      <a:pt x="1664" y="495"/>
                    </a:lnTo>
                    <a:lnTo>
                      <a:pt x="1663" y="496"/>
                    </a:lnTo>
                    <a:lnTo>
                      <a:pt x="1663" y="498"/>
                    </a:lnTo>
                    <a:lnTo>
                      <a:pt x="1664" y="498"/>
                    </a:lnTo>
                    <a:lnTo>
                      <a:pt x="1664" y="500"/>
                    </a:lnTo>
                    <a:lnTo>
                      <a:pt x="1661" y="503"/>
                    </a:lnTo>
                    <a:lnTo>
                      <a:pt x="1663" y="504"/>
                    </a:lnTo>
                    <a:lnTo>
                      <a:pt x="1661" y="506"/>
                    </a:lnTo>
                    <a:lnTo>
                      <a:pt x="1661" y="514"/>
                    </a:lnTo>
                    <a:lnTo>
                      <a:pt x="1660" y="515"/>
                    </a:lnTo>
                    <a:lnTo>
                      <a:pt x="1660" y="517"/>
                    </a:lnTo>
                    <a:lnTo>
                      <a:pt x="1659" y="518"/>
                    </a:lnTo>
                    <a:lnTo>
                      <a:pt x="1656" y="522"/>
                    </a:lnTo>
                    <a:lnTo>
                      <a:pt x="1656" y="519"/>
                    </a:lnTo>
                    <a:lnTo>
                      <a:pt x="1653" y="517"/>
                    </a:lnTo>
                    <a:lnTo>
                      <a:pt x="1656" y="512"/>
                    </a:lnTo>
                    <a:lnTo>
                      <a:pt x="1654" y="511"/>
                    </a:lnTo>
                    <a:lnTo>
                      <a:pt x="1652" y="511"/>
                    </a:lnTo>
                    <a:lnTo>
                      <a:pt x="1649" y="514"/>
                    </a:lnTo>
                    <a:lnTo>
                      <a:pt x="1649" y="515"/>
                    </a:lnTo>
                    <a:lnTo>
                      <a:pt x="1648" y="517"/>
                    </a:lnTo>
                    <a:lnTo>
                      <a:pt x="1648" y="511"/>
                    </a:lnTo>
                    <a:lnTo>
                      <a:pt x="1645" y="511"/>
                    </a:lnTo>
                    <a:lnTo>
                      <a:pt x="1644" y="508"/>
                    </a:lnTo>
                    <a:lnTo>
                      <a:pt x="1641" y="511"/>
                    </a:lnTo>
                    <a:lnTo>
                      <a:pt x="1641" y="510"/>
                    </a:lnTo>
                    <a:lnTo>
                      <a:pt x="1641" y="508"/>
                    </a:lnTo>
                    <a:lnTo>
                      <a:pt x="1642" y="507"/>
                    </a:lnTo>
                    <a:lnTo>
                      <a:pt x="1641" y="506"/>
                    </a:lnTo>
                    <a:lnTo>
                      <a:pt x="1641" y="503"/>
                    </a:lnTo>
                    <a:lnTo>
                      <a:pt x="1642" y="503"/>
                    </a:lnTo>
                    <a:lnTo>
                      <a:pt x="1641" y="500"/>
                    </a:lnTo>
                    <a:lnTo>
                      <a:pt x="1641" y="499"/>
                    </a:lnTo>
                    <a:lnTo>
                      <a:pt x="1642" y="498"/>
                    </a:lnTo>
                    <a:lnTo>
                      <a:pt x="1641" y="495"/>
                    </a:lnTo>
                    <a:lnTo>
                      <a:pt x="1640" y="493"/>
                    </a:lnTo>
                    <a:lnTo>
                      <a:pt x="1641" y="492"/>
                    </a:lnTo>
                    <a:lnTo>
                      <a:pt x="1641" y="488"/>
                    </a:lnTo>
                    <a:lnTo>
                      <a:pt x="1638" y="487"/>
                    </a:lnTo>
                    <a:lnTo>
                      <a:pt x="1637" y="484"/>
                    </a:lnTo>
                    <a:lnTo>
                      <a:pt x="1635" y="484"/>
                    </a:lnTo>
                    <a:lnTo>
                      <a:pt x="1635" y="488"/>
                    </a:lnTo>
                    <a:lnTo>
                      <a:pt x="1633" y="488"/>
                    </a:lnTo>
                    <a:lnTo>
                      <a:pt x="1633" y="492"/>
                    </a:lnTo>
                    <a:lnTo>
                      <a:pt x="1631" y="495"/>
                    </a:lnTo>
                    <a:lnTo>
                      <a:pt x="1630" y="495"/>
                    </a:lnTo>
                    <a:lnTo>
                      <a:pt x="1629" y="491"/>
                    </a:lnTo>
                    <a:lnTo>
                      <a:pt x="1627" y="491"/>
                    </a:lnTo>
                    <a:lnTo>
                      <a:pt x="1626" y="492"/>
                    </a:lnTo>
                    <a:lnTo>
                      <a:pt x="1626" y="489"/>
                    </a:lnTo>
                    <a:lnTo>
                      <a:pt x="1622" y="489"/>
                    </a:lnTo>
                    <a:lnTo>
                      <a:pt x="1621" y="491"/>
                    </a:lnTo>
                    <a:lnTo>
                      <a:pt x="1619" y="491"/>
                    </a:lnTo>
                    <a:lnTo>
                      <a:pt x="1619" y="493"/>
                    </a:lnTo>
                    <a:lnTo>
                      <a:pt x="1616" y="493"/>
                    </a:lnTo>
                    <a:lnTo>
                      <a:pt x="1616" y="495"/>
                    </a:lnTo>
                    <a:lnTo>
                      <a:pt x="1611" y="495"/>
                    </a:lnTo>
                    <a:lnTo>
                      <a:pt x="1610" y="498"/>
                    </a:lnTo>
                    <a:lnTo>
                      <a:pt x="1608" y="496"/>
                    </a:lnTo>
                    <a:lnTo>
                      <a:pt x="1607" y="498"/>
                    </a:lnTo>
                    <a:lnTo>
                      <a:pt x="1603" y="498"/>
                    </a:lnTo>
                    <a:lnTo>
                      <a:pt x="1600" y="503"/>
                    </a:lnTo>
                    <a:lnTo>
                      <a:pt x="1597" y="503"/>
                    </a:lnTo>
                    <a:lnTo>
                      <a:pt x="1599" y="507"/>
                    </a:lnTo>
                    <a:lnTo>
                      <a:pt x="1596" y="510"/>
                    </a:lnTo>
                    <a:lnTo>
                      <a:pt x="1596" y="511"/>
                    </a:lnTo>
                    <a:lnTo>
                      <a:pt x="1597" y="512"/>
                    </a:lnTo>
                    <a:lnTo>
                      <a:pt x="1599" y="515"/>
                    </a:lnTo>
                    <a:lnTo>
                      <a:pt x="1601" y="519"/>
                    </a:lnTo>
                    <a:lnTo>
                      <a:pt x="1599" y="522"/>
                    </a:lnTo>
                    <a:lnTo>
                      <a:pt x="1597" y="531"/>
                    </a:lnTo>
                    <a:lnTo>
                      <a:pt x="1601" y="536"/>
                    </a:lnTo>
                    <a:lnTo>
                      <a:pt x="1597" y="537"/>
                    </a:lnTo>
                    <a:lnTo>
                      <a:pt x="1599" y="537"/>
                    </a:lnTo>
                    <a:lnTo>
                      <a:pt x="1599" y="541"/>
                    </a:lnTo>
                    <a:lnTo>
                      <a:pt x="1596" y="544"/>
                    </a:lnTo>
                    <a:lnTo>
                      <a:pt x="1596" y="548"/>
                    </a:lnTo>
                    <a:lnTo>
                      <a:pt x="1593" y="550"/>
                    </a:lnTo>
                    <a:lnTo>
                      <a:pt x="1593" y="553"/>
                    </a:lnTo>
                    <a:lnTo>
                      <a:pt x="1592" y="559"/>
                    </a:lnTo>
                    <a:lnTo>
                      <a:pt x="1595" y="563"/>
                    </a:lnTo>
                    <a:lnTo>
                      <a:pt x="1592" y="564"/>
                    </a:lnTo>
                    <a:lnTo>
                      <a:pt x="1596" y="570"/>
                    </a:lnTo>
                    <a:lnTo>
                      <a:pt x="1595" y="570"/>
                    </a:lnTo>
                    <a:lnTo>
                      <a:pt x="1595" y="572"/>
                    </a:lnTo>
                    <a:lnTo>
                      <a:pt x="1596" y="574"/>
                    </a:lnTo>
                    <a:lnTo>
                      <a:pt x="1597" y="572"/>
                    </a:lnTo>
                    <a:lnTo>
                      <a:pt x="1600" y="572"/>
                    </a:lnTo>
                    <a:lnTo>
                      <a:pt x="1600" y="571"/>
                    </a:lnTo>
                    <a:lnTo>
                      <a:pt x="1601" y="571"/>
                    </a:lnTo>
                    <a:lnTo>
                      <a:pt x="1603" y="572"/>
                    </a:lnTo>
                    <a:lnTo>
                      <a:pt x="1606" y="572"/>
                    </a:lnTo>
                    <a:lnTo>
                      <a:pt x="1604" y="571"/>
                    </a:lnTo>
                    <a:lnTo>
                      <a:pt x="1606" y="570"/>
                    </a:lnTo>
                    <a:lnTo>
                      <a:pt x="1607" y="571"/>
                    </a:lnTo>
                    <a:lnTo>
                      <a:pt x="1610" y="572"/>
                    </a:lnTo>
                    <a:lnTo>
                      <a:pt x="1610" y="574"/>
                    </a:lnTo>
                    <a:lnTo>
                      <a:pt x="1610" y="575"/>
                    </a:lnTo>
                    <a:lnTo>
                      <a:pt x="1612" y="578"/>
                    </a:lnTo>
                    <a:lnTo>
                      <a:pt x="1611" y="579"/>
                    </a:lnTo>
                    <a:lnTo>
                      <a:pt x="1610" y="579"/>
                    </a:lnTo>
                    <a:lnTo>
                      <a:pt x="1608" y="580"/>
                    </a:lnTo>
                    <a:lnTo>
                      <a:pt x="1606" y="579"/>
                    </a:lnTo>
                    <a:lnTo>
                      <a:pt x="1603" y="580"/>
                    </a:lnTo>
                    <a:lnTo>
                      <a:pt x="1603" y="582"/>
                    </a:lnTo>
                    <a:lnTo>
                      <a:pt x="1604" y="583"/>
                    </a:lnTo>
                    <a:lnTo>
                      <a:pt x="1601" y="587"/>
                    </a:lnTo>
                    <a:lnTo>
                      <a:pt x="1599" y="586"/>
                    </a:lnTo>
                    <a:lnTo>
                      <a:pt x="1599" y="583"/>
                    </a:lnTo>
                    <a:lnTo>
                      <a:pt x="1597" y="582"/>
                    </a:lnTo>
                    <a:lnTo>
                      <a:pt x="1595" y="583"/>
                    </a:lnTo>
                    <a:lnTo>
                      <a:pt x="1593" y="582"/>
                    </a:lnTo>
                    <a:lnTo>
                      <a:pt x="1592" y="583"/>
                    </a:lnTo>
                    <a:lnTo>
                      <a:pt x="1592" y="584"/>
                    </a:lnTo>
                    <a:lnTo>
                      <a:pt x="1592" y="587"/>
                    </a:lnTo>
                    <a:lnTo>
                      <a:pt x="1591" y="587"/>
                    </a:lnTo>
                    <a:lnTo>
                      <a:pt x="1589" y="589"/>
                    </a:lnTo>
                    <a:lnTo>
                      <a:pt x="1588" y="590"/>
                    </a:lnTo>
                    <a:lnTo>
                      <a:pt x="1589" y="591"/>
                    </a:lnTo>
                    <a:lnTo>
                      <a:pt x="1588" y="594"/>
                    </a:lnTo>
                    <a:lnTo>
                      <a:pt x="1587" y="593"/>
                    </a:lnTo>
                    <a:lnTo>
                      <a:pt x="1582" y="590"/>
                    </a:lnTo>
                    <a:lnTo>
                      <a:pt x="1581" y="590"/>
                    </a:lnTo>
                    <a:lnTo>
                      <a:pt x="1582" y="593"/>
                    </a:lnTo>
                    <a:lnTo>
                      <a:pt x="1580" y="594"/>
                    </a:lnTo>
                    <a:lnTo>
                      <a:pt x="1581" y="595"/>
                    </a:lnTo>
                    <a:lnTo>
                      <a:pt x="1578" y="597"/>
                    </a:lnTo>
                    <a:lnTo>
                      <a:pt x="1574" y="598"/>
                    </a:lnTo>
                    <a:lnTo>
                      <a:pt x="1573" y="599"/>
                    </a:lnTo>
                    <a:lnTo>
                      <a:pt x="1569" y="595"/>
                    </a:lnTo>
                    <a:lnTo>
                      <a:pt x="1568" y="595"/>
                    </a:lnTo>
                    <a:lnTo>
                      <a:pt x="1566" y="594"/>
                    </a:lnTo>
                    <a:lnTo>
                      <a:pt x="1566" y="593"/>
                    </a:lnTo>
                    <a:lnTo>
                      <a:pt x="1569" y="593"/>
                    </a:lnTo>
                    <a:lnTo>
                      <a:pt x="1569" y="590"/>
                    </a:lnTo>
                    <a:lnTo>
                      <a:pt x="1570" y="589"/>
                    </a:lnTo>
                    <a:lnTo>
                      <a:pt x="1574" y="589"/>
                    </a:lnTo>
                    <a:lnTo>
                      <a:pt x="1580" y="584"/>
                    </a:lnTo>
                    <a:lnTo>
                      <a:pt x="1578" y="583"/>
                    </a:lnTo>
                    <a:lnTo>
                      <a:pt x="1576" y="583"/>
                    </a:lnTo>
                    <a:lnTo>
                      <a:pt x="1574" y="584"/>
                    </a:lnTo>
                    <a:lnTo>
                      <a:pt x="1570" y="584"/>
                    </a:lnTo>
                    <a:lnTo>
                      <a:pt x="1570" y="583"/>
                    </a:lnTo>
                    <a:lnTo>
                      <a:pt x="1568" y="580"/>
                    </a:lnTo>
                    <a:lnTo>
                      <a:pt x="1565" y="580"/>
                    </a:lnTo>
                    <a:lnTo>
                      <a:pt x="1561" y="580"/>
                    </a:lnTo>
                    <a:lnTo>
                      <a:pt x="1557" y="580"/>
                    </a:lnTo>
                    <a:lnTo>
                      <a:pt x="1558" y="582"/>
                    </a:lnTo>
                    <a:lnTo>
                      <a:pt x="1555" y="583"/>
                    </a:lnTo>
                    <a:lnTo>
                      <a:pt x="1554" y="582"/>
                    </a:lnTo>
                    <a:lnTo>
                      <a:pt x="1554" y="580"/>
                    </a:lnTo>
                    <a:lnTo>
                      <a:pt x="1550" y="580"/>
                    </a:lnTo>
                    <a:lnTo>
                      <a:pt x="1546" y="579"/>
                    </a:lnTo>
                    <a:lnTo>
                      <a:pt x="1543" y="580"/>
                    </a:lnTo>
                    <a:lnTo>
                      <a:pt x="1540" y="579"/>
                    </a:lnTo>
                    <a:lnTo>
                      <a:pt x="1536" y="578"/>
                    </a:lnTo>
                    <a:lnTo>
                      <a:pt x="1534" y="583"/>
                    </a:lnTo>
                    <a:lnTo>
                      <a:pt x="1531" y="583"/>
                    </a:lnTo>
                    <a:lnTo>
                      <a:pt x="1531" y="584"/>
                    </a:lnTo>
                    <a:lnTo>
                      <a:pt x="1535" y="587"/>
                    </a:lnTo>
                    <a:lnTo>
                      <a:pt x="1531" y="589"/>
                    </a:lnTo>
                    <a:lnTo>
                      <a:pt x="1531" y="587"/>
                    </a:lnTo>
                    <a:lnTo>
                      <a:pt x="1528" y="590"/>
                    </a:lnTo>
                    <a:lnTo>
                      <a:pt x="1532" y="591"/>
                    </a:lnTo>
                    <a:lnTo>
                      <a:pt x="1532" y="591"/>
                    </a:lnTo>
                    <a:lnTo>
                      <a:pt x="1535" y="591"/>
                    </a:lnTo>
                    <a:lnTo>
                      <a:pt x="1535" y="594"/>
                    </a:lnTo>
                    <a:lnTo>
                      <a:pt x="1529" y="597"/>
                    </a:lnTo>
                    <a:lnTo>
                      <a:pt x="1527" y="594"/>
                    </a:lnTo>
                    <a:lnTo>
                      <a:pt x="1523" y="594"/>
                    </a:lnTo>
                    <a:lnTo>
                      <a:pt x="1521" y="595"/>
                    </a:lnTo>
                    <a:lnTo>
                      <a:pt x="1521" y="597"/>
                    </a:lnTo>
                    <a:lnTo>
                      <a:pt x="1520" y="597"/>
                    </a:lnTo>
                    <a:lnTo>
                      <a:pt x="1517" y="598"/>
                    </a:lnTo>
                    <a:lnTo>
                      <a:pt x="1516" y="598"/>
                    </a:lnTo>
                    <a:lnTo>
                      <a:pt x="1516" y="597"/>
                    </a:lnTo>
                    <a:lnTo>
                      <a:pt x="1509" y="597"/>
                    </a:lnTo>
                    <a:lnTo>
                      <a:pt x="1508" y="598"/>
                    </a:lnTo>
                    <a:lnTo>
                      <a:pt x="1502" y="597"/>
                    </a:lnTo>
                    <a:lnTo>
                      <a:pt x="1498" y="598"/>
                    </a:lnTo>
                    <a:lnTo>
                      <a:pt x="1498" y="599"/>
                    </a:lnTo>
                    <a:lnTo>
                      <a:pt x="1502" y="603"/>
                    </a:lnTo>
                    <a:lnTo>
                      <a:pt x="1501" y="605"/>
                    </a:lnTo>
                    <a:lnTo>
                      <a:pt x="1498" y="608"/>
                    </a:lnTo>
                    <a:lnTo>
                      <a:pt x="1497" y="605"/>
                    </a:lnTo>
                    <a:lnTo>
                      <a:pt x="1494" y="605"/>
                    </a:lnTo>
                    <a:lnTo>
                      <a:pt x="1496" y="602"/>
                    </a:lnTo>
                    <a:lnTo>
                      <a:pt x="1493" y="599"/>
                    </a:lnTo>
                    <a:lnTo>
                      <a:pt x="1491" y="602"/>
                    </a:lnTo>
                    <a:lnTo>
                      <a:pt x="1489" y="602"/>
                    </a:lnTo>
                    <a:lnTo>
                      <a:pt x="1487" y="602"/>
                    </a:lnTo>
                    <a:lnTo>
                      <a:pt x="1483" y="605"/>
                    </a:lnTo>
                    <a:lnTo>
                      <a:pt x="1481" y="603"/>
                    </a:lnTo>
                    <a:lnTo>
                      <a:pt x="1476" y="606"/>
                    </a:lnTo>
                    <a:lnTo>
                      <a:pt x="1472" y="608"/>
                    </a:lnTo>
                    <a:lnTo>
                      <a:pt x="1467" y="610"/>
                    </a:lnTo>
                    <a:lnTo>
                      <a:pt x="1464" y="612"/>
                    </a:lnTo>
                    <a:lnTo>
                      <a:pt x="1463" y="609"/>
                    </a:lnTo>
                    <a:lnTo>
                      <a:pt x="1460" y="610"/>
                    </a:lnTo>
                    <a:lnTo>
                      <a:pt x="1460" y="613"/>
                    </a:lnTo>
                    <a:lnTo>
                      <a:pt x="1455" y="616"/>
                    </a:lnTo>
                    <a:lnTo>
                      <a:pt x="1455" y="620"/>
                    </a:lnTo>
                    <a:lnTo>
                      <a:pt x="1452" y="621"/>
                    </a:lnTo>
                    <a:lnTo>
                      <a:pt x="1451" y="625"/>
                    </a:lnTo>
                    <a:lnTo>
                      <a:pt x="1455" y="631"/>
                    </a:lnTo>
                    <a:lnTo>
                      <a:pt x="1453" y="636"/>
                    </a:lnTo>
                    <a:lnTo>
                      <a:pt x="1449" y="642"/>
                    </a:lnTo>
                    <a:lnTo>
                      <a:pt x="1448" y="646"/>
                    </a:lnTo>
                    <a:lnTo>
                      <a:pt x="1448" y="648"/>
                    </a:lnTo>
                    <a:lnTo>
                      <a:pt x="1448" y="655"/>
                    </a:lnTo>
                    <a:lnTo>
                      <a:pt x="1449" y="656"/>
                    </a:lnTo>
                    <a:lnTo>
                      <a:pt x="1449" y="659"/>
                    </a:lnTo>
                    <a:lnTo>
                      <a:pt x="1448" y="659"/>
                    </a:lnTo>
                    <a:lnTo>
                      <a:pt x="1447" y="661"/>
                    </a:lnTo>
                    <a:lnTo>
                      <a:pt x="1447" y="665"/>
                    </a:lnTo>
                    <a:lnTo>
                      <a:pt x="1445" y="665"/>
                    </a:lnTo>
                    <a:lnTo>
                      <a:pt x="1447" y="670"/>
                    </a:lnTo>
                    <a:lnTo>
                      <a:pt x="1444" y="673"/>
                    </a:lnTo>
                    <a:lnTo>
                      <a:pt x="1443" y="675"/>
                    </a:lnTo>
                    <a:lnTo>
                      <a:pt x="1440" y="681"/>
                    </a:lnTo>
                    <a:lnTo>
                      <a:pt x="1440" y="684"/>
                    </a:lnTo>
                    <a:lnTo>
                      <a:pt x="1437" y="685"/>
                    </a:lnTo>
                    <a:lnTo>
                      <a:pt x="1437" y="690"/>
                    </a:lnTo>
                    <a:lnTo>
                      <a:pt x="1436" y="690"/>
                    </a:lnTo>
                    <a:lnTo>
                      <a:pt x="1434" y="697"/>
                    </a:lnTo>
                    <a:lnTo>
                      <a:pt x="1434" y="703"/>
                    </a:lnTo>
                    <a:lnTo>
                      <a:pt x="1433" y="704"/>
                    </a:lnTo>
                    <a:lnTo>
                      <a:pt x="1434" y="707"/>
                    </a:lnTo>
                    <a:lnTo>
                      <a:pt x="1433" y="711"/>
                    </a:lnTo>
                    <a:lnTo>
                      <a:pt x="1432" y="714"/>
                    </a:lnTo>
                    <a:lnTo>
                      <a:pt x="1429" y="718"/>
                    </a:lnTo>
                    <a:lnTo>
                      <a:pt x="1429" y="719"/>
                    </a:lnTo>
                    <a:lnTo>
                      <a:pt x="1428" y="719"/>
                    </a:lnTo>
                    <a:lnTo>
                      <a:pt x="1428" y="723"/>
                    </a:lnTo>
                    <a:lnTo>
                      <a:pt x="1424" y="727"/>
                    </a:lnTo>
                    <a:lnTo>
                      <a:pt x="1424" y="731"/>
                    </a:lnTo>
                    <a:lnTo>
                      <a:pt x="1419" y="735"/>
                    </a:lnTo>
                    <a:lnTo>
                      <a:pt x="1419" y="738"/>
                    </a:lnTo>
                    <a:lnTo>
                      <a:pt x="1417" y="742"/>
                    </a:lnTo>
                    <a:lnTo>
                      <a:pt x="1417" y="745"/>
                    </a:lnTo>
                    <a:lnTo>
                      <a:pt x="1414" y="747"/>
                    </a:lnTo>
                    <a:lnTo>
                      <a:pt x="1417" y="750"/>
                    </a:lnTo>
                    <a:lnTo>
                      <a:pt x="1419" y="752"/>
                    </a:lnTo>
                    <a:lnTo>
                      <a:pt x="1422" y="750"/>
                    </a:lnTo>
                    <a:lnTo>
                      <a:pt x="1424" y="753"/>
                    </a:lnTo>
                    <a:lnTo>
                      <a:pt x="1426" y="753"/>
                    </a:lnTo>
                    <a:lnTo>
                      <a:pt x="1430" y="750"/>
                    </a:lnTo>
                    <a:lnTo>
                      <a:pt x="1433" y="750"/>
                    </a:lnTo>
                    <a:lnTo>
                      <a:pt x="1434" y="747"/>
                    </a:lnTo>
                    <a:lnTo>
                      <a:pt x="1436" y="749"/>
                    </a:lnTo>
                    <a:lnTo>
                      <a:pt x="1440" y="747"/>
                    </a:lnTo>
                    <a:lnTo>
                      <a:pt x="1440" y="754"/>
                    </a:lnTo>
                    <a:lnTo>
                      <a:pt x="1443" y="760"/>
                    </a:lnTo>
                    <a:lnTo>
                      <a:pt x="1444" y="764"/>
                    </a:lnTo>
                    <a:lnTo>
                      <a:pt x="1443" y="767"/>
                    </a:lnTo>
                    <a:lnTo>
                      <a:pt x="1447" y="771"/>
                    </a:lnTo>
                    <a:lnTo>
                      <a:pt x="1449" y="768"/>
                    </a:lnTo>
                    <a:lnTo>
                      <a:pt x="1449" y="768"/>
                    </a:lnTo>
                    <a:lnTo>
                      <a:pt x="1451" y="767"/>
                    </a:lnTo>
                    <a:lnTo>
                      <a:pt x="1452" y="764"/>
                    </a:lnTo>
                    <a:lnTo>
                      <a:pt x="1455" y="764"/>
                    </a:lnTo>
                    <a:lnTo>
                      <a:pt x="1455" y="765"/>
                    </a:lnTo>
                    <a:lnTo>
                      <a:pt x="1457" y="764"/>
                    </a:lnTo>
                    <a:lnTo>
                      <a:pt x="1460" y="764"/>
                    </a:lnTo>
                    <a:lnTo>
                      <a:pt x="1459" y="765"/>
                    </a:lnTo>
                    <a:lnTo>
                      <a:pt x="1457" y="767"/>
                    </a:lnTo>
                    <a:lnTo>
                      <a:pt x="1457" y="771"/>
                    </a:lnTo>
                    <a:lnTo>
                      <a:pt x="1456" y="771"/>
                    </a:lnTo>
                    <a:lnTo>
                      <a:pt x="1455" y="773"/>
                    </a:lnTo>
                    <a:lnTo>
                      <a:pt x="1455" y="775"/>
                    </a:lnTo>
                    <a:lnTo>
                      <a:pt x="1462" y="773"/>
                    </a:lnTo>
                    <a:lnTo>
                      <a:pt x="1464" y="772"/>
                    </a:lnTo>
                    <a:lnTo>
                      <a:pt x="1466" y="768"/>
                    </a:lnTo>
                    <a:lnTo>
                      <a:pt x="1466" y="765"/>
                    </a:lnTo>
                    <a:lnTo>
                      <a:pt x="1467" y="762"/>
                    </a:lnTo>
                    <a:lnTo>
                      <a:pt x="1468" y="767"/>
                    </a:lnTo>
                    <a:lnTo>
                      <a:pt x="1467" y="771"/>
                    </a:lnTo>
                    <a:lnTo>
                      <a:pt x="1468" y="773"/>
                    </a:lnTo>
                    <a:lnTo>
                      <a:pt x="1470" y="772"/>
                    </a:lnTo>
                    <a:lnTo>
                      <a:pt x="1471" y="768"/>
                    </a:lnTo>
                    <a:lnTo>
                      <a:pt x="1470" y="764"/>
                    </a:lnTo>
                    <a:lnTo>
                      <a:pt x="1470" y="761"/>
                    </a:lnTo>
                    <a:lnTo>
                      <a:pt x="1468" y="758"/>
                    </a:lnTo>
                    <a:lnTo>
                      <a:pt x="1467" y="754"/>
                    </a:lnTo>
                    <a:lnTo>
                      <a:pt x="1470" y="754"/>
                    </a:lnTo>
                    <a:lnTo>
                      <a:pt x="1472" y="756"/>
                    </a:lnTo>
                    <a:lnTo>
                      <a:pt x="1472" y="757"/>
                    </a:lnTo>
                    <a:lnTo>
                      <a:pt x="1472" y="758"/>
                    </a:lnTo>
                    <a:lnTo>
                      <a:pt x="1474" y="758"/>
                    </a:lnTo>
                    <a:lnTo>
                      <a:pt x="1475" y="756"/>
                    </a:lnTo>
                    <a:lnTo>
                      <a:pt x="1478" y="756"/>
                    </a:lnTo>
                    <a:lnTo>
                      <a:pt x="1482" y="753"/>
                    </a:lnTo>
                    <a:lnTo>
                      <a:pt x="1485" y="756"/>
                    </a:lnTo>
                    <a:lnTo>
                      <a:pt x="1489" y="756"/>
                    </a:lnTo>
                    <a:lnTo>
                      <a:pt x="1490" y="758"/>
                    </a:lnTo>
                    <a:lnTo>
                      <a:pt x="1491" y="761"/>
                    </a:lnTo>
                    <a:lnTo>
                      <a:pt x="1494" y="762"/>
                    </a:lnTo>
                    <a:lnTo>
                      <a:pt x="1497" y="762"/>
                    </a:lnTo>
                    <a:lnTo>
                      <a:pt x="1498" y="765"/>
                    </a:lnTo>
                    <a:lnTo>
                      <a:pt x="1505" y="768"/>
                    </a:lnTo>
                    <a:lnTo>
                      <a:pt x="1506" y="769"/>
                    </a:lnTo>
                    <a:lnTo>
                      <a:pt x="1508" y="769"/>
                    </a:lnTo>
                    <a:lnTo>
                      <a:pt x="1510" y="772"/>
                    </a:lnTo>
                    <a:lnTo>
                      <a:pt x="1512" y="772"/>
                    </a:lnTo>
                    <a:lnTo>
                      <a:pt x="1515" y="776"/>
                    </a:lnTo>
                    <a:lnTo>
                      <a:pt x="1513" y="779"/>
                    </a:lnTo>
                    <a:lnTo>
                      <a:pt x="1512" y="781"/>
                    </a:lnTo>
                    <a:lnTo>
                      <a:pt x="1510" y="781"/>
                    </a:lnTo>
                    <a:lnTo>
                      <a:pt x="1513" y="786"/>
                    </a:lnTo>
                    <a:lnTo>
                      <a:pt x="1516" y="786"/>
                    </a:lnTo>
                    <a:lnTo>
                      <a:pt x="1519" y="790"/>
                    </a:lnTo>
                    <a:lnTo>
                      <a:pt x="1519" y="792"/>
                    </a:lnTo>
                    <a:lnTo>
                      <a:pt x="1517" y="795"/>
                    </a:lnTo>
                    <a:lnTo>
                      <a:pt x="1517" y="798"/>
                    </a:lnTo>
                    <a:lnTo>
                      <a:pt x="1520" y="800"/>
                    </a:lnTo>
                    <a:lnTo>
                      <a:pt x="1523" y="800"/>
                    </a:lnTo>
                    <a:lnTo>
                      <a:pt x="1524" y="799"/>
                    </a:lnTo>
                    <a:lnTo>
                      <a:pt x="1525" y="802"/>
                    </a:lnTo>
                    <a:lnTo>
                      <a:pt x="1524" y="803"/>
                    </a:lnTo>
                    <a:lnTo>
                      <a:pt x="1524" y="807"/>
                    </a:lnTo>
                    <a:lnTo>
                      <a:pt x="1527" y="809"/>
                    </a:lnTo>
                    <a:lnTo>
                      <a:pt x="1525" y="810"/>
                    </a:lnTo>
                    <a:lnTo>
                      <a:pt x="1524" y="813"/>
                    </a:lnTo>
                    <a:lnTo>
                      <a:pt x="1525" y="814"/>
                    </a:lnTo>
                    <a:lnTo>
                      <a:pt x="1524" y="818"/>
                    </a:lnTo>
                    <a:lnTo>
                      <a:pt x="1525" y="818"/>
                    </a:lnTo>
                    <a:lnTo>
                      <a:pt x="1525" y="821"/>
                    </a:lnTo>
                    <a:lnTo>
                      <a:pt x="1524" y="822"/>
                    </a:lnTo>
                    <a:lnTo>
                      <a:pt x="1527" y="822"/>
                    </a:lnTo>
                    <a:lnTo>
                      <a:pt x="1524" y="825"/>
                    </a:lnTo>
                    <a:lnTo>
                      <a:pt x="1527" y="832"/>
                    </a:lnTo>
                    <a:lnTo>
                      <a:pt x="1525" y="833"/>
                    </a:lnTo>
                    <a:lnTo>
                      <a:pt x="1527" y="839"/>
                    </a:lnTo>
                    <a:lnTo>
                      <a:pt x="1527" y="841"/>
                    </a:lnTo>
                    <a:lnTo>
                      <a:pt x="1527" y="844"/>
                    </a:lnTo>
                    <a:lnTo>
                      <a:pt x="1529" y="852"/>
                    </a:lnTo>
                    <a:lnTo>
                      <a:pt x="1532" y="853"/>
                    </a:lnTo>
                    <a:lnTo>
                      <a:pt x="1535" y="851"/>
                    </a:lnTo>
                    <a:lnTo>
                      <a:pt x="1535" y="852"/>
                    </a:lnTo>
                    <a:lnTo>
                      <a:pt x="1532" y="856"/>
                    </a:lnTo>
                    <a:lnTo>
                      <a:pt x="1531" y="858"/>
                    </a:lnTo>
                    <a:lnTo>
                      <a:pt x="1532" y="860"/>
                    </a:lnTo>
                    <a:lnTo>
                      <a:pt x="1534" y="860"/>
                    </a:lnTo>
                    <a:lnTo>
                      <a:pt x="1538" y="864"/>
                    </a:lnTo>
                    <a:lnTo>
                      <a:pt x="1538" y="870"/>
                    </a:lnTo>
                    <a:lnTo>
                      <a:pt x="1539" y="871"/>
                    </a:lnTo>
                    <a:lnTo>
                      <a:pt x="1538" y="874"/>
                    </a:lnTo>
                    <a:lnTo>
                      <a:pt x="1539" y="881"/>
                    </a:lnTo>
                    <a:lnTo>
                      <a:pt x="1542" y="881"/>
                    </a:lnTo>
                    <a:lnTo>
                      <a:pt x="1542" y="883"/>
                    </a:lnTo>
                    <a:lnTo>
                      <a:pt x="1540" y="885"/>
                    </a:lnTo>
                    <a:lnTo>
                      <a:pt x="1540" y="889"/>
                    </a:lnTo>
                    <a:lnTo>
                      <a:pt x="1542" y="891"/>
                    </a:lnTo>
                    <a:lnTo>
                      <a:pt x="1542" y="896"/>
                    </a:lnTo>
                    <a:lnTo>
                      <a:pt x="1538" y="900"/>
                    </a:lnTo>
                    <a:lnTo>
                      <a:pt x="1538" y="904"/>
                    </a:lnTo>
                    <a:lnTo>
                      <a:pt x="1536" y="908"/>
                    </a:lnTo>
                    <a:lnTo>
                      <a:pt x="1536" y="913"/>
                    </a:lnTo>
                    <a:lnTo>
                      <a:pt x="1538" y="913"/>
                    </a:lnTo>
                    <a:lnTo>
                      <a:pt x="1536" y="917"/>
                    </a:lnTo>
                    <a:lnTo>
                      <a:pt x="1534" y="920"/>
                    </a:lnTo>
                    <a:lnTo>
                      <a:pt x="1535" y="924"/>
                    </a:lnTo>
                    <a:lnTo>
                      <a:pt x="1532" y="928"/>
                    </a:lnTo>
                    <a:lnTo>
                      <a:pt x="1534" y="928"/>
                    </a:lnTo>
                    <a:lnTo>
                      <a:pt x="1534" y="931"/>
                    </a:lnTo>
                    <a:lnTo>
                      <a:pt x="1531" y="934"/>
                    </a:lnTo>
                    <a:lnTo>
                      <a:pt x="1532" y="940"/>
                    </a:lnTo>
                    <a:lnTo>
                      <a:pt x="1529" y="943"/>
                    </a:lnTo>
                    <a:lnTo>
                      <a:pt x="1531" y="947"/>
                    </a:lnTo>
                    <a:lnTo>
                      <a:pt x="1532" y="947"/>
                    </a:lnTo>
                    <a:lnTo>
                      <a:pt x="1532" y="950"/>
                    </a:lnTo>
                    <a:lnTo>
                      <a:pt x="1528" y="954"/>
                    </a:lnTo>
                    <a:lnTo>
                      <a:pt x="1528" y="958"/>
                    </a:lnTo>
                    <a:lnTo>
                      <a:pt x="1525" y="961"/>
                    </a:lnTo>
                    <a:lnTo>
                      <a:pt x="1524" y="964"/>
                    </a:lnTo>
                    <a:lnTo>
                      <a:pt x="1521" y="966"/>
                    </a:lnTo>
                    <a:lnTo>
                      <a:pt x="1519" y="978"/>
                    </a:lnTo>
                    <a:lnTo>
                      <a:pt x="1517" y="980"/>
                    </a:lnTo>
                    <a:lnTo>
                      <a:pt x="1517" y="984"/>
                    </a:lnTo>
                    <a:lnTo>
                      <a:pt x="1519" y="984"/>
                    </a:lnTo>
                    <a:lnTo>
                      <a:pt x="1517" y="985"/>
                    </a:lnTo>
                    <a:lnTo>
                      <a:pt x="1513" y="988"/>
                    </a:lnTo>
                    <a:lnTo>
                      <a:pt x="1513" y="991"/>
                    </a:lnTo>
                    <a:lnTo>
                      <a:pt x="1510" y="992"/>
                    </a:lnTo>
                    <a:lnTo>
                      <a:pt x="1512" y="997"/>
                    </a:lnTo>
                    <a:lnTo>
                      <a:pt x="1509" y="997"/>
                    </a:lnTo>
                    <a:lnTo>
                      <a:pt x="1510" y="1000"/>
                    </a:lnTo>
                    <a:lnTo>
                      <a:pt x="1508" y="1004"/>
                    </a:lnTo>
                    <a:lnTo>
                      <a:pt x="1508" y="1004"/>
                    </a:lnTo>
                    <a:lnTo>
                      <a:pt x="1505" y="1003"/>
                    </a:lnTo>
                    <a:lnTo>
                      <a:pt x="1506" y="1007"/>
                    </a:lnTo>
                    <a:lnTo>
                      <a:pt x="1506" y="1010"/>
                    </a:lnTo>
                    <a:lnTo>
                      <a:pt x="1504" y="1011"/>
                    </a:lnTo>
                    <a:lnTo>
                      <a:pt x="1504" y="1012"/>
                    </a:lnTo>
                    <a:lnTo>
                      <a:pt x="1500" y="1019"/>
                    </a:lnTo>
                    <a:lnTo>
                      <a:pt x="1497" y="1022"/>
                    </a:lnTo>
                    <a:lnTo>
                      <a:pt x="1496" y="1022"/>
                    </a:lnTo>
                    <a:lnTo>
                      <a:pt x="1494" y="1025"/>
                    </a:lnTo>
                    <a:lnTo>
                      <a:pt x="1490" y="1025"/>
                    </a:lnTo>
                    <a:lnTo>
                      <a:pt x="1487" y="1029"/>
                    </a:lnTo>
                    <a:lnTo>
                      <a:pt x="1486" y="1026"/>
                    </a:lnTo>
                    <a:lnTo>
                      <a:pt x="1485" y="1029"/>
                    </a:lnTo>
                    <a:lnTo>
                      <a:pt x="1479" y="1025"/>
                    </a:lnTo>
                    <a:lnTo>
                      <a:pt x="1475" y="1025"/>
                    </a:lnTo>
                    <a:lnTo>
                      <a:pt x="1475" y="1019"/>
                    </a:lnTo>
                    <a:lnTo>
                      <a:pt x="1474" y="1018"/>
                    </a:lnTo>
                    <a:lnTo>
                      <a:pt x="1470" y="1019"/>
                    </a:lnTo>
                    <a:lnTo>
                      <a:pt x="1467" y="1018"/>
                    </a:lnTo>
                    <a:lnTo>
                      <a:pt x="1466" y="1019"/>
                    </a:lnTo>
                    <a:lnTo>
                      <a:pt x="1466" y="1022"/>
                    </a:lnTo>
                    <a:lnTo>
                      <a:pt x="1463" y="1023"/>
                    </a:lnTo>
                    <a:lnTo>
                      <a:pt x="1463" y="1029"/>
                    </a:lnTo>
                    <a:lnTo>
                      <a:pt x="1462" y="1030"/>
                    </a:lnTo>
                    <a:lnTo>
                      <a:pt x="1460" y="1034"/>
                    </a:lnTo>
                    <a:lnTo>
                      <a:pt x="1459" y="1033"/>
                    </a:lnTo>
                    <a:lnTo>
                      <a:pt x="1455" y="1034"/>
                    </a:lnTo>
                    <a:lnTo>
                      <a:pt x="1455" y="1038"/>
                    </a:lnTo>
                    <a:lnTo>
                      <a:pt x="1453" y="1038"/>
                    </a:lnTo>
                    <a:lnTo>
                      <a:pt x="1453" y="1038"/>
                    </a:lnTo>
                    <a:close/>
                    <a:moveTo>
                      <a:pt x="471" y="1048"/>
                    </a:moveTo>
                    <a:lnTo>
                      <a:pt x="468" y="1045"/>
                    </a:lnTo>
                    <a:lnTo>
                      <a:pt x="451" y="1049"/>
                    </a:lnTo>
                    <a:lnTo>
                      <a:pt x="471" y="1048"/>
                    </a:lnTo>
                    <a:lnTo>
                      <a:pt x="471" y="1048"/>
                    </a:lnTo>
                    <a:close/>
                    <a:moveTo>
                      <a:pt x="1663" y="988"/>
                    </a:moveTo>
                    <a:lnTo>
                      <a:pt x="1664" y="988"/>
                    </a:lnTo>
                    <a:lnTo>
                      <a:pt x="1667" y="987"/>
                    </a:lnTo>
                    <a:lnTo>
                      <a:pt x="1667" y="984"/>
                    </a:lnTo>
                    <a:lnTo>
                      <a:pt x="1665" y="985"/>
                    </a:lnTo>
                    <a:lnTo>
                      <a:pt x="1663" y="988"/>
                    </a:lnTo>
                    <a:lnTo>
                      <a:pt x="1663" y="988"/>
                    </a:lnTo>
                    <a:close/>
                    <a:moveTo>
                      <a:pt x="93" y="146"/>
                    </a:moveTo>
                    <a:lnTo>
                      <a:pt x="92" y="143"/>
                    </a:lnTo>
                    <a:lnTo>
                      <a:pt x="91" y="139"/>
                    </a:lnTo>
                    <a:lnTo>
                      <a:pt x="89" y="136"/>
                    </a:lnTo>
                    <a:lnTo>
                      <a:pt x="88" y="136"/>
                    </a:lnTo>
                    <a:lnTo>
                      <a:pt x="87" y="133"/>
                    </a:lnTo>
                    <a:lnTo>
                      <a:pt x="89" y="131"/>
                    </a:lnTo>
                    <a:lnTo>
                      <a:pt x="92" y="128"/>
                    </a:lnTo>
                    <a:lnTo>
                      <a:pt x="96" y="127"/>
                    </a:lnTo>
                    <a:lnTo>
                      <a:pt x="98" y="125"/>
                    </a:lnTo>
                    <a:lnTo>
                      <a:pt x="99" y="127"/>
                    </a:lnTo>
                    <a:lnTo>
                      <a:pt x="102" y="129"/>
                    </a:lnTo>
                    <a:lnTo>
                      <a:pt x="104" y="131"/>
                    </a:lnTo>
                    <a:lnTo>
                      <a:pt x="107" y="131"/>
                    </a:lnTo>
                    <a:lnTo>
                      <a:pt x="108" y="129"/>
                    </a:lnTo>
                    <a:lnTo>
                      <a:pt x="110" y="128"/>
                    </a:lnTo>
                    <a:lnTo>
                      <a:pt x="107" y="127"/>
                    </a:lnTo>
                    <a:lnTo>
                      <a:pt x="104" y="125"/>
                    </a:lnTo>
                    <a:lnTo>
                      <a:pt x="98" y="121"/>
                    </a:lnTo>
                    <a:lnTo>
                      <a:pt x="91" y="120"/>
                    </a:lnTo>
                    <a:lnTo>
                      <a:pt x="87" y="121"/>
                    </a:lnTo>
                    <a:lnTo>
                      <a:pt x="81" y="125"/>
                    </a:lnTo>
                    <a:lnTo>
                      <a:pt x="80" y="129"/>
                    </a:lnTo>
                    <a:lnTo>
                      <a:pt x="76" y="131"/>
                    </a:lnTo>
                    <a:lnTo>
                      <a:pt x="73" y="133"/>
                    </a:lnTo>
                    <a:lnTo>
                      <a:pt x="73" y="140"/>
                    </a:lnTo>
                    <a:lnTo>
                      <a:pt x="76" y="142"/>
                    </a:lnTo>
                    <a:lnTo>
                      <a:pt x="79" y="140"/>
                    </a:lnTo>
                    <a:lnTo>
                      <a:pt x="81" y="142"/>
                    </a:lnTo>
                    <a:lnTo>
                      <a:pt x="83" y="144"/>
                    </a:lnTo>
                    <a:lnTo>
                      <a:pt x="84" y="144"/>
                    </a:lnTo>
                    <a:lnTo>
                      <a:pt x="85" y="143"/>
                    </a:lnTo>
                    <a:lnTo>
                      <a:pt x="85" y="142"/>
                    </a:lnTo>
                    <a:lnTo>
                      <a:pt x="87" y="140"/>
                    </a:lnTo>
                    <a:lnTo>
                      <a:pt x="89" y="142"/>
                    </a:lnTo>
                    <a:lnTo>
                      <a:pt x="91" y="146"/>
                    </a:lnTo>
                    <a:lnTo>
                      <a:pt x="92" y="147"/>
                    </a:lnTo>
                    <a:lnTo>
                      <a:pt x="93" y="146"/>
                    </a:lnTo>
                    <a:lnTo>
                      <a:pt x="93" y="146"/>
                    </a:lnTo>
                    <a:close/>
                    <a:moveTo>
                      <a:pt x="115" y="104"/>
                    </a:moveTo>
                    <a:lnTo>
                      <a:pt x="117" y="101"/>
                    </a:lnTo>
                    <a:lnTo>
                      <a:pt x="118" y="98"/>
                    </a:lnTo>
                    <a:lnTo>
                      <a:pt x="119" y="98"/>
                    </a:lnTo>
                    <a:lnTo>
                      <a:pt x="119" y="101"/>
                    </a:lnTo>
                    <a:lnTo>
                      <a:pt x="121" y="102"/>
                    </a:lnTo>
                    <a:lnTo>
                      <a:pt x="121" y="105"/>
                    </a:lnTo>
                    <a:lnTo>
                      <a:pt x="117" y="105"/>
                    </a:lnTo>
                    <a:lnTo>
                      <a:pt x="117" y="105"/>
                    </a:lnTo>
                    <a:lnTo>
                      <a:pt x="115" y="104"/>
                    </a:lnTo>
                    <a:lnTo>
                      <a:pt x="115" y="104"/>
                    </a:lnTo>
                    <a:close/>
                    <a:moveTo>
                      <a:pt x="110" y="161"/>
                    </a:moveTo>
                    <a:lnTo>
                      <a:pt x="111" y="161"/>
                    </a:lnTo>
                    <a:lnTo>
                      <a:pt x="112" y="159"/>
                    </a:lnTo>
                    <a:lnTo>
                      <a:pt x="114" y="157"/>
                    </a:lnTo>
                    <a:lnTo>
                      <a:pt x="114" y="155"/>
                    </a:lnTo>
                    <a:lnTo>
                      <a:pt x="114" y="154"/>
                    </a:lnTo>
                    <a:lnTo>
                      <a:pt x="115" y="155"/>
                    </a:lnTo>
                    <a:lnTo>
                      <a:pt x="118" y="154"/>
                    </a:lnTo>
                    <a:lnTo>
                      <a:pt x="118" y="150"/>
                    </a:lnTo>
                    <a:lnTo>
                      <a:pt x="118" y="146"/>
                    </a:lnTo>
                    <a:lnTo>
                      <a:pt x="115" y="144"/>
                    </a:lnTo>
                    <a:lnTo>
                      <a:pt x="115" y="143"/>
                    </a:lnTo>
                    <a:lnTo>
                      <a:pt x="118" y="142"/>
                    </a:lnTo>
                    <a:lnTo>
                      <a:pt x="121" y="142"/>
                    </a:lnTo>
                    <a:lnTo>
                      <a:pt x="125" y="140"/>
                    </a:lnTo>
                    <a:lnTo>
                      <a:pt x="126" y="140"/>
                    </a:lnTo>
                    <a:lnTo>
                      <a:pt x="126" y="139"/>
                    </a:lnTo>
                    <a:lnTo>
                      <a:pt x="125" y="137"/>
                    </a:lnTo>
                    <a:lnTo>
                      <a:pt x="123" y="136"/>
                    </a:lnTo>
                    <a:lnTo>
                      <a:pt x="122" y="136"/>
                    </a:lnTo>
                    <a:lnTo>
                      <a:pt x="122" y="135"/>
                    </a:lnTo>
                    <a:lnTo>
                      <a:pt x="122" y="132"/>
                    </a:lnTo>
                    <a:lnTo>
                      <a:pt x="123" y="131"/>
                    </a:lnTo>
                    <a:lnTo>
                      <a:pt x="125" y="131"/>
                    </a:lnTo>
                    <a:lnTo>
                      <a:pt x="125" y="132"/>
                    </a:lnTo>
                    <a:lnTo>
                      <a:pt x="126" y="132"/>
                    </a:lnTo>
                    <a:lnTo>
                      <a:pt x="127" y="132"/>
                    </a:lnTo>
                    <a:lnTo>
                      <a:pt x="130" y="129"/>
                    </a:lnTo>
                    <a:lnTo>
                      <a:pt x="133" y="128"/>
                    </a:lnTo>
                    <a:lnTo>
                      <a:pt x="133" y="127"/>
                    </a:lnTo>
                    <a:lnTo>
                      <a:pt x="131" y="124"/>
                    </a:lnTo>
                    <a:lnTo>
                      <a:pt x="131" y="123"/>
                    </a:lnTo>
                    <a:lnTo>
                      <a:pt x="129" y="121"/>
                    </a:lnTo>
                    <a:lnTo>
                      <a:pt x="127" y="118"/>
                    </a:lnTo>
                    <a:lnTo>
                      <a:pt x="126" y="118"/>
                    </a:lnTo>
                    <a:lnTo>
                      <a:pt x="123" y="120"/>
                    </a:lnTo>
                    <a:lnTo>
                      <a:pt x="122" y="123"/>
                    </a:lnTo>
                    <a:lnTo>
                      <a:pt x="121" y="124"/>
                    </a:lnTo>
                    <a:lnTo>
                      <a:pt x="119" y="123"/>
                    </a:lnTo>
                    <a:lnTo>
                      <a:pt x="121" y="120"/>
                    </a:lnTo>
                    <a:lnTo>
                      <a:pt x="122" y="117"/>
                    </a:lnTo>
                    <a:lnTo>
                      <a:pt x="123" y="114"/>
                    </a:lnTo>
                    <a:lnTo>
                      <a:pt x="125" y="110"/>
                    </a:lnTo>
                    <a:lnTo>
                      <a:pt x="123" y="109"/>
                    </a:lnTo>
                    <a:lnTo>
                      <a:pt x="121" y="113"/>
                    </a:lnTo>
                    <a:lnTo>
                      <a:pt x="119" y="117"/>
                    </a:lnTo>
                    <a:lnTo>
                      <a:pt x="118" y="117"/>
                    </a:lnTo>
                    <a:lnTo>
                      <a:pt x="118" y="116"/>
                    </a:lnTo>
                    <a:lnTo>
                      <a:pt x="118" y="113"/>
                    </a:lnTo>
                    <a:lnTo>
                      <a:pt x="118" y="112"/>
                    </a:lnTo>
                    <a:lnTo>
                      <a:pt x="117" y="113"/>
                    </a:lnTo>
                    <a:lnTo>
                      <a:pt x="115" y="116"/>
                    </a:lnTo>
                    <a:lnTo>
                      <a:pt x="112" y="117"/>
                    </a:lnTo>
                    <a:lnTo>
                      <a:pt x="112" y="120"/>
                    </a:lnTo>
                    <a:lnTo>
                      <a:pt x="114" y="121"/>
                    </a:lnTo>
                    <a:lnTo>
                      <a:pt x="117" y="120"/>
                    </a:lnTo>
                    <a:lnTo>
                      <a:pt x="118" y="121"/>
                    </a:lnTo>
                    <a:lnTo>
                      <a:pt x="118" y="123"/>
                    </a:lnTo>
                    <a:lnTo>
                      <a:pt x="115" y="124"/>
                    </a:lnTo>
                    <a:lnTo>
                      <a:pt x="112" y="125"/>
                    </a:lnTo>
                    <a:lnTo>
                      <a:pt x="114" y="128"/>
                    </a:lnTo>
                    <a:lnTo>
                      <a:pt x="112" y="131"/>
                    </a:lnTo>
                    <a:lnTo>
                      <a:pt x="111" y="131"/>
                    </a:lnTo>
                    <a:lnTo>
                      <a:pt x="108" y="133"/>
                    </a:lnTo>
                    <a:lnTo>
                      <a:pt x="106" y="135"/>
                    </a:lnTo>
                    <a:lnTo>
                      <a:pt x="103" y="133"/>
                    </a:lnTo>
                    <a:lnTo>
                      <a:pt x="102" y="135"/>
                    </a:lnTo>
                    <a:lnTo>
                      <a:pt x="98" y="133"/>
                    </a:lnTo>
                    <a:lnTo>
                      <a:pt x="96" y="131"/>
                    </a:lnTo>
                    <a:lnTo>
                      <a:pt x="95" y="132"/>
                    </a:lnTo>
                    <a:lnTo>
                      <a:pt x="95" y="135"/>
                    </a:lnTo>
                    <a:lnTo>
                      <a:pt x="95" y="136"/>
                    </a:lnTo>
                    <a:lnTo>
                      <a:pt x="95" y="139"/>
                    </a:lnTo>
                    <a:lnTo>
                      <a:pt x="98" y="139"/>
                    </a:lnTo>
                    <a:lnTo>
                      <a:pt x="99" y="137"/>
                    </a:lnTo>
                    <a:lnTo>
                      <a:pt x="102" y="139"/>
                    </a:lnTo>
                    <a:lnTo>
                      <a:pt x="102" y="142"/>
                    </a:lnTo>
                    <a:lnTo>
                      <a:pt x="104" y="142"/>
                    </a:lnTo>
                    <a:lnTo>
                      <a:pt x="106" y="143"/>
                    </a:lnTo>
                    <a:lnTo>
                      <a:pt x="103" y="144"/>
                    </a:lnTo>
                    <a:lnTo>
                      <a:pt x="100" y="144"/>
                    </a:lnTo>
                    <a:lnTo>
                      <a:pt x="98" y="146"/>
                    </a:lnTo>
                    <a:lnTo>
                      <a:pt x="99" y="152"/>
                    </a:lnTo>
                    <a:lnTo>
                      <a:pt x="100" y="155"/>
                    </a:lnTo>
                    <a:lnTo>
                      <a:pt x="99" y="157"/>
                    </a:lnTo>
                    <a:lnTo>
                      <a:pt x="100" y="158"/>
                    </a:lnTo>
                    <a:lnTo>
                      <a:pt x="102" y="158"/>
                    </a:lnTo>
                    <a:lnTo>
                      <a:pt x="104" y="158"/>
                    </a:lnTo>
                    <a:lnTo>
                      <a:pt x="106" y="155"/>
                    </a:lnTo>
                    <a:lnTo>
                      <a:pt x="106" y="152"/>
                    </a:lnTo>
                    <a:lnTo>
                      <a:pt x="107" y="152"/>
                    </a:lnTo>
                    <a:lnTo>
                      <a:pt x="110" y="155"/>
                    </a:lnTo>
                    <a:lnTo>
                      <a:pt x="110" y="161"/>
                    </a:lnTo>
                    <a:lnTo>
                      <a:pt x="110" y="161"/>
                    </a:lnTo>
                    <a:close/>
                    <a:moveTo>
                      <a:pt x="129" y="155"/>
                    </a:moveTo>
                    <a:lnTo>
                      <a:pt x="129" y="152"/>
                    </a:lnTo>
                    <a:lnTo>
                      <a:pt x="130" y="151"/>
                    </a:lnTo>
                    <a:lnTo>
                      <a:pt x="130" y="148"/>
                    </a:lnTo>
                    <a:lnTo>
                      <a:pt x="127" y="147"/>
                    </a:lnTo>
                    <a:lnTo>
                      <a:pt x="125" y="146"/>
                    </a:lnTo>
                    <a:lnTo>
                      <a:pt x="123" y="148"/>
                    </a:lnTo>
                    <a:lnTo>
                      <a:pt x="123" y="151"/>
                    </a:lnTo>
                    <a:lnTo>
                      <a:pt x="125" y="152"/>
                    </a:lnTo>
                    <a:lnTo>
                      <a:pt x="129" y="155"/>
                    </a:lnTo>
                    <a:lnTo>
                      <a:pt x="129" y="155"/>
                    </a:lnTo>
                    <a:close/>
                    <a:moveTo>
                      <a:pt x="133" y="163"/>
                    </a:moveTo>
                    <a:lnTo>
                      <a:pt x="133" y="163"/>
                    </a:lnTo>
                    <a:lnTo>
                      <a:pt x="134" y="162"/>
                    </a:lnTo>
                    <a:lnTo>
                      <a:pt x="137" y="161"/>
                    </a:lnTo>
                    <a:lnTo>
                      <a:pt x="141" y="161"/>
                    </a:lnTo>
                    <a:lnTo>
                      <a:pt x="142" y="159"/>
                    </a:lnTo>
                    <a:lnTo>
                      <a:pt x="141" y="158"/>
                    </a:lnTo>
                    <a:lnTo>
                      <a:pt x="138" y="157"/>
                    </a:lnTo>
                    <a:lnTo>
                      <a:pt x="138" y="154"/>
                    </a:lnTo>
                    <a:lnTo>
                      <a:pt x="136" y="150"/>
                    </a:lnTo>
                    <a:lnTo>
                      <a:pt x="134" y="151"/>
                    </a:lnTo>
                    <a:lnTo>
                      <a:pt x="134" y="155"/>
                    </a:lnTo>
                    <a:lnTo>
                      <a:pt x="133" y="158"/>
                    </a:lnTo>
                    <a:lnTo>
                      <a:pt x="130" y="158"/>
                    </a:lnTo>
                    <a:lnTo>
                      <a:pt x="129" y="158"/>
                    </a:lnTo>
                    <a:lnTo>
                      <a:pt x="131" y="161"/>
                    </a:lnTo>
                    <a:lnTo>
                      <a:pt x="133" y="163"/>
                    </a:lnTo>
                    <a:lnTo>
                      <a:pt x="133" y="163"/>
                    </a:lnTo>
                    <a:close/>
                    <a:moveTo>
                      <a:pt x="170" y="61"/>
                    </a:moveTo>
                    <a:lnTo>
                      <a:pt x="172" y="60"/>
                    </a:lnTo>
                    <a:lnTo>
                      <a:pt x="175" y="60"/>
                    </a:lnTo>
                    <a:lnTo>
                      <a:pt x="175" y="59"/>
                    </a:lnTo>
                    <a:lnTo>
                      <a:pt x="176" y="57"/>
                    </a:lnTo>
                    <a:lnTo>
                      <a:pt x="175" y="56"/>
                    </a:lnTo>
                    <a:lnTo>
                      <a:pt x="175" y="53"/>
                    </a:lnTo>
                    <a:lnTo>
                      <a:pt x="174" y="52"/>
                    </a:lnTo>
                    <a:lnTo>
                      <a:pt x="171" y="53"/>
                    </a:lnTo>
                    <a:lnTo>
                      <a:pt x="168" y="55"/>
                    </a:lnTo>
                    <a:lnTo>
                      <a:pt x="165" y="56"/>
                    </a:lnTo>
                    <a:lnTo>
                      <a:pt x="165" y="56"/>
                    </a:lnTo>
                    <a:lnTo>
                      <a:pt x="167" y="57"/>
                    </a:lnTo>
                    <a:lnTo>
                      <a:pt x="168" y="60"/>
                    </a:lnTo>
                    <a:lnTo>
                      <a:pt x="168" y="60"/>
                    </a:lnTo>
                    <a:lnTo>
                      <a:pt x="170" y="61"/>
                    </a:lnTo>
                    <a:lnTo>
                      <a:pt x="170" y="61"/>
                    </a:lnTo>
                    <a:close/>
                    <a:moveTo>
                      <a:pt x="172" y="67"/>
                    </a:moveTo>
                    <a:lnTo>
                      <a:pt x="172" y="65"/>
                    </a:lnTo>
                    <a:lnTo>
                      <a:pt x="172" y="64"/>
                    </a:lnTo>
                    <a:lnTo>
                      <a:pt x="174" y="65"/>
                    </a:lnTo>
                    <a:lnTo>
                      <a:pt x="172" y="67"/>
                    </a:lnTo>
                    <a:lnTo>
                      <a:pt x="172" y="67"/>
                    </a:lnTo>
                    <a:close/>
                    <a:moveTo>
                      <a:pt x="172" y="76"/>
                    </a:moveTo>
                    <a:lnTo>
                      <a:pt x="174" y="74"/>
                    </a:lnTo>
                    <a:lnTo>
                      <a:pt x="175" y="72"/>
                    </a:lnTo>
                    <a:lnTo>
                      <a:pt x="176" y="71"/>
                    </a:lnTo>
                    <a:lnTo>
                      <a:pt x="175" y="70"/>
                    </a:lnTo>
                    <a:lnTo>
                      <a:pt x="174" y="71"/>
                    </a:lnTo>
                    <a:lnTo>
                      <a:pt x="171" y="71"/>
                    </a:lnTo>
                    <a:lnTo>
                      <a:pt x="170" y="70"/>
                    </a:lnTo>
                    <a:lnTo>
                      <a:pt x="167" y="70"/>
                    </a:lnTo>
                    <a:lnTo>
                      <a:pt x="165" y="71"/>
                    </a:lnTo>
                    <a:lnTo>
                      <a:pt x="163" y="72"/>
                    </a:lnTo>
                    <a:lnTo>
                      <a:pt x="161" y="75"/>
                    </a:lnTo>
                    <a:lnTo>
                      <a:pt x="163" y="76"/>
                    </a:lnTo>
                    <a:lnTo>
                      <a:pt x="165" y="78"/>
                    </a:lnTo>
                    <a:lnTo>
                      <a:pt x="168" y="75"/>
                    </a:lnTo>
                    <a:lnTo>
                      <a:pt x="170" y="78"/>
                    </a:lnTo>
                    <a:lnTo>
                      <a:pt x="171" y="78"/>
                    </a:lnTo>
                    <a:lnTo>
                      <a:pt x="172" y="76"/>
                    </a:lnTo>
                    <a:lnTo>
                      <a:pt x="172" y="76"/>
                    </a:lnTo>
                    <a:close/>
                    <a:moveTo>
                      <a:pt x="179" y="76"/>
                    </a:moveTo>
                    <a:lnTo>
                      <a:pt x="179" y="74"/>
                    </a:lnTo>
                    <a:lnTo>
                      <a:pt x="180" y="71"/>
                    </a:lnTo>
                    <a:lnTo>
                      <a:pt x="182" y="71"/>
                    </a:lnTo>
                    <a:lnTo>
                      <a:pt x="183" y="72"/>
                    </a:lnTo>
                    <a:lnTo>
                      <a:pt x="184" y="74"/>
                    </a:lnTo>
                    <a:lnTo>
                      <a:pt x="183" y="76"/>
                    </a:lnTo>
                    <a:lnTo>
                      <a:pt x="182" y="78"/>
                    </a:lnTo>
                    <a:lnTo>
                      <a:pt x="179" y="76"/>
                    </a:lnTo>
                    <a:lnTo>
                      <a:pt x="179" y="76"/>
                    </a:lnTo>
                    <a:close/>
                    <a:moveTo>
                      <a:pt x="168" y="91"/>
                    </a:moveTo>
                    <a:lnTo>
                      <a:pt x="171" y="87"/>
                    </a:lnTo>
                    <a:lnTo>
                      <a:pt x="172" y="83"/>
                    </a:lnTo>
                    <a:lnTo>
                      <a:pt x="175" y="82"/>
                    </a:lnTo>
                    <a:lnTo>
                      <a:pt x="175" y="80"/>
                    </a:lnTo>
                    <a:lnTo>
                      <a:pt x="172" y="79"/>
                    </a:lnTo>
                    <a:lnTo>
                      <a:pt x="170" y="80"/>
                    </a:lnTo>
                    <a:lnTo>
                      <a:pt x="167" y="79"/>
                    </a:lnTo>
                    <a:lnTo>
                      <a:pt x="163" y="79"/>
                    </a:lnTo>
                    <a:lnTo>
                      <a:pt x="163" y="82"/>
                    </a:lnTo>
                    <a:lnTo>
                      <a:pt x="161" y="84"/>
                    </a:lnTo>
                    <a:lnTo>
                      <a:pt x="163" y="84"/>
                    </a:lnTo>
                    <a:lnTo>
                      <a:pt x="164" y="84"/>
                    </a:lnTo>
                    <a:lnTo>
                      <a:pt x="165" y="87"/>
                    </a:lnTo>
                    <a:lnTo>
                      <a:pt x="165" y="89"/>
                    </a:lnTo>
                    <a:lnTo>
                      <a:pt x="163" y="89"/>
                    </a:lnTo>
                    <a:lnTo>
                      <a:pt x="157" y="91"/>
                    </a:lnTo>
                    <a:lnTo>
                      <a:pt x="157" y="93"/>
                    </a:lnTo>
                    <a:lnTo>
                      <a:pt x="159" y="94"/>
                    </a:lnTo>
                    <a:lnTo>
                      <a:pt x="161" y="95"/>
                    </a:lnTo>
                    <a:lnTo>
                      <a:pt x="164" y="93"/>
                    </a:lnTo>
                    <a:lnTo>
                      <a:pt x="164" y="93"/>
                    </a:lnTo>
                    <a:lnTo>
                      <a:pt x="168" y="91"/>
                    </a:lnTo>
                    <a:lnTo>
                      <a:pt x="168" y="91"/>
                    </a:lnTo>
                    <a:close/>
                    <a:moveTo>
                      <a:pt x="176" y="91"/>
                    </a:moveTo>
                    <a:lnTo>
                      <a:pt x="174" y="91"/>
                    </a:lnTo>
                    <a:lnTo>
                      <a:pt x="172" y="93"/>
                    </a:lnTo>
                    <a:lnTo>
                      <a:pt x="170" y="91"/>
                    </a:lnTo>
                    <a:lnTo>
                      <a:pt x="171" y="89"/>
                    </a:lnTo>
                    <a:lnTo>
                      <a:pt x="174" y="87"/>
                    </a:lnTo>
                    <a:lnTo>
                      <a:pt x="175" y="86"/>
                    </a:lnTo>
                    <a:lnTo>
                      <a:pt x="178" y="87"/>
                    </a:lnTo>
                    <a:lnTo>
                      <a:pt x="176" y="89"/>
                    </a:lnTo>
                    <a:lnTo>
                      <a:pt x="176" y="91"/>
                    </a:lnTo>
                    <a:lnTo>
                      <a:pt x="176" y="91"/>
                    </a:lnTo>
                    <a:close/>
                    <a:moveTo>
                      <a:pt x="184" y="97"/>
                    </a:moveTo>
                    <a:lnTo>
                      <a:pt x="180" y="94"/>
                    </a:lnTo>
                    <a:lnTo>
                      <a:pt x="179" y="91"/>
                    </a:lnTo>
                    <a:lnTo>
                      <a:pt x="180" y="90"/>
                    </a:lnTo>
                    <a:lnTo>
                      <a:pt x="182" y="90"/>
                    </a:lnTo>
                    <a:lnTo>
                      <a:pt x="182" y="93"/>
                    </a:lnTo>
                    <a:lnTo>
                      <a:pt x="186" y="91"/>
                    </a:lnTo>
                    <a:lnTo>
                      <a:pt x="187" y="94"/>
                    </a:lnTo>
                    <a:lnTo>
                      <a:pt x="187" y="97"/>
                    </a:lnTo>
                    <a:lnTo>
                      <a:pt x="184" y="97"/>
                    </a:lnTo>
                    <a:lnTo>
                      <a:pt x="184" y="97"/>
                    </a:lnTo>
                    <a:close/>
                    <a:moveTo>
                      <a:pt x="180" y="105"/>
                    </a:moveTo>
                    <a:lnTo>
                      <a:pt x="178" y="102"/>
                    </a:lnTo>
                    <a:lnTo>
                      <a:pt x="172" y="98"/>
                    </a:lnTo>
                    <a:lnTo>
                      <a:pt x="168" y="97"/>
                    </a:lnTo>
                    <a:lnTo>
                      <a:pt x="165" y="97"/>
                    </a:lnTo>
                    <a:lnTo>
                      <a:pt x="164" y="95"/>
                    </a:lnTo>
                    <a:lnTo>
                      <a:pt x="164" y="94"/>
                    </a:lnTo>
                    <a:lnTo>
                      <a:pt x="167" y="94"/>
                    </a:lnTo>
                    <a:lnTo>
                      <a:pt x="171" y="94"/>
                    </a:lnTo>
                    <a:lnTo>
                      <a:pt x="175" y="95"/>
                    </a:lnTo>
                    <a:lnTo>
                      <a:pt x="180" y="99"/>
                    </a:lnTo>
                    <a:lnTo>
                      <a:pt x="182" y="99"/>
                    </a:lnTo>
                    <a:lnTo>
                      <a:pt x="183" y="98"/>
                    </a:lnTo>
                    <a:lnTo>
                      <a:pt x="184" y="99"/>
                    </a:lnTo>
                    <a:lnTo>
                      <a:pt x="183" y="101"/>
                    </a:lnTo>
                    <a:lnTo>
                      <a:pt x="182" y="105"/>
                    </a:lnTo>
                    <a:lnTo>
                      <a:pt x="180" y="105"/>
                    </a:lnTo>
                    <a:lnTo>
                      <a:pt x="180" y="105"/>
                    </a:lnTo>
                    <a:close/>
                    <a:moveTo>
                      <a:pt x="182" y="113"/>
                    </a:moveTo>
                    <a:lnTo>
                      <a:pt x="183" y="109"/>
                    </a:lnTo>
                    <a:lnTo>
                      <a:pt x="180" y="106"/>
                    </a:lnTo>
                    <a:lnTo>
                      <a:pt x="179" y="106"/>
                    </a:lnTo>
                    <a:lnTo>
                      <a:pt x="174" y="105"/>
                    </a:lnTo>
                    <a:lnTo>
                      <a:pt x="170" y="102"/>
                    </a:lnTo>
                    <a:lnTo>
                      <a:pt x="168" y="101"/>
                    </a:lnTo>
                    <a:lnTo>
                      <a:pt x="167" y="99"/>
                    </a:lnTo>
                    <a:lnTo>
                      <a:pt x="163" y="101"/>
                    </a:lnTo>
                    <a:lnTo>
                      <a:pt x="160" y="99"/>
                    </a:lnTo>
                    <a:lnTo>
                      <a:pt x="155" y="99"/>
                    </a:lnTo>
                    <a:lnTo>
                      <a:pt x="151" y="99"/>
                    </a:lnTo>
                    <a:lnTo>
                      <a:pt x="152" y="102"/>
                    </a:lnTo>
                    <a:lnTo>
                      <a:pt x="152" y="104"/>
                    </a:lnTo>
                    <a:lnTo>
                      <a:pt x="153" y="105"/>
                    </a:lnTo>
                    <a:lnTo>
                      <a:pt x="157" y="106"/>
                    </a:lnTo>
                    <a:lnTo>
                      <a:pt x="159" y="104"/>
                    </a:lnTo>
                    <a:lnTo>
                      <a:pt x="160" y="104"/>
                    </a:lnTo>
                    <a:lnTo>
                      <a:pt x="163" y="106"/>
                    </a:lnTo>
                    <a:lnTo>
                      <a:pt x="163" y="109"/>
                    </a:lnTo>
                    <a:lnTo>
                      <a:pt x="165" y="109"/>
                    </a:lnTo>
                    <a:lnTo>
                      <a:pt x="167" y="108"/>
                    </a:lnTo>
                    <a:lnTo>
                      <a:pt x="168" y="110"/>
                    </a:lnTo>
                    <a:lnTo>
                      <a:pt x="171" y="112"/>
                    </a:lnTo>
                    <a:lnTo>
                      <a:pt x="175" y="112"/>
                    </a:lnTo>
                    <a:lnTo>
                      <a:pt x="178" y="113"/>
                    </a:lnTo>
                    <a:lnTo>
                      <a:pt x="180" y="114"/>
                    </a:lnTo>
                    <a:lnTo>
                      <a:pt x="182" y="113"/>
                    </a:lnTo>
                    <a:lnTo>
                      <a:pt x="182" y="113"/>
                    </a:lnTo>
                    <a:close/>
                    <a:moveTo>
                      <a:pt x="161" y="118"/>
                    </a:moveTo>
                    <a:lnTo>
                      <a:pt x="161" y="118"/>
                    </a:lnTo>
                    <a:lnTo>
                      <a:pt x="160" y="117"/>
                    </a:lnTo>
                    <a:lnTo>
                      <a:pt x="159" y="116"/>
                    </a:lnTo>
                    <a:lnTo>
                      <a:pt x="155" y="116"/>
                    </a:lnTo>
                    <a:lnTo>
                      <a:pt x="153" y="114"/>
                    </a:lnTo>
                    <a:lnTo>
                      <a:pt x="153" y="113"/>
                    </a:lnTo>
                    <a:lnTo>
                      <a:pt x="155" y="112"/>
                    </a:lnTo>
                    <a:lnTo>
                      <a:pt x="157" y="110"/>
                    </a:lnTo>
                    <a:lnTo>
                      <a:pt x="161" y="112"/>
                    </a:lnTo>
                    <a:lnTo>
                      <a:pt x="163" y="110"/>
                    </a:lnTo>
                    <a:lnTo>
                      <a:pt x="164" y="113"/>
                    </a:lnTo>
                    <a:lnTo>
                      <a:pt x="165" y="113"/>
                    </a:lnTo>
                    <a:lnTo>
                      <a:pt x="165" y="112"/>
                    </a:lnTo>
                    <a:lnTo>
                      <a:pt x="167" y="113"/>
                    </a:lnTo>
                    <a:lnTo>
                      <a:pt x="168" y="114"/>
                    </a:lnTo>
                    <a:lnTo>
                      <a:pt x="167" y="116"/>
                    </a:lnTo>
                    <a:lnTo>
                      <a:pt x="161" y="118"/>
                    </a:lnTo>
                    <a:lnTo>
                      <a:pt x="161" y="118"/>
                    </a:lnTo>
                    <a:close/>
                    <a:moveTo>
                      <a:pt x="156" y="133"/>
                    </a:moveTo>
                    <a:lnTo>
                      <a:pt x="153" y="131"/>
                    </a:lnTo>
                    <a:lnTo>
                      <a:pt x="153" y="127"/>
                    </a:lnTo>
                    <a:lnTo>
                      <a:pt x="152" y="127"/>
                    </a:lnTo>
                    <a:lnTo>
                      <a:pt x="152" y="131"/>
                    </a:lnTo>
                    <a:lnTo>
                      <a:pt x="151" y="131"/>
                    </a:lnTo>
                    <a:lnTo>
                      <a:pt x="152" y="133"/>
                    </a:lnTo>
                    <a:lnTo>
                      <a:pt x="155" y="133"/>
                    </a:lnTo>
                    <a:lnTo>
                      <a:pt x="156" y="133"/>
                    </a:lnTo>
                    <a:lnTo>
                      <a:pt x="156" y="133"/>
                    </a:lnTo>
                    <a:close/>
                    <a:moveTo>
                      <a:pt x="159" y="132"/>
                    </a:moveTo>
                    <a:lnTo>
                      <a:pt x="160" y="132"/>
                    </a:lnTo>
                    <a:lnTo>
                      <a:pt x="160" y="131"/>
                    </a:lnTo>
                    <a:lnTo>
                      <a:pt x="159" y="128"/>
                    </a:lnTo>
                    <a:lnTo>
                      <a:pt x="157" y="125"/>
                    </a:lnTo>
                    <a:lnTo>
                      <a:pt x="156" y="125"/>
                    </a:lnTo>
                    <a:lnTo>
                      <a:pt x="156" y="128"/>
                    </a:lnTo>
                    <a:lnTo>
                      <a:pt x="159" y="132"/>
                    </a:lnTo>
                    <a:lnTo>
                      <a:pt x="159" y="132"/>
                    </a:lnTo>
                    <a:close/>
                    <a:moveTo>
                      <a:pt x="164" y="129"/>
                    </a:moveTo>
                    <a:lnTo>
                      <a:pt x="164" y="129"/>
                    </a:lnTo>
                    <a:lnTo>
                      <a:pt x="167" y="131"/>
                    </a:lnTo>
                    <a:lnTo>
                      <a:pt x="167" y="129"/>
                    </a:lnTo>
                    <a:lnTo>
                      <a:pt x="165" y="127"/>
                    </a:lnTo>
                    <a:lnTo>
                      <a:pt x="163" y="125"/>
                    </a:lnTo>
                    <a:lnTo>
                      <a:pt x="161" y="127"/>
                    </a:lnTo>
                    <a:lnTo>
                      <a:pt x="164" y="129"/>
                    </a:lnTo>
                    <a:lnTo>
                      <a:pt x="164" y="129"/>
                    </a:lnTo>
                    <a:close/>
                    <a:moveTo>
                      <a:pt x="163" y="136"/>
                    </a:moveTo>
                    <a:lnTo>
                      <a:pt x="164" y="136"/>
                    </a:lnTo>
                    <a:lnTo>
                      <a:pt x="165" y="132"/>
                    </a:lnTo>
                    <a:lnTo>
                      <a:pt x="164" y="131"/>
                    </a:lnTo>
                    <a:lnTo>
                      <a:pt x="163" y="129"/>
                    </a:lnTo>
                    <a:lnTo>
                      <a:pt x="161" y="131"/>
                    </a:lnTo>
                    <a:lnTo>
                      <a:pt x="163" y="132"/>
                    </a:lnTo>
                    <a:lnTo>
                      <a:pt x="161" y="135"/>
                    </a:lnTo>
                    <a:lnTo>
                      <a:pt x="163" y="136"/>
                    </a:lnTo>
                    <a:lnTo>
                      <a:pt x="163" y="136"/>
                    </a:lnTo>
                    <a:close/>
                    <a:moveTo>
                      <a:pt x="160" y="143"/>
                    </a:moveTo>
                    <a:lnTo>
                      <a:pt x="159" y="142"/>
                    </a:lnTo>
                    <a:lnTo>
                      <a:pt x="157" y="142"/>
                    </a:lnTo>
                    <a:lnTo>
                      <a:pt x="155" y="139"/>
                    </a:lnTo>
                    <a:lnTo>
                      <a:pt x="153" y="139"/>
                    </a:lnTo>
                    <a:lnTo>
                      <a:pt x="151" y="140"/>
                    </a:lnTo>
                    <a:lnTo>
                      <a:pt x="152" y="143"/>
                    </a:lnTo>
                    <a:lnTo>
                      <a:pt x="152" y="144"/>
                    </a:lnTo>
                    <a:lnTo>
                      <a:pt x="149" y="146"/>
                    </a:lnTo>
                    <a:lnTo>
                      <a:pt x="151" y="148"/>
                    </a:lnTo>
                    <a:lnTo>
                      <a:pt x="155" y="148"/>
                    </a:lnTo>
                    <a:lnTo>
                      <a:pt x="159" y="147"/>
                    </a:lnTo>
                    <a:lnTo>
                      <a:pt x="160" y="143"/>
                    </a:lnTo>
                    <a:lnTo>
                      <a:pt x="160" y="143"/>
                    </a:lnTo>
                    <a:close/>
                    <a:moveTo>
                      <a:pt x="161" y="139"/>
                    </a:moveTo>
                    <a:lnTo>
                      <a:pt x="161" y="142"/>
                    </a:lnTo>
                    <a:lnTo>
                      <a:pt x="163" y="144"/>
                    </a:lnTo>
                    <a:lnTo>
                      <a:pt x="164" y="144"/>
                    </a:lnTo>
                    <a:lnTo>
                      <a:pt x="164" y="142"/>
                    </a:lnTo>
                    <a:lnTo>
                      <a:pt x="163" y="139"/>
                    </a:lnTo>
                    <a:lnTo>
                      <a:pt x="161" y="139"/>
                    </a:lnTo>
                    <a:lnTo>
                      <a:pt x="161" y="139"/>
                    </a:lnTo>
                    <a:close/>
                    <a:moveTo>
                      <a:pt x="184" y="108"/>
                    </a:moveTo>
                    <a:lnTo>
                      <a:pt x="184" y="105"/>
                    </a:lnTo>
                    <a:lnTo>
                      <a:pt x="186" y="104"/>
                    </a:lnTo>
                    <a:lnTo>
                      <a:pt x="186" y="101"/>
                    </a:lnTo>
                    <a:lnTo>
                      <a:pt x="187" y="99"/>
                    </a:lnTo>
                    <a:lnTo>
                      <a:pt x="189" y="99"/>
                    </a:lnTo>
                    <a:lnTo>
                      <a:pt x="190" y="102"/>
                    </a:lnTo>
                    <a:lnTo>
                      <a:pt x="191" y="105"/>
                    </a:lnTo>
                    <a:lnTo>
                      <a:pt x="190" y="105"/>
                    </a:lnTo>
                    <a:lnTo>
                      <a:pt x="190" y="106"/>
                    </a:lnTo>
                    <a:lnTo>
                      <a:pt x="189" y="108"/>
                    </a:lnTo>
                    <a:lnTo>
                      <a:pt x="186" y="108"/>
                    </a:lnTo>
                    <a:lnTo>
                      <a:pt x="184" y="108"/>
                    </a:lnTo>
                    <a:lnTo>
                      <a:pt x="184" y="108"/>
                    </a:lnTo>
                    <a:close/>
                    <a:moveTo>
                      <a:pt x="167" y="137"/>
                    </a:moveTo>
                    <a:lnTo>
                      <a:pt x="168" y="140"/>
                    </a:lnTo>
                    <a:lnTo>
                      <a:pt x="171" y="140"/>
                    </a:lnTo>
                    <a:lnTo>
                      <a:pt x="174" y="140"/>
                    </a:lnTo>
                    <a:lnTo>
                      <a:pt x="174" y="139"/>
                    </a:lnTo>
                    <a:lnTo>
                      <a:pt x="174" y="136"/>
                    </a:lnTo>
                    <a:lnTo>
                      <a:pt x="172" y="135"/>
                    </a:lnTo>
                    <a:lnTo>
                      <a:pt x="171" y="135"/>
                    </a:lnTo>
                    <a:lnTo>
                      <a:pt x="170" y="137"/>
                    </a:lnTo>
                    <a:lnTo>
                      <a:pt x="167" y="137"/>
                    </a:lnTo>
                    <a:lnTo>
                      <a:pt x="167" y="137"/>
                    </a:lnTo>
                    <a:close/>
                    <a:moveTo>
                      <a:pt x="168" y="133"/>
                    </a:moveTo>
                    <a:lnTo>
                      <a:pt x="170" y="132"/>
                    </a:lnTo>
                    <a:lnTo>
                      <a:pt x="171" y="131"/>
                    </a:lnTo>
                    <a:lnTo>
                      <a:pt x="171" y="129"/>
                    </a:lnTo>
                    <a:lnTo>
                      <a:pt x="170" y="129"/>
                    </a:lnTo>
                    <a:lnTo>
                      <a:pt x="168" y="133"/>
                    </a:lnTo>
                    <a:lnTo>
                      <a:pt x="168" y="133"/>
                    </a:lnTo>
                    <a:close/>
                    <a:moveTo>
                      <a:pt x="172" y="131"/>
                    </a:moveTo>
                    <a:lnTo>
                      <a:pt x="174" y="132"/>
                    </a:lnTo>
                    <a:lnTo>
                      <a:pt x="175" y="132"/>
                    </a:lnTo>
                    <a:lnTo>
                      <a:pt x="176" y="131"/>
                    </a:lnTo>
                    <a:lnTo>
                      <a:pt x="178" y="129"/>
                    </a:lnTo>
                    <a:lnTo>
                      <a:pt x="176" y="129"/>
                    </a:lnTo>
                    <a:lnTo>
                      <a:pt x="175" y="129"/>
                    </a:lnTo>
                    <a:lnTo>
                      <a:pt x="175" y="129"/>
                    </a:lnTo>
                    <a:lnTo>
                      <a:pt x="172" y="131"/>
                    </a:lnTo>
                    <a:lnTo>
                      <a:pt x="172" y="131"/>
                    </a:lnTo>
                    <a:close/>
                    <a:moveTo>
                      <a:pt x="174" y="118"/>
                    </a:moveTo>
                    <a:lnTo>
                      <a:pt x="172" y="121"/>
                    </a:lnTo>
                    <a:lnTo>
                      <a:pt x="170" y="121"/>
                    </a:lnTo>
                    <a:lnTo>
                      <a:pt x="168" y="120"/>
                    </a:lnTo>
                    <a:lnTo>
                      <a:pt x="168" y="117"/>
                    </a:lnTo>
                    <a:lnTo>
                      <a:pt x="171" y="114"/>
                    </a:lnTo>
                    <a:lnTo>
                      <a:pt x="174" y="113"/>
                    </a:lnTo>
                    <a:lnTo>
                      <a:pt x="176" y="114"/>
                    </a:lnTo>
                    <a:lnTo>
                      <a:pt x="178" y="116"/>
                    </a:lnTo>
                    <a:lnTo>
                      <a:pt x="179" y="116"/>
                    </a:lnTo>
                    <a:lnTo>
                      <a:pt x="179" y="118"/>
                    </a:lnTo>
                    <a:lnTo>
                      <a:pt x="178" y="120"/>
                    </a:lnTo>
                    <a:lnTo>
                      <a:pt x="175" y="120"/>
                    </a:lnTo>
                    <a:lnTo>
                      <a:pt x="174" y="118"/>
                    </a:lnTo>
                    <a:lnTo>
                      <a:pt x="174" y="118"/>
                    </a:lnTo>
                    <a:close/>
                    <a:moveTo>
                      <a:pt x="184" y="118"/>
                    </a:moveTo>
                    <a:lnTo>
                      <a:pt x="186" y="120"/>
                    </a:lnTo>
                    <a:lnTo>
                      <a:pt x="189" y="120"/>
                    </a:lnTo>
                    <a:lnTo>
                      <a:pt x="190" y="118"/>
                    </a:lnTo>
                    <a:lnTo>
                      <a:pt x="191" y="117"/>
                    </a:lnTo>
                    <a:lnTo>
                      <a:pt x="190" y="116"/>
                    </a:lnTo>
                    <a:lnTo>
                      <a:pt x="187" y="116"/>
                    </a:lnTo>
                    <a:lnTo>
                      <a:pt x="186" y="118"/>
                    </a:lnTo>
                    <a:lnTo>
                      <a:pt x="184" y="118"/>
                    </a:lnTo>
                    <a:lnTo>
                      <a:pt x="184" y="118"/>
                    </a:lnTo>
                    <a:close/>
                    <a:moveTo>
                      <a:pt x="191" y="144"/>
                    </a:moveTo>
                    <a:lnTo>
                      <a:pt x="191" y="143"/>
                    </a:lnTo>
                    <a:lnTo>
                      <a:pt x="189" y="140"/>
                    </a:lnTo>
                    <a:lnTo>
                      <a:pt x="189" y="137"/>
                    </a:lnTo>
                    <a:lnTo>
                      <a:pt x="189" y="135"/>
                    </a:lnTo>
                    <a:lnTo>
                      <a:pt x="187" y="131"/>
                    </a:lnTo>
                    <a:lnTo>
                      <a:pt x="184" y="129"/>
                    </a:lnTo>
                    <a:lnTo>
                      <a:pt x="183" y="131"/>
                    </a:lnTo>
                    <a:lnTo>
                      <a:pt x="180" y="131"/>
                    </a:lnTo>
                    <a:lnTo>
                      <a:pt x="176" y="133"/>
                    </a:lnTo>
                    <a:lnTo>
                      <a:pt x="176" y="136"/>
                    </a:lnTo>
                    <a:lnTo>
                      <a:pt x="179" y="139"/>
                    </a:lnTo>
                    <a:lnTo>
                      <a:pt x="179" y="144"/>
                    </a:lnTo>
                    <a:lnTo>
                      <a:pt x="182" y="146"/>
                    </a:lnTo>
                    <a:lnTo>
                      <a:pt x="183" y="146"/>
                    </a:lnTo>
                    <a:lnTo>
                      <a:pt x="187" y="144"/>
                    </a:lnTo>
                    <a:lnTo>
                      <a:pt x="191" y="144"/>
                    </a:lnTo>
                    <a:lnTo>
                      <a:pt x="191" y="144"/>
                    </a:lnTo>
                    <a:close/>
                    <a:moveTo>
                      <a:pt x="198" y="143"/>
                    </a:moveTo>
                    <a:lnTo>
                      <a:pt x="198" y="140"/>
                    </a:lnTo>
                    <a:lnTo>
                      <a:pt x="197" y="139"/>
                    </a:lnTo>
                    <a:lnTo>
                      <a:pt x="197" y="137"/>
                    </a:lnTo>
                    <a:lnTo>
                      <a:pt x="198" y="136"/>
                    </a:lnTo>
                    <a:lnTo>
                      <a:pt x="199" y="133"/>
                    </a:lnTo>
                    <a:lnTo>
                      <a:pt x="199" y="132"/>
                    </a:lnTo>
                    <a:lnTo>
                      <a:pt x="204" y="129"/>
                    </a:lnTo>
                    <a:lnTo>
                      <a:pt x="205" y="129"/>
                    </a:lnTo>
                    <a:lnTo>
                      <a:pt x="206" y="128"/>
                    </a:lnTo>
                    <a:lnTo>
                      <a:pt x="204" y="128"/>
                    </a:lnTo>
                    <a:lnTo>
                      <a:pt x="201" y="128"/>
                    </a:lnTo>
                    <a:lnTo>
                      <a:pt x="197" y="125"/>
                    </a:lnTo>
                    <a:lnTo>
                      <a:pt x="193" y="123"/>
                    </a:lnTo>
                    <a:lnTo>
                      <a:pt x="191" y="124"/>
                    </a:lnTo>
                    <a:lnTo>
                      <a:pt x="189" y="124"/>
                    </a:lnTo>
                    <a:lnTo>
                      <a:pt x="187" y="124"/>
                    </a:lnTo>
                    <a:lnTo>
                      <a:pt x="187" y="127"/>
                    </a:lnTo>
                    <a:lnTo>
                      <a:pt x="191" y="132"/>
                    </a:lnTo>
                    <a:lnTo>
                      <a:pt x="190" y="136"/>
                    </a:lnTo>
                    <a:lnTo>
                      <a:pt x="193" y="140"/>
                    </a:lnTo>
                    <a:lnTo>
                      <a:pt x="195" y="143"/>
                    </a:lnTo>
                    <a:lnTo>
                      <a:pt x="198" y="143"/>
                    </a:lnTo>
                    <a:lnTo>
                      <a:pt x="198" y="143"/>
                    </a:lnTo>
                    <a:close/>
                    <a:moveTo>
                      <a:pt x="206" y="143"/>
                    </a:moveTo>
                    <a:lnTo>
                      <a:pt x="206" y="144"/>
                    </a:lnTo>
                    <a:lnTo>
                      <a:pt x="210" y="146"/>
                    </a:lnTo>
                    <a:lnTo>
                      <a:pt x="212" y="148"/>
                    </a:lnTo>
                    <a:lnTo>
                      <a:pt x="216" y="148"/>
                    </a:lnTo>
                    <a:lnTo>
                      <a:pt x="218" y="144"/>
                    </a:lnTo>
                    <a:lnTo>
                      <a:pt x="217" y="140"/>
                    </a:lnTo>
                    <a:lnTo>
                      <a:pt x="214" y="139"/>
                    </a:lnTo>
                    <a:lnTo>
                      <a:pt x="210" y="140"/>
                    </a:lnTo>
                    <a:lnTo>
                      <a:pt x="206" y="143"/>
                    </a:lnTo>
                    <a:lnTo>
                      <a:pt x="206" y="143"/>
                    </a:lnTo>
                    <a:close/>
                    <a:moveTo>
                      <a:pt x="206" y="148"/>
                    </a:moveTo>
                    <a:lnTo>
                      <a:pt x="206" y="151"/>
                    </a:lnTo>
                    <a:lnTo>
                      <a:pt x="209" y="151"/>
                    </a:lnTo>
                    <a:lnTo>
                      <a:pt x="210" y="152"/>
                    </a:lnTo>
                    <a:lnTo>
                      <a:pt x="212" y="151"/>
                    </a:lnTo>
                    <a:lnTo>
                      <a:pt x="209" y="148"/>
                    </a:lnTo>
                    <a:lnTo>
                      <a:pt x="206" y="148"/>
                    </a:lnTo>
                    <a:lnTo>
                      <a:pt x="206" y="148"/>
                    </a:lnTo>
                    <a:close/>
                    <a:moveTo>
                      <a:pt x="206" y="57"/>
                    </a:moveTo>
                    <a:lnTo>
                      <a:pt x="208" y="56"/>
                    </a:lnTo>
                    <a:lnTo>
                      <a:pt x="210" y="56"/>
                    </a:lnTo>
                    <a:lnTo>
                      <a:pt x="212" y="55"/>
                    </a:lnTo>
                    <a:lnTo>
                      <a:pt x="214" y="55"/>
                    </a:lnTo>
                    <a:lnTo>
                      <a:pt x="214" y="56"/>
                    </a:lnTo>
                    <a:lnTo>
                      <a:pt x="217" y="56"/>
                    </a:lnTo>
                    <a:lnTo>
                      <a:pt x="217" y="57"/>
                    </a:lnTo>
                    <a:lnTo>
                      <a:pt x="216" y="60"/>
                    </a:lnTo>
                    <a:lnTo>
                      <a:pt x="213" y="60"/>
                    </a:lnTo>
                    <a:lnTo>
                      <a:pt x="212" y="59"/>
                    </a:lnTo>
                    <a:lnTo>
                      <a:pt x="208" y="59"/>
                    </a:lnTo>
                    <a:lnTo>
                      <a:pt x="206" y="57"/>
                    </a:lnTo>
                    <a:lnTo>
                      <a:pt x="206" y="57"/>
                    </a:lnTo>
                    <a:close/>
                    <a:moveTo>
                      <a:pt x="212" y="97"/>
                    </a:moveTo>
                    <a:lnTo>
                      <a:pt x="213" y="94"/>
                    </a:lnTo>
                    <a:lnTo>
                      <a:pt x="214" y="93"/>
                    </a:lnTo>
                    <a:lnTo>
                      <a:pt x="214" y="91"/>
                    </a:lnTo>
                    <a:lnTo>
                      <a:pt x="213" y="90"/>
                    </a:lnTo>
                    <a:lnTo>
                      <a:pt x="212" y="87"/>
                    </a:lnTo>
                    <a:lnTo>
                      <a:pt x="209" y="87"/>
                    </a:lnTo>
                    <a:lnTo>
                      <a:pt x="205" y="89"/>
                    </a:lnTo>
                    <a:lnTo>
                      <a:pt x="202" y="91"/>
                    </a:lnTo>
                    <a:lnTo>
                      <a:pt x="201" y="93"/>
                    </a:lnTo>
                    <a:lnTo>
                      <a:pt x="201" y="94"/>
                    </a:lnTo>
                    <a:lnTo>
                      <a:pt x="206" y="98"/>
                    </a:lnTo>
                    <a:lnTo>
                      <a:pt x="209" y="98"/>
                    </a:lnTo>
                    <a:lnTo>
                      <a:pt x="212" y="97"/>
                    </a:lnTo>
                    <a:lnTo>
                      <a:pt x="212" y="97"/>
                    </a:lnTo>
                    <a:close/>
                    <a:moveTo>
                      <a:pt x="218" y="93"/>
                    </a:moveTo>
                    <a:lnTo>
                      <a:pt x="218" y="94"/>
                    </a:lnTo>
                    <a:lnTo>
                      <a:pt x="218" y="98"/>
                    </a:lnTo>
                    <a:lnTo>
                      <a:pt x="216" y="99"/>
                    </a:lnTo>
                    <a:lnTo>
                      <a:pt x="214" y="98"/>
                    </a:lnTo>
                    <a:lnTo>
                      <a:pt x="213" y="99"/>
                    </a:lnTo>
                    <a:lnTo>
                      <a:pt x="209" y="102"/>
                    </a:lnTo>
                    <a:lnTo>
                      <a:pt x="206" y="102"/>
                    </a:lnTo>
                    <a:lnTo>
                      <a:pt x="205" y="101"/>
                    </a:lnTo>
                    <a:lnTo>
                      <a:pt x="202" y="102"/>
                    </a:lnTo>
                    <a:lnTo>
                      <a:pt x="202" y="104"/>
                    </a:lnTo>
                    <a:lnTo>
                      <a:pt x="204" y="108"/>
                    </a:lnTo>
                    <a:lnTo>
                      <a:pt x="204" y="114"/>
                    </a:lnTo>
                    <a:lnTo>
                      <a:pt x="205" y="120"/>
                    </a:lnTo>
                    <a:lnTo>
                      <a:pt x="209" y="124"/>
                    </a:lnTo>
                    <a:lnTo>
                      <a:pt x="212" y="124"/>
                    </a:lnTo>
                    <a:lnTo>
                      <a:pt x="216" y="123"/>
                    </a:lnTo>
                    <a:lnTo>
                      <a:pt x="220" y="123"/>
                    </a:lnTo>
                    <a:lnTo>
                      <a:pt x="223" y="120"/>
                    </a:lnTo>
                    <a:lnTo>
                      <a:pt x="227" y="120"/>
                    </a:lnTo>
                    <a:lnTo>
                      <a:pt x="227" y="117"/>
                    </a:lnTo>
                    <a:lnTo>
                      <a:pt x="224" y="116"/>
                    </a:lnTo>
                    <a:lnTo>
                      <a:pt x="223" y="113"/>
                    </a:lnTo>
                    <a:lnTo>
                      <a:pt x="218" y="112"/>
                    </a:lnTo>
                    <a:lnTo>
                      <a:pt x="217" y="108"/>
                    </a:lnTo>
                    <a:lnTo>
                      <a:pt x="217" y="106"/>
                    </a:lnTo>
                    <a:lnTo>
                      <a:pt x="220" y="104"/>
                    </a:lnTo>
                    <a:lnTo>
                      <a:pt x="223" y="104"/>
                    </a:lnTo>
                    <a:lnTo>
                      <a:pt x="225" y="102"/>
                    </a:lnTo>
                    <a:lnTo>
                      <a:pt x="225" y="101"/>
                    </a:lnTo>
                    <a:lnTo>
                      <a:pt x="223" y="98"/>
                    </a:lnTo>
                    <a:lnTo>
                      <a:pt x="221" y="95"/>
                    </a:lnTo>
                    <a:lnTo>
                      <a:pt x="218" y="93"/>
                    </a:lnTo>
                    <a:lnTo>
                      <a:pt x="218" y="93"/>
                    </a:lnTo>
                    <a:close/>
                    <a:moveTo>
                      <a:pt x="232" y="98"/>
                    </a:moveTo>
                    <a:lnTo>
                      <a:pt x="229" y="97"/>
                    </a:lnTo>
                    <a:lnTo>
                      <a:pt x="229" y="94"/>
                    </a:lnTo>
                    <a:lnTo>
                      <a:pt x="228" y="93"/>
                    </a:lnTo>
                    <a:lnTo>
                      <a:pt x="225" y="93"/>
                    </a:lnTo>
                    <a:lnTo>
                      <a:pt x="223" y="90"/>
                    </a:lnTo>
                    <a:lnTo>
                      <a:pt x="223" y="89"/>
                    </a:lnTo>
                    <a:lnTo>
                      <a:pt x="224" y="86"/>
                    </a:lnTo>
                    <a:lnTo>
                      <a:pt x="223" y="83"/>
                    </a:lnTo>
                    <a:lnTo>
                      <a:pt x="221" y="79"/>
                    </a:lnTo>
                    <a:lnTo>
                      <a:pt x="223" y="75"/>
                    </a:lnTo>
                    <a:lnTo>
                      <a:pt x="225" y="74"/>
                    </a:lnTo>
                    <a:lnTo>
                      <a:pt x="228" y="71"/>
                    </a:lnTo>
                    <a:lnTo>
                      <a:pt x="228" y="68"/>
                    </a:lnTo>
                    <a:lnTo>
                      <a:pt x="228" y="67"/>
                    </a:lnTo>
                    <a:lnTo>
                      <a:pt x="231" y="67"/>
                    </a:lnTo>
                    <a:lnTo>
                      <a:pt x="232" y="67"/>
                    </a:lnTo>
                    <a:lnTo>
                      <a:pt x="235" y="68"/>
                    </a:lnTo>
                    <a:lnTo>
                      <a:pt x="236" y="71"/>
                    </a:lnTo>
                    <a:lnTo>
                      <a:pt x="235" y="75"/>
                    </a:lnTo>
                    <a:lnTo>
                      <a:pt x="236" y="76"/>
                    </a:lnTo>
                    <a:lnTo>
                      <a:pt x="239" y="78"/>
                    </a:lnTo>
                    <a:lnTo>
                      <a:pt x="242" y="82"/>
                    </a:lnTo>
                    <a:lnTo>
                      <a:pt x="244" y="82"/>
                    </a:lnTo>
                    <a:lnTo>
                      <a:pt x="244" y="83"/>
                    </a:lnTo>
                    <a:lnTo>
                      <a:pt x="239" y="86"/>
                    </a:lnTo>
                    <a:lnTo>
                      <a:pt x="235" y="87"/>
                    </a:lnTo>
                    <a:lnTo>
                      <a:pt x="233" y="89"/>
                    </a:lnTo>
                    <a:lnTo>
                      <a:pt x="235" y="91"/>
                    </a:lnTo>
                    <a:lnTo>
                      <a:pt x="235" y="95"/>
                    </a:lnTo>
                    <a:lnTo>
                      <a:pt x="232" y="98"/>
                    </a:lnTo>
                    <a:lnTo>
                      <a:pt x="232" y="98"/>
                    </a:lnTo>
                    <a:close/>
                    <a:moveTo>
                      <a:pt x="1678" y="481"/>
                    </a:moveTo>
                    <a:lnTo>
                      <a:pt x="1676" y="483"/>
                    </a:lnTo>
                    <a:lnTo>
                      <a:pt x="1678" y="485"/>
                    </a:lnTo>
                    <a:lnTo>
                      <a:pt x="1679" y="484"/>
                    </a:lnTo>
                    <a:lnTo>
                      <a:pt x="1679" y="481"/>
                    </a:lnTo>
                    <a:lnTo>
                      <a:pt x="1678" y="481"/>
                    </a:lnTo>
                    <a:lnTo>
                      <a:pt x="1678" y="481"/>
                    </a:lnTo>
                    <a:lnTo>
                      <a:pt x="1678" y="481"/>
                    </a:lnTo>
                    <a:close/>
                    <a:moveTo>
                      <a:pt x="1673" y="476"/>
                    </a:moveTo>
                    <a:lnTo>
                      <a:pt x="1676" y="478"/>
                    </a:lnTo>
                    <a:lnTo>
                      <a:pt x="1678" y="478"/>
                    </a:lnTo>
                    <a:lnTo>
                      <a:pt x="1678" y="477"/>
                    </a:lnTo>
                    <a:lnTo>
                      <a:pt x="1676" y="474"/>
                    </a:lnTo>
                    <a:lnTo>
                      <a:pt x="1675" y="474"/>
                    </a:lnTo>
                    <a:lnTo>
                      <a:pt x="1673" y="476"/>
                    </a:lnTo>
                    <a:lnTo>
                      <a:pt x="1673" y="476"/>
                    </a:lnTo>
                    <a:close/>
                    <a:moveTo>
                      <a:pt x="266" y="303"/>
                    </a:moveTo>
                    <a:lnTo>
                      <a:pt x="267" y="303"/>
                    </a:lnTo>
                    <a:lnTo>
                      <a:pt x="269" y="302"/>
                    </a:lnTo>
                    <a:lnTo>
                      <a:pt x="273" y="299"/>
                    </a:lnTo>
                    <a:lnTo>
                      <a:pt x="273" y="298"/>
                    </a:lnTo>
                    <a:lnTo>
                      <a:pt x="271" y="296"/>
                    </a:lnTo>
                    <a:lnTo>
                      <a:pt x="269" y="299"/>
                    </a:lnTo>
                    <a:lnTo>
                      <a:pt x="267" y="299"/>
                    </a:lnTo>
                    <a:lnTo>
                      <a:pt x="266" y="302"/>
                    </a:lnTo>
                    <a:lnTo>
                      <a:pt x="266" y="303"/>
                    </a:lnTo>
                    <a:lnTo>
                      <a:pt x="266" y="303"/>
                    </a:lnTo>
                    <a:close/>
                    <a:moveTo>
                      <a:pt x="250" y="394"/>
                    </a:moveTo>
                    <a:lnTo>
                      <a:pt x="254" y="394"/>
                    </a:lnTo>
                    <a:lnTo>
                      <a:pt x="258" y="393"/>
                    </a:lnTo>
                    <a:lnTo>
                      <a:pt x="261" y="392"/>
                    </a:lnTo>
                    <a:lnTo>
                      <a:pt x="263" y="392"/>
                    </a:lnTo>
                    <a:lnTo>
                      <a:pt x="265" y="393"/>
                    </a:lnTo>
                    <a:lnTo>
                      <a:pt x="267" y="394"/>
                    </a:lnTo>
                    <a:lnTo>
                      <a:pt x="270" y="393"/>
                    </a:lnTo>
                    <a:lnTo>
                      <a:pt x="269" y="392"/>
                    </a:lnTo>
                    <a:lnTo>
                      <a:pt x="269" y="389"/>
                    </a:lnTo>
                    <a:lnTo>
                      <a:pt x="270" y="390"/>
                    </a:lnTo>
                    <a:lnTo>
                      <a:pt x="271" y="393"/>
                    </a:lnTo>
                    <a:lnTo>
                      <a:pt x="274" y="394"/>
                    </a:lnTo>
                    <a:lnTo>
                      <a:pt x="278" y="394"/>
                    </a:lnTo>
                    <a:lnTo>
                      <a:pt x="278" y="393"/>
                    </a:lnTo>
                    <a:lnTo>
                      <a:pt x="281" y="392"/>
                    </a:lnTo>
                    <a:lnTo>
                      <a:pt x="282" y="389"/>
                    </a:lnTo>
                    <a:lnTo>
                      <a:pt x="282" y="385"/>
                    </a:lnTo>
                    <a:lnTo>
                      <a:pt x="284" y="382"/>
                    </a:lnTo>
                    <a:lnTo>
                      <a:pt x="285" y="379"/>
                    </a:lnTo>
                    <a:lnTo>
                      <a:pt x="282" y="378"/>
                    </a:lnTo>
                    <a:lnTo>
                      <a:pt x="281" y="374"/>
                    </a:lnTo>
                    <a:lnTo>
                      <a:pt x="278" y="374"/>
                    </a:lnTo>
                    <a:lnTo>
                      <a:pt x="277" y="374"/>
                    </a:lnTo>
                    <a:lnTo>
                      <a:pt x="276" y="373"/>
                    </a:lnTo>
                    <a:lnTo>
                      <a:pt x="277" y="371"/>
                    </a:lnTo>
                    <a:lnTo>
                      <a:pt x="280" y="373"/>
                    </a:lnTo>
                    <a:lnTo>
                      <a:pt x="281" y="371"/>
                    </a:lnTo>
                    <a:lnTo>
                      <a:pt x="282" y="374"/>
                    </a:lnTo>
                    <a:lnTo>
                      <a:pt x="282" y="375"/>
                    </a:lnTo>
                    <a:lnTo>
                      <a:pt x="284" y="377"/>
                    </a:lnTo>
                    <a:lnTo>
                      <a:pt x="285" y="375"/>
                    </a:lnTo>
                    <a:lnTo>
                      <a:pt x="284" y="370"/>
                    </a:lnTo>
                    <a:lnTo>
                      <a:pt x="281" y="366"/>
                    </a:lnTo>
                    <a:lnTo>
                      <a:pt x="278" y="363"/>
                    </a:lnTo>
                    <a:lnTo>
                      <a:pt x="280" y="360"/>
                    </a:lnTo>
                    <a:lnTo>
                      <a:pt x="281" y="363"/>
                    </a:lnTo>
                    <a:lnTo>
                      <a:pt x="282" y="366"/>
                    </a:lnTo>
                    <a:lnTo>
                      <a:pt x="285" y="367"/>
                    </a:lnTo>
                    <a:lnTo>
                      <a:pt x="286" y="367"/>
                    </a:lnTo>
                    <a:lnTo>
                      <a:pt x="288" y="366"/>
                    </a:lnTo>
                    <a:lnTo>
                      <a:pt x="288" y="364"/>
                    </a:lnTo>
                    <a:lnTo>
                      <a:pt x="286" y="363"/>
                    </a:lnTo>
                    <a:lnTo>
                      <a:pt x="286" y="360"/>
                    </a:lnTo>
                    <a:lnTo>
                      <a:pt x="288" y="358"/>
                    </a:lnTo>
                    <a:lnTo>
                      <a:pt x="288" y="355"/>
                    </a:lnTo>
                    <a:lnTo>
                      <a:pt x="285" y="352"/>
                    </a:lnTo>
                    <a:lnTo>
                      <a:pt x="282" y="349"/>
                    </a:lnTo>
                    <a:lnTo>
                      <a:pt x="285" y="348"/>
                    </a:lnTo>
                    <a:lnTo>
                      <a:pt x="286" y="351"/>
                    </a:lnTo>
                    <a:lnTo>
                      <a:pt x="289" y="351"/>
                    </a:lnTo>
                    <a:lnTo>
                      <a:pt x="290" y="347"/>
                    </a:lnTo>
                    <a:lnTo>
                      <a:pt x="289" y="347"/>
                    </a:lnTo>
                    <a:lnTo>
                      <a:pt x="288" y="347"/>
                    </a:lnTo>
                    <a:lnTo>
                      <a:pt x="288" y="343"/>
                    </a:lnTo>
                    <a:lnTo>
                      <a:pt x="289" y="343"/>
                    </a:lnTo>
                    <a:lnTo>
                      <a:pt x="292" y="344"/>
                    </a:lnTo>
                    <a:lnTo>
                      <a:pt x="296" y="345"/>
                    </a:lnTo>
                    <a:lnTo>
                      <a:pt x="296" y="344"/>
                    </a:lnTo>
                    <a:lnTo>
                      <a:pt x="295" y="343"/>
                    </a:lnTo>
                    <a:lnTo>
                      <a:pt x="295" y="341"/>
                    </a:lnTo>
                    <a:lnTo>
                      <a:pt x="296" y="341"/>
                    </a:lnTo>
                    <a:lnTo>
                      <a:pt x="299" y="341"/>
                    </a:lnTo>
                    <a:lnTo>
                      <a:pt x="300" y="340"/>
                    </a:lnTo>
                    <a:lnTo>
                      <a:pt x="300" y="337"/>
                    </a:lnTo>
                    <a:lnTo>
                      <a:pt x="300" y="336"/>
                    </a:lnTo>
                    <a:lnTo>
                      <a:pt x="300" y="334"/>
                    </a:lnTo>
                    <a:lnTo>
                      <a:pt x="304" y="333"/>
                    </a:lnTo>
                    <a:lnTo>
                      <a:pt x="304" y="330"/>
                    </a:lnTo>
                    <a:lnTo>
                      <a:pt x="301" y="329"/>
                    </a:lnTo>
                    <a:lnTo>
                      <a:pt x="301" y="328"/>
                    </a:lnTo>
                    <a:lnTo>
                      <a:pt x="303" y="325"/>
                    </a:lnTo>
                    <a:lnTo>
                      <a:pt x="304" y="328"/>
                    </a:lnTo>
                    <a:lnTo>
                      <a:pt x="305" y="326"/>
                    </a:lnTo>
                    <a:lnTo>
                      <a:pt x="309" y="321"/>
                    </a:lnTo>
                    <a:lnTo>
                      <a:pt x="311" y="318"/>
                    </a:lnTo>
                    <a:lnTo>
                      <a:pt x="312" y="317"/>
                    </a:lnTo>
                    <a:lnTo>
                      <a:pt x="312" y="313"/>
                    </a:lnTo>
                    <a:lnTo>
                      <a:pt x="316" y="310"/>
                    </a:lnTo>
                    <a:lnTo>
                      <a:pt x="319" y="306"/>
                    </a:lnTo>
                    <a:lnTo>
                      <a:pt x="320" y="301"/>
                    </a:lnTo>
                    <a:lnTo>
                      <a:pt x="323" y="301"/>
                    </a:lnTo>
                    <a:lnTo>
                      <a:pt x="328" y="296"/>
                    </a:lnTo>
                    <a:lnTo>
                      <a:pt x="334" y="291"/>
                    </a:lnTo>
                    <a:lnTo>
                      <a:pt x="338" y="287"/>
                    </a:lnTo>
                    <a:lnTo>
                      <a:pt x="339" y="287"/>
                    </a:lnTo>
                    <a:lnTo>
                      <a:pt x="343" y="283"/>
                    </a:lnTo>
                    <a:lnTo>
                      <a:pt x="348" y="281"/>
                    </a:lnTo>
                    <a:lnTo>
                      <a:pt x="350" y="280"/>
                    </a:lnTo>
                    <a:lnTo>
                      <a:pt x="354" y="275"/>
                    </a:lnTo>
                    <a:lnTo>
                      <a:pt x="357" y="273"/>
                    </a:lnTo>
                    <a:lnTo>
                      <a:pt x="358" y="273"/>
                    </a:lnTo>
                    <a:lnTo>
                      <a:pt x="361" y="272"/>
                    </a:lnTo>
                    <a:lnTo>
                      <a:pt x="361" y="271"/>
                    </a:lnTo>
                    <a:lnTo>
                      <a:pt x="360" y="269"/>
                    </a:lnTo>
                    <a:lnTo>
                      <a:pt x="361" y="267"/>
                    </a:lnTo>
                    <a:lnTo>
                      <a:pt x="361" y="264"/>
                    </a:lnTo>
                    <a:lnTo>
                      <a:pt x="361" y="261"/>
                    </a:lnTo>
                    <a:lnTo>
                      <a:pt x="360" y="260"/>
                    </a:lnTo>
                    <a:lnTo>
                      <a:pt x="358" y="260"/>
                    </a:lnTo>
                    <a:lnTo>
                      <a:pt x="358" y="256"/>
                    </a:lnTo>
                    <a:lnTo>
                      <a:pt x="360" y="253"/>
                    </a:lnTo>
                    <a:lnTo>
                      <a:pt x="358" y="252"/>
                    </a:lnTo>
                    <a:lnTo>
                      <a:pt x="356" y="250"/>
                    </a:lnTo>
                    <a:lnTo>
                      <a:pt x="354" y="249"/>
                    </a:lnTo>
                    <a:lnTo>
                      <a:pt x="352" y="249"/>
                    </a:lnTo>
                    <a:lnTo>
                      <a:pt x="350" y="246"/>
                    </a:lnTo>
                    <a:lnTo>
                      <a:pt x="350" y="245"/>
                    </a:lnTo>
                    <a:lnTo>
                      <a:pt x="349" y="243"/>
                    </a:lnTo>
                    <a:lnTo>
                      <a:pt x="346" y="245"/>
                    </a:lnTo>
                    <a:lnTo>
                      <a:pt x="345" y="246"/>
                    </a:lnTo>
                    <a:lnTo>
                      <a:pt x="343" y="246"/>
                    </a:lnTo>
                    <a:lnTo>
                      <a:pt x="341" y="245"/>
                    </a:lnTo>
                    <a:lnTo>
                      <a:pt x="339" y="246"/>
                    </a:lnTo>
                    <a:lnTo>
                      <a:pt x="335" y="248"/>
                    </a:lnTo>
                    <a:lnTo>
                      <a:pt x="334" y="250"/>
                    </a:lnTo>
                    <a:lnTo>
                      <a:pt x="333" y="252"/>
                    </a:lnTo>
                    <a:lnTo>
                      <a:pt x="331" y="252"/>
                    </a:lnTo>
                    <a:lnTo>
                      <a:pt x="328" y="254"/>
                    </a:lnTo>
                    <a:lnTo>
                      <a:pt x="328" y="256"/>
                    </a:lnTo>
                    <a:lnTo>
                      <a:pt x="327" y="258"/>
                    </a:lnTo>
                    <a:lnTo>
                      <a:pt x="327" y="260"/>
                    </a:lnTo>
                    <a:lnTo>
                      <a:pt x="328" y="262"/>
                    </a:lnTo>
                    <a:lnTo>
                      <a:pt x="328" y="264"/>
                    </a:lnTo>
                    <a:lnTo>
                      <a:pt x="326" y="264"/>
                    </a:lnTo>
                    <a:lnTo>
                      <a:pt x="324" y="265"/>
                    </a:lnTo>
                    <a:lnTo>
                      <a:pt x="324" y="268"/>
                    </a:lnTo>
                    <a:lnTo>
                      <a:pt x="323" y="269"/>
                    </a:lnTo>
                    <a:lnTo>
                      <a:pt x="322" y="271"/>
                    </a:lnTo>
                    <a:lnTo>
                      <a:pt x="316" y="275"/>
                    </a:lnTo>
                    <a:lnTo>
                      <a:pt x="315" y="276"/>
                    </a:lnTo>
                    <a:lnTo>
                      <a:pt x="314" y="275"/>
                    </a:lnTo>
                    <a:lnTo>
                      <a:pt x="311" y="275"/>
                    </a:lnTo>
                    <a:lnTo>
                      <a:pt x="309" y="276"/>
                    </a:lnTo>
                    <a:lnTo>
                      <a:pt x="307" y="280"/>
                    </a:lnTo>
                    <a:lnTo>
                      <a:pt x="305" y="281"/>
                    </a:lnTo>
                    <a:lnTo>
                      <a:pt x="304" y="280"/>
                    </a:lnTo>
                    <a:lnTo>
                      <a:pt x="303" y="279"/>
                    </a:lnTo>
                    <a:lnTo>
                      <a:pt x="301" y="279"/>
                    </a:lnTo>
                    <a:lnTo>
                      <a:pt x="301" y="280"/>
                    </a:lnTo>
                    <a:lnTo>
                      <a:pt x="301" y="284"/>
                    </a:lnTo>
                    <a:lnTo>
                      <a:pt x="301" y="284"/>
                    </a:lnTo>
                    <a:lnTo>
                      <a:pt x="300" y="281"/>
                    </a:lnTo>
                    <a:lnTo>
                      <a:pt x="299" y="280"/>
                    </a:lnTo>
                    <a:lnTo>
                      <a:pt x="295" y="280"/>
                    </a:lnTo>
                    <a:lnTo>
                      <a:pt x="289" y="281"/>
                    </a:lnTo>
                    <a:lnTo>
                      <a:pt x="288" y="283"/>
                    </a:lnTo>
                    <a:lnTo>
                      <a:pt x="286" y="283"/>
                    </a:lnTo>
                    <a:lnTo>
                      <a:pt x="285" y="284"/>
                    </a:lnTo>
                    <a:lnTo>
                      <a:pt x="286" y="288"/>
                    </a:lnTo>
                    <a:lnTo>
                      <a:pt x="288" y="290"/>
                    </a:lnTo>
                    <a:lnTo>
                      <a:pt x="288" y="291"/>
                    </a:lnTo>
                    <a:lnTo>
                      <a:pt x="286" y="291"/>
                    </a:lnTo>
                    <a:lnTo>
                      <a:pt x="285" y="294"/>
                    </a:lnTo>
                    <a:lnTo>
                      <a:pt x="284" y="294"/>
                    </a:lnTo>
                    <a:lnTo>
                      <a:pt x="284" y="291"/>
                    </a:lnTo>
                    <a:lnTo>
                      <a:pt x="285" y="291"/>
                    </a:lnTo>
                    <a:lnTo>
                      <a:pt x="285" y="288"/>
                    </a:lnTo>
                    <a:lnTo>
                      <a:pt x="282" y="288"/>
                    </a:lnTo>
                    <a:lnTo>
                      <a:pt x="281" y="291"/>
                    </a:lnTo>
                    <a:lnTo>
                      <a:pt x="278" y="294"/>
                    </a:lnTo>
                    <a:lnTo>
                      <a:pt x="278" y="295"/>
                    </a:lnTo>
                    <a:lnTo>
                      <a:pt x="280" y="296"/>
                    </a:lnTo>
                    <a:lnTo>
                      <a:pt x="278" y="298"/>
                    </a:lnTo>
                    <a:lnTo>
                      <a:pt x="278" y="299"/>
                    </a:lnTo>
                    <a:lnTo>
                      <a:pt x="274" y="299"/>
                    </a:lnTo>
                    <a:lnTo>
                      <a:pt x="273" y="301"/>
                    </a:lnTo>
                    <a:lnTo>
                      <a:pt x="273" y="303"/>
                    </a:lnTo>
                    <a:lnTo>
                      <a:pt x="270" y="303"/>
                    </a:lnTo>
                    <a:lnTo>
                      <a:pt x="269" y="305"/>
                    </a:lnTo>
                    <a:lnTo>
                      <a:pt x="267" y="309"/>
                    </a:lnTo>
                    <a:lnTo>
                      <a:pt x="269" y="310"/>
                    </a:lnTo>
                    <a:lnTo>
                      <a:pt x="270" y="310"/>
                    </a:lnTo>
                    <a:lnTo>
                      <a:pt x="267" y="313"/>
                    </a:lnTo>
                    <a:lnTo>
                      <a:pt x="263" y="313"/>
                    </a:lnTo>
                    <a:lnTo>
                      <a:pt x="262" y="314"/>
                    </a:lnTo>
                    <a:lnTo>
                      <a:pt x="262" y="317"/>
                    </a:lnTo>
                    <a:lnTo>
                      <a:pt x="262" y="320"/>
                    </a:lnTo>
                    <a:lnTo>
                      <a:pt x="263" y="320"/>
                    </a:lnTo>
                    <a:lnTo>
                      <a:pt x="266" y="320"/>
                    </a:lnTo>
                    <a:lnTo>
                      <a:pt x="266" y="321"/>
                    </a:lnTo>
                    <a:lnTo>
                      <a:pt x="266" y="322"/>
                    </a:lnTo>
                    <a:lnTo>
                      <a:pt x="266" y="324"/>
                    </a:lnTo>
                    <a:lnTo>
                      <a:pt x="265" y="326"/>
                    </a:lnTo>
                    <a:lnTo>
                      <a:pt x="262" y="325"/>
                    </a:lnTo>
                    <a:lnTo>
                      <a:pt x="259" y="325"/>
                    </a:lnTo>
                    <a:lnTo>
                      <a:pt x="256" y="326"/>
                    </a:lnTo>
                    <a:lnTo>
                      <a:pt x="255" y="328"/>
                    </a:lnTo>
                    <a:lnTo>
                      <a:pt x="255" y="330"/>
                    </a:lnTo>
                    <a:lnTo>
                      <a:pt x="254" y="332"/>
                    </a:lnTo>
                    <a:lnTo>
                      <a:pt x="251" y="334"/>
                    </a:lnTo>
                    <a:lnTo>
                      <a:pt x="250" y="333"/>
                    </a:lnTo>
                    <a:lnTo>
                      <a:pt x="248" y="332"/>
                    </a:lnTo>
                    <a:lnTo>
                      <a:pt x="247" y="329"/>
                    </a:lnTo>
                    <a:lnTo>
                      <a:pt x="247" y="330"/>
                    </a:lnTo>
                    <a:lnTo>
                      <a:pt x="246" y="333"/>
                    </a:lnTo>
                    <a:lnTo>
                      <a:pt x="246" y="337"/>
                    </a:lnTo>
                    <a:lnTo>
                      <a:pt x="248" y="339"/>
                    </a:lnTo>
                    <a:lnTo>
                      <a:pt x="251" y="339"/>
                    </a:lnTo>
                    <a:lnTo>
                      <a:pt x="251" y="339"/>
                    </a:lnTo>
                    <a:lnTo>
                      <a:pt x="251" y="340"/>
                    </a:lnTo>
                    <a:lnTo>
                      <a:pt x="250" y="344"/>
                    </a:lnTo>
                    <a:lnTo>
                      <a:pt x="251" y="345"/>
                    </a:lnTo>
                    <a:lnTo>
                      <a:pt x="252" y="345"/>
                    </a:lnTo>
                    <a:lnTo>
                      <a:pt x="254" y="344"/>
                    </a:lnTo>
                    <a:lnTo>
                      <a:pt x="255" y="344"/>
                    </a:lnTo>
                    <a:lnTo>
                      <a:pt x="256" y="345"/>
                    </a:lnTo>
                    <a:lnTo>
                      <a:pt x="259" y="345"/>
                    </a:lnTo>
                    <a:lnTo>
                      <a:pt x="261" y="344"/>
                    </a:lnTo>
                    <a:lnTo>
                      <a:pt x="262" y="344"/>
                    </a:lnTo>
                    <a:lnTo>
                      <a:pt x="261" y="347"/>
                    </a:lnTo>
                    <a:lnTo>
                      <a:pt x="258" y="347"/>
                    </a:lnTo>
                    <a:lnTo>
                      <a:pt x="255" y="347"/>
                    </a:lnTo>
                    <a:lnTo>
                      <a:pt x="254" y="348"/>
                    </a:lnTo>
                    <a:lnTo>
                      <a:pt x="252" y="348"/>
                    </a:lnTo>
                    <a:lnTo>
                      <a:pt x="251" y="349"/>
                    </a:lnTo>
                    <a:lnTo>
                      <a:pt x="252" y="352"/>
                    </a:lnTo>
                    <a:lnTo>
                      <a:pt x="254" y="353"/>
                    </a:lnTo>
                    <a:lnTo>
                      <a:pt x="256" y="353"/>
                    </a:lnTo>
                    <a:lnTo>
                      <a:pt x="258" y="353"/>
                    </a:lnTo>
                    <a:lnTo>
                      <a:pt x="259" y="355"/>
                    </a:lnTo>
                    <a:lnTo>
                      <a:pt x="258" y="355"/>
                    </a:lnTo>
                    <a:lnTo>
                      <a:pt x="255" y="356"/>
                    </a:lnTo>
                    <a:lnTo>
                      <a:pt x="251" y="356"/>
                    </a:lnTo>
                    <a:lnTo>
                      <a:pt x="250" y="358"/>
                    </a:lnTo>
                    <a:lnTo>
                      <a:pt x="250" y="359"/>
                    </a:lnTo>
                    <a:lnTo>
                      <a:pt x="251" y="360"/>
                    </a:lnTo>
                    <a:lnTo>
                      <a:pt x="254" y="360"/>
                    </a:lnTo>
                    <a:lnTo>
                      <a:pt x="256" y="360"/>
                    </a:lnTo>
                    <a:lnTo>
                      <a:pt x="256" y="362"/>
                    </a:lnTo>
                    <a:lnTo>
                      <a:pt x="255" y="362"/>
                    </a:lnTo>
                    <a:lnTo>
                      <a:pt x="252" y="362"/>
                    </a:lnTo>
                    <a:lnTo>
                      <a:pt x="252" y="364"/>
                    </a:lnTo>
                    <a:lnTo>
                      <a:pt x="252" y="364"/>
                    </a:lnTo>
                    <a:lnTo>
                      <a:pt x="256" y="364"/>
                    </a:lnTo>
                    <a:lnTo>
                      <a:pt x="261" y="367"/>
                    </a:lnTo>
                    <a:lnTo>
                      <a:pt x="263" y="368"/>
                    </a:lnTo>
                    <a:lnTo>
                      <a:pt x="263" y="368"/>
                    </a:lnTo>
                    <a:lnTo>
                      <a:pt x="263" y="371"/>
                    </a:lnTo>
                    <a:lnTo>
                      <a:pt x="261" y="368"/>
                    </a:lnTo>
                    <a:lnTo>
                      <a:pt x="258" y="367"/>
                    </a:lnTo>
                    <a:lnTo>
                      <a:pt x="255" y="367"/>
                    </a:lnTo>
                    <a:lnTo>
                      <a:pt x="254" y="366"/>
                    </a:lnTo>
                    <a:lnTo>
                      <a:pt x="251" y="366"/>
                    </a:lnTo>
                    <a:lnTo>
                      <a:pt x="250" y="367"/>
                    </a:lnTo>
                    <a:lnTo>
                      <a:pt x="248" y="370"/>
                    </a:lnTo>
                    <a:lnTo>
                      <a:pt x="247" y="370"/>
                    </a:lnTo>
                    <a:lnTo>
                      <a:pt x="248" y="371"/>
                    </a:lnTo>
                    <a:lnTo>
                      <a:pt x="248" y="373"/>
                    </a:lnTo>
                    <a:lnTo>
                      <a:pt x="248" y="374"/>
                    </a:lnTo>
                    <a:lnTo>
                      <a:pt x="247" y="375"/>
                    </a:lnTo>
                    <a:lnTo>
                      <a:pt x="246" y="375"/>
                    </a:lnTo>
                    <a:lnTo>
                      <a:pt x="244" y="377"/>
                    </a:lnTo>
                    <a:lnTo>
                      <a:pt x="243" y="379"/>
                    </a:lnTo>
                    <a:lnTo>
                      <a:pt x="244" y="379"/>
                    </a:lnTo>
                    <a:lnTo>
                      <a:pt x="243" y="381"/>
                    </a:lnTo>
                    <a:lnTo>
                      <a:pt x="240" y="382"/>
                    </a:lnTo>
                    <a:lnTo>
                      <a:pt x="240" y="382"/>
                    </a:lnTo>
                    <a:lnTo>
                      <a:pt x="243" y="386"/>
                    </a:lnTo>
                    <a:lnTo>
                      <a:pt x="246" y="387"/>
                    </a:lnTo>
                    <a:lnTo>
                      <a:pt x="247" y="386"/>
                    </a:lnTo>
                    <a:lnTo>
                      <a:pt x="248" y="385"/>
                    </a:lnTo>
                    <a:lnTo>
                      <a:pt x="250" y="383"/>
                    </a:lnTo>
                    <a:lnTo>
                      <a:pt x="254" y="381"/>
                    </a:lnTo>
                    <a:lnTo>
                      <a:pt x="256" y="379"/>
                    </a:lnTo>
                    <a:lnTo>
                      <a:pt x="259" y="379"/>
                    </a:lnTo>
                    <a:lnTo>
                      <a:pt x="261" y="381"/>
                    </a:lnTo>
                    <a:lnTo>
                      <a:pt x="261" y="382"/>
                    </a:lnTo>
                    <a:lnTo>
                      <a:pt x="259" y="382"/>
                    </a:lnTo>
                    <a:lnTo>
                      <a:pt x="258" y="381"/>
                    </a:lnTo>
                    <a:lnTo>
                      <a:pt x="256" y="381"/>
                    </a:lnTo>
                    <a:lnTo>
                      <a:pt x="255" y="383"/>
                    </a:lnTo>
                    <a:lnTo>
                      <a:pt x="251" y="385"/>
                    </a:lnTo>
                    <a:lnTo>
                      <a:pt x="250" y="387"/>
                    </a:lnTo>
                    <a:lnTo>
                      <a:pt x="250" y="390"/>
                    </a:lnTo>
                    <a:lnTo>
                      <a:pt x="250" y="393"/>
                    </a:lnTo>
                    <a:lnTo>
                      <a:pt x="250" y="393"/>
                    </a:lnTo>
                    <a:lnTo>
                      <a:pt x="250" y="393"/>
                    </a:lnTo>
                    <a:lnTo>
                      <a:pt x="250" y="394"/>
                    </a:lnTo>
                    <a:lnTo>
                      <a:pt x="250" y="394"/>
                    </a:lnTo>
                    <a:close/>
                    <a:moveTo>
                      <a:pt x="262" y="472"/>
                    </a:moveTo>
                    <a:lnTo>
                      <a:pt x="263" y="472"/>
                    </a:lnTo>
                    <a:lnTo>
                      <a:pt x="263" y="470"/>
                    </a:lnTo>
                    <a:lnTo>
                      <a:pt x="262" y="469"/>
                    </a:lnTo>
                    <a:lnTo>
                      <a:pt x="263" y="466"/>
                    </a:lnTo>
                    <a:lnTo>
                      <a:pt x="262" y="465"/>
                    </a:lnTo>
                    <a:lnTo>
                      <a:pt x="259" y="464"/>
                    </a:lnTo>
                    <a:lnTo>
                      <a:pt x="259" y="462"/>
                    </a:lnTo>
                    <a:lnTo>
                      <a:pt x="256" y="461"/>
                    </a:lnTo>
                    <a:lnTo>
                      <a:pt x="254" y="461"/>
                    </a:lnTo>
                    <a:lnTo>
                      <a:pt x="251" y="462"/>
                    </a:lnTo>
                    <a:lnTo>
                      <a:pt x="252" y="465"/>
                    </a:lnTo>
                    <a:lnTo>
                      <a:pt x="254" y="465"/>
                    </a:lnTo>
                    <a:lnTo>
                      <a:pt x="255" y="465"/>
                    </a:lnTo>
                    <a:lnTo>
                      <a:pt x="258" y="466"/>
                    </a:lnTo>
                    <a:lnTo>
                      <a:pt x="258" y="468"/>
                    </a:lnTo>
                    <a:lnTo>
                      <a:pt x="259" y="469"/>
                    </a:lnTo>
                    <a:lnTo>
                      <a:pt x="262" y="472"/>
                    </a:lnTo>
                    <a:lnTo>
                      <a:pt x="262" y="472"/>
                    </a:lnTo>
                    <a:close/>
                    <a:moveTo>
                      <a:pt x="314" y="472"/>
                    </a:moveTo>
                    <a:lnTo>
                      <a:pt x="309" y="469"/>
                    </a:lnTo>
                    <a:lnTo>
                      <a:pt x="308" y="470"/>
                    </a:lnTo>
                    <a:lnTo>
                      <a:pt x="305" y="469"/>
                    </a:lnTo>
                    <a:lnTo>
                      <a:pt x="304" y="466"/>
                    </a:lnTo>
                    <a:lnTo>
                      <a:pt x="301" y="466"/>
                    </a:lnTo>
                    <a:lnTo>
                      <a:pt x="296" y="462"/>
                    </a:lnTo>
                    <a:lnTo>
                      <a:pt x="295" y="459"/>
                    </a:lnTo>
                    <a:lnTo>
                      <a:pt x="292" y="459"/>
                    </a:lnTo>
                    <a:lnTo>
                      <a:pt x="288" y="453"/>
                    </a:lnTo>
                    <a:lnTo>
                      <a:pt x="284" y="447"/>
                    </a:lnTo>
                    <a:lnTo>
                      <a:pt x="281" y="440"/>
                    </a:lnTo>
                    <a:lnTo>
                      <a:pt x="278" y="436"/>
                    </a:lnTo>
                    <a:lnTo>
                      <a:pt x="278" y="430"/>
                    </a:lnTo>
                    <a:lnTo>
                      <a:pt x="277" y="426"/>
                    </a:lnTo>
                    <a:lnTo>
                      <a:pt x="276" y="417"/>
                    </a:lnTo>
                    <a:lnTo>
                      <a:pt x="274" y="416"/>
                    </a:lnTo>
                    <a:lnTo>
                      <a:pt x="276" y="413"/>
                    </a:lnTo>
                    <a:lnTo>
                      <a:pt x="276" y="412"/>
                    </a:lnTo>
                    <a:lnTo>
                      <a:pt x="273" y="411"/>
                    </a:lnTo>
                    <a:lnTo>
                      <a:pt x="271" y="412"/>
                    </a:lnTo>
                    <a:lnTo>
                      <a:pt x="269" y="411"/>
                    </a:lnTo>
                    <a:lnTo>
                      <a:pt x="270" y="409"/>
                    </a:lnTo>
                    <a:lnTo>
                      <a:pt x="274" y="411"/>
                    </a:lnTo>
                    <a:lnTo>
                      <a:pt x="277" y="408"/>
                    </a:lnTo>
                    <a:lnTo>
                      <a:pt x="277" y="402"/>
                    </a:lnTo>
                    <a:lnTo>
                      <a:pt x="277" y="400"/>
                    </a:lnTo>
                    <a:lnTo>
                      <a:pt x="274" y="401"/>
                    </a:lnTo>
                    <a:lnTo>
                      <a:pt x="271" y="401"/>
                    </a:lnTo>
                    <a:lnTo>
                      <a:pt x="273" y="400"/>
                    </a:lnTo>
                    <a:lnTo>
                      <a:pt x="277" y="398"/>
                    </a:lnTo>
                    <a:lnTo>
                      <a:pt x="277" y="397"/>
                    </a:lnTo>
                    <a:lnTo>
                      <a:pt x="276" y="396"/>
                    </a:lnTo>
                    <a:lnTo>
                      <a:pt x="271" y="396"/>
                    </a:lnTo>
                    <a:lnTo>
                      <a:pt x="265" y="394"/>
                    </a:lnTo>
                    <a:lnTo>
                      <a:pt x="262" y="393"/>
                    </a:lnTo>
                    <a:lnTo>
                      <a:pt x="259" y="393"/>
                    </a:lnTo>
                    <a:lnTo>
                      <a:pt x="254" y="397"/>
                    </a:lnTo>
                    <a:lnTo>
                      <a:pt x="250" y="397"/>
                    </a:lnTo>
                    <a:lnTo>
                      <a:pt x="247" y="398"/>
                    </a:lnTo>
                    <a:lnTo>
                      <a:pt x="244" y="401"/>
                    </a:lnTo>
                    <a:lnTo>
                      <a:pt x="243" y="404"/>
                    </a:lnTo>
                    <a:lnTo>
                      <a:pt x="243" y="405"/>
                    </a:lnTo>
                    <a:lnTo>
                      <a:pt x="243" y="408"/>
                    </a:lnTo>
                    <a:lnTo>
                      <a:pt x="246" y="408"/>
                    </a:lnTo>
                    <a:lnTo>
                      <a:pt x="247" y="409"/>
                    </a:lnTo>
                    <a:lnTo>
                      <a:pt x="246" y="411"/>
                    </a:lnTo>
                    <a:lnTo>
                      <a:pt x="244" y="411"/>
                    </a:lnTo>
                    <a:lnTo>
                      <a:pt x="240" y="412"/>
                    </a:lnTo>
                    <a:lnTo>
                      <a:pt x="239" y="416"/>
                    </a:lnTo>
                    <a:lnTo>
                      <a:pt x="237" y="419"/>
                    </a:lnTo>
                    <a:lnTo>
                      <a:pt x="239" y="420"/>
                    </a:lnTo>
                    <a:lnTo>
                      <a:pt x="242" y="420"/>
                    </a:lnTo>
                    <a:lnTo>
                      <a:pt x="246" y="417"/>
                    </a:lnTo>
                    <a:lnTo>
                      <a:pt x="246" y="419"/>
                    </a:lnTo>
                    <a:lnTo>
                      <a:pt x="243" y="421"/>
                    </a:lnTo>
                    <a:lnTo>
                      <a:pt x="243" y="424"/>
                    </a:lnTo>
                    <a:lnTo>
                      <a:pt x="244" y="424"/>
                    </a:lnTo>
                    <a:lnTo>
                      <a:pt x="246" y="421"/>
                    </a:lnTo>
                    <a:lnTo>
                      <a:pt x="248" y="421"/>
                    </a:lnTo>
                    <a:lnTo>
                      <a:pt x="248" y="423"/>
                    </a:lnTo>
                    <a:lnTo>
                      <a:pt x="247" y="424"/>
                    </a:lnTo>
                    <a:lnTo>
                      <a:pt x="246" y="427"/>
                    </a:lnTo>
                    <a:lnTo>
                      <a:pt x="248" y="428"/>
                    </a:lnTo>
                    <a:lnTo>
                      <a:pt x="251" y="428"/>
                    </a:lnTo>
                    <a:lnTo>
                      <a:pt x="250" y="430"/>
                    </a:lnTo>
                    <a:lnTo>
                      <a:pt x="247" y="430"/>
                    </a:lnTo>
                    <a:lnTo>
                      <a:pt x="246" y="431"/>
                    </a:lnTo>
                    <a:lnTo>
                      <a:pt x="246" y="434"/>
                    </a:lnTo>
                    <a:lnTo>
                      <a:pt x="247" y="436"/>
                    </a:lnTo>
                    <a:lnTo>
                      <a:pt x="246" y="438"/>
                    </a:lnTo>
                    <a:lnTo>
                      <a:pt x="244" y="436"/>
                    </a:lnTo>
                    <a:lnTo>
                      <a:pt x="242" y="438"/>
                    </a:lnTo>
                    <a:lnTo>
                      <a:pt x="240" y="436"/>
                    </a:lnTo>
                    <a:lnTo>
                      <a:pt x="237" y="436"/>
                    </a:lnTo>
                    <a:lnTo>
                      <a:pt x="236" y="439"/>
                    </a:lnTo>
                    <a:lnTo>
                      <a:pt x="236" y="442"/>
                    </a:lnTo>
                    <a:lnTo>
                      <a:pt x="236" y="446"/>
                    </a:lnTo>
                    <a:lnTo>
                      <a:pt x="236" y="449"/>
                    </a:lnTo>
                    <a:lnTo>
                      <a:pt x="236" y="451"/>
                    </a:lnTo>
                    <a:lnTo>
                      <a:pt x="240" y="455"/>
                    </a:lnTo>
                    <a:lnTo>
                      <a:pt x="240" y="457"/>
                    </a:lnTo>
                    <a:lnTo>
                      <a:pt x="244" y="459"/>
                    </a:lnTo>
                    <a:lnTo>
                      <a:pt x="247" y="461"/>
                    </a:lnTo>
                    <a:lnTo>
                      <a:pt x="248" y="459"/>
                    </a:lnTo>
                    <a:lnTo>
                      <a:pt x="251" y="459"/>
                    </a:lnTo>
                    <a:lnTo>
                      <a:pt x="252" y="455"/>
                    </a:lnTo>
                    <a:lnTo>
                      <a:pt x="252" y="451"/>
                    </a:lnTo>
                    <a:lnTo>
                      <a:pt x="252" y="449"/>
                    </a:lnTo>
                    <a:lnTo>
                      <a:pt x="254" y="446"/>
                    </a:lnTo>
                    <a:lnTo>
                      <a:pt x="252" y="450"/>
                    </a:lnTo>
                    <a:lnTo>
                      <a:pt x="252" y="451"/>
                    </a:lnTo>
                    <a:lnTo>
                      <a:pt x="254" y="454"/>
                    </a:lnTo>
                    <a:lnTo>
                      <a:pt x="255" y="457"/>
                    </a:lnTo>
                    <a:lnTo>
                      <a:pt x="256" y="458"/>
                    </a:lnTo>
                    <a:lnTo>
                      <a:pt x="259" y="457"/>
                    </a:lnTo>
                    <a:lnTo>
                      <a:pt x="259" y="454"/>
                    </a:lnTo>
                    <a:lnTo>
                      <a:pt x="261" y="451"/>
                    </a:lnTo>
                    <a:lnTo>
                      <a:pt x="261" y="453"/>
                    </a:lnTo>
                    <a:lnTo>
                      <a:pt x="261" y="454"/>
                    </a:lnTo>
                    <a:lnTo>
                      <a:pt x="261" y="457"/>
                    </a:lnTo>
                    <a:lnTo>
                      <a:pt x="263" y="461"/>
                    </a:lnTo>
                    <a:lnTo>
                      <a:pt x="266" y="464"/>
                    </a:lnTo>
                    <a:lnTo>
                      <a:pt x="269" y="464"/>
                    </a:lnTo>
                    <a:lnTo>
                      <a:pt x="271" y="462"/>
                    </a:lnTo>
                    <a:lnTo>
                      <a:pt x="273" y="462"/>
                    </a:lnTo>
                    <a:lnTo>
                      <a:pt x="271" y="464"/>
                    </a:lnTo>
                    <a:lnTo>
                      <a:pt x="270" y="464"/>
                    </a:lnTo>
                    <a:lnTo>
                      <a:pt x="269" y="465"/>
                    </a:lnTo>
                    <a:lnTo>
                      <a:pt x="267" y="466"/>
                    </a:lnTo>
                    <a:lnTo>
                      <a:pt x="266" y="468"/>
                    </a:lnTo>
                    <a:lnTo>
                      <a:pt x="269" y="470"/>
                    </a:lnTo>
                    <a:lnTo>
                      <a:pt x="269" y="473"/>
                    </a:lnTo>
                    <a:lnTo>
                      <a:pt x="267" y="473"/>
                    </a:lnTo>
                    <a:lnTo>
                      <a:pt x="266" y="472"/>
                    </a:lnTo>
                    <a:lnTo>
                      <a:pt x="266" y="474"/>
                    </a:lnTo>
                    <a:lnTo>
                      <a:pt x="267" y="476"/>
                    </a:lnTo>
                    <a:lnTo>
                      <a:pt x="271" y="476"/>
                    </a:lnTo>
                    <a:lnTo>
                      <a:pt x="274" y="477"/>
                    </a:lnTo>
                    <a:lnTo>
                      <a:pt x="278" y="476"/>
                    </a:lnTo>
                    <a:lnTo>
                      <a:pt x="281" y="478"/>
                    </a:lnTo>
                    <a:lnTo>
                      <a:pt x="281" y="476"/>
                    </a:lnTo>
                    <a:lnTo>
                      <a:pt x="282" y="476"/>
                    </a:lnTo>
                    <a:lnTo>
                      <a:pt x="284" y="477"/>
                    </a:lnTo>
                    <a:lnTo>
                      <a:pt x="285" y="481"/>
                    </a:lnTo>
                    <a:lnTo>
                      <a:pt x="286" y="484"/>
                    </a:lnTo>
                    <a:lnTo>
                      <a:pt x="289" y="483"/>
                    </a:lnTo>
                    <a:lnTo>
                      <a:pt x="290" y="481"/>
                    </a:lnTo>
                    <a:lnTo>
                      <a:pt x="290" y="478"/>
                    </a:lnTo>
                    <a:lnTo>
                      <a:pt x="286" y="476"/>
                    </a:lnTo>
                    <a:lnTo>
                      <a:pt x="285" y="476"/>
                    </a:lnTo>
                    <a:lnTo>
                      <a:pt x="286" y="474"/>
                    </a:lnTo>
                    <a:lnTo>
                      <a:pt x="288" y="476"/>
                    </a:lnTo>
                    <a:lnTo>
                      <a:pt x="292" y="477"/>
                    </a:lnTo>
                    <a:lnTo>
                      <a:pt x="292" y="478"/>
                    </a:lnTo>
                    <a:lnTo>
                      <a:pt x="293" y="481"/>
                    </a:lnTo>
                    <a:lnTo>
                      <a:pt x="295" y="481"/>
                    </a:lnTo>
                    <a:lnTo>
                      <a:pt x="296" y="480"/>
                    </a:lnTo>
                    <a:lnTo>
                      <a:pt x="296" y="478"/>
                    </a:lnTo>
                    <a:lnTo>
                      <a:pt x="299" y="481"/>
                    </a:lnTo>
                    <a:lnTo>
                      <a:pt x="301" y="483"/>
                    </a:lnTo>
                    <a:lnTo>
                      <a:pt x="303" y="483"/>
                    </a:lnTo>
                    <a:lnTo>
                      <a:pt x="303" y="481"/>
                    </a:lnTo>
                    <a:lnTo>
                      <a:pt x="301" y="478"/>
                    </a:lnTo>
                    <a:lnTo>
                      <a:pt x="301" y="477"/>
                    </a:lnTo>
                    <a:lnTo>
                      <a:pt x="303" y="477"/>
                    </a:lnTo>
                    <a:lnTo>
                      <a:pt x="305" y="478"/>
                    </a:lnTo>
                    <a:lnTo>
                      <a:pt x="305" y="480"/>
                    </a:lnTo>
                    <a:lnTo>
                      <a:pt x="307" y="480"/>
                    </a:lnTo>
                    <a:lnTo>
                      <a:pt x="308" y="483"/>
                    </a:lnTo>
                    <a:lnTo>
                      <a:pt x="309" y="484"/>
                    </a:lnTo>
                    <a:lnTo>
                      <a:pt x="311" y="483"/>
                    </a:lnTo>
                    <a:lnTo>
                      <a:pt x="311" y="481"/>
                    </a:lnTo>
                    <a:lnTo>
                      <a:pt x="311" y="478"/>
                    </a:lnTo>
                    <a:lnTo>
                      <a:pt x="308" y="478"/>
                    </a:lnTo>
                    <a:lnTo>
                      <a:pt x="307" y="477"/>
                    </a:lnTo>
                    <a:lnTo>
                      <a:pt x="308" y="476"/>
                    </a:lnTo>
                    <a:lnTo>
                      <a:pt x="309" y="477"/>
                    </a:lnTo>
                    <a:lnTo>
                      <a:pt x="311" y="477"/>
                    </a:lnTo>
                    <a:lnTo>
                      <a:pt x="312" y="474"/>
                    </a:lnTo>
                    <a:lnTo>
                      <a:pt x="314" y="473"/>
                    </a:lnTo>
                    <a:lnTo>
                      <a:pt x="314" y="472"/>
                    </a:lnTo>
                    <a:lnTo>
                      <a:pt x="314" y="472"/>
                    </a:lnTo>
                    <a:close/>
                    <a:moveTo>
                      <a:pt x="99" y="650"/>
                    </a:moveTo>
                    <a:lnTo>
                      <a:pt x="98" y="647"/>
                    </a:lnTo>
                    <a:lnTo>
                      <a:pt x="99" y="646"/>
                    </a:lnTo>
                    <a:lnTo>
                      <a:pt x="99" y="644"/>
                    </a:lnTo>
                    <a:lnTo>
                      <a:pt x="96" y="644"/>
                    </a:lnTo>
                    <a:lnTo>
                      <a:pt x="95" y="646"/>
                    </a:lnTo>
                    <a:lnTo>
                      <a:pt x="95" y="647"/>
                    </a:lnTo>
                    <a:lnTo>
                      <a:pt x="98" y="650"/>
                    </a:lnTo>
                    <a:lnTo>
                      <a:pt x="98" y="651"/>
                    </a:lnTo>
                    <a:lnTo>
                      <a:pt x="99" y="651"/>
                    </a:lnTo>
                    <a:lnTo>
                      <a:pt x="99" y="650"/>
                    </a:lnTo>
                    <a:lnTo>
                      <a:pt x="99" y="650"/>
                    </a:lnTo>
                    <a:close/>
                    <a:moveTo>
                      <a:pt x="172" y="602"/>
                    </a:moveTo>
                    <a:lnTo>
                      <a:pt x="174" y="602"/>
                    </a:lnTo>
                    <a:lnTo>
                      <a:pt x="174" y="601"/>
                    </a:lnTo>
                    <a:lnTo>
                      <a:pt x="172" y="599"/>
                    </a:lnTo>
                    <a:lnTo>
                      <a:pt x="171" y="599"/>
                    </a:lnTo>
                    <a:lnTo>
                      <a:pt x="171" y="601"/>
                    </a:lnTo>
                    <a:lnTo>
                      <a:pt x="172" y="602"/>
                    </a:lnTo>
                    <a:lnTo>
                      <a:pt x="172" y="602"/>
                    </a:lnTo>
                    <a:close/>
                    <a:moveTo>
                      <a:pt x="231" y="541"/>
                    </a:moveTo>
                    <a:lnTo>
                      <a:pt x="233" y="541"/>
                    </a:lnTo>
                    <a:lnTo>
                      <a:pt x="237" y="537"/>
                    </a:lnTo>
                    <a:lnTo>
                      <a:pt x="239" y="534"/>
                    </a:lnTo>
                    <a:lnTo>
                      <a:pt x="239" y="529"/>
                    </a:lnTo>
                    <a:lnTo>
                      <a:pt x="242" y="527"/>
                    </a:lnTo>
                    <a:lnTo>
                      <a:pt x="242" y="530"/>
                    </a:lnTo>
                    <a:lnTo>
                      <a:pt x="242" y="534"/>
                    </a:lnTo>
                    <a:lnTo>
                      <a:pt x="243" y="530"/>
                    </a:lnTo>
                    <a:lnTo>
                      <a:pt x="243" y="527"/>
                    </a:lnTo>
                    <a:lnTo>
                      <a:pt x="240" y="523"/>
                    </a:lnTo>
                    <a:lnTo>
                      <a:pt x="231" y="519"/>
                    </a:lnTo>
                    <a:lnTo>
                      <a:pt x="225" y="519"/>
                    </a:lnTo>
                    <a:lnTo>
                      <a:pt x="223" y="521"/>
                    </a:lnTo>
                    <a:lnTo>
                      <a:pt x="221" y="526"/>
                    </a:lnTo>
                    <a:lnTo>
                      <a:pt x="221" y="533"/>
                    </a:lnTo>
                    <a:lnTo>
                      <a:pt x="223" y="537"/>
                    </a:lnTo>
                    <a:lnTo>
                      <a:pt x="224" y="540"/>
                    </a:lnTo>
                    <a:lnTo>
                      <a:pt x="224" y="540"/>
                    </a:lnTo>
                    <a:lnTo>
                      <a:pt x="227" y="541"/>
                    </a:lnTo>
                    <a:lnTo>
                      <a:pt x="225" y="542"/>
                    </a:lnTo>
                    <a:lnTo>
                      <a:pt x="228" y="542"/>
                    </a:lnTo>
                    <a:lnTo>
                      <a:pt x="231" y="541"/>
                    </a:lnTo>
                    <a:lnTo>
                      <a:pt x="231" y="541"/>
                    </a:lnTo>
                    <a:close/>
                    <a:moveTo>
                      <a:pt x="255" y="546"/>
                    </a:moveTo>
                    <a:lnTo>
                      <a:pt x="256" y="546"/>
                    </a:lnTo>
                    <a:lnTo>
                      <a:pt x="258" y="545"/>
                    </a:lnTo>
                    <a:lnTo>
                      <a:pt x="261" y="545"/>
                    </a:lnTo>
                    <a:lnTo>
                      <a:pt x="262" y="544"/>
                    </a:lnTo>
                    <a:lnTo>
                      <a:pt x="258" y="544"/>
                    </a:lnTo>
                    <a:lnTo>
                      <a:pt x="255" y="545"/>
                    </a:lnTo>
                    <a:lnTo>
                      <a:pt x="255" y="546"/>
                    </a:lnTo>
                    <a:lnTo>
                      <a:pt x="255" y="546"/>
                    </a:lnTo>
                    <a:close/>
                    <a:moveTo>
                      <a:pt x="297" y="545"/>
                    </a:moveTo>
                    <a:lnTo>
                      <a:pt x="297" y="546"/>
                    </a:lnTo>
                    <a:lnTo>
                      <a:pt x="300" y="544"/>
                    </a:lnTo>
                    <a:lnTo>
                      <a:pt x="300" y="541"/>
                    </a:lnTo>
                    <a:lnTo>
                      <a:pt x="297" y="542"/>
                    </a:lnTo>
                    <a:lnTo>
                      <a:pt x="296" y="544"/>
                    </a:lnTo>
                    <a:lnTo>
                      <a:pt x="297" y="545"/>
                    </a:lnTo>
                    <a:lnTo>
                      <a:pt x="297" y="545"/>
                    </a:lnTo>
                    <a:close/>
                    <a:moveTo>
                      <a:pt x="290" y="546"/>
                    </a:moveTo>
                    <a:lnTo>
                      <a:pt x="293" y="546"/>
                    </a:lnTo>
                    <a:lnTo>
                      <a:pt x="295" y="545"/>
                    </a:lnTo>
                    <a:lnTo>
                      <a:pt x="293" y="542"/>
                    </a:lnTo>
                    <a:lnTo>
                      <a:pt x="292" y="544"/>
                    </a:lnTo>
                    <a:lnTo>
                      <a:pt x="290" y="546"/>
                    </a:lnTo>
                    <a:lnTo>
                      <a:pt x="290" y="546"/>
                    </a:lnTo>
                    <a:close/>
                    <a:moveTo>
                      <a:pt x="324" y="531"/>
                    </a:moveTo>
                    <a:lnTo>
                      <a:pt x="326" y="531"/>
                    </a:lnTo>
                    <a:lnTo>
                      <a:pt x="327" y="530"/>
                    </a:lnTo>
                    <a:lnTo>
                      <a:pt x="331" y="529"/>
                    </a:lnTo>
                    <a:lnTo>
                      <a:pt x="333" y="527"/>
                    </a:lnTo>
                    <a:lnTo>
                      <a:pt x="330" y="527"/>
                    </a:lnTo>
                    <a:lnTo>
                      <a:pt x="326" y="529"/>
                    </a:lnTo>
                    <a:lnTo>
                      <a:pt x="324" y="531"/>
                    </a:lnTo>
                    <a:lnTo>
                      <a:pt x="324" y="531"/>
                    </a:lnTo>
                    <a:close/>
                    <a:moveTo>
                      <a:pt x="311" y="529"/>
                    </a:moveTo>
                    <a:lnTo>
                      <a:pt x="312" y="530"/>
                    </a:lnTo>
                    <a:lnTo>
                      <a:pt x="315" y="530"/>
                    </a:lnTo>
                    <a:lnTo>
                      <a:pt x="315" y="529"/>
                    </a:lnTo>
                    <a:lnTo>
                      <a:pt x="312" y="527"/>
                    </a:lnTo>
                    <a:lnTo>
                      <a:pt x="311" y="529"/>
                    </a:lnTo>
                    <a:lnTo>
                      <a:pt x="311" y="529"/>
                    </a:lnTo>
                    <a:close/>
                    <a:moveTo>
                      <a:pt x="303" y="527"/>
                    </a:moveTo>
                    <a:lnTo>
                      <a:pt x="304" y="529"/>
                    </a:lnTo>
                    <a:lnTo>
                      <a:pt x="305" y="530"/>
                    </a:lnTo>
                    <a:lnTo>
                      <a:pt x="308" y="530"/>
                    </a:lnTo>
                    <a:lnTo>
                      <a:pt x="307" y="527"/>
                    </a:lnTo>
                    <a:lnTo>
                      <a:pt x="305" y="526"/>
                    </a:lnTo>
                    <a:lnTo>
                      <a:pt x="303" y="527"/>
                    </a:lnTo>
                    <a:lnTo>
                      <a:pt x="303" y="527"/>
                    </a:lnTo>
                    <a:close/>
                    <a:moveTo>
                      <a:pt x="299" y="529"/>
                    </a:moveTo>
                    <a:lnTo>
                      <a:pt x="299" y="529"/>
                    </a:lnTo>
                    <a:lnTo>
                      <a:pt x="300" y="529"/>
                    </a:lnTo>
                    <a:lnTo>
                      <a:pt x="301" y="527"/>
                    </a:lnTo>
                    <a:lnTo>
                      <a:pt x="300" y="527"/>
                    </a:lnTo>
                    <a:lnTo>
                      <a:pt x="299" y="529"/>
                    </a:lnTo>
                    <a:lnTo>
                      <a:pt x="299" y="529"/>
                    </a:lnTo>
                    <a:close/>
                    <a:moveTo>
                      <a:pt x="603" y="435"/>
                    </a:moveTo>
                    <a:lnTo>
                      <a:pt x="603" y="439"/>
                    </a:lnTo>
                    <a:lnTo>
                      <a:pt x="604" y="440"/>
                    </a:lnTo>
                    <a:lnTo>
                      <a:pt x="604" y="438"/>
                    </a:lnTo>
                    <a:lnTo>
                      <a:pt x="603" y="436"/>
                    </a:lnTo>
                    <a:lnTo>
                      <a:pt x="603" y="435"/>
                    </a:lnTo>
                    <a:lnTo>
                      <a:pt x="603" y="435"/>
                    </a:lnTo>
                    <a:close/>
                    <a:moveTo>
                      <a:pt x="597" y="427"/>
                    </a:moveTo>
                    <a:lnTo>
                      <a:pt x="597" y="432"/>
                    </a:lnTo>
                    <a:lnTo>
                      <a:pt x="599" y="435"/>
                    </a:lnTo>
                    <a:lnTo>
                      <a:pt x="597" y="440"/>
                    </a:lnTo>
                    <a:lnTo>
                      <a:pt x="599" y="440"/>
                    </a:lnTo>
                    <a:lnTo>
                      <a:pt x="600" y="438"/>
                    </a:lnTo>
                    <a:lnTo>
                      <a:pt x="600" y="431"/>
                    </a:lnTo>
                    <a:lnTo>
                      <a:pt x="597" y="427"/>
                    </a:lnTo>
                    <a:lnTo>
                      <a:pt x="597" y="427"/>
                    </a:lnTo>
                    <a:lnTo>
                      <a:pt x="597" y="427"/>
                    </a:lnTo>
                    <a:close/>
                    <a:moveTo>
                      <a:pt x="593" y="421"/>
                    </a:moveTo>
                    <a:lnTo>
                      <a:pt x="595" y="424"/>
                    </a:lnTo>
                    <a:lnTo>
                      <a:pt x="596" y="426"/>
                    </a:lnTo>
                    <a:lnTo>
                      <a:pt x="596" y="423"/>
                    </a:lnTo>
                    <a:lnTo>
                      <a:pt x="595" y="421"/>
                    </a:lnTo>
                    <a:lnTo>
                      <a:pt x="593" y="421"/>
                    </a:lnTo>
                    <a:lnTo>
                      <a:pt x="593" y="421"/>
                    </a:lnTo>
                    <a:close/>
                    <a:moveTo>
                      <a:pt x="334" y="507"/>
                    </a:moveTo>
                    <a:lnTo>
                      <a:pt x="335" y="507"/>
                    </a:lnTo>
                    <a:lnTo>
                      <a:pt x="335" y="504"/>
                    </a:lnTo>
                    <a:lnTo>
                      <a:pt x="334" y="504"/>
                    </a:lnTo>
                    <a:lnTo>
                      <a:pt x="334" y="507"/>
                    </a:lnTo>
                    <a:lnTo>
                      <a:pt x="334" y="507"/>
                    </a:lnTo>
                    <a:close/>
                    <a:moveTo>
                      <a:pt x="348" y="519"/>
                    </a:moveTo>
                    <a:lnTo>
                      <a:pt x="348" y="519"/>
                    </a:lnTo>
                    <a:lnTo>
                      <a:pt x="350" y="517"/>
                    </a:lnTo>
                    <a:lnTo>
                      <a:pt x="348" y="517"/>
                    </a:lnTo>
                    <a:lnTo>
                      <a:pt x="348" y="519"/>
                    </a:lnTo>
                    <a:lnTo>
                      <a:pt x="348" y="519"/>
                    </a:lnTo>
                    <a:close/>
                    <a:moveTo>
                      <a:pt x="346" y="515"/>
                    </a:moveTo>
                    <a:lnTo>
                      <a:pt x="345" y="511"/>
                    </a:lnTo>
                    <a:lnTo>
                      <a:pt x="341" y="510"/>
                    </a:lnTo>
                    <a:lnTo>
                      <a:pt x="338" y="507"/>
                    </a:lnTo>
                    <a:lnTo>
                      <a:pt x="338" y="508"/>
                    </a:lnTo>
                    <a:lnTo>
                      <a:pt x="341" y="511"/>
                    </a:lnTo>
                    <a:lnTo>
                      <a:pt x="346" y="515"/>
                    </a:lnTo>
                    <a:lnTo>
                      <a:pt x="346" y="515"/>
                    </a:lnTo>
                    <a:close/>
                    <a:moveTo>
                      <a:pt x="353" y="502"/>
                    </a:moveTo>
                    <a:lnTo>
                      <a:pt x="354" y="498"/>
                    </a:lnTo>
                    <a:lnTo>
                      <a:pt x="353" y="493"/>
                    </a:lnTo>
                    <a:lnTo>
                      <a:pt x="349" y="491"/>
                    </a:lnTo>
                    <a:lnTo>
                      <a:pt x="345" y="487"/>
                    </a:lnTo>
                    <a:lnTo>
                      <a:pt x="342" y="487"/>
                    </a:lnTo>
                    <a:lnTo>
                      <a:pt x="339" y="483"/>
                    </a:lnTo>
                    <a:lnTo>
                      <a:pt x="337" y="481"/>
                    </a:lnTo>
                    <a:lnTo>
                      <a:pt x="335" y="480"/>
                    </a:lnTo>
                    <a:lnTo>
                      <a:pt x="331" y="477"/>
                    </a:lnTo>
                    <a:lnTo>
                      <a:pt x="330" y="477"/>
                    </a:lnTo>
                    <a:lnTo>
                      <a:pt x="328" y="478"/>
                    </a:lnTo>
                    <a:lnTo>
                      <a:pt x="328" y="480"/>
                    </a:lnTo>
                    <a:lnTo>
                      <a:pt x="326" y="481"/>
                    </a:lnTo>
                    <a:lnTo>
                      <a:pt x="328" y="484"/>
                    </a:lnTo>
                    <a:lnTo>
                      <a:pt x="330" y="484"/>
                    </a:lnTo>
                    <a:lnTo>
                      <a:pt x="330" y="485"/>
                    </a:lnTo>
                    <a:lnTo>
                      <a:pt x="328" y="485"/>
                    </a:lnTo>
                    <a:lnTo>
                      <a:pt x="326" y="484"/>
                    </a:lnTo>
                    <a:lnTo>
                      <a:pt x="326" y="484"/>
                    </a:lnTo>
                    <a:lnTo>
                      <a:pt x="326" y="487"/>
                    </a:lnTo>
                    <a:lnTo>
                      <a:pt x="331" y="492"/>
                    </a:lnTo>
                    <a:lnTo>
                      <a:pt x="334" y="493"/>
                    </a:lnTo>
                    <a:lnTo>
                      <a:pt x="335" y="496"/>
                    </a:lnTo>
                    <a:lnTo>
                      <a:pt x="337" y="496"/>
                    </a:lnTo>
                    <a:lnTo>
                      <a:pt x="338" y="493"/>
                    </a:lnTo>
                    <a:lnTo>
                      <a:pt x="339" y="495"/>
                    </a:lnTo>
                    <a:lnTo>
                      <a:pt x="342" y="493"/>
                    </a:lnTo>
                    <a:lnTo>
                      <a:pt x="342" y="495"/>
                    </a:lnTo>
                    <a:lnTo>
                      <a:pt x="343" y="499"/>
                    </a:lnTo>
                    <a:lnTo>
                      <a:pt x="343" y="500"/>
                    </a:lnTo>
                    <a:lnTo>
                      <a:pt x="345" y="502"/>
                    </a:lnTo>
                    <a:lnTo>
                      <a:pt x="349" y="502"/>
                    </a:lnTo>
                    <a:lnTo>
                      <a:pt x="350" y="500"/>
                    </a:lnTo>
                    <a:lnTo>
                      <a:pt x="353" y="502"/>
                    </a:lnTo>
                    <a:lnTo>
                      <a:pt x="353" y="502"/>
                    </a:lnTo>
                    <a:close/>
                    <a:moveTo>
                      <a:pt x="421" y="381"/>
                    </a:moveTo>
                    <a:lnTo>
                      <a:pt x="421" y="381"/>
                    </a:lnTo>
                    <a:lnTo>
                      <a:pt x="421" y="379"/>
                    </a:lnTo>
                    <a:lnTo>
                      <a:pt x="421" y="377"/>
                    </a:lnTo>
                    <a:lnTo>
                      <a:pt x="422" y="377"/>
                    </a:lnTo>
                    <a:lnTo>
                      <a:pt x="424" y="379"/>
                    </a:lnTo>
                    <a:lnTo>
                      <a:pt x="425" y="379"/>
                    </a:lnTo>
                    <a:lnTo>
                      <a:pt x="426" y="379"/>
                    </a:lnTo>
                    <a:lnTo>
                      <a:pt x="429" y="379"/>
                    </a:lnTo>
                    <a:lnTo>
                      <a:pt x="429" y="377"/>
                    </a:lnTo>
                    <a:lnTo>
                      <a:pt x="432" y="374"/>
                    </a:lnTo>
                    <a:lnTo>
                      <a:pt x="436" y="374"/>
                    </a:lnTo>
                    <a:lnTo>
                      <a:pt x="436" y="371"/>
                    </a:lnTo>
                    <a:lnTo>
                      <a:pt x="434" y="368"/>
                    </a:lnTo>
                    <a:lnTo>
                      <a:pt x="430" y="367"/>
                    </a:lnTo>
                    <a:lnTo>
                      <a:pt x="430" y="364"/>
                    </a:lnTo>
                    <a:lnTo>
                      <a:pt x="428" y="362"/>
                    </a:lnTo>
                    <a:lnTo>
                      <a:pt x="426" y="360"/>
                    </a:lnTo>
                    <a:lnTo>
                      <a:pt x="424" y="362"/>
                    </a:lnTo>
                    <a:lnTo>
                      <a:pt x="421" y="364"/>
                    </a:lnTo>
                    <a:lnTo>
                      <a:pt x="418" y="364"/>
                    </a:lnTo>
                    <a:lnTo>
                      <a:pt x="415" y="367"/>
                    </a:lnTo>
                    <a:lnTo>
                      <a:pt x="415" y="368"/>
                    </a:lnTo>
                    <a:lnTo>
                      <a:pt x="418" y="371"/>
                    </a:lnTo>
                    <a:lnTo>
                      <a:pt x="418" y="374"/>
                    </a:lnTo>
                    <a:lnTo>
                      <a:pt x="418" y="378"/>
                    </a:lnTo>
                    <a:lnTo>
                      <a:pt x="421" y="381"/>
                    </a:lnTo>
                    <a:lnTo>
                      <a:pt x="421" y="381"/>
                    </a:lnTo>
                    <a:close/>
                    <a:moveTo>
                      <a:pt x="429" y="500"/>
                    </a:moveTo>
                    <a:lnTo>
                      <a:pt x="429" y="500"/>
                    </a:lnTo>
                    <a:lnTo>
                      <a:pt x="429" y="502"/>
                    </a:lnTo>
                    <a:lnTo>
                      <a:pt x="432" y="502"/>
                    </a:lnTo>
                    <a:lnTo>
                      <a:pt x="433" y="500"/>
                    </a:lnTo>
                    <a:lnTo>
                      <a:pt x="433" y="498"/>
                    </a:lnTo>
                    <a:lnTo>
                      <a:pt x="432" y="496"/>
                    </a:lnTo>
                    <a:lnTo>
                      <a:pt x="430" y="498"/>
                    </a:lnTo>
                    <a:lnTo>
                      <a:pt x="430" y="499"/>
                    </a:lnTo>
                    <a:lnTo>
                      <a:pt x="429" y="500"/>
                    </a:lnTo>
                    <a:lnTo>
                      <a:pt x="429" y="500"/>
                    </a:lnTo>
                    <a:close/>
                    <a:moveTo>
                      <a:pt x="482" y="567"/>
                    </a:moveTo>
                    <a:lnTo>
                      <a:pt x="482" y="568"/>
                    </a:lnTo>
                    <a:lnTo>
                      <a:pt x="485" y="570"/>
                    </a:lnTo>
                    <a:lnTo>
                      <a:pt x="485" y="571"/>
                    </a:lnTo>
                    <a:lnTo>
                      <a:pt x="487" y="574"/>
                    </a:lnTo>
                    <a:lnTo>
                      <a:pt x="490" y="572"/>
                    </a:lnTo>
                    <a:lnTo>
                      <a:pt x="492" y="571"/>
                    </a:lnTo>
                    <a:lnTo>
                      <a:pt x="490" y="568"/>
                    </a:lnTo>
                    <a:lnTo>
                      <a:pt x="489" y="567"/>
                    </a:lnTo>
                    <a:lnTo>
                      <a:pt x="486" y="568"/>
                    </a:lnTo>
                    <a:lnTo>
                      <a:pt x="485" y="567"/>
                    </a:lnTo>
                    <a:lnTo>
                      <a:pt x="482" y="567"/>
                    </a:lnTo>
                    <a:lnTo>
                      <a:pt x="482" y="567"/>
                    </a:lnTo>
                    <a:close/>
                    <a:moveTo>
                      <a:pt x="473" y="378"/>
                    </a:moveTo>
                    <a:lnTo>
                      <a:pt x="473" y="375"/>
                    </a:lnTo>
                    <a:lnTo>
                      <a:pt x="471" y="374"/>
                    </a:lnTo>
                    <a:lnTo>
                      <a:pt x="471" y="373"/>
                    </a:lnTo>
                    <a:lnTo>
                      <a:pt x="473" y="371"/>
                    </a:lnTo>
                    <a:lnTo>
                      <a:pt x="471" y="368"/>
                    </a:lnTo>
                    <a:lnTo>
                      <a:pt x="468" y="368"/>
                    </a:lnTo>
                    <a:lnTo>
                      <a:pt x="467" y="370"/>
                    </a:lnTo>
                    <a:lnTo>
                      <a:pt x="466" y="374"/>
                    </a:lnTo>
                    <a:lnTo>
                      <a:pt x="467" y="377"/>
                    </a:lnTo>
                    <a:lnTo>
                      <a:pt x="468" y="377"/>
                    </a:lnTo>
                    <a:lnTo>
                      <a:pt x="471" y="378"/>
                    </a:lnTo>
                    <a:lnTo>
                      <a:pt x="473" y="378"/>
                    </a:lnTo>
                    <a:lnTo>
                      <a:pt x="473" y="378"/>
                    </a:lnTo>
                    <a:close/>
                    <a:moveTo>
                      <a:pt x="468" y="358"/>
                    </a:moveTo>
                    <a:lnTo>
                      <a:pt x="470" y="355"/>
                    </a:lnTo>
                    <a:lnTo>
                      <a:pt x="473" y="356"/>
                    </a:lnTo>
                    <a:lnTo>
                      <a:pt x="475" y="353"/>
                    </a:lnTo>
                    <a:lnTo>
                      <a:pt x="474" y="352"/>
                    </a:lnTo>
                    <a:lnTo>
                      <a:pt x="474" y="351"/>
                    </a:lnTo>
                    <a:lnTo>
                      <a:pt x="477" y="351"/>
                    </a:lnTo>
                    <a:lnTo>
                      <a:pt x="475" y="349"/>
                    </a:lnTo>
                    <a:lnTo>
                      <a:pt x="473" y="349"/>
                    </a:lnTo>
                    <a:lnTo>
                      <a:pt x="470" y="352"/>
                    </a:lnTo>
                    <a:lnTo>
                      <a:pt x="467" y="356"/>
                    </a:lnTo>
                    <a:lnTo>
                      <a:pt x="468" y="358"/>
                    </a:lnTo>
                    <a:lnTo>
                      <a:pt x="468" y="358"/>
                    </a:lnTo>
                    <a:close/>
                    <a:moveTo>
                      <a:pt x="481" y="362"/>
                    </a:moveTo>
                    <a:lnTo>
                      <a:pt x="483" y="363"/>
                    </a:lnTo>
                    <a:lnTo>
                      <a:pt x="487" y="364"/>
                    </a:lnTo>
                    <a:lnTo>
                      <a:pt x="489" y="364"/>
                    </a:lnTo>
                    <a:lnTo>
                      <a:pt x="489" y="362"/>
                    </a:lnTo>
                    <a:lnTo>
                      <a:pt x="485" y="362"/>
                    </a:lnTo>
                    <a:lnTo>
                      <a:pt x="482" y="360"/>
                    </a:lnTo>
                    <a:lnTo>
                      <a:pt x="481" y="362"/>
                    </a:lnTo>
                    <a:lnTo>
                      <a:pt x="481" y="362"/>
                    </a:lnTo>
                    <a:close/>
                    <a:moveTo>
                      <a:pt x="508" y="382"/>
                    </a:moveTo>
                    <a:lnTo>
                      <a:pt x="508" y="385"/>
                    </a:lnTo>
                    <a:lnTo>
                      <a:pt x="506" y="386"/>
                    </a:lnTo>
                    <a:lnTo>
                      <a:pt x="505" y="387"/>
                    </a:lnTo>
                    <a:lnTo>
                      <a:pt x="504" y="390"/>
                    </a:lnTo>
                    <a:lnTo>
                      <a:pt x="505" y="393"/>
                    </a:lnTo>
                    <a:lnTo>
                      <a:pt x="506" y="392"/>
                    </a:lnTo>
                    <a:lnTo>
                      <a:pt x="509" y="390"/>
                    </a:lnTo>
                    <a:lnTo>
                      <a:pt x="512" y="389"/>
                    </a:lnTo>
                    <a:lnTo>
                      <a:pt x="513" y="386"/>
                    </a:lnTo>
                    <a:lnTo>
                      <a:pt x="516" y="385"/>
                    </a:lnTo>
                    <a:lnTo>
                      <a:pt x="519" y="382"/>
                    </a:lnTo>
                    <a:lnTo>
                      <a:pt x="517" y="379"/>
                    </a:lnTo>
                    <a:lnTo>
                      <a:pt x="516" y="378"/>
                    </a:lnTo>
                    <a:lnTo>
                      <a:pt x="513" y="378"/>
                    </a:lnTo>
                    <a:lnTo>
                      <a:pt x="509" y="379"/>
                    </a:lnTo>
                    <a:lnTo>
                      <a:pt x="508" y="382"/>
                    </a:lnTo>
                    <a:lnTo>
                      <a:pt x="508" y="382"/>
                    </a:lnTo>
                    <a:close/>
                    <a:moveTo>
                      <a:pt x="517" y="355"/>
                    </a:moveTo>
                    <a:lnTo>
                      <a:pt x="516" y="359"/>
                    </a:lnTo>
                    <a:lnTo>
                      <a:pt x="515" y="363"/>
                    </a:lnTo>
                    <a:lnTo>
                      <a:pt x="513" y="367"/>
                    </a:lnTo>
                    <a:lnTo>
                      <a:pt x="513" y="368"/>
                    </a:lnTo>
                    <a:lnTo>
                      <a:pt x="516" y="370"/>
                    </a:lnTo>
                    <a:lnTo>
                      <a:pt x="517" y="371"/>
                    </a:lnTo>
                    <a:lnTo>
                      <a:pt x="520" y="371"/>
                    </a:lnTo>
                    <a:lnTo>
                      <a:pt x="523" y="373"/>
                    </a:lnTo>
                    <a:lnTo>
                      <a:pt x="525" y="371"/>
                    </a:lnTo>
                    <a:lnTo>
                      <a:pt x="525" y="370"/>
                    </a:lnTo>
                    <a:lnTo>
                      <a:pt x="523" y="366"/>
                    </a:lnTo>
                    <a:lnTo>
                      <a:pt x="523" y="362"/>
                    </a:lnTo>
                    <a:lnTo>
                      <a:pt x="519" y="359"/>
                    </a:lnTo>
                    <a:lnTo>
                      <a:pt x="517" y="355"/>
                    </a:lnTo>
                    <a:lnTo>
                      <a:pt x="517" y="355"/>
                    </a:lnTo>
                    <a:close/>
                    <a:moveTo>
                      <a:pt x="535" y="321"/>
                    </a:moveTo>
                    <a:lnTo>
                      <a:pt x="538" y="318"/>
                    </a:lnTo>
                    <a:lnTo>
                      <a:pt x="536" y="317"/>
                    </a:lnTo>
                    <a:lnTo>
                      <a:pt x="534" y="317"/>
                    </a:lnTo>
                    <a:lnTo>
                      <a:pt x="532" y="318"/>
                    </a:lnTo>
                    <a:lnTo>
                      <a:pt x="534" y="321"/>
                    </a:lnTo>
                    <a:lnTo>
                      <a:pt x="535" y="321"/>
                    </a:lnTo>
                    <a:lnTo>
                      <a:pt x="535" y="321"/>
                    </a:lnTo>
                    <a:close/>
                    <a:moveTo>
                      <a:pt x="543" y="320"/>
                    </a:moveTo>
                    <a:lnTo>
                      <a:pt x="546" y="317"/>
                    </a:lnTo>
                    <a:lnTo>
                      <a:pt x="546" y="315"/>
                    </a:lnTo>
                    <a:lnTo>
                      <a:pt x="543" y="315"/>
                    </a:lnTo>
                    <a:lnTo>
                      <a:pt x="542" y="315"/>
                    </a:lnTo>
                    <a:lnTo>
                      <a:pt x="539" y="317"/>
                    </a:lnTo>
                    <a:lnTo>
                      <a:pt x="540" y="318"/>
                    </a:lnTo>
                    <a:lnTo>
                      <a:pt x="543" y="320"/>
                    </a:lnTo>
                    <a:lnTo>
                      <a:pt x="543" y="320"/>
                    </a:lnTo>
                    <a:close/>
                    <a:moveTo>
                      <a:pt x="557" y="321"/>
                    </a:moveTo>
                    <a:lnTo>
                      <a:pt x="558" y="320"/>
                    </a:lnTo>
                    <a:lnTo>
                      <a:pt x="554" y="318"/>
                    </a:lnTo>
                    <a:lnTo>
                      <a:pt x="551" y="320"/>
                    </a:lnTo>
                    <a:lnTo>
                      <a:pt x="553" y="321"/>
                    </a:lnTo>
                    <a:lnTo>
                      <a:pt x="557" y="321"/>
                    </a:lnTo>
                    <a:lnTo>
                      <a:pt x="557" y="321"/>
                    </a:lnTo>
                    <a:close/>
                    <a:moveTo>
                      <a:pt x="577" y="314"/>
                    </a:moveTo>
                    <a:lnTo>
                      <a:pt x="577" y="318"/>
                    </a:lnTo>
                    <a:lnTo>
                      <a:pt x="580" y="318"/>
                    </a:lnTo>
                    <a:lnTo>
                      <a:pt x="580" y="317"/>
                    </a:lnTo>
                    <a:lnTo>
                      <a:pt x="578" y="315"/>
                    </a:lnTo>
                    <a:lnTo>
                      <a:pt x="577" y="314"/>
                    </a:lnTo>
                    <a:lnTo>
                      <a:pt x="577" y="314"/>
                    </a:lnTo>
                    <a:close/>
                    <a:moveTo>
                      <a:pt x="565" y="313"/>
                    </a:moveTo>
                    <a:lnTo>
                      <a:pt x="568" y="313"/>
                    </a:lnTo>
                    <a:lnTo>
                      <a:pt x="569" y="310"/>
                    </a:lnTo>
                    <a:lnTo>
                      <a:pt x="568" y="309"/>
                    </a:lnTo>
                    <a:lnTo>
                      <a:pt x="565" y="310"/>
                    </a:lnTo>
                    <a:lnTo>
                      <a:pt x="565" y="311"/>
                    </a:lnTo>
                    <a:lnTo>
                      <a:pt x="565" y="313"/>
                    </a:lnTo>
                    <a:lnTo>
                      <a:pt x="565" y="313"/>
                    </a:lnTo>
                    <a:close/>
                    <a:moveTo>
                      <a:pt x="555" y="301"/>
                    </a:moveTo>
                    <a:lnTo>
                      <a:pt x="555" y="299"/>
                    </a:lnTo>
                    <a:lnTo>
                      <a:pt x="554" y="299"/>
                    </a:lnTo>
                    <a:lnTo>
                      <a:pt x="550" y="302"/>
                    </a:lnTo>
                    <a:lnTo>
                      <a:pt x="550" y="303"/>
                    </a:lnTo>
                    <a:lnTo>
                      <a:pt x="553" y="305"/>
                    </a:lnTo>
                    <a:lnTo>
                      <a:pt x="554" y="303"/>
                    </a:lnTo>
                    <a:lnTo>
                      <a:pt x="553" y="302"/>
                    </a:lnTo>
                    <a:lnTo>
                      <a:pt x="554" y="301"/>
                    </a:lnTo>
                    <a:lnTo>
                      <a:pt x="555" y="301"/>
                    </a:lnTo>
                    <a:lnTo>
                      <a:pt x="555" y="301"/>
                    </a:lnTo>
                    <a:close/>
                    <a:moveTo>
                      <a:pt x="564" y="298"/>
                    </a:moveTo>
                    <a:lnTo>
                      <a:pt x="562" y="296"/>
                    </a:lnTo>
                    <a:lnTo>
                      <a:pt x="559" y="296"/>
                    </a:lnTo>
                    <a:lnTo>
                      <a:pt x="558" y="298"/>
                    </a:lnTo>
                    <a:lnTo>
                      <a:pt x="559" y="301"/>
                    </a:lnTo>
                    <a:lnTo>
                      <a:pt x="561" y="301"/>
                    </a:lnTo>
                    <a:lnTo>
                      <a:pt x="562" y="299"/>
                    </a:lnTo>
                    <a:lnTo>
                      <a:pt x="564" y="298"/>
                    </a:lnTo>
                    <a:lnTo>
                      <a:pt x="564" y="298"/>
                    </a:lnTo>
                    <a:close/>
                    <a:moveTo>
                      <a:pt x="564" y="299"/>
                    </a:moveTo>
                    <a:lnTo>
                      <a:pt x="565" y="301"/>
                    </a:lnTo>
                    <a:lnTo>
                      <a:pt x="566" y="299"/>
                    </a:lnTo>
                    <a:lnTo>
                      <a:pt x="569" y="298"/>
                    </a:lnTo>
                    <a:lnTo>
                      <a:pt x="569" y="295"/>
                    </a:lnTo>
                    <a:lnTo>
                      <a:pt x="568" y="294"/>
                    </a:lnTo>
                    <a:lnTo>
                      <a:pt x="565" y="294"/>
                    </a:lnTo>
                    <a:lnTo>
                      <a:pt x="565" y="296"/>
                    </a:lnTo>
                    <a:lnTo>
                      <a:pt x="565" y="298"/>
                    </a:lnTo>
                    <a:lnTo>
                      <a:pt x="564" y="299"/>
                    </a:lnTo>
                    <a:lnTo>
                      <a:pt x="564" y="299"/>
                    </a:lnTo>
                    <a:close/>
                    <a:moveTo>
                      <a:pt x="555" y="291"/>
                    </a:moveTo>
                    <a:lnTo>
                      <a:pt x="558" y="288"/>
                    </a:lnTo>
                    <a:lnTo>
                      <a:pt x="557" y="287"/>
                    </a:lnTo>
                    <a:lnTo>
                      <a:pt x="555" y="287"/>
                    </a:lnTo>
                    <a:lnTo>
                      <a:pt x="553" y="287"/>
                    </a:lnTo>
                    <a:lnTo>
                      <a:pt x="551" y="288"/>
                    </a:lnTo>
                    <a:lnTo>
                      <a:pt x="551" y="288"/>
                    </a:lnTo>
                    <a:lnTo>
                      <a:pt x="554" y="290"/>
                    </a:lnTo>
                    <a:lnTo>
                      <a:pt x="555" y="291"/>
                    </a:lnTo>
                    <a:lnTo>
                      <a:pt x="555" y="291"/>
                    </a:lnTo>
                    <a:close/>
                    <a:moveTo>
                      <a:pt x="569" y="284"/>
                    </a:moveTo>
                    <a:lnTo>
                      <a:pt x="570" y="284"/>
                    </a:lnTo>
                    <a:lnTo>
                      <a:pt x="570" y="283"/>
                    </a:lnTo>
                    <a:lnTo>
                      <a:pt x="569" y="281"/>
                    </a:lnTo>
                    <a:lnTo>
                      <a:pt x="572" y="280"/>
                    </a:lnTo>
                    <a:lnTo>
                      <a:pt x="572" y="280"/>
                    </a:lnTo>
                    <a:lnTo>
                      <a:pt x="569" y="277"/>
                    </a:lnTo>
                    <a:lnTo>
                      <a:pt x="566" y="277"/>
                    </a:lnTo>
                    <a:lnTo>
                      <a:pt x="565" y="277"/>
                    </a:lnTo>
                    <a:lnTo>
                      <a:pt x="565" y="280"/>
                    </a:lnTo>
                    <a:lnTo>
                      <a:pt x="564" y="280"/>
                    </a:lnTo>
                    <a:lnTo>
                      <a:pt x="562" y="279"/>
                    </a:lnTo>
                    <a:lnTo>
                      <a:pt x="561" y="279"/>
                    </a:lnTo>
                    <a:lnTo>
                      <a:pt x="562" y="281"/>
                    </a:lnTo>
                    <a:lnTo>
                      <a:pt x="564" y="283"/>
                    </a:lnTo>
                    <a:lnTo>
                      <a:pt x="566" y="283"/>
                    </a:lnTo>
                    <a:lnTo>
                      <a:pt x="569" y="284"/>
                    </a:lnTo>
                    <a:lnTo>
                      <a:pt x="569" y="284"/>
                    </a:lnTo>
                    <a:close/>
                    <a:moveTo>
                      <a:pt x="606" y="182"/>
                    </a:moveTo>
                    <a:lnTo>
                      <a:pt x="607" y="182"/>
                    </a:lnTo>
                    <a:lnTo>
                      <a:pt x="610" y="181"/>
                    </a:lnTo>
                    <a:lnTo>
                      <a:pt x="612" y="178"/>
                    </a:lnTo>
                    <a:lnTo>
                      <a:pt x="612" y="178"/>
                    </a:lnTo>
                    <a:lnTo>
                      <a:pt x="614" y="180"/>
                    </a:lnTo>
                    <a:lnTo>
                      <a:pt x="612" y="181"/>
                    </a:lnTo>
                    <a:lnTo>
                      <a:pt x="615" y="180"/>
                    </a:lnTo>
                    <a:lnTo>
                      <a:pt x="618" y="177"/>
                    </a:lnTo>
                    <a:lnTo>
                      <a:pt x="618" y="174"/>
                    </a:lnTo>
                    <a:lnTo>
                      <a:pt x="619" y="173"/>
                    </a:lnTo>
                    <a:lnTo>
                      <a:pt x="619" y="170"/>
                    </a:lnTo>
                    <a:lnTo>
                      <a:pt x="618" y="169"/>
                    </a:lnTo>
                    <a:lnTo>
                      <a:pt x="617" y="169"/>
                    </a:lnTo>
                    <a:lnTo>
                      <a:pt x="617" y="170"/>
                    </a:lnTo>
                    <a:lnTo>
                      <a:pt x="614" y="173"/>
                    </a:lnTo>
                    <a:lnTo>
                      <a:pt x="610" y="174"/>
                    </a:lnTo>
                    <a:lnTo>
                      <a:pt x="607" y="178"/>
                    </a:lnTo>
                    <a:lnTo>
                      <a:pt x="606" y="182"/>
                    </a:lnTo>
                    <a:lnTo>
                      <a:pt x="606" y="182"/>
                    </a:lnTo>
                    <a:close/>
                    <a:moveTo>
                      <a:pt x="634" y="184"/>
                    </a:moveTo>
                    <a:lnTo>
                      <a:pt x="637" y="184"/>
                    </a:lnTo>
                    <a:lnTo>
                      <a:pt x="638" y="181"/>
                    </a:lnTo>
                    <a:lnTo>
                      <a:pt x="637" y="181"/>
                    </a:lnTo>
                    <a:lnTo>
                      <a:pt x="634" y="182"/>
                    </a:lnTo>
                    <a:lnTo>
                      <a:pt x="633" y="184"/>
                    </a:lnTo>
                    <a:lnTo>
                      <a:pt x="634" y="184"/>
                    </a:lnTo>
                    <a:lnTo>
                      <a:pt x="634" y="184"/>
                    </a:lnTo>
                    <a:close/>
                    <a:moveTo>
                      <a:pt x="638" y="190"/>
                    </a:moveTo>
                    <a:lnTo>
                      <a:pt x="640" y="190"/>
                    </a:lnTo>
                    <a:lnTo>
                      <a:pt x="641" y="189"/>
                    </a:lnTo>
                    <a:lnTo>
                      <a:pt x="641" y="188"/>
                    </a:lnTo>
                    <a:lnTo>
                      <a:pt x="638" y="186"/>
                    </a:lnTo>
                    <a:lnTo>
                      <a:pt x="638" y="185"/>
                    </a:lnTo>
                    <a:lnTo>
                      <a:pt x="637" y="185"/>
                    </a:lnTo>
                    <a:lnTo>
                      <a:pt x="637" y="186"/>
                    </a:lnTo>
                    <a:lnTo>
                      <a:pt x="638" y="188"/>
                    </a:lnTo>
                    <a:lnTo>
                      <a:pt x="638" y="190"/>
                    </a:lnTo>
                    <a:lnTo>
                      <a:pt x="638" y="190"/>
                    </a:lnTo>
                    <a:close/>
                    <a:moveTo>
                      <a:pt x="614" y="197"/>
                    </a:moveTo>
                    <a:lnTo>
                      <a:pt x="617" y="196"/>
                    </a:lnTo>
                    <a:lnTo>
                      <a:pt x="617" y="195"/>
                    </a:lnTo>
                    <a:lnTo>
                      <a:pt x="615" y="193"/>
                    </a:lnTo>
                    <a:lnTo>
                      <a:pt x="614" y="195"/>
                    </a:lnTo>
                    <a:lnTo>
                      <a:pt x="610" y="196"/>
                    </a:lnTo>
                    <a:lnTo>
                      <a:pt x="611" y="197"/>
                    </a:lnTo>
                    <a:lnTo>
                      <a:pt x="614" y="197"/>
                    </a:lnTo>
                    <a:lnTo>
                      <a:pt x="614" y="197"/>
                    </a:lnTo>
                    <a:close/>
                    <a:moveTo>
                      <a:pt x="627" y="197"/>
                    </a:moveTo>
                    <a:lnTo>
                      <a:pt x="629" y="196"/>
                    </a:lnTo>
                    <a:lnTo>
                      <a:pt x="629" y="193"/>
                    </a:lnTo>
                    <a:lnTo>
                      <a:pt x="629" y="193"/>
                    </a:lnTo>
                    <a:lnTo>
                      <a:pt x="629" y="189"/>
                    </a:lnTo>
                    <a:lnTo>
                      <a:pt x="627" y="189"/>
                    </a:lnTo>
                    <a:lnTo>
                      <a:pt x="626" y="190"/>
                    </a:lnTo>
                    <a:lnTo>
                      <a:pt x="625" y="193"/>
                    </a:lnTo>
                    <a:lnTo>
                      <a:pt x="622" y="195"/>
                    </a:lnTo>
                    <a:lnTo>
                      <a:pt x="623" y="196"/>
                    </a:lnTo>
                    <a:lnTo>
                      <a:pt x="625" y="196"/>
                    </a:lnTo>
                    <a:lnTo>
                      <a:pt x="626" y="195"/>
                    </a:lnTo>
                    <a:lnTo>
                      <a:pt x="627" y="195"/>
                    </a:lnTo>
                    <a:lnTo>
                      <a:pt x="627" y="197"/>
                    </a:lnTo>
                    <a:lnTo>
                      <a:pt x="627" y="197"/>
                    </a:lnTo>
                    <a:close/>
                    <a:moveTo>
                      <a:pt x="629" y="212"/>
                    </a:moveTo>
                    <a:lnTo>
                      <a:pt x="631" y="211"/>
                    </a:lnTo>
                    <a:lnTo>
                      <a:pt x="633" y="212"/>
                    </a:lnTo>
                    <a:lnTo>
                      <a:pt x="636" y="212"/>
                    </a:lnTo>
                    <a:lnTo>
                      <a:pt x="637" y="212"/>
                    </a:lnTo>
                    <a:lnTo>
                      <a:pt x="640" y="212"/>
                    </a:lnTo>
                    <a:lnTo>
                      <a:pt x="642" y="212"/>
                    </a:lnTo>
                    <a:lnTo>
                      <a:pt x="644" y="209"/>
                    </a:lnTo>
                    <a:lnTo>
                      <a:pt x="644" y="208"/>
                    </a:lnTo>
                    <a:lnTo>
                      <a:pt x="642" y="208"/>
                    </a:lnTo>
                    <a:lnTo>
                      <a:pt x="642" y="207"/>
                    </a:lnTo>
                    <a:lnTo>
                      <a:pt x="642" y="204"/>
                    </a:lnTo>
                    <a:lnTo>
                      <a:pt x="640" y="204"/>
                    </a:lnTo>
                    <a:lnTo>
                      <a:pt x="638" y="207"/>
                    </a:lnTo>
                    <a:lnTo>
                      <a:pt x="638" y="208"/>
                    </a:lnTo>
                    <a:lnTo>
                      <a:pt x="638" y="208"/>
                    </a:lnTo>
                    <a:lnTo>
                      <a:pt x="636" y="208"/>
                    </a:lnTo>
                    <a:lnTo>
                      <a:pt x="636" y="207"/>
                    </a:lnTo>
                    <a:lnTo>
                      <a:pt x="634" y="207"/>
                    </a:lnTo>
                    <a:lnTo>
                      <a:pt x="633" y="208"/>
                    </a:lnTo>
                    <a:lnTo>
                      <a:pt x="631" y="209"/>
                    </a:lnTo>
                    <a:lnTo>
                      <a:pt x="629" y="208"/>
                    </a:lnTo>
                    <a:lnTo>
                      <a:pt x="629" y="211"/>
                    </a:lnTo>
                    <a:lnTo>
                      <a:pt x="629" y="212"/>
                    </a:lnTo>
                    <a:lnTo>
                      <a:pt x="629" y="212"/>
                    </a:lnTo>
                    <a:close/>
                    <a:moveTo>
                      <a:pt x="519" y="61"/>
                    </a:moveTo>
                    <a:lnTo>
                      <a:pt x="524" y="59"/>
                    </a:lnTo>
                    <a:lnTo>
                      <a:pt x="525" y="56"/>
                    </a:lnTo>
                    <a:lnTo>
                      <a:pt x="525" y="53"/>
                    </a:lnTo>
                    <a:lnTo>
                      <a:pt x="530" y="49"/>
                    </a:lnTo>
                    <a:lnTo>
                      <a:pt x="535" y="45"/>
                    </a:lnTo>
                    <a:lnTo>
                      <a:pt x="539" y="44"/>
                    </a:lnTo>
                    <a:lnTo>
                      <a:pt x="540" y="41"/>
                    </a:lnTo>
                    <a:lnTo>
                      <a:pt x="540" y="38"/>
                    </a:lnTo>
                    <a:lnTo>
                      <a:pt x="535" y="36"/>
                    </a:lnTo>
                    <a:lnTo>
                      <a:pt x="531" y="32"/>
                    </a:lnTo>
                    <a:lnTo>
                      <a:pt x="528" y="26"/>
                    </a:lnTo>
                    <a:lnTo>
                      <a:pt x="528" y="23"/>
                    </a:lnTo>
                    <a:lnTo>
                      <a:pt x="530" y="21"/>
                    </a:lnTo>
                    <a:lnTo>
                      <a:pt x="530" y="18"/>
                    </a:lnTo>
                    <a:lnTo>
                      <a:pt x="528" y="18"/>
                    </a:lnTo>
                    <a:lnTo>
                      <a:pt x="521" y="18"/>
                    </a:lnTo>
                    <a:lnTo>
                      <a:pt x="516" y="17"/>
                    </a:lnTo>
                    <a:lnTo>
                      <a:pt x="512" y="14"/>
                    </a:lnTo>
                    <a:lnTo>
                      <a:pt x="506" y="6"/>
                    </a:lnTo>
                    <a:lnTo>
                      <a:pt x="502" y="3"/>
                    </a:lnTo>
                    <a:lnTo>
                      <a:pt x="498" y="0"/>
                    </a:lnTo>
                    <a:lnTo>
                      <a:pt x="496" y="0"/>
                    </a:lnTo>
                    <a:lnTo>
                      <a:pt x="496" y="2"/>
                    </a:lnTo>
                    <a:lnTo>
                      <a:pt x="494" y="4"/>
                    </a:lnTo>
                    <a:lnTo>
                      <a:pt x="496" y="6"/>
                    </a:lnTo>
                    <a:lnTo>
                      <a:pt x="494" y="10"/>
                    </a:lnTo>
                    <a:lnTo>
                      <a:pt x="493" y="14"/>
                    </a:lnTo>
                    <a:lnTo>
                      <a:pt x="490" y="18"/>
                    </a:lnTo>
                    <a:lnTo>
                      <a:pt x="487" y="22"/>
                    </a:lnTo>
                    <a:lnTo>
                      <a:pt x="486" y="25"/>
                    </a:lnTo>
                    <a:lnTo>
                      <a:pt x="487" y="36"/>
                    </a:lnTo>
                    <a:lnTo>
                      <a:pt x="489" y="38"/>
                    </a:lnTo>
                    <a:lnTo>
                      <a:pt x="492" y="40"/>
                    </a:lnTo>
                    <a:lnTo>
                      <a:pt x="492" y="42"/>
                    </a:lnTo>
                    <a:lnTo>
                      <a:pt x="492" y="51"/>
                    </a:lnTo>
                    <a:lnTo>
                      <a:pt x="489" y="53"/>
                    </a:lnTo>
                    <a:lnTo>
                      <a:pt x="489" y="56"/>
                    </a:lnTo>
                    <a:lnTo>
                      <a:pt x="489" y="59"/>
                    </a:lnTo>
                    <a:lnTo>
                      <a:pt x="490" y="57"/>
                    </a:lnTo>
                    <a:lnTo>
                      <a:pt x="493" y="55"/>
                    </a:lnTo>
                    <a:lnTo>
                      <a:pt x="496" y="53"/>
                    </a:lnTo>
                    <a:lnTo>
                      <a:pt x="497" y="55"/>
                    </a:lnTo>
                    <a:lnTo>
                      <a:pt x="498" y="57"/>
                    </a:lnTo>
                    <a:lnTo>
                      <a:pt x="502" y="60"/>
                    </a:lnTo>
                    <a:lnTo>
                      <a:pt x="505" y="60"/>
                    </a:lnTo>
                    <a:lnTo>
                      <a:pt x="506" y="59"/>
                    </a:lnTo>
                    <a:lnTo>
                      <a:pt x="508" y="59"/>
                    </a:lnTo>
                    <a:lnTo>
                      <a:pt x="512" y="61"/>
                    </a:lnTo>
                    <a:lnTo>
                      <a:pt x="516" y="61"/>
                    </a:lnTo>
                    <a:lnTo>
                      <a:pt x="519" y="61"/>
                    </a:lnTo>
                    <a:lnTo>
                      <a:pt x="519" y="61"/>
                    </a:lnTo>
                    <a:close/>
                    <a:moveTo>
                      <a:pt x="505" y="82"/>
                    </a:moveTo>
                    <a:lnTo>
                      <a:pt x="506" y="83"/>
                    </a:lnTo>
                    <a:lnTo>
                      <a:pt x="509" y="84"/>
                    </a:lnTo>
                    <a:lnTo>
                      <a:pt x="512" y="84"/>
                    </a:lnTo>
                    <a:lnTo>
                      <a:pt x="515" y="82"/>
                    </a:lnTo>
                    <a:lnTo>
                      <a:pt x="517" y="79"/>
                    </a:lnTo>
                    <a:lnTo>
                      <a:pt x="520" y="78"/>
                    </a:lnTo>
                    <a:lnTo>
                      <a:pt x="521" y="75"/>
                    </a:lnTo>
                    <a:lnTo>
                      <a:pt x="523" y="70"/>
                    </a:lnTo>
                    <a:lnTo>
                      <a:pt x="521" y="68"/>
                    </a:lnTo>
                    <a:lnTo>
                      <a:pt x="516" y="65"/>
                    </a:lnTo>
                    <a:lnTo>
                      <a:pt x="511" y="64"/>
                    </a:lnTo>
                    <a:lnTo>
                      <a:pt x="506" y="65"/>
                    </a:lnTo>
                    <a:lnTo>
                      <a:pt x="504" y="67"/>
                    </a:lnTo>
                    <a:lnTo>
                      <a:pt x="501" y="65"/>
                    </a:lnTo>
                    <a:lnTo>
                      <a:pt x="500" y="65"/>
                    </a:lnTo>
                    <a:lnTo>
                      <a:pt x="497" y="67"/>
                    </a:lnTo>
                    <a:lnTo>
                      <a:pt x="493" y="67"/>
                    </a:lnTo>
                    <a:lnTo>
                      <a:pt x="493" y="68"/>
                    </a:lnTo>
                    <a:lnTo>
                      <a:pt x="494" y="70"/>
                    </a:lnTo>
                    <a:lnTo>
                      <a:pt x="497" y="71"/>
                    </a:lnTo>
                    <a:lnTo>
                      <a:pt x="498" y="74"/>
                    </a:lnTo>
                    <a:lnTo>
                      <a:pt x="502" y="75"/>
                    </a:lnTo>
                    <a:lnTo>
                      <a:pt x="504" y="78"/>
                    </a:lnTo>
                    <a:lnTo>
                      <a:pt x="508" y="79"/>
                    </a:lnTo>
                    <a:lnTo>
                      <a:pt x="512" y="79"/>
                    </a:lnTo>
                    <a:lnTo>
                      <a:pt x="515" y="79"/>
                    </a:lnTo>
                    <a:lnTo>
                      <a:pt x="513" y="80"/>
                    </a:lnTo>
                    <a:lnTo>
                      <a:pt x="509" y="82"/>
                    </a:lnTo>
                    <a:lnTo>
                      <a:pt x="505" y="82"/>
                    </a:lnTo>
                    <a:lnTo>
                      <a:pt x="505" y="82"/>
                    </a:lnTo>
                    <a:close/>
                    <a:moveTo>
                      <a:pt x="602" y="90"/>
                    </a:moveTo>
                    <a:lnTo>
                      <a:pt x="602" y="93"/>
                    </a:lnTo>
                    <a:lnTo>
                      <a:pt x="599" y="97"/>
                    </a:lnTo>
                    <a:lnTo>
                      <a:pt x="595" y="98"/>
                    </a:lnTo>
                    <a:lnTo>
                      <a:pt x="591" y="101"/>
                    </a:lnTo>
                    <a:lnTo>
                      <a:pt x="588" y="104"/>
                    </a:lnTo>
                    <a:lnTo>
                      <a:pt x="587" y="104"/>
                    </a:lnTo>
                    <a:lnTo>
                      <a:pt x="583" y="101"/>
                    </a:lnTo>
                    <a:lnTo>
                      <a:pt x="581" y="99"/>
                    </a:lnTo>
                    <a:lnTo>
                      <a:pt x="578" y="99"/>
                    </a:lnTo>
                    <a:lnTo>
                      <a:pt x="577" y="99"/>
                    </a:lnTo>
                    <a:lnTo>
                      <a:pt x="573" y="99"/>
                    </a:lnTo>
                    <a:lnTo>
                      <a:pt x="566" y="99"/>
                    </a:lnTo>
                    <a:lnTo>
                      <a:pt x="564" y="97"/>
                    </a:lnTo>
                    <a:lnTo>
                      <a:pt x="561" y="95"/>
                    </a:lnTo>
                    <a:lnTo>
                      <a:pt x="558" y="97"/>
                    </a:lnTo>
                    <a:lnTo>
                      <a:pt x="554" y="99"/>
                    </a:lnTo>
                    <a:lnTo>
                      <a:pt x="551" y="98"/>
                    </a:lnTo>
                    <a:lnTo>
                      <a:pt x="549" y="97"/>
                    </a:lnTo>
                    <a:lnTo>
                      <a:pt x="545" y="95"/>
                    </a:lnTo>
                    <a:lnTo>
                      <a:pt x="543" y="94"/>
                    </a:lnTo>
                    <a:lnTo>
                      <a:pt x="542" y="89"/>
                    </a:lnTo>
                    <a:lnTo>
                      <a:pt x="539" y="86"/>
                    </a:lnTo>
                    <a:lnTo>
                      <a:pt x="538" y="86"/>
                    </a:lnTo>
                    <a:lnTo>
                      <a:pt x="535" y="87"/>
                    </a:lnTo>
                    <a:lnTo>
                      <a:pt x="532" y="84"/>
                    </a:lnTo>
                    <a:lnTo>
                      <a:pt x="530" y="83"/>
                    </a:lnTo>
                    <a:lnTo>
                      <a:pt x="530" y="84"/>
                    </a:lnTo>
                    <a:lnTo>
                      <a:pt x="530" y="87"/>
                    </a:lnTo>
                    <a:lnTo>
                      <a:pt x="528" y="87"/>
                    </a:lnTo>
                    <a:lnTo>
                      <a:pt x="527" y="87"/>
                    </a:lnTo>
                    <a:lnTo>
                      <a:pt x="524" y="84"/>
                    </a:lnTo>
                    <a:lnTo>
                      <a:pt x="525" y="83"/>
                    </a:lnTo>
                    <a:lnTo>
                      <a:pt x="528" y="82"/>
                    </a:lnTo>
                    <a:lnTo>
                      <a:pt x="528" y="79"/>
                    </a:lnTo>
                    <a:lnTo>
                      <a:pt x="528" y="75"/>
                    </a:lnTo>
                    <a:lnTo>
                      <a:pt x="528" y="72"/>
                    </a:lnTo>
                    <a:lnTo>
                      <a:pt x="532" y="70"/>
                    </a:lnTo>
                    <a:lnTo>
                      <a:pt x="531" y="67"/>
                    </a:lnTo>
                    <a:lnTo>
                      <a:pt x="528" y="67"/>
                    </a:lnTo>
                    <a:lnTo>
                      <a:pt x="525" y="65"/>
                    </a:lnTo>
                    <a:lnTo>
                      <a:pt x="525" y="64"/>
                    </a:lnTo>
                    <a:lnTo>
                      <a:pt x="527" y="59"/>
                    </a:lnTo>
                    <a:lnTo>
                      <a:pt x="530" y="57"/>
                    </a:lnTo>
                    <a:lnTo>
                      <a:pt x="534" y="56"/>
                    </a:lnTo>
                    <a:lnTo>
                      <a:pt x="534" y="53"/>
                    </a:lnTo>
                    <a:lnTo>
                      <a:pt x="535" y="52"/>
                    </a:lnTo>
                    <a:lnTo>
                      <a:pt x="539" y="51"/>
                    </a:lnTo>
                    <a:lnTo>
                      <a:pt x="543" y="46"/>
                    </a:lnTo>
                    <a:lnTo>
                      <a:pt x="545" y="44"/>
                    </a:lnTo>
                    <a:lnTo>
                      <a:pt x="546" y="42"/>
                    </a:lnTo>
                    <a:lnTo>
                      <a:pt x="551" y="44"/>
                    </a:lnTo>
                    <a:lnTo>
                      <a:pt x="554" y="46"/>
                    </a:lnTo>
                    <a:lnTo>
                      <a:pt x="559" y="53"/>
                    </a:lnTo>
                    <a:lnTo>
                      <a:pt x="561" y="56"/>
                    </a:lnTo>
                    <a:lnTo>
                      <a:pt x="559" y="60"/>
                    </a:lnTo>
                    <a:lnTo>
                      <a:pt x="561" y="61"/>
                    </a:lnTo>
                    <a:lnTo>
                      <a:pt x="559" y="64"/>
                    </a:lnTo>
                    <a:lnTo>
                      <a:pt x="558" y="65"/>
                    </a:lnTo>
                    <a:lnTo>
                      <a:pt x="558" y="68"/>
                    </a:lnTo>
                    <a:lnTo>
                      <a:pt x="559" y="67"/>
                    </a:lnTo>
                    <a:lnTo>
                      <a:pt x="562" y="63"/>
                    </a:lnTo>
                    <a:lnTo>
                      <a:pt x="562" y="60"/>
                    </a:lnTo>
                    <a:lnTo>
                      <a:pt x="562" y="57"/>
                    </a:lnTo>
                    <a:lnTo>
                      <a:pt x="564" y="55"/>
                    </a:lnTo>
                    <a:lnTo>
                      <a:pt x="564" y="53"/>
                    </a:lnTo>
                    <a:lnTo>
                      <a:pt x="559" y="49"/>
                    </a:lnTo>
                    <a:lnTo>
                      <a:pt x="559" y="46"/>
                    </a:lnTo>
                    <a:lnTo>
                      <a:pt x="559" y="45"/>
                    </a:lnTo>
                    <a:lnTo>
                      <a:pt x="565" y="45"/>
                    </a:lnTo>
                    <a:lnTo>
                      <a:pt x="570" y="45"/>
                    </a:lnTo>
                    <a:lnTo>
                      <a:pt x="578" y="52"/>
                    </a:lnTo>
                    <a:lnTo>
                      <a:pt x="580" y="53"/>
                    </a:lnTo>
                    <a:lnTo>
                      <a:pt x="581" y="53"/>
                    </a:lnTo>
                    <a:lnTo>
                      <a:pt x="581" y="57"/>
                    </a:lnTo>
                    <a:lnTo>
                      <a:pt x="584" y="59"/>
                    </a:lnTo>
                    <a:lnTo>
                      <a:pt x="585" y="63"/>
                    </a:lnTo>
                    <a:lnTo>
                      <a:pt x="585" y="67"/>
                    </a:lnTo>
                    <a:lnTo>
                      <a:pt x="589" y="71"/>
                    </a:lnTo>
                    <a:lnTo>
                      <a:pt x="592" y="75"/>
                    </a:lnTo>
                    <a:lnTo>
                      <a:pt x="592" y="76"/>
                    </a:lnTo>
                    <a:lnTo>
                      <a:pt x="589" y="76"/>
                    </a:lnTo>
                    <a:lnTo>
                      <a:pt x="588" y="75"/>
                    </a:lnTo>
                    <a:lnTo>
                      <a:pt x="585" y="75"/>
                    </a:lnTo>
                    <a:lnTo>
                      <a:pt x="587" y="79"/>
                    </a:lnTo>
                    <a:lnTo>
                      <a:pt x="589" y="80"/>
                    </a:lnTo>
                    <a:lnTo>
                      <a:pt x="593" y="82"/>
                    </a:lnTo>
                    <a:lnTo>
                      <a:pt x="596" y="86"/>
                    </a:lnTo>
                    <a:lnTo>
                      <a:pt x="599" y="86"/>
                    </a:lnTo>
                    <a:lnTo>
                      <a:pt x="602" y="90"/>
                    </a:lnTo>
                    <a:lnTo>
                      <a:pt x="602" y="90"/>
                    </a:lnTo>
                    <a:close/>
                    <a:moveTo>
                      <a:pt x="1153" y="59"/>
                    </a:moveTo>
                    <a:lnTo>
                      <a:pt x="1155" y="64"/>
                    </a:lnTo>
                    <a:lnTo>
                      <a:pt x="1159" y="71"/>
                    </a:lnTo>
                    <a:lnTo>
                      <a:pt x="1160" y="74"/>
                    </a:lnTo>
                    <a:lnTo>
                      <a:pt x="1169" y="76"/>
                    </a:lnTo>
                    <a:lnTo>
                      <a:pt x="1178" y="78"/>
                    </a:lnTo>
                    <a:lnTo>
                      <a:pt x="1183" y="80"/>
                    </a:lnTo>
                    <a:lnTo>
                      <a:pt x="1187" y="80"/>
                    </a:lnTo>
                    <a:lnTo>
                      <a:pt x="1191" y="79"/>
                    </a:lnTo>
                    <a:lnTo>
                      <a:pt x="1195" y="80"/>
                    </a:lnTo>
                    <a:lnTo>
                      <a:pt x="1198" y="79"/>
                    </a:lnTo>
                    <a:lnTo>
                      <a:pt x="1203" y="76"/>
                    </a:lnTo>
                    <a:lnTo>
                      <a:pt x="1205" y="72"/>
                    </a:lnTo>
                    <a:lnTo>
                      <a:pt x="1206" y="70"/>
                    </a:lnTo>
                    <a:lnTo>
                      <a:pt x="1205" y="65"/>
                    </a:lnTo>
                    <a:lnTo>
                      <a:pt x="1203" y="64"/>
                    </a:lnTo>
                    <a:lnTo>
                      <a:pt x="1201" y="64"/>
                    </a:lnTo>
                    <a:lnTo>
                      <a:pt x="1201" y="63"/>
                    </a:lnTo>
                    <a:lnTo>
                      <a:pt x="1201" y="60"/>
                    </a:lnTo>
                    <a:lnTo>
                      <a:pt x="1199" y="59"/>
                    </a:lnTo>
                    <a:lnTo>
                      <a:pt x="1197" y="60"/>
                    </a:lnTo>
                    <a:lnTo>
                      <a:pt x="1193" y="59"/>
                    </a:lnTo>
                    <a:lnTo>
                      <a:pt x="1186" y="60"/>
                    </a:lnTo>
                    <a:lnTo>
                      <a:pt x="1182" y="64"/>
                    </a:lnTo>
                    <a:lnTo>
                      <a:pt x="1178" y="64"/>
                    </a:lnTo>
                    <a:lnTo>
                      <a:pt x="1178" y="63"/>
                    </a:lnTo>
                    <a:lnTo>
                      <a:pt x="1176" y="60"/>
                    </a:lnTo>
                    <a:lnTo>
                      <a:pt x="1175" y="60"/>
                    </a:lnTo>
                    <a:lnTo>
                      <a:pt x="1171" y="61"/>
                    </a:lnTo>
                    <a:lnTo>
                      <a:pt x="1167" y="61"/>
                    </a:lnTo>
                    <a:lnTo>
                      <a:pt x="1164" y="60"/>
                    </a:lnTo>
                    <a:lnTo>
                      <a:pt x="1164" y="63"/>
                    </a:lnTo>
                    <a:lnTo>
                      <a:pt x="1163" y="64"/>
                    </a:lnTo>
                    <a:lnTo>
                      <a:pt x="1157" y="63"/>
                    </a:lnTo>
                    <a:lnTo>
                      <a:pt x="1156" y="61"/>
                    </a:lnTo>
                    <a:lnTo>
                      <a:pt x="1155" y="60"/>
                    </a:lnTo>
                    <a:lnTo>
                      <a:pt x="1153" y="59"/>
                    </a:lnTo>
                    <a:lnTo>
                      <a:pt x="1153" y="59"/>
                    </a:lnTo>
                    <a:close/>
                    <a:moveTo>
                      <a:pt x="1043" y="108"/>
                    </a:moveTo>
                    <a:lnTo>
                      <a:pt x="1040" y="101"/>
                    </a:lnTo>
                    <a:lnTo>
                      <a:pt x="1039" y="98"/>
                    </a:lnTo>
                    <a:lnTo>
                      <a:pt x="1036" y="95"/>
                    </a:lnTo>
                    <a:lnTo>
                      <a:pt x="1032" y="95"/>
                    </a:lnTo>
                    <a:lnTo>
                      <a:pt x="1030" y="91"/>
                    </a:lnTo>
                    <a:lnTo>
                      <a:pt x="1027" y="90"/>
                    </a:lnTo>
                    <a:lnTo>
                      <a:pt x="1025" y="89"/>
                    </a:lnTo>
                    <a:lnTo>
                      <a:pt x="1025" y="91"/>
                    </a:lnTo>
                    <a:lnTo>
                      <a:pt x="1028" y="95"/>
                    </a:lnTo>
                    <a:lnTo>
                      <a:pt x="1032" y="99"/>
                    </a:lnTo>
                    <a:lnTo>
                      <a:pt x="1036" y="105"/>
                    </a:lnTo>
                    <a:lnTo>
                      <a:pt x="1039" y="112"/>
                    </a:lnTo>
                    <a:lnTo>
                      <a:pt x="1042" y="113"/>
                    </a:lnTo>
                    <a:lnTo>
                      <a:pt x="1043" y="112"/>
                    </a:lnTo>
                    <a:lnTo>
                      <a:pt x="1043" y="108"/>
                    </a:lnTo>
                    <a:lnTo>
                      <a:pt x="1043" y="108"/>
                    </a:lnTo>
                    <a:close/>
                    <a:moveTo>
                      <a:pt x="1099" y="114"/>
                    </a:moveTo>
                    <a:lnTo>
                      <a:pt x="1097" y="114"/>
                    </a:lnTo>
                    <a:lnTo>
                      <a:pt x="1095" y="113"/>
                    </a:lnTo>
                    <a:lnTo>
                      <a:pt x="1095" y="112"/>
                    </a:lnTo>
                    <a:lnTo>
                      <a:pt x="1096" y="109"/>
                    </a:lnTo>
                    <a:lnTo>
                      <a:pt x="1097" y="110"/>
                    </a:lnTo>
                    <a:lnTo>
                      <a:pt x="1099" y="113"/>
                    </a:lnTo>
                    <a:lnTo>
                      <a:pt x="1102" y="113"/>
                    </a:lnTo>
                    <a:lnTo>
                      <a:pt x="1102" y="116"/>
                    </a:lnTo>
                    <a:lnTo>
                      <a:pt x="1102" y="117"/>
                    </a:lnTo>
                    <a:lnTo>
                      <a:pt x="1104" y="116"/>
                    </a:lnTo>
                    <a:lnTo>
                      <a:pt x="1107" y="113"/>
                    </a:lnTo>
                    <a:lnTo>
                      <a:pt x="1110" y="108"/>
                    </a:lnTo>
                    <a:lnTo>
                      <a:pt x="1114" y="102"/>
                    </a:lnTo>
                    <a:lnTo>
                      <a:pt x="1118" y="102"/>
                    </a:lnTo>
                    <a:lnTo>
                      <a:pt x="1121" y="99"/>
                    </a:lnTo>
                    <a:lnTo>
                      <a:pt x="1122" y="101"/>
                    </a:lnTo>
                    <a:lnTo>
                      <a:pt x="1121" y="102"/>
                    </a:lnTo>
                    <a:lnTo>
                      <a:pt x="1123" y="104"/>
                    </a:lnTo>
                    <a:lnTo>
                      <a:pt x="1125" y="104"/>
                    </a:lnTo>
                    <a:lnTo>
                      <a:pt x="1127" y="104"/>
                    </a:lnTo>
                    <a:lnTo>
                      <a:pt x="1127" y="101"/>
                    </a:lnTo>
                    <a:lnTo>
                      <a:pt x="1131" y="98"/>
                    </a:lnTo>
                    <a:lnTo>
                      <a:pt x="1134" y="95"/>
                    </a:lnTo>
                    <a:lnTo>
                      <a:pt x="1133" y="94"/>
                    </a:lnTo>
                    <a:lnTo>
                      <a:pt x="1129" y="95"/>
                    </a:lnTo>
                    <a:lnTo>
                      <a:pt x="1125" y="97"/>
                    </a:lnTo>
                    <a:lnTo>
                      <a:pt x="1121" y="94"/>
                    </a:lnTo>
                    <a:lnTo>
                      <a:pt x="1116" y="93"/>
                    </a:lnTo>
                    <a:lnTo>
                      <a:pt x="1115" y="91"/>
                    </a:lnTo>
                    <a:lnTo>
                      <a:pt x="1111" y="91"/>
                    </a:lnTo>
                    <a:lnTo>
                      <a:pt x="1111" y="90"/>
                    </a:lnTo>
                    <a:lnTo>
                      <a:pt x="1106" y="86"/>
                    </a:lnTo>
                    <a:lnTo>
                      <a:pt x="1104" y="84"/>
                    </a:lnTo>
                    <a:lnTo>
                      <a:pt x="1103" y="79"/>
                    </a:lnTo>
                    <a:lnTo>
                      <a:pt x="1102" y="76"/>
                    </a:lnTo>
                    <a:lnTo>
                      <a:pt x="1100" y="75"/>
                    </a:lnTo>
                    <a:lnTo>
                      <a:pt x="1099" y="71"/>
                    </a:lnTo>
                    <a:lnTo>
                      <a:pt x="1096" y="70"/>
                    </a:lnTo>
                    <a:lnTo>
                      <a:pt x="1096" y="68"/>
                    </a:lnTo>
                    <a:lnTo>
                      <a:pt x="1097" y="68"/>
                    </a:lnTo>
                    <a:lnTo>
                      <a:pt x="1096" y="65"/>
                    </a:lnTo>
                    <a:lnTo>
                      <a:pt x="1097" y="64"/>
                    </a:lnTo>
                    <a:lnTo>
                      <a:pt x="1099" y="64"/>
                    </a:lnTo>
                    <a:lnTo>
                      <a:pt x="1099" y="61"/>
                    </a:lnTo>
                    <a:lnTo>
                      <a:pt x="1097" y="61"/>
                    </a:lnTo>
                    <a:lnTo>
                      <a:pt x="1095" y="60"/>
                    </a:lnTo>
                    <a:lnTo>
                      <a:pt x="1089" y="60"/>
                    </a:lnTo>
                    <a:lnTo>
                      <a:pt x="1087" y="59"/>
                    </a:lnTo>
                    <a:lnTo>
                      <a:pt x="1084" y="56"/>
                    </a:lnTo>
                    <a:lnTo>
                      <a:pt x="1081" y="56"/>
                    </a:lnTo>
                    <a:lnTo>
                      <a:pt x="1078" y="56"/>
                    </a:lnTo>
                    <a:lnTo>
                      <a:pt x="1077" y="56"/>
                    </a:lnTo>
                    <a:lnTo>
                      <a:pt x="1081" y="60"/>
                    </a:lnTo>
                    <a:lnTo>
                      <a:pt x="1084" y="60"/>
                    </a:lnTo>
                    <a:lnTo>
                      <a:pt x="1085" y="63"/>
                    </a:lnTo>
                    <a:lnTo>
                      <a:pt x="1081" y="63"/>
                    </a:lnTo>
                    <a:lnTo>
                      <a:pt x="1080" y="61"/>
                    </a:lnTo>
                    <a:lnTo>
                      <a:pt x="1078" y="61"/>
                    </a:lnTo>
                    <a:lnTo>
                      <a:pt x="1077" y="64"/>
                    </a:lnTo>
                    <a:lnTo>
                      <a:pt x="1077" y="67"/>
                    </a:lnTo>
                    <a:lnTo>
                      <a:pt x="1078" y="70"/>
                    </a:lnTo>
                    <a:lnTo>
                      <a:pt x="1080" y="74"/>
                    </a:lnTo>
                    <a:lnTo>
                      <a:pt x="1084" y="78"/>
                    </a:lnTo>
                    <a:lnTo>
                      <a:pt x="1085" y="80"/>
                    </a:lnTo>
                    <a:lnTo>
                      <a:pt x="1084" y="82"/>
                    </a:lnTo>
                    <a:lnTo>
                      <a:pt x="1081" y="82"/>
                    </a:lnTo>
                    <a:lnTo>
                      <a:pt x="1077" y="78"/>
                    </a:lnTo>
                    <a:lnTo>
                      <a:pt x="1076" y="74"/>
                    </a:lnTo>
                    <a:lnTo>
                      <a:pt x="1074" y="72"/>
                    </a:lnTo>
                    <a:lnTo>
                      <a:pt x="1070" y="74"/>
                    </a:lnTo>
                    <a:lnTo>
                      <a:pt x="1069" y="75"/>
                    </a:lnTo>
                    <a:lnTo>
                      <a:pt x="1069" y="74"/>
                    </a:lnTo>
                    <a:lnTo>
                      <a:pt x="1066" y="74"/>
                    </a:lnTo>
                    <a:lnTo>
                      <a:pt x="1065" y="70"/>
                    </a:lnTo>
                    <a:lnTo>
                      <a:pt x="1065" y="68"/>
                    </a:lnTo>
                    <a:lnTo>
                      <a:pt x="1062" y="67"/>
                    </a:lnTo>
                    <a:lnTo>
                      <a:pt x="1059" y="64"/>
                    </a:lnTo>
                    <a:lnTo>
                      <a:pt x="1054" y="64"/>
                    </a:lnTo>
                    <a:lnTo>
                      <a:pt x="1053" y="63"/>
                    </a:lnTo>
                    <a:lnTo>
                      <a:pt x="1051" y="61"/>
                    </a:lnTo>
                    <a:lnTo>
                      <a:pt x="1049" y="61"/>
                    </a:lnTo>
                    <a:lnTo>
                      <a:pt x="1046" y="64"/>
                    </a:lnTo>
                    <a:lnTo>
                      <a:pt x="1047" y="68"/>
                    </a:lnTo>
                    <a:lnTo>
                      <a:pt x="1046" y="68"/>
                    </a:lnTo>
                    <a:lnTo>
                      <a:pt x="1046" y="72"/>
                    </a:lnTo>
                    <a:lnTo>
                      <a:pt x="1044" y="76"/>
                    </a:lnTo>
                    <a:lnTo>
                      <a:pt x="1042" y="79"/>
                    </a:lnTo>
                    <a:lnTo>
                      <a:pt x="1042" y="80"/>
                    </a:lnTo>
                    <a:lnTo>
                      <a:pt x="1044" y="86"/>
                    </a:lnTo>
                    <a:lnTo>
                      <a:pt x="1047" y="86"/>
                    </a:lnTo>
                    <a:lnTo>
                      <a:pt x="1049" y="87"/>
                    </a:lnTo>
                    <a:lnTo>
                      <a:pt x="1047" y="89"/>
                    </a:lnTo>
                    <a:lnTo>
                      <a:pt x="1046" y="89"/>
                    </a:lnTo>
                    <a:lnTo>
                      <a:pt x="1046" y="91"/>
                    </a:lnTo>
                    <a:lnTo>
                      <a:pt x="1049" y="91"/>
                    </a:lnTo>
                    <a:lnTo>
                      <a:pt x="1050" y="94"/>
                    </a:lnTo>
                    <a:lnTo>
                      <a:pt x="1050" y="97"/>
                    </a:lnTo>
                    <a:lnTo>
                      <a:pt x="1051" y="98"/>
                    </a:lnTo>
                    <a:lnTo>
                      <a:pt x="1054" y="99"/>
                    </a:lnTo>
                    <a:lnTo>
                      <a:pt x="1055" y="101"/>
                    </a:lnTo>
                    <a:lnTo>
                      <a:pt x="1055" y="102"/>
                    </a:lnTo>
                    <a:lnTo>
                      <a:pt x="1057" y="104"/>
                    </a:lnTo>
                    <a:lnTo>
                      <a:pt x="1058" y="102"/>
                    </a:lnTo>
                    <a:lnTo>
                      <a:pt x="1059" y="102"/>
                    </a:lnTo>
                    <a:lnTo>
                      <a:pt x="1061" y="104"/>
                    </a:lnTo>
                    <a:lnTo>
                      <a:pt x="1058" y="105"/>
                    </a:lnTo>
                    <a:lnTo>
                      <a:pt x="1058" y="105"/>
                    </a:lnTo>
                    <a:lnTo>
                      <a:pt x="1055" y="105"/>
                    </a:lnTo>
                    <a:lnTo>
                      <a:pt x="1055" y="106"/>
                    </a:lnTo>
                    <a:lnTo>
                      <a:pt x="1055" y="109"/>
                    </a:lnTo>
                    <a:lnTo>
                      <a:pt x="1065" y="114"/>
                    </a:lnTo>
                    <a:lnTo>
                      <a:pt x="1069" y="117"/>
                    </a:lnTo>
                    <a:lnTo>
                      <a:pt x="1073" y="116"/>
                    </a:lnTo>
                    <a:lnTo>
                      <a:pt x="1076" y="118"/>
                    </a:lnTo>
                    <a:lnTo>
                      <a:pt x="1078" y="120"/>
                    </a:lnTo>
                    <a:lnTo>
                      <a:pt x="1078" y="123"/>
                    </a:lnTo>
                    <a:lnTo>
                      <a:pt x="1081" y="125"/>
                    </a:lnTo>
                    <a:lnTo>
                      <a:pt x="1085" y="125"/>
                    </a:lnTo>
                    <a:lnTo>
                      <a:pt x="1089" y="124"/>
                    </a:lnTo>
                    <a:lnTo>
                      <a:pt x="1093" y="124"/>
                    </a:lnTo>
                    <a:lnTo>
                      <a:pt x="1096" y="125"/>
                    </a:lnTo>
                    <a:lnTo>
                      <a:pt x="1099" y="125"/>
                    </a:lnTo>
                    <a:lnTo>
                      <a:pt x="1100" y="123"/>
                    </a:lnTo>
                    <a:lnTo>
                      <a:pt x="1100" y="120"/>
                    </a:lnTo>
                    <a:lnTo>
                      <a:pt x="1099" y="117"/>
                    </a:lnTo>
                    <a:lnTo>
                      <a:pt x="1099" y="114"/>
                    </a:lnTo>
                    <a:lnTo>
                      <a:pt x="1099" y="114"/>
                    </a:lnTo>
                    <a:close/>
                    <a:moveTo>
                      <a:pt x="1100" y="59"/>
                    </a:moveTo>
                    <a:lnTo>
                      <a:pt x="1104" y="59"/>
                    </a:lnTo>
                    <a:lnTo>
                      <a:pt x="1108" y="59"/>
                    </a:lnTo>
                    <a:lnTo>
                      <a:pt x="1111" y="59"/>
                    </a:lnTo>
                    <a:lnTo>
                      <a:pt x="1119" y="63"/>
                    </a:lnTo>
                    <a:lnTo>
                      <a:pt x="1122" y="63"/>
                    </a:lnTo>
                    <a:lnTo>
                      <a:pt x="1125" y="63"/>
                    </a:lnTo>
                    <a:lnTo>
                      <a:pt x="1131" y="63"/>
                    </a:lnTo>
                    <a:lnTo>
                      <a:pt x="1138" y="65"/>
                    </a:lnTo>
                    <a:lnTo>
                      <a:pt x="1138" y="67"/>
                    </a:lnTo>
                    <a:lnTo>
                      <a:pt x="1135" y="67"/>
                    </a:lnTo>
                    <a:lnTo>
                      <a:pt x="1133" y="70"/>
                    </a:lnTo>
                    <a:lnTo>
                      <a:pt x="1133" y="72"/>
                    </a:lnTo>
                    <a:lnTo>
                      <a:pt x="1137" y="76"/>
                    </a:lnTo>
                    <a:lnTo>
                      <a:pt x="1140" y="76"/>
                    </a:lnTo>
                    <a:lnTo>
                      <a:pt x="1140" y="80"/>
                    </a:lnTo>
                    <a:lnTo>
                      <a:pt x="1141" y="82"/>
                    </a:lnTo>
                    <a:lnTo>
                      <a:pt x="1138" y="84"/>
                    </a:lnTo>
                    <a:lnTo>
                      <a:pt x="1138" y="89"/>
                    </a:lnTo>
                    <a:lnTo>
                      <a:pt x="1135" y="91"/>
                    </a:lnTo>
                    <a:lnTo>
                      <a:pt x="1134" y="93"/>
                    </a:lnTo>
                    <a:lnTo>
                      <a:pt x="1131" y="91"/>
                    </a:lnTo>
                    <a:lnTo>
                      <a:pt x="1130" y="91"/>
                    </a:lnTo>
                    <a:lnTo>
                      <a:pt x="1127" y="93"/>
                    </a:lnTo>
                    <a:lnTo>
                      <a:pt x="1125" y="93"/>
                    </a:lnTo>
                    <a:lnTo>
                      <a:pt x="1118" y="90"/>
                    </a:lnTo>
                    <a:lnTo>
                      <a:pt x="1115" y="87"/>
                    </a:lnTo>
                    <a:lnTo>
                      <a:pt x="1108" y="82"/>
                    </a:lnTo>
                    <a:lnTo>
                      <a:pt x="1107" y="78"/>
                    </a:lnTo>
                    <a:lnTo>
                      <a:pt x="1108" y="75"/>
                    </a:lnTo>
                    <a:lnTo>
                      <a:pt x="1108" y="72"/>
                    </a:lnTo>
                    <a:lnTo>
                      <a:pt x="1110" y="71"/>
                    </a:lnTo>
                    <a:lnTo>
                      <a:pt x="1108" y="68"/>
                    </a:lnTo>
                    <a:lnTo>
                      <a:pt x="1106" y="68"/>
                    </a:lnTo>
                    <a:lnTo>
                      <a:pt x="1106" y="65"/>
                    </a:lnTo>
                    <a:lnTo>
                      <a:pt x="1104" y="64"/>
                    </a:lnTo>
                    <a:lnTo>
                      <a:pt x="1102" y="61"/>
                    </a:lnTo>
                    <a:lnTo>
                      <a:pt x="1100" y="59"/>
                    </a:lnTo>
                    <a:lnTo>
                      <a:pt x="1100" y="59"/>
                    </a:lnTo>
                    <a:close/>
                    <a:moveTo>
                      <a:pt x="627" y="132"/>
                    </a:moveTo>
                    <a:lnTo>
                      <a:pt x="627" y="132"/>
                    </a:lnTo>
                    <a:lnTo>
                      <a:pt x="630" y="131"/>
                    </a:lnTo>
                    <a:lnTo>
                      <a:pt x="633" y="128"/>
                    </a:lnTo>
                    <a:lnTo>
                      <a:pt x="636" y="124"/>
                    </a:lnTo>
                    <a:lnTo>
                      <a:pt x="638" y="123"/>
                    </a:lnTo>
                    <a:lnTo>
                      <a:pt x="637" y="120"/>
                    </a:lnTo>
                    <a:lnTo>
                      <a:pt x="638" y="118"/>
                    </a:lnTo>
                    <a:lnTo>
                      <a:pt x="644" y="114"/>
                    </a:lnTo>
                    <a:lnTo>
                      <a:pt x="646" y="113"/>
                    </a:lnTo>
                    <a:lnTo>
                      <a:pt x="648" y="114"/>
                    </a:lnTo>
                    <a:lnTo>
                      <a:pt x="650" y="114"/>
                    </a:lnTo>
                    <a:lnTo>
                      <a:pt x="652" y="112"/>
                    </a:lnTo>
                    <a:lnTo>
                      <a:pt x="653" y="109"/>
                    </a:lnTo>
                    <a:lnTo>
                      <a:pt x="656" y="109"/>
                    </a:lnTo>
                    <a:lnTo>
                      <a:pt x="660" y="105"/>
                    </a:lnTo>
                    <a:lnTo>
                      <a:pt x="661" y="102"/>
                    </a:lnTo>
                    <a:lnTo>
                      <a:pt x="663" y="101"/>
                    </a:lnTo>
                    <a:lnTo>
                      <a:pt x="665" y="95"/>
                    </a:lnTo>
                    <a:lnTo>
                      <a:pt x="664" y="93"/>
                    </a:lnTo>
                    <a:lnTo>
                      <a:pt x="661" y="89"/>
                    </a:lnTo>
                    <a:lnTo>
                      <a:pt x="660" y="84"/>
                    </a:lnTo>
                    <a:lnTo>
                      <a:pt x="659" y="82"/>
                    </a:lnTo>
                    <a:lnTo>
                      <a:pt x="655" y="79"/>
                    </a:lnTo>
                    <a:lnTo>
                      <a:pt x="652" y="79"/>
                    </a:lnTo>
                    <a:lnTo>
                      <a:pt x="650" y="79"/>
                    </a:lnTo>
                    <a:lnTo>
                      <a:pt x="649" y="78"/>
                    </a:lnTo>
                    <a:lnTo>
                      <a:pt x="645" y="78"/>
                    </a:lnTo>
                    <a:lnTo>
                      <a:pt x="641" y="74"/>
                    </a:lnTo>
                    <a:lnTo>
                      <a:pt x="640" y="74"/>
                    </a:lnTo>
                    <a:lnTo>
                      <a:pt x="640" y="75"/>
                    </a:lnTo>
                    <a:lnTo>
                      <a:pt x="637" y="74"/>
                    </a:lnTo>
                    <a:lnTo>
                      <a:pt x="637" y="72"/>
                    </a:lnTo>
                    <a:lnTo>
                      <a:pt x="634" y="70"/>
                    </a:lnTo>
                    <a:lnTo>
                      <a:pt x="633" y="70"/>
                    </a:lnTo>
                    <a:lnTo>
                      <a:pt x="631" y="72"/>
                    </a:lnTo>
                    <a:lnTo>
                      <a:pt x="630" y="72"/>
                    </a:lnTo>
                    <a:lnTo>
                      <a:pt x="627" y="68"/>
                    </a:lnTo>
                    <a:lnTo>
                      <a:pt x="626" y="67"/>
                    </a:lnTo>
                    <a:lnTo>
                      <a:pt x="626" y="68"/>
                    </a:lnTo>
                    <a:lnTo>
                      <a:pt x="629" y="71"/>
                    </a:lnTo>
                    <a:lnTo>
                      <a:pt x="629" y="72"/>
                    </a:lnTo>
                    <a:lnTo>
                      <a:pt x="626" y="74"/>
                    </a:lnTo>
                    <a:lnTo>
                      <a:pt x="627" y="76"/>
                    </a:lnTo>
                    <a:lnTo>
                      <a:pt x="625" y="76"/>
                    </a:lnTo>
                    <a:lnTo>
                      <a:pt x="625" y="75"/>
                    </a:lnTo>
                    <a:lnTo>
                      <a:pt x="623" y="65"/>
                    </a:lnTo>
                    <a:lnTo>
                      <a:pt x="621" y="64"/>
                    </a:lnTo>
                    <a:lnTo>
                      <a:pt x="618" y="64"/>
                    </a:lnTo>
                    <a:lnTo>
                      <a:pt x="614" y="61"/>
                    </a:lnTo>
                    <a:lnTo>
                      <a:pt x="612" y="61"/>
                    </a:lnTo>
                    <a:lnTo>
                      <a:pt x="611" y="64"/>
                    </a:lnTo>
                    <a:lnTo>
                      <a:pt x="611" y="67"/>
                    </a:lnTo>
                    <a:lnTo>
                      <a:pt x="614" y="68"/>
                    </a:lnTo>
                    <a:lnTo>
                      <a:pt x="617" y="71"/>
                    </a:lnTo>
                    <a:lnTo>
                      <a:pt x="615" y="72"/>
                    </a:lnTo>
                    <a:lnTo>
                      <a:pt x="612" y="72"/>
                    </a:lnTo>
                    <a:lnTo>
                      <a:pt x="611" y="71"/>
                    </a:lnTo>
                    <a:lnTo>
                      <a:pt x="610" y="70"/>
                    </a:lnTo>
                    <a:lnTo>
                      <a:pt x="608" y="70"/>
                    </a:lnTo>
                    <a:lnTo>
                      <a:pt x="610" y="71"/>
                    </a:lnTo>
                    <a:lnTo>
                      <a:pt x="610" y="74"/>
                    </a:lnTo>
                    <a:lnTo>
                      <a:pt x="610" y="74"/>
                    </a:lnTo>
                    <a:lnTo>
                      <a:pt x="610" y="78"/>
                    </a:lnTo>
                    <a:lnTo>
                      <a:pt x="611" y="79"/>
                    </a:lnTo>
                    <a:lnTo>
                      <a:pt x="612" y="79"/>
                    </a:lnTo>
                    <a:lnTo>
                      <a:pt x="614" y="80"/>
                    </a:lnTo>
                    <a:lnTo>
                      <a:pt x="614" y="83"/>
                    </a:lnTo>
                    <a:lnTo>
                      <a:pt x="617" y="90"/>
                    </a:lnTo>
                    <a:lnTo>
                      <a:pt x="619" y="93"/>
                    </a:lnTo>
                    <a:lnTo>
                      <a:pt x="621" y="93"/>
                    </a:lnTo>
                    <a:lnTo>
                      <a:pt x="619" y="94"/>
                    </a:lnTo>
                    <a:lnTo>
                      <a:pt x="617" y="95"/>
                    </a:lnTo>
                    <a:lnTo>
                      <a:pt x="615" y="99"/>
                    </a:lnTo>
                    <a:lnTo>
                      <a:pt x="618" y="105"/>
                    </a:lnTo>
                    <a:lnTo>
                      <a:pt x="619" y="109"/>
                    </a:lnTo>
                    <a:lnTo>
                      <a:pt x="619" y="112"/>
                    </a:lnTo>
                    <a:lnTo>
                      <a:pt x="621" y="113"/>
                    </a:lnTo>
                    <a:lnTo>
                      <a:pt x="621" y="116"/>
                    </a:lnTo>
                    <a:lnTo>
                      <a:pt x="619" y="117"/>
                    </a:lnTo>
                    <a:lnTo>
                      <a:pt x="622" y="121"/>
                    </a:lnTo>
                    <a:lnTo>
                      <a:pt x="623" y="125"/>
                    </a:lnTo>
                    <a:lnTo>
                      <a:pt x="626" y="128"/>
                    </a:lnTo>
                    <a:lnTo>
                      <a:pt x="625" y="131"/>
                    </a:lnTo>
                    <a:lnTo>
                      <a:pt x="627" y="132"/>
                    </a:lnTo>
                    <a:lnTo>
                      <a:pt x="627" y="132"/>
                    </a:lnTo>
                    <a:close/>
                    <a:moveTo>
                      <a:pt x="682" y="101"/>
                    </a:moveTo>
                    <a:lnTo>
                      <a:pt x="684" y="99"/>
                    </a:lnTo>
                    <a:lnTo>
                      <a:pt x="684" y="98"/>
                    </a:lnTo>
                    <a:lnTo>
                      <a:pt x="683" y="97"/>
                    </a:lnTo>
                    <a:lnTo>
                      <a:pt x="684" y="95"/>
                    </a:lnTo>
                    <a:lnTo>
                      <a:pt x="686" y="95"/>
                    </a:lnTo>
                    <a:lnTo>
                      <a:pt x="684" y="93"/>
                    </a:lnTo>
                    <a:lnTo>
                      <a:pt x="683" y="94"/>
                    </a:lnTo>
                    <a:lnTo>
                      <a:pt x="680" y="97"/>
                    </a:lnTo>
                    <a:lnTo>
                      <a:pt x="682" y="98"/>
                    </a:lnTo>
                    <a:lnTo>
                      <a:pt x="679" y="98"/>
                    </a:lnTo>
                    <a:lnTo>
                      <a:pt x="679" y="101"/>
                    </a:lnTo>
                    <a:lnTo>
                      <a:pt x="680" y="102"/>
                    </a:lnTo>
                    <a:lnTo>
                      <a:pt x="682" y="101"/>
                    </a:lnTo>
                    <a:lnTo>
                      <a:pt x="682" y="101"/>
                    </a:lnTo>
                    <a:close/>
                    <a:moveTo>
                      <a:pt x="686" y="101"/>
                    </a:moveTo>
                    <a:lnTo>
                      <a:pt x="687" y="99"/>
                    </a:lnTo>
                    <a:lnTo>
                      <a:pt x="691" y="99"/>
                    </a:lnTo>
                    <a:lnTo>
                      <a:pt x="693" y="97"/>
                    </a:lnTo>
                    <a:lnTo>
                      <a:pt x="695" y="97"/>
                    </a:lnTo>
                    <a:lnTo>
                      <a:pt x="695" y="97"/>
                    </a:lnTo>
                    <a:lnTo>
                      <a:pt x="698" y="97"/>
                    </a:lnTo>
                    <a:lnTo>
                      <a:pt x="698" y="99"/>
                    </a:lnTo>
                    <a:lnTo>
                      <a:pt x="697" y="102"/>
                    </a:lnTo>
                    <a:lnTo>
                      <a:pt x="695" y="101"/>
                    </a:lnTo>
                    <a:lnTo>
                      <a:pt x="694" y="102"/>
                    </a:lnTo>
                    <a:lnTo>
                      <a:pt x="690" y="104"/>
                    </a:lnTo>
                    <a:lnTo>
                      <a:pt x="686" y="104"/>
                    </a:lnTo>
                    <a:lnTo>
                      <a:pt x="686" y="101"/>
                    </a:lnTo>
                    <a:lnTo>
                      <a:pt x="686" y="101"/>
                    </a:lnTo>
                    <a:close/>
                    <a:moveTo>
                      <a:pt x="714" y="128"/>
                    </a:moveTo>
                    <a:lnTo>
                      <a:pt x="714" y="131"/>
                    </a:lnTo>
                    <a:lnTo>
                      <a:pt x="717" y="133"/>
                    </a:lnTo>
                    <a:lnTo>
                      <a:pt x="717" y="135"/>
                    </a:lnTo>
                    <a:lnTo>
                      <a:pt x="717" y="136"/>
                    </a:lnTo>
                    <a:lnTo>
                      <a:pt x="720" y="135"/>
                    </a:lnTo>
                    <a:lnTo>
                      <a:pt x="720" y="132"/>
                    </a:lnTo>
                    <a:lnTo>
                      <a:pt x="718" y="128"/>
                    </a:lnTo>
                    <a:lnTo>
                      <a:pt x="716" y="128"/>
                    </a:lnTo>
                    <a:lnTo>
                      <a:pt x="714" y="128"/>
                    </a:lnTo>
                    <a:lnTo>
                      <a:pt x="714" y="128"/>
                    </a:lnTo>
                    <a:close/>
                    <a:moveTo>
                      <a:pt x="979" y="215"/>
                    </a:moveTo>
                    <a:lnTo>
                      <a:pt x="981" y="214"/>
                    </a:lnTo>
                    <a:lnTo>
                      <a:pt x="981" y="211"/>
                    </a:lnTo>
                    <a:lnTo>
                      <a:pt x="981" y="208"/>
                    </a:lnTo>
                    <a:lnTo>
                      <a:pt x="977" y="209"/>
                    </a:lnTo>
                    <a:lnTo>
                      <a:pt x="977" y="211"/>
                    </a:lnTo>
                    <a:lnTo>
                      <a:pt x="977" y="214"/>
                    </a:lnTo>
                    <a:lnTo>
                      <a:pt x="978" y="214"/>
                    </a:lnTo>
                    <a:lnTo>
                      <a:pt x="979" y="215"/>
                    </a:lnTo>
                    <a:lnTo>
                      <a:pt x="979" y="215"/>
                    </a:lnTo>
                    <a:close/>
                    <a:moveTo>
                      <a:pt x="944" y="254"/>
                    </a:moveTo>
                    <a:lnTo>
                      <a:pt x="948" y="254"/>
                    </a:lnTo>
                    <a:lnTo>
                      <a:pt x="948" y="253"/>
                    </a:lnTo>
                    <a:lnTo>
                      <a:pt x="949" y="253"/>
                    </a:lnTo>
                    <a:lnTo>
                      <a:pt x="949" y="252"/>
                    </a:lnTo>
                    <a:lnTo>
                      <a:pt x="948" y="250"/>
                    </a:lnTo>
                    <a:lnTo>
                      <a:pt x="945" y="248"/>
                    </a:lnTo>
                    <a:lnTo>
                      <a:pt x="943" y="248"/>
                    </a:lnTo>
                    <a:lnTo>
                      <a:pt x="941" y="249"/>
                    </a:lnTo>
                    <a:lnTo>
                      <a:pt x="943" y="250"/>
                    </a:lnTo>
                    <a:lnTo>
                      <a:pt x="944" y="252"/>
                    </a:lnTo>
                    <a:lnTo>
                      <a:pt x="944" y="252"/>
                    </a:lnTo>
                    <a:lnTo>
                      <a:pt x="944" y="254"/>
                    </a:lnTo>
                    <a:lnTo>
                      <a:pt x="944" y="254"/>
                    </a:lnTo>
                    <a:close/>
                    <a:moveTo>
                      <a:pt x="845" y="237"/>
                    </a:moveTo>
                    <a:lnTo>
                      <a:pt x="849" y="237"/>
                    </a:lnTo>
                    <a:lnTo>
                      <a:pt x="850" y="238"/>
                    </a:lnTo>
                    <a:lnTo>
                      <a:pt x="852" y="237"/>
                    </a:lnTo>
                    <a:lnTo>
                      <a:pt x="853" y="234"/>
                    </a:lnTo>
                    <a:lnTo>
                      <a:pt x="854" y="233"/>
                    </a:lnTo>
                    <a:lnTo>
                      <a:pt x="854" y="231"/>
                    </a:lnTo>
                    <a:lnTo>
                      <a:pt x="853" y="230"/>
                    </a:lnTo>
                    <a:lnTo>
                      <a:pt x="852" y="224"/>
                    </a:lnTo>
                    <a:lnTo>
                      <a:pt x="850" y="223"/>
                    </a:lnTo>
                    <a:lnTo>
                      <a:pt x="849" y="220"/>
                    </a:lnTo>
                    <a:lnTo>
                      <a:pt x="849" y="219"/>
                    </a:lnTo>
                    <a:lnTo>
                      <a:pt x="847" y="218"/>
                    </a:lnTo>
                    <a:lnTo>
                      <a:pt x="842" y="219"/>
                    </a:lnTo>
                    <a:lnTo>
                      <a:pt x="837" y="223"/>
                    </a:lnTo>
                    <a:lnTo>
                      <a:pt x="834" y="223"/>
                    </a:lnTo>
                    <a:lnTo>
                      <a:pt x="834" y="224"/>
                    </a:lnTo>
                    <a:lnTo>
                      <a:pt x="834" y="227"/>
                    </a:lnTo>
                    <a:lnTo>
                      <a:pt x="837" y="229"/>
                    </a:lnTo>
                    <a:lnTo>
                      <a:pt x="837" y="231"/>
                    </a:lnTo>
                    <a:lnTo>
                      <a:pt x="835" y="233"/>
                    </a:lnTo>
                    <a:lnTo>
                      <a:pt x="833" y="231"/>
                    </a:lnTo>
                    <a:lnTo>
                      <a:pt x="833" y="233"/>
                    </a:lnTo>
                    <a:lnTo>
                      <a:pt x="834" y="234"/>
                    </a:lnTo>
                    <a:lnTo>
                      <a:pt x="838" y="234"/>
                    </a:lnTo>
                    <a:lnTo>
                      <a:pt x="845" y="237"/>
                    </a:lnTo>
                    <a:lnTo>
                      <a:pt x="845" y="237"/>
                    </a:lnTo>
                    <a:close/>
                    <a:moveTo>
                      <a:pt x="1134" y="150"/>
                    </a:moveTo>
                    <a:lnTo>
                      <a:pt x="1135" y="148"/>
                    </a:lnTo>
                    <a:lnTo>
                      <a:pt x="1135" y="148"/>
                    </a:lnTo>
                    <a:lnTo>
                      <a:pt x="1137" y="146"/>
                    </a:lnTo>
                    <a:lnTo>
                      <a:pt x="1138" y="143"/>
                    </a:lnTo>
                    <a:lnTo>
                      <a:pt x="1137" y="140"/>
                    </a:lnTo>
                    <a:lnTo>
                      <a:pt x="1134" y="136"/>
                    </a:lnTo>
                    <a:lnTo>
                      <a:pt x="1133" y="132"/>
                    </a:lnTo>
                    <a:lnTo>
                      <a:pt x="1130" y="132"/>
                    </a:lnTo>
                    <a:lnTo>
                      <a:pt x="1127" y="133"/>
                    </a:lnTo>
                    <a:lnTo>
                      <a:pt x="1125" y="136"/>
                    </a:lnTo>
                    <a:lnTo>
                      <a:pt x="1125" y="137"/>
                    </a:lnTo>
                    <a:lnTo>
                      <a:pt x="1126" y="142"/>
                    </a:lnTo>
                    <a:lnTo>
                      <a:pt x="1126" y="143"/>
                    </a:lnTo>
                    <a:lnTo>
                      <a:pt x="1127" y="144"/>
                    </a:lnTo>
                    <a:lnTo>
                      <a:pt x="1130" y="146"/>
                    </a:lnTo>
                    <a:lnTo>
                      <a:pt x="1131" y="148"/>
                    </a:lnTo>
                    <a:lnTo>
                      <a:pt x="1134" y="150"/>
                    </a:lnTo>
                    <a:lnTo>
                      <a:pt x="1134" y="150"/>
                    </a:lnTo>
                    <a:close/>
                    <a:moveTo>
                      <a:pt x="1142" y="171"/>
                    </a:moveTo>
                    <a:lnTo>
                      <a:pt x="1145" y="170"/>
                    </a:lnTo>
                    <a:lnTo>
                      <a:pt x="1146" y="167"/>
                    </a:lnTo>
                    <a:lnTo>
                      <a:pt x="1152" y="165"/>
                    </a:lnTo>
                    <a:lnTo>
                      <a:pt x="1156" y="165"/>
                    </a:lnTo>
                    <a:lnTo>
                      <a:pt x="1161" y="165"/>
                    </a:lnTo>
                    <a:lnTo>
                      <a:pt x="1165" y="165"/>
                    </a:lnTo>
                    <a:lnTo>
                      <a:pt x="1172" y="165"/>
                    </a:lnTo>
                    <a:lnTo>
                      <a:pt x="1175" y="163"/>
                    </a:lnTo>
                    <a:lnTo>
                      <a:pt x="1179" y="162"/>
                    </a:lnTo>
                    <a:lnTo>
                      <a:pt x="1182" y="163"/>
                    </a:lnTo>
                    <a:lnTo>
                      <a:pt x="1184" y="161"/>
                    </a:lnTo>
                    <a:lnTo>
                      <a:pt x="1182" y="159"/>
                    </a:lnTo>
                    <a:lnTo>
                      <a:pt x="1180" y="157"/>
                    </a:lnTo>
                    <a:lnTo>
                      <a:pt x="1178" y="151"/>
                    </a:lnTo>
                    <a:lnTo>
                      <a:pt x="1171" y="147"/>
                    </a:lnTo>
                    <a:lnTo>
                      <a:pt x="1168" y="147"/>
                    </a:lnTo>
                    <a:lnTo>
                      <a:pt x="1164" y="146"/>
                    </a:lnTo>
                    <a:lnTo>
                      <a:pt x="1161" y="143"/>
                    </a:lnTo>
                    <a:lnTo>
                      <a:pt x="1159" y="143"/>
                    </a:lnTo>
                    <a:lnTo>
                      <a:pt x="1157" y="144"/>
                    </a:lnTo>
                    <a:lnTo>
                      <a:pt x="1153" y="143"/>
                    </a:lnTo>
                    <a:lnTo>
                      <a:pt x="1150" y="143"/>
                    </a:lnTo>
                    <a:lnTo>
                      <a:pt x="1148" y="146"/>
                    </a:lnTo>
                    <a:lnTo>
                      <a:pt x="1145" y="150"/>
                    </a:lnTo>
                    <a:lnTo>
                      <a:pt x="1146" y="154"/>
                    </a:lnTo>
                    <a:lnTo>
                      <a:pt x="1146" y="159"/>
                    </a:lnTo>
                    <a:lnTo>
                      <a:pt x="1144" y="166"/>
                    </a:lnTo>
                    <a:lnTo>
                      <a:pt x="1141" y="169"/>
                    </a:lnTo>
                    <a:lnTo>
                      <a:pt x="1141" y="171"/>
                    </a:lnTo>
                    <a:lnTo>
                      <a:pt x="1142" y="171"/>
                    </a:lnTo>
                    <a:lnTo>
                      <a:pt x="1142" y="171"/>
                    </a:lnTo>
                    <a:close/>
                    <a:moveTo>
                      <a:pt x="1076" y="157"/>
                    </a:moveTo>
                    <a:lnTo>
                      <a:pt x="1076" y="159"/>
                    </a:lnTo>
                    <a:lnTo>
                      <a:pt x="1078" y="162"/>
                    </a:lnTo>
                    <a:lnTo>
                      <a:pt x="1081" y="162"/>
                    </a:lnTo>
                    <a:lnTo>
                      <a:pt x="1084" y="163"/>
                    </a:lnTo>
                    <a:lnTo>
                      <a:pt x="1087" y="165"/>
                    </a:lnTo>
                    <a:lnTo>
                      <a:pt x="1089" y="167"/>
                    </a:lnTo>
                    <a:lnTo>
                      <a:pt x="1091" y="167"/>
                    </a:lnTo>
                    <a:lnTo>
                      <a:pt x="1092" y="165"/>
                    </a:lnTo>
                    <a:lnTo>
                      <a:pt x="1088" y="161"/>
                    </a:lnTo>
                    <a:lnTo>
                      <a:pt x="1085" y="161"/>
                    </a:lnTo>
                    <a:lnTo>
                      <a:pt x="1081" y="159"/>
                    </a:lnTo>
                    <a:lnTo>
                      <a:pt x="1078" y="157"/>
                    </a:lnTo>
                    <a:lnTo>
                      <a:pt x="1076" y="157"/>
                    </a:lnTo>
                    <a:lnTo>
                      <a:pt x="1076" y="157"/>
                    </a:lnTo>
                    <a:lnTo>
                      <a:pt x="1076" y="157"/>
                    </a:lnTo>
                    <a:close/>
                    <a:moveTo>
                      <a:pt x="1165" y="248"/>
                    </a:moveTo>
                    <a:lnTo>
                      <a:pt x="1168" y="250"/>
                    </a:lnTo>
                    <a:lnTo>
                      <a:pt x="1171" y="252"/>
                    </a:lnTo>
                    <a:lnTo>
                      <a:pt x="1171" y="250"/>
                    </a:lnTo>
                    <a:lnTo>
                      <a:pt x="1175" y="249"/>
                    </a:lnTo>
                    <a:lnTo>
                      <a:pt x="1175" y="248"/>
                    </a:lnTo>
                    <a:lnTo>
                      <a:pt x="1175" y="245"/>
                    </a:lnTo>
                    <a:lnTo>
                      <a:pt x="1174" y="242"/>
                    </a:lnTo>
                    <a:lnTo>
                      <a:pt x="1172" y="242"/>
                    </a:lnTo>
                    <a:lnTo>
                      <a:pt x="1172" y="245"/>
                    </a:lnTo>
                    <a:lnTo>
                      <a:pt x="1169" y="248"/>
                    </a:lnTo>
                    <a:lnTo>
                      <a:pt x="1169" y="248"/>
                    </a:lnTo>
                    <a:lnTo>
                      <a:pt x="1165" y="248"/>
                    </a:lnTo>
                    <a:lnTo>
                      <a:pt x="1165" y="248"/>
                    </a:lnTo>
                    <a:close/>
                    <a:moveTo>
                      <a:pt x="1483" y="223"/>
                    </a:moveTo>
                    <a:lnTo>
                      <a:pt x="1485" y="222"/>
                    </a:lnTo>
                    <a:lnTo>
                      <a:pt x="1485" y="220"/>
                    </a:lnTo>
                    <a:lnTo>
                      <a:pt x="1483" y="218"/>
                    </a:lnTo>
                    <a:lnTo>
                      <a:pt x="1482" y="218"/>
                    </a:lnTo>
                    <a:lnTo>
                      <a:pt x="1482" y="219"/>
                    </a:lnTo>
                    <a:lnTo>
                      <a:pt x="1483" y="223"/>
                    </a:lnTo>
                    <a:lnTo>
                      <a:pt x="1483" y="223"/>
                    </a:lnTo>
                    <a:close/>
                    <a:moveTo>
                      <a:pt x="1481" y="224"/>
                    </a:moveTo>
                    <a:lnTo>
                      <a:pt x="1482" y="226"/>
                    </a:lnTo>
                    <a:lnTo>
                      <a:pt x="1482" y="223"/>
                    </a:lnTo>
                    <a:lnTo>
                      <a:pt x="1481" y="220"/>
                    </a:lnTo>
                    <a:lnTo>
                      <a:pt x="1479" y="220"/>
                    </a:lnTo>
                    <a:lnTo>
                      <a:pt x="1479" y="222"/>
                    </a:lnTo>
                    <a:lnTo>
                      <a:pt x="1481" y="224"/>
                    </a:lnTo>
                    <a:lnTo>
                      <a:pt x="1481" y="224"/>
                    </a:lnTo>
                    <a:close/>
                    <a:moveTo>
                      <a:pt x="1479" y="226"/>
                    </a:moveTo>
                    <a:lnTo>
                      <a:pt x="1481" y="230"/>
                    </a:lnTo>
                    <a:lnTo>
                      <a:pt x="1482" y="233"/>
                    </a:lnTo>
                    <a:lnTo>
                      <a:pt x="1483" y="231"/>
                    </a:lnTo>
                    <a:lnTo>
                      <a:pt x="1482" y="227"/>
                    </a:lnTo>
                    <a:lnTo>
                      <a:pt x="1479" y="224"/>
                    </a:lnTo>
                    <a:lnTo>
                      <a:pt x="1478" y="224"/>
                    </a:lnTo>
                    <a:lnTo>
                      <a:pt x="1479" y="226"/>
                    </a:lnTo>
                    <a:lnTo>
                      <a:pt x="1479" y="226"/>
                    </a:lnTo>
                    <a:close/>
                    <a:moveTo>
                      <a:pt x="1471" y="224"/>
                    </a:moveTo>
                    <a:lnTo>
                      <a:pt x="1472" y="227"/>
                    </a:lnTo>
                    <a:lnTo>
                      <a:pt x="1475" y="229"/>
                    </a:lnTo>
                    <a:lnTo>
                      <a:pt x="1475" y="227"/>
                    </a:lnTo>
                    <a:lnTo>
                      <a:pt x="1476" y="227"/>
                    </a:lnTo>
                    <a:lnTo>
                      <a:pt x="1475" y="223"/>
                    </a:lnTo>
                    <a:lnTo>
                      <a:pt x="1474" y="223"/>
                    </a:lnTo>
                    <a:lnTo>
                      <a:pt x="1474" y="223"/>
                    </a:lnTo>
                    <a:lnTo>
                      <a:pt x="1471" y="224"/>
                    </a:lnTo>
                    <a:lnTo>
                      <a:pt x="1471" y="224"/>
                    </a:lnTo>
                    <a:close/>
                    <a:moveTo>
                      <a:pt x="1551" y="192"/>
                    </a:moveTo>
                    <a:lnTo>
                      <a:pt x="1554" y="193"/>
                    </a:lnTo>
                    <a:lnTo>
                      <a:pt x="1557" y="193"/>
                    </a:lnTo>
                    <a:lnTo>
                      <a:pt x="1558" y="189"/>
                    </a:lnTo>
                    <a:lnTo>
                      <a:pt x="1558" y="186"/>
                    </a:lnTo>
                    <a:lnTo>
                      <a:pt x="1555" y="184"/>
                    </a:lnTo>
                    <a:lnTo>
                      <a:pt x="1557" y="184"/>
                    </a:lnTo>
                    <a:lnTo>
                      <a:pt x="1555" y="181"/>
                    </a:lnTo>
                    <a:lnTo>
                      <a:pt x="1553" y="178"/>
                    </a:lnTo>
                    <a:lnTo>
                      <a:pt x="1553" y="180"/>
                    </a:lnTo>
                    <a:lnTo>
                      <a:pt x="1550" y="180"/>
                    </a:lnTo>
                    <a:lnTo>
                      <a:pt x="1547" y="178"/>
                    </a:lnTo>
                    <a:lnTo>
                      <a:pt x="1544" y="178"/>
                    </a:lnTo>
                    <a:lnTo>
                      <a:pt x="1544" y="180"/>
                    </a:lnTo>
                    <a:lnTo>
                      <a:pt x="1542" y="180"/>
                    </a:lnTo>
                    <a:lnTo>
                      <a:pt x="1543" y="181"/>
                    </a:lnTo>
                    <a:lnTo>
                      <a:pt x="1540" y="181"/>
                    </a:lnTo>
                    <a:lnTo>
                      <a:pt x="1539" y="184"/>
                    </a:lnTo>
                    <a:lnTo>
                      <a:pt x="1540" y="188"/>
                    </a:lnTo>
                    <a:lnTo>
                      <a:pt x="1540" y="189"/>
                    </a:lnTo>
                    <a:lnTo>
                      <a:pt x="1543" y="188"/>
                    </a:lnTo>
                    <a:lnTo>
                      <a:pt x="1547" y="189"/>
                    </a:lnTo>
                    <a:lnTo>
                      <a:pt x="1551" y="192"/>
                    </a:lnTo>
                    <a:lnTo>
                      <a:pt x="1551" y="192"/>
                    </a:lnTo>
                    <a:close/>
                    <a:moveTo>
                      <a:pt x="1569" y="185"/>
                    </a:moveTo>
                    <a:lnTo>
                      <a:pt x="1570" y="184"/>
                    </a:lnTo>
                    <a:lnTo>
                      <a:pt x="1570" y="181"/>
                    </a:lnTo>
                    <a:lnTo>
                      <a:pt x="1568" y="182"/>
                    </a:lnTo>
                    <a:lnTo>
                      <a:pt x="1568" y="184"/>
                    </a:lnTo>
                    <a:lnTo>
                      <a:pt x="1569" y="185"/>
                    </a:lnTo>
                    <a:lnTo>
                      <a:pt x="1569" y="185"/>
                    </a:lnTo>
                    <a:close/>
                    <a:moveTo>
                      <a:pt x="1588" y="949"/>
                    </a:moveTo>
                    <a:lnTo>
                      <a:pt x="1588" y="944"/>
                    </a:lnTo>
                    <a:lnTo>
                      <a:pt x="1588" y="942"/>
                    </a:lnTo>
                    <a:lnTo>
                      <a:pt x="1587" y="939"/>
                    </a:lnTo>
                    <a:lnTo>
                      <a:pt x="1585" y="936"/>
                    </a:lnTo>
                    <a:lnTo>
                      <a:pt x="1587" y="931"/>
                    </a:lnTo>
                    <a:lnTo>
                      <a:pt x="1589" y="930"/>
                    </a:lnTo>
                    <a:lnTo>
                      <a:pt x="1591" y="930"/>
                    </a:lnTo>
                    <a:lnTo>
                      <a:pt x="1591" y="931"/>
                    </a:lnTo>
                    <a:lnTo>
                      <a:pt x="1592" y="932"/>
                    </a:lnTo>
                    <a:lnTo>
                      <a:pt x="1597" y="932"/>
                    </a:lnTo>
                    <a:lnTo>
                      <a:pt x="1597" y="931"/>
                    </a:lnTo>
                    <a:lnTo>
                      <a:pt x="1599" y="931"/>
                    </a:lnTo>
                    <a:lnTo>
                      <a:pt x="1600" y="932"/>
                    </a:lnTo>
                    <a:lnTo>
                      <a:pt x="1600" y="934"/>
                    </a:lnTo>
                    <a:lnTo>
                      <a:pt x="1600" y="935"/>
                    </a:lnTo>
                    <a:lnTo>
                      <a:pt x="1603" y="938"/>
                    </a:lnTo>
                    <a:lnTo>
                      <a:pt x="1603" y="940"/>
                    </a:lnTo>
                    <a:lnTo>
                      <a:pt x="1604" y="943"/>
                    </a:lnTo>
                    <a:lnTo>
                      <a:pt x="1606" y="940"/>
                    </a:lnTo>
                    <a:lnTo>
                      <a:pt x="1604" y="939"/>
                    </a:lnTo>
                    <a:lnTo>
                      <a:pt x="1604" y="936"/>
                    </a:lnTo>
                    <a:lnTo>
                      <a:pt x="1604" y="932"/>
                    </a:lnTo>
                    <a:lnTo>
                      <a:pt x="1601" y="931"/>
                    </a:lnTo>
                    <a:lnTo>
                      <a:pt x="1601" y="927"/>
                    </a:lnTo>
                    <a:lnTo>
                      <a:pt x="1600" y="924"/>
                    </a:lnTo>
                    <a:lnTo>
                      <a:pt x="1597" y="925"/>
                    </a:lnTo>
                    <a:lnTo>
                      <a:pt x="1596" y="925"/>
                    </a:lnTo>
                    <a:lnTo>
                      <a:pt x="1592" y="923"/>
                    </a:lnTo>
                    <a:lnTo>
                      <a:pt x="1592" y="919"/>
                    </a:lnTo>
                    <a:lnTo>
                      <a:pt x="1589" y="916"/>
                    </a:lnTo>
                    <a:lnTo>
                      <a:pt x="1587" y="912"/>
                    </a:lnTo>
                    <a:lnTo>
                      <a:pt x="1584" y="912"/>
                    </a:lnTo>
                    <a:lnTo>
                      <a:pt x="1582" y="909"/>
                    </a:lnTo>
                    <a:lnTo>
                      <a:pt x="1581" y="904"/>
                    </a:lnTo>
                    <a:lnTo>
                      <a:pt x="1578" y="901"/>
                    </a:lnTo>
                    <a:lnTo>
                      <a:pt x="1577" y="897"/>
                    </a:lnTo>
                    <a:lnTo>
                      <a:pt x="1577" y="893"/>
                    </a:lnTo>
                    <a:lnTo>
                      <a:pt x="1577" y="887"/>
                    </a:lnTo>
                    <a:lnTo>
                      <a:pt x="1576" y="885"/>
                    </a:lnTo>
                    <a:lnTo>
                      <a:pt x="1576" y="879"/>
                    </a:lnTo>
                    <a:lnTo>
                      <a:pt x="1576" y="877"/>
                    </a:lnTo>
                    <a:lnTo>
                      <a:pt x="1574" y="872"/>
                    </a:lnTo>
                    <a:lnTo>
                      <a:pt x="1576" y="871"/>
                    </a:lnTo>
                    <a:lnTo>
                      <a:pt x="1576" y="868"/>
                    </a:lnTo>
                    <a:lnTo>
                      <a:pt x="1576" y="867"/>
                    </a:lnTo>
                    <a:lnTo>
                      <a:pt x="1577" y="867"/>
                    </a:lnTo>
                    <a:lnTo>
                      <a:pt x="1578" y="867"/>
                    </a:lnTo>
                    <a:lnTo>
                      <a:pt x="1582" y="867"/>
                    </a:lnTo>
                    <a:lnTo>
                      <a:pt x="1585" y="867"/>
                    </a:lnTo>
                    <a:lnTo>
                      <a:pt x="1588" y="870"/>
                    </a:lnTo>
                    <a:lnTo>
                      <a:pt x="1591" y="874"/>
                    </a:lnTo>
                    <a:lnTo>
                      <a:pt x="1593" y="874"/>
                    </a:lnTo>
                    <a:lnTo>
                      <a:pt x="1596" y="877"/>
                    </a:lnTo>
                    <a:lnTo>
                      <a:pt x="1599" y="881"/>
                    </a:lnTo>
                    <a:lnTo>
                      <a:pt x="1600" y="881"/>
                    </a:lnTo>
                    <a:lnTo>
                      <a:pt x="1599" y="877"/>
                    </a:lnTo>
                    <a:lnTo>
                      <a:pt x="1596" y="874"/>
                    </a:lnTo>
                    <a:lnTo>
                      <a:pt x="1592" y="871"/>
                    </a:lnTo>
                    <a:lnTo>
                      <a:pt x="1589" y="867"/>
                    </a:lnTo>
                    <a:lnTo>
                      <a:pt x="1587" y="863"/>
                    </a:lnTo>
                    <a:lnTo>
                      <a:pt x="1587" y="862"/>
                    </a:lnTo>
                    <a:lnTo>
                      <a:pt x="1585" y="860"/>
                    </a:lnTo>
                    <a:lnTo>
                      <a:pt x="1582" y="855"/>
                    </a:lnTo>
                    <a:lnTo>
                      <a:pt x="1581" y="852"/>
                    </a:lnTo>
                    <a:lnTo>
                      <a:pt x="1580" y="851"/>
                    </a:lnTo>
                    <a:lnTo>
                      <a:pt x="1578" y="848"/>
                    </a:lnTo>
                    <a:lnTo>
                      <a:pt x="1574" y="843"/>
                    </a:lnTo>
                    <a:lnTo>
                      <a:pt x="1572" y="836"/>
                    </a:lnTo>
                    <a:lnTo>
                      <a:pt x="1570" y="832"/>
                    </a:lnTo>
                    <a:lnTo>
                      <a:pt x="1565" y="825"/>
                    </a:lnTo>
                    <a:lnTo>
                      <a:pt x="1562" y="821"/>
                    </a:lnTo>
                    <a:lnTo>
                      <a:pt x="1561" y="819"/>
                    </a:lnTo>
                    <a:lnTo>
                      <a:pt x="1561" y="817"/>
                    </a:lnTo>
                    <a:lnTo>
                      <a:pt x="1559" y="814"/>
                    </a:lnTo>
                    <a:lnTo>
                      <a:pt x="1557" y="813"/>
                    </a:lnTo>
                    <a:lnTo>
                      <a:pt x="1557" y="814"/>
                    </a:lnTo>
                    <a:lnTo>
                      <a:pt x="1555" y="814"/>
                    </a:lnTo>
                    <a:lnTo>
                      <a:pt x="1554" y="813"/>
                    </a:lnTo>
                    <a:lnTo>
                      <a:pt x="1555" y="810"/>
                    </a:lnTo>
                    <a:lnTo>
                      <a:pt x="1554" y="809"/>
                    </a:lnTo>
                    <a:lnTo>
                      <a:pt x="1551" y="807"/>
                    </a:lnTo>
                    <a:lnTo>
                      <a:pt x="1549" y="803"/>
                    </a:lnTo>
                    <a:lnTo>
                      <a:pt x="1547" y="799"/>
                    </a:lnTo>
                    <a:lnTo>
                      <a:pt x="1546" y="798"/>
                    </a:lnTo>
                    <a:lnTo>
                      <a:pt x="1546" y="795"/>
                    </a:lnTo>
                    <a:lnTo>
                      <a:pt x="1546" y="792"/>
                    </a:lnTo>
                    <a:lnTo>
                      <a:pt x="1547" y="792"/>
                    </a:lnTo>
                    <a:lnTo>
                      <a:pt x="1546" y="788"/>
                    </a:lnTo>
                    <a:lnTo>
                      <a:pt x="1546" y="784"/>
                    </a:lnTo>
                    <a:lnTo>
                      <a:pt x="1544" y="781"/>
                    </a:lnTo>
                    <a:lnTo>
                      <a:pt x="1542" y="780"/>
                    </a:lnTo>
                    <a:lnTo>
                      <a:pt x="1539" y="776"/>
                    </a:lnTo>
                    <a:lnTo>
                      <a:pt x="1539" y="775"/>
                    </a:lnTo>
                    <a:lnTo>
                      <a:pt x="1538" y="773"/>
                    </a:lnTo>
                    <a:lnTo>
                      <a:pt x="1538" y="772"/>
                    </a:lnTo>
                    <a:lnTo>
                      <a:pt x="1539" y="772"/>
                    </a:lnTo>
                    <a:lnTo>
                      <a:pt x="1542" y="773"/>
                    </a:lnTo>
                    <a:lnTo>
                      <a:pt x="1544" y="777"/>
                    </a:lnTo>
                    <a:lnTo>
                      <a:pt x="1543" y="775"/>
                    </a:lnTo>
                    <a:lnTo>
                      <a:pt x="1539" y="769"/>
                    </a:lnTo>
                    <a:lnTo>
                      <a:pt x="1536" y="767"/>
                    </a:lnTo>
                    <a:lnTo>
                      <a:pt x="1535" y="767"/>
                    </a:lnTo>
                    <a:lnTo>
                      <a:pt x="1534" y="764"/>
                    </a:lnTo>
                    <a:lnTo>
                      <a:pt x="1528" y="758"/>
                    </a:lnTo>
                    <a:lnTo>
                      <a:pt x="1527" y="756"/>
                    </a:lnTo>
                    <a:lnTo>
                      <a:pt x="1527" y="752"/>
                    </a:lnTo>
                    <a:lnTo>
                      <a:pt x="1525" y="749"/>
                    </a:lnTo>
                    <a:lnTo>
                      <a:pt x="1520" y="747"/>
                    </a:lnTo>
                    <a:lnTo>
                      <a:pt x="1519" y="743"/>
                    </a:lnTo>
                    <a:lnTo>
                      <a:pt x="1517" y="742"/>
                    </a:lnTo>
                    <a:lnTo>
                      <a:pt x="1517" y="743"/>
                    </a:lnTo>
                    <a:lnTo>
                      <a:pt x="1517" y="745"/>
                    </a:lnTo>
                    <a:lnTo>
                      <a:pt x="1517" y="747"/>
                    </a:lnTo>
                    <a:lnTo>
                      <a:pt x="1516" y="747"/>
                    </a:lnTo>
                    <a:lnTo>
                      <a:pt x="1515" y="746"/>
                    </a:lnTo>
                    <a:lnTo>
                      <a:pt x="1512" y="746"/>
                    </a:lnTo>
                    <a:lnTo>
                      <a:pt x="1516" y="750"/>
                    </a:lnTo>
                    <a:lnTo>
                      <a:pt x="1520" y="753"/>
                    </a:lnTo>
                    <a:lnTo>
                      <a:pt x="1521" y="756"/>
                    </a:lnTo>
                    <a:lnTo>
                      <a:pt x="1521" y="758"/>
                    </a:lnTo>
                    <a:lnTo>
                      <a:pt x="1523" y="757"/>
                    </a:lnTo>
                    <a:lnTo>
                      <a:pt x="1524" y="757"/>
                    </a:lnTo>
                    <a:lnTo>
                      <a:pt x="1525" y="758"/>
                    </a:lnTo>
                    <a:lnTo>
                      <a:pt x="1524" y="760"/>
                    </a:lnTo>
                    <a:lnTo>
                      <a:pt x="1521" y="761"/>
                    </a:lnTo>
                    <a:lnTo>
                      <a:pt x="1523" y="762"/>
                    </a:lnTo>
                    <a:lnTo>
                      <a:pt x="1524" y="762"/>
                    </a:lnTo>
                    <a:lnTo>
                      <a:pt x="1525" y="767"/>
                    </a:lnTo>
                    <a:lnTo>
                      <a:pt x="1523" y="768"/>
                    </a:lnTo>
                    <a:lnTo>
                      <a:pt x="1521" y="767"/>
                    </a:lnTo>
                    <a:lnTo>
                      <a:pt x="1519" y="765"/>
                    </a:lnTo>
                    <a:lnTo>
                      <a:pt x="1517" y="767"/>
                    </a:lnTo>
                    <a:lnTo>
                      <a:pt x="1516" y="771"/>
                    </a:lnTo>
                    <a:lnTo>
                      <a:pt x="1519" y="773"/>
                    </a:lnTo>
                    <a:lnTo>
                      <a:pt x="1519" y="776"/>
                    </a:lnTo>
                    <a:lnTo>
                      <a:pt x="1523" y="780"/>
                    </a:lnTo>
                    <a:lnTo>
                      <a:pt x="1524" y="784"/>
                    </a:lnTo>
                    <a:lnTo>
                      <a:pt x="1525" y="791"/>
                    </a:lnTo>
                    <a:lnTo>
                      <a:pt x="1525" y="792"/>
                    </a:lnTo>
                    <a:lnTo>
                      <a:pt x="1527" y="796"/>
                    </a:lnTo>
                    <a:lnTo>
                      <a:pt x="1528" y="803"/>
                    </a:lnTo>
                    <a:lnTo>
                      <a:pt x="1531" y="807"/>
                    </a:lnTo>
                    <a:lnTo>
                      <a:pt x="1534" y="809"/>
                    </a:lnTo>
                    <a:lnTo>
                      <a:pt x="1534" y="810"/>
                    </a:lnTo>
                    <a:lnTo>
                      <a:pt x="1532" y="811"/>
                    </a:lnTo>
                    <a:lnTo>
                      <a:pt x="1539" y="818"/>
                    </a:lnTo>
                    <a:lnTo>
                      <a:pt x="1542" y="819"/>
                    </a:lnTo>
                    <a:lnTo>
                      <a:pt x="1546" y="824"/>
                    </a:lnTo>
                    <a:lnTo>
                      <a:pt x="1546" y="829"/>
                    </a:lnTo>
                    <a:lnTo>
                      <a:pt x="1546" y="832"/>
                    </a:lnTo>
                    <a:lnTo>
                      <a:pt x="1549" y="836"/>
                    </a:lnTo>
                    <a:lnTo>
                      <a:pt x="1549" y="839"/>
                    </a:lnTo>
                    <a:lnTo>
                      <a:pt x="1550" y="841"/>
                    </a:lnTo>
                    <a:lnTo>
                      <a:pt x="1553" y="844"/>
                    </a:lnTo>
                    <a:lnTo>
                      <a:pt x="1553" y="844"/>
                    </a:lnTo>
                    <a:lnTo>
                      <a:pt x="1553" y="847"/>
                    </a:lnTo>
                    <a:lnTo>
                      <a:pt x="1555" y="852"/>
                    </a:lnTo>
                    <a:lnTo>
                      <a:pt x="1557" y="855"/>
                    </a:lnTo>
                    <a:lnTo>
                      <a:pt x="1558" y="859"/>
                    </a:lnTo>
                    <a:lnTo>
                      <a:pt x="1558" y="864"/>
                    </a:lnTo>
                    <a:lnTo>
                      <a:pt x="1559" y="866"/>
                    </a:lnTo>
                    <a:lnTo>
                      <a:pt x="1559" y="868"/>
                    </a:lnTo>
                    <a:lnTo>
                      <a:pt x="1559" y="872"/>
                    </a:lnTo>
                    <a:lnTo>
                      <a:pt x="1562" y="879"/>
                    </a:lnTo>
                    <a:lnTo>
                      <a:pt x="1561" y="881"/>
                    </a:lnTo>
                    <a:lnTo>
                      <a:pt x="1562" y="885"/>
                    </a:lnTo>
                    <a:lnTo>
                      <a:pt x="1565" y="887"/>
                    </a:lnTo>
                    <a:lnTo>
                      <a:pt x="1570" y="893"/>
                    </a:lnTo>
                    <a:lnTo>
                      <a:pt x="1570" y="897"/>
                    </a:lnTo>
                    <a:lnTo>
                      <a:pt x="1572" y="900"/>
                    </a:lnTo>
                    <a:lnTo>
                      <a:pt x="1572" y="906"/>
                    </a:lnTo>
                    <a:lnTo>
                      <a:pt x="1572" y="911"/>
                    </a:lnTo>
                    <a:lnTo>
                      <a:pt x="1574" y="915"/>
                    </a:lnTo>
                    <a:lnTo>
                      <a:pt x="1576" y="919"/>
                    </a:lnTo>
                    <a:lnTo>
                      <a:pt x="1578" y="923"/>
                    </a:lnTo>
                    <a:lnTo>
                      <a:pt x="1580" y="925"/>
                    </a:lnTo>
                    <a:lnTo>
                      <a:pt x="1578" y="930"/>
                    </a:lnTo>
                    <a:lnTo>
                      <a:pt x="1578" y="936"/>
                    </a:lnTo>
                    <a:lnTo>
                      <a:pt x="1580" y="939"/>
                    </a:lnTo>
                    <a:lnTo>
                      <a:pt x="1582" y="942"/>
                    </a:lnTo>
                    <a:lnTo>
                      <a:pt x="1584" y="946"/>
                    </a:lnTo>
                    <a:lnTo>
                      <a:pt x="1588" y="949"/>
                    </a:lnTo>
                    <a:lnTo>
                      <a:pt x="1588" y="949"/>
                    </a:lnTo>
                    <a:close/>
                    <a:moveTo>
                      <a:pt x="1443" y="746"/>
                    </a:moveTo>
                    <a:lnTo>
                      <a:pt x="1444" y="746"/>
                    </a:lnTo>
                    <a:lnTo>
                      <a:pt x="1444" y="745"/>
                    </a:lnTo>
                    <a:lnTo>
                      <a:pt x="1445" y="743"/>
                    </a:lnTo>
                    <a:lnTo>
                      <a:pt x="1447" y="745"/>
                    </a:lnTo>
                    <a:lnTo>
                      <a:pt x="1448" y="746"/>
                    </a:lnTo>
                    <a:lnTo>
                      <a:pt x="1451" y="747"/>
                    </a:lnTo>
                    <a:lnTo>
                      <a:pt x="1452" y="745"/>
                    </a:lnTo>
                    <a:lnTo>
                      <a:pt x="1452" y="743"/>
                    </a:lnTo>
                    <a:lnTo>
                      <a:pt x="1452" y="742"/>
                    </a:lnTo>
                    <a:lnTo>
                      <a:pt x="1452" y="741"/>
                    </a:lnTo>
                    <a:lnTo>
                      <a:pt x="1453" y="739"/>
                    </a:lnTo>
                    <a:lnTo>
                      <a:pt x="1453" y="738"/>
                    </a:lnTo>
                    <a:lnTo>
                      <a:pt x="1452" y="738"/>
                    </a:lnTo>
                    <a:lnTo>
                      <a:pt x="1451" y="739"/>
                    </a:lnTo>
                    <a:lnTo>
                      <a:pt x="1449" y="739"/>
                    </a:lnTo>
                    <a:lnTo>
                      <a:pt x="1449" y="739"/>
                    </a:lnTo>
                    <a:lnTo>
                      <a:pt x="1451" y="737"/>
                    </a:lnTo>
                    <a:lnTo>
                      <a:pt x="1451" y="737"/>
                    </a:lnTo>
                    <a:lnTo>
                      <a:pt x="1449" y="735"/>
                    </a:lnTo>
                    <a:lnTo>
                      <a:pt x="1447" y="737"/>
                    </a:lnTo>
                    <a:lnTo>
                      <a:pt x="1445" y="735"/>
                    </a:lnTo>
                    <a:lnTo>
                      <a:pt x="1443" y="737"/>
                    </a:lnTo>
                    <a:lnTo>
                      <a:pt x="1443" y="739"/>
                    </a:lnTo>
                    <a:lnTo>
                      <a:pt x="1440" y="741"/>
                    </a:lnTo>
                    <a:lnTo>
                      <a:pt x="1440" y="743"/>
                    </a:lnTo>
                    <a:lnTo>
                      <a:pt x="1443" y="746"/>
                    </a:lnTo>
                    <a:lnTo>
                      <a:pt x="1443" y="746"/>
                    </a:lnTo>
                    <a:close/>
                    <a:moveTo>
                      <a:pt x="1433" y="745"/>
                    </a:moveTo>
                    <a:lnTo>
                      <a:pt x="1434" y="743"/>
                    </a:lnTo>
                    <a:lnTo>
                      <a:pt x="1434" y="743"/>
                    </a:lnTo>
                    <a:lnTo>
                      <a:pt x="1436" y="742"/>
                    </a:lnTo>
                    <a:lnTo>
                      <a:pt x="1437" y="743"/>
                    </a:lnTo>
                    <a:lnTo>
                      <a:pt x="1438" y="742"/>
                    </a:lnTo>
                    <a:lnTo>
                      <a:pt x="1437" y="741"/>
                    </a:lnTo>
                    <a:lnTo>
                      <a:pt x="1438" y="739"/>
                    </a:lnTo>
                    <a:lnTo>
                      <a:pt x="1437" y="737"/>
                    </a:lnTo>
                    <a:lnTo>
                      <a:pt x="1437" y="738"/>
                    </a:lnTo>
                    <a:lnTo>
                      <a:pt x="1436" y="739"/>
                    </a:lnTo>
                    <a:lnTo>
                      <a:pt x="1432" y="741"/>
                    </a:lnTo>
                    <a:lnTo>
                      <a:pt x="1432" y="742"/>
                    </a:lnTo>
                    <a:lnTo>
                      <a:pt x="1433" y="745"/>
                    </a:lnTo>
                    <a:lnTo>
                      <a:pt x="1433" y="745"/>
                    </a:lnTo>
                    <a:close/>
                    <a:moveTo>
                      <a:pt x="1453" y="754"/>
                    </a:moveTo>
                    <a:lnTo>
                      <a:pt x="1453" y="754"/>
                    </a:lnTo>
                    <a:lnTo>
                      <a:pt x="1455" y="753"/>
                    </a:lnTo>
                    <a:lnTo>
                      <a:pt x="1456" y="752"/>
                    </a:lnTo>
                    <a:lnTo>
                      <a:pt x="1455" y="750"/>
                    </a:lnTo>
                    <a:lnTo>
                      <a:pt x="1453" y="752"/>
                    </a:lnTo>
                    <a:lnTo>
                      <a:pt x="1453" y="752"/>
                    </a:lnTo>
                    <a:lnTo>
                      <a:pt x="1453" y="754"/>
                    </a:lnTo>
                    <a:lnTo>
                      <a:pt x="1453" y="754"/>
                    </a:lnTo>
                    <a:close/>
                    <a:moveTo>
                      <a:pt x="1449" y="750"/>
                    </a:moveTo>
                    <a:lnTo>
                      <a:pt x="1449" y="752"/>
                    </a:lnTo>
                    <a:lnTo>
                      <a:pt x="1451" y="754"/>
                    </a:lnTo>
                    <a:lnTo>
                      <a:pt x="1452" y="753"/>
                    </a:lnTo>
                    <a:lnTo>
                      <a:pt x="1452" y="750"/>
                    </a:lnTo>
                    <a:lnTo>
                      <a:pt x="1451" y="750"/>
                    </a:lnTo>
                    <a:lnTo>
                      <a:pt x="1449" y="750"/>
                    </a:lnTo>
                    <a:lnTo>
                      <a:pt x="1449" y="750"/>
                    </a:lnTo>
                    <a:close/>
                    <a:moveTo>
                      <a:pt x="1451" y="764"/>
                    </a:moveTo>
                    <a:lnTo>
                      <a:pt x="1452" y="761"/>
                    </a:lnTo>
                    <a:lnTo>
                      <a:pt x="1453" y="761"/>
                    </a:lnTo>
                    <a:lnTo>
                      <a:pt x="1455" y="758"/>
                    </a:lnTo>
                    <a:lnTo>
                      <a:pt x="1453" y="757"/>
                    </a:lnTo>
                    <a:lnTo>
                      <a:pt x="1455" y="756"/>
                    </a:lnTo>
                    <a:lnTo>
                      <a:pt x="1451" y="757"/>
                    </a:lnTo>
                    <a:lnTo>
                      <a:pt x="1448" y="760"/>
                    </a:lnTo>
                    <a:lnTo>
                      <a:pt x="1448" y="762"/>
                    </a:lnTo>
                    <a:lnTo>
                      <a:pt x="1451" y="764"/>
                    </a:lnTo>
                    <a:lnTo>
                      <a:pt x="1451" y="764"/>
                    </a:lnTo>
                    <a:close/>
                    <a:moveTo>
                      <a:pt x="1559" y="597"/>
                    </a:moveTo>
                    <a:lnTo>
                      <a:pt x="1561" y="598"/>
                    </a:lnTo>
                    <a:lnTo>
                      <a:pt x="1562" y="594"/>
                    </a:lnTo>
                    <a:lnTo>
                      <a:pt x="1563" y="593"/>
                    </a:lnTo>
                    <a:lnTo>
                      <a:pt x="1561" y="593"/>
                    </a:lnTo>
                    <a:lnTo>
                      <a:pt x="1559" y="595"/>
                    </a:lnTo>
                    <a:lnTo>
                      <a:pt x="1559" y="597"/>
                    </a:lnTo>
                    <a:lnTo>
                      <a:pt x="1559" y="597"/>
                    </a:lnTo>
                    <a:close/>
                    <a:moveTo>
                      <a:pt x="1733" y="579"/>
                    </a:moveTo>
                    <a:lnTo>
                      <a:pt x="1735" y="579"/>
                    </a:lnTo>
                    <a:lnTo>
                      <a:pt x="1733" y="576"/>
                    </a:lnTo>
                    <a:lnTo>
                      <a:pt x="1733" y="574"/>
                    </a:lnTo>
                    <a:lnTo>
                      <a:pt x="1733" y="572"/>
                    </a:lnTo>
                    <a:lnTo>
                      <a:pt x="1733" y="571"/>
                    </a:lnTo>
                    <a:lnTo>
                      <a:pt x="1735" y="567"/>
                    </a:lnTo>
                    <a:lnTo>
                      <a:pt x="1737" y="564"/>
                    </a:lnTo>
                    <a:lnTo>
                      <a:pt x="1740" y="561"/>
                    </a:lnTo>
                    <a:lnTo>
                      <a:pt x="1741" y="561"/>
                    </a:lnTo>
                    <a:lnTo>
                      <a:pt x="1741" y="559"/>
                    </a:lnTo>
                    <a:lnTo>
                      <a:pt x="1740" y="555"/>
                    </a:lnTo>
                    <a:lnTo>
                      <a:pt x="1736" y="550"/>
                    </a:lnTo>
                    <a:lnTo>
                      <a:pt x="1735" y="550"/>
                    </a:lnTo>
                    <a:lnTo>
                      <a:pt x="1733" y="552"/>
                    </a:lnTo>
                    <a:lnTo>
                      <a:pt x="1733" y="553"/>
                    </a:lnTo>
                    <a:lnTo>
                      <a:pt x="1732" y="555"/>
                    </a:lnTo>
                    <a:lnTo>
                      <a:pt x="1728" y="559"/>
                    </a:lnTo>
                    <a:lnTo>
                      <a:pt x="1726" y="559"/>
                    </a:lnTo>
                    <a:lnTo>
                      <a:pt x="1725" y="561"/>
                    </a:lnTo>
                    <a:lnTo>
                      <a:pt x="1726" y="561"/>
                    </a:lnTo>
                    <a:lnTo>
                      <a:pt x="1729" y="560"/>
                    </a:lnTo>
                    <a:lnTo>
                      <a:pt x="1729" y="561"/>
                    </a:lnTo>
                    <a:lnTo>
                      <a:pt x="1729" y="563"/>
                    </a:lnTo>
                    <a:lnTo>
                      <a:pt x="1731" y="568"/>
                    </a:lnTo>
                    <a:lnTo>
                      <a:pt x="1732" y="570"/>
                    </a:lnTo>
                    <a:lnTo>
                      <a:pt x="1732" y="574"/>
                    </a:lnTo>
                    <a:lnTo>
                      <a:pt x="1731" y="575"/>
                    </a:lnTo>
                    <a:lnTo>
                      <a:pt x="1731" y="576"/>
                    </a:lnTo>
                    <a:lnTo>
                      <a:pt x="1733" y="579"/>
                    </a:lnTo>
                    <a:lnTo>
                      <a:pt x="1733" y="579"/>
                    </a:lnTo>
                    <a:close/>
                    <a:moveTo>
                      <a:pt x="1736" y="809"/>
                    </a:moveTo>
                    <a:lnTo>
                      <a:pt x="1737" y="809"/>
                    </a:lnTo>
                    <a:lnTo>
                      <a:pt x="1739" y="807"/>
                    </a:lnTo>
                    <a:lnTo>
                      <a:pt x="1737" y="805"/>
                    </a:lnTo>
                    <a:lnTo>
                      <a:pt x="1736" y="803"/>
                    </a:lnTo>
                    <a:lnTo>
                      <a:pt x="1735" y="805"/>
                    </a:lnTo>
                    <a:lnTo>
                      <a:pt x="1735" y="807"/>
                    </a:lnTo>
                    <a:lnTo>
                      <a:pt x="1736" y="809"/>
                    </a:lnTo>
                    <a:lnTo>
                      <a:pt x="1736" y="809"/>
                    </a:lnTo>
                    <a:close/>
                    <a:moveTo>
                      <a:pt x="1721" y="805"/>
                    </a:moveTo>
                    <a:lnTo>
                      <a:pt x="1721" y="807"/>
                    </a:lnTo>
                    <a:lnTo>
                      <a:pt x="1722" y="809"/>
                    </a:lnTo>
                    <a:lnTo>
                      <a:pt x="1725" y="809"/>
                    </a:lnTo>
                    <a:lnTo>
                      <a:pt x="1725" y="806"/>
                    </a:lnTo>
                    <a:lnTo>
                      <a:pt x="1722" y="805"/>
                    </a:lnTo>
                    <a:lnTo>
                      <a:pt x="1721" y="805"/>
                    </a:lnTo>
                    <a:lnTo>
                      <a:pt x="1721" y="805"/>
                    </a:lnTo>
                    <a:close/>
                    <a:moveTo>
                      <a:pt x="1729" y="829"/>
                    </a:moveTo>
                    <a:lnTo>
                      <a:pt x="1731" y="829"/>
                    </a:lnTo>
                    <a:lnTo>
                      <a:pt x="1731" y="826"/>
                    </a:lnTo>
                    <a:lnTo>
                      <a:pt x="1731" y="824"/>
                    </a:lnTo>
                    <a:lnTo>
                      <a:pt x="1733" y="822"/>
                    </a:lnTo>
                    <a:lnTo>
                      <a:pt x="1735" y="819"/>
                    </a:lnTo>
                    <a:lnTo>
                      <a:pt x="1735" y="817"/>
                    </a:lnTo>
                    <a:lnTo>
                      <a:pt x="1735" y="814"/>
                    </a:lnTo>
                    <a:lnTo>
                      <a:pt x="1736" y="813"/>
                    </a:lnTo>
                    <a:lnTo>
                      <a:pt x="1736" y="810"/>
                    </a:lnTo>
                    <a:lnTo>
                      <a:pt x="1731" y="806"/>
                    </a:lnTo>
                    <a:lnTo>
                      <a:pt x="1731" y="809"/>
                    </a:lnTo>
                    <a:lnTo>
                      <a:pt x="1731" y="814"/>
                    </a:lnTo>
                    <a:lnTo>
                      <a:pt x="1731" y="817"/>
                    </a:lnTo>
                    <a:lnTo>
                      <a:pt x="1728" y="818"/>
                    </a:lnTo>
                    <a:lnTo>
                      <a:pt x="1726" y="819"/>
                    </a:lnTo>
                    <a:lnTo>
                      <a:pt x="1725" y="821"/>
                    </a:lnTo>
                    <a:lnTo>
                      <a:pt x="1725" y="821"/>
                    </a:lnTo>
                    <a:lnTo>
                      <a:pt x="1726" y="824"/>
                    </a:lnTo>
                    <a:lnTo>
                      <a:pt x="1726" y="826"/>
                    </a:lnTo>
                    <a:lnTo>
                      <a:pt x="1725" y="826"/>
                    </a:lnTo>
                    <a:lnTo>
                      <a:pt x="1725" y="828"/>
                    </a:lnTo>
                    <a:lnTo>
                      <a:pt x="1728" y="828"/>
                    </a:lnTo>
                    <a:lnTo>
                      <a:pt x="1729" y="829"/>
                    </a:lnTo>
                    <a:lnTo>
                      <a:pt x="1729" y="829"/>
                    </a:lnTo>
                    <a:close/>
                    <a:moveTo>
                      <a:pt x="1726" y="847"/>
                    </a:moveTo>
                    <a:lnTo>
                      <a:pt x="1726" y="847"/>
                    </a:lnTo>
                    <a:lnTo>
                      <a:pt x="1728" y="845"/>
                    </a:lnTo>
                    <a:lnTo>
                      <a:pt x="1726" y="841"/>
                    </a:lnTo>
                    <a:lnTo>
                      <a:pt x="1726" y="840"/>
                    </a:lnTo>
                    <a:lnTo>
                      <a:pt x="1725" y="839"/>
                    </a:lnTo>
                    <a:lnTo>
                      <a:pt x="1725" y="841"/>
                    </a:lnTo>
                    <a:lnTo>
                      <a:pt x="1725" y="844"/>
                    </a:lnTo>
                    <a:lnTo>
                      <a:pt x="1726" y="847"/>
                    </a:lnTo>
                    <a:lnTo>
                      <a:pt x="1726" y="847"/>
                    </a:lnTo>
                    <a:close/>
                    <a:moveTo>
                      <a:pt x="1728" y="852"/>
                    </a:moveTo>
                    <a:lnTo>
                      <a:pt x="1729" y="851"/>
                    </a:lnTo>
                    <a:lnTo>
                      <a:pt x="1728" y="849"/>
                    </a:lnTo>
                    <a:lnTo>
                      <a:pt x="1726" y="849"/>
                    </a:lnTo>
                    <a:lnTo>
                      <a:pt x="1725" y="849"/>
                    </a:lnTo>
                    <a:lnTo>
                      <a:pt x="1725" y="851"/>
                    </a:lnTo>
                    <a:lnTo>
                      <a:pt x="1728" y="852"/>
                    </a:lnTo>
                    <a:lnTo>
                      <a:pt x="1728" y="852"/>
                    </a:lnTo>
                    <a:close/>
                    <a:moveTo>
                      <a:pt x="1722" y="856"/>
                    </a:moveTo>
                    <a:lnTo>
                      <a:pt x="1722" y="856"/>
                    </a:lnTo>
                    <a:lnTo>
                      <a:pt x="1722" y="855"/>
                    </a:lnTo>
                    <a:lnTo>
                      <a:pt x="1721" y="855"/>
                    </a:lnTo>
                    <a:lnTo>
                      <a:pt x="1721" y="856"/>
                    </a:lnTo>
                    <a:lnTo>
                      <a:pt x="1722" y="856"/>
                    </a:lnTo>
                    <a:lnTo>
                      <a:pt x="1722" y="856"/>
                    </a:lnTo>
                    <a:close/>
                    <a:moveTo>
                      <a:pt x="1724" y="863"/>
                    </a:moveTo>
                    <a:lnTo>
                      <a:pt x="1725" y="862"/>
                    </a:lnTo>
                    <a:lnTo>
                      <a:pt x="1726" y="860"/>
                    </a:lnTo>
                    <a:lnTo>
                      <a:pt x="1726" y="858"/>
                    </a:lnTo>
                    <a:lnTo>
                      <a:pt x="1725" y="858"/>
                    </a:lnTo>
                    <a:lnTo>
                      <a:pt x="1725" y="859"/>
                    </a:lnTo>
                    <a:lnTo>
                      <a:pt x="1724" y="863"/>
                    </a:lnTo>
                    <a:lnTo>
                      <a:pt x="1724" y="863"/>
                    </a:lnTo>
                    <a:close/>
                    <a:moveTo>
                      <a:pt x="1720" y="881"/>
                    </a:moveTo>
                    <a:lnTo>
                      <a:pt x="1721" y="879"/>
                    </a:lnTo>
                    <a:lnTo>
                      <a:pt x="1720" y="878"/>
                    </a:lnTo>
                    <a:lnTo>
                      <a:pt x="1720" y="879"/>
                    </a:lnTo>
                    <a:lnTo>
                      <a:pt x="1720" y="881"/>
                    </a:lnTo>
                    <a:lnTo>
                      <a:pt x="1720" y="881"/>
                    </a:lnTo>
                    <a:close/>
                    <a:moveTo>
                      <a:pt x="1720" y="890"/>
                    </a:moveTo>
                    <a:lnTo>
                      <a:pt x="1720" y="887"/>
                    </a:lnTo>
                    <a:lnTo>
                      <a:pt x="1720" y="886"/>
                    </a:lnTo>
                    <a:lnTo>
                      <a:pt x="1718" y="887"/>
                    </a:lnTo>
                    <a:lnTo>
                      <a:pt x="1720" y="890"/>
                    </a:lnTo>
                    <a:lnTo>
                      <a:pt x="1720" y="890"/>
                    </a:lnTo>
                    <a:close/>
                    <a:moveTo>
                      <a:pt x="1718" y="893"/>
                    </a:moveTo>
                    <a:lnTo>
                      <a:pt x="1720" y="894"/>
                    </a:lnTo>
                    <a:lnTo>
                      <a:pt x="1720" y="893"/>
                    </a:lnTo>
                    <a:lnTo>
                      <a:pt x="1718" y="893"/>
                    </a:lnTo>
                    <a:lnTo>
                      <a:pt x="1718" y="893"/>
                    </a:lnTo>
                    <a:close/>
                    <a:moveTo>
                      <a:pt x="1716" y="897"/>
                    </a:moveTo>
                    <a:lnTo>
                      <a:pt x="1717" y="898"/>
                    </a:lnTo>
                    <a:lnTo>
                      <a:pt x="1718" y="898"/>
                    </a:lnTo>
                    <a:lnTo>
                      <a:pt x="1718" y="897"/>
                    </a:lnTo>
                    <a:lnTo>
                      <a:pt x="1717" y="897"/>
                    </a:lnTo>
                    <a:lnTo>
                      <a:pt x="1716" y="897"/>
                    </a:lnTo>
                    <a:lnTo>
                      <a:pt x="1716" y="897"/>
                    </a:lnTo>
                    <a:close/>
                    <a:moveTo>
                      <a:pt x="1714" y="909"/>
                    </a:moveTo>
                    <a:lnTo>
                      <a:pt x="1716" y="908"/>
                    </a:lnTo>
                    <a:lnTo>
                      <a:pt x="1716" y="902"/>
                    </a:lnTo>
                    <a:lnTo>
                      <a:pt x="1714" y="902"/>
                    </a:lnTo>
                    <a:lnTo>
                      <a:pt x="1714" y="905"/>
                    </a:lnTo>
                    <a:lnTo>
                      <a:pt x="1713" y="909"/>
                    </a:lnTo>
                    <a:lnTo>
                      <a:pt x="1714" y="909"/>
                    </a:lnTo>
                    <a:lnTo>
                      <a:pt x="1714" y="909"/>
                    </a:lnTo>
                    <a:close/>
                    <a:moveTo>
                      <a:pt x="1690" y="942"/>
                    </a:moveTo>
                    <a:lnTo>
                      <a:pt x="1691" y="942"/>
                    </a:lnTo>
                    <a:lnTo>
                      <a:pt x="1694" y="939"/>
                    </a:lnTo>
                    <a:lnTo>
                      <a:pt x="1695" y="935"/>
                    </a:lnTo>
                    <a:lnTo>
                      <a:pt x="1698" y="934"/>
                    </a:lnTo>
                    <a:lnTo>
                      <a:pt x="1698" y="931"/>
                    </a:lnTo>
                    <a:lnTo>
                      <a:pt x="1698" y="928"/>
                    </a:lnTo>
                    <a:lnTo>
                      <a:pt x="1702" y="924"/>
                    </a:lnTo>
                    <a:lnTo>
                      <a:pt x="1701" y="925"/>
                    </a:lnTo>
                    <a:lnTo>
                      <a:pt x="1697" y="925"/>
                    </a:lnTo>
                    <a:lnTo>
                      <a:pt x="1695" y="928"/>
                    </a:lnTo>
                    <a:lnTo>
                      <a:pt x="1695" y="930"/>
                    </a:lnTo>
                    <a:lnTo>
                      <a:pt x="1694" y="932"/>
                    </a:lnTo>
                    <a:lnTo>
                      <a:pt x="1693" y="934"/>
                    </a:lnTo>
                    <a:lnTo>
                      <a:pt x="1693" y="935"/>
                    </a:lnTo>
                    <a:lnTo>
                      <a:pt x="1690" y="938"/>
                    </a:lnTo>
                    <a:lnTo>
                      <a:pt x="1690" y="942"/>
                    </a:lnTo>
                    <a:lnTo>
                      <a:pt x="1690" y="942"/>
                    </a:lnTo>
                    <a:close/>
                    <a:moveTo>
                      <a:pt x="1663" y="973"/>
                    </a:moveTo>
                    <a:lnTo>
                      <a:pt x="1664" y="972"/>
                    </a:lnTo>
                    <a:lnTo>
                      <a:pt x="1665" y="969"/>
                    </a:lnTo>
                    <a:lnTo>
                      <a:pt x="1667" y="968"/>
                    </a:lnTo>
                    <a:lnTo>
                      <a:pt x="1667" y="964"/>
                    </a:lnTo>
                    <a:lnTo>
                      <a:pt x="1668" y="962"/>
                    </a:lnTo>
                    <a:lnTo>
                      <a:pt x="1668" y="961"/>
                    </a:lnTo>
                    <a:lnTo>
                      <a:pt x="1669" y="959"/>
                    </a:lnTo>
                    <a:lnTo>
                      <a:pt x="1671" y="961"/>
                    </a:lnTo>
                    <a:lnTo>
                      <a:pt x="1672" y="958"/>
                    </a:lnTo>
                    <a:lnTo>
                      <a:pt x="1675" y="954"/>
                    </a:lnTo>
                    <a:lnTo>
                      <a:pt x="1678" y="951"/>
                    </a:lnTo>
                    <a:lnTo>
                      <a:pt x="1680" y="951"/>
                    </a:lnTo>
                    <a:lnTo>
                      <a:pt x="1683" y="950"/>
                    </a:lnTo>
                    <a:lnTo>
                      <a:pt x="1683" y="947"/>
                    </a:lnTo>
                    <a:lnTo>
                      <a:pt x="1682" y="943"/>
                    </a:lnTo>
                    <a:lnTo>
                      <a:pt x="1680" y="944"/>
                    </a:lnTo>
                    <a:lnTo>
                      <a:pt x="1678" y="947"/>
                    </a:lnTo>
                    <a:lnTo>
                      <a:pt x="1676" y="950"/>
                    </a:lnTo>
                    <a:lnTo>
                      <a:pt x="1675" y="950"/>
                    </a:lnTo>
                    <a:lnTo>
                      <a:pt x="1672" y="951"/>
                    </a:lnTo>
                    <a:lnTo>
                      <a:pt x="1671" y="951"/>
                    </a:lnTo>
                    <a:lnTo>
                      <a:pt x="1671" y="949"/>
                    </a:lnTo>
                    <a:lnTo>
                      <a:pt x="1669" y="949"/>
                    </a:lnTo>
                    <a:lnTo>
                      <a:pt x="1668" y="951"/>
                    </a:lnTo>
                    <a:lnTo>
                      <a:pt x="1669" y="953"/>
                    </a:lnTo>
                    <a:lnTo>
                      <a:pt x="1668" y="955"/>
                    </a:lnTo>
                    <a:lnTo>
                      <a:pt x="1667" y="958"/>
                    </a:lnTo>
                    <a:lnTo>
                      <a:pt x="1665" y="958"/>
                    </a:lnTo>
                    <a:lnTo>
                      <a:pt x="1665" y="959"/>
                    </a:lnTo>
                    <a:lnTo>
                      <a:pt x="1665" y="962"/>
                    </a:lnTo>
                    <a:lnTo>
                      <a:pt x="1663" y="964"/>
                    </a:lnTo>
                    <a:lnTo>
                      <a:pt x="1663" y="965"/>
                    </a:lnTo>
                    <a:lnTo>
                      <a:pt x="1664" y="966"/>
                    </a:lnTo>
                    <a:lnTo>
                      <a:pt x="1663" y="968"/>
                    </a:lnTo>
                    <a:lnTo>
                      <a:pt x="1663" y="969"/>
                    </a:lnTo>
                    <a:lnTo>
                      <a:pt x="1663" y="973"/>
                    </a:lnTo>
                    <a:lnTo>
                      <a:pt x="1663" y="973"/>
                    </a:lnTo>
                    <a:close/>
                    <a:moveTo>
                      <a:pt x="1650" y="992"/>
                    </a:moveTo>
                    <a:lnTo>
                      <a:pt x="1650" y="992"/>
                    </a:lnTo>
                    <a:lnTo>
                      <a:pt x="1650" y="988"/>
                    </a:lnTo>
                    <a:lnTo>
                      <a:pt x="1652" y="981"/>
                    </a:lnTo>
                    <a:lnTo>
                      <a:pt x="1653" y="980"/>
                    </a:lnTo>
                    <a:lnTo>
                      <a:pt x="1657" y="977"/>
                    </a:lnTo>
                    <a:lnTo>
                      <a:pt x="1657" y="974"/>
                    </a:lnTo>
                    <a:lnTo>
                      <a:pt x="1657" y="974"/>
                    </a:lnTo>
                    <a:lnTo>
                      <a:pt x="1654" y="974"/>
                    </a:lnTo>
                    <a:lnTo>
                      <a:pt x="1653" y="974"/>
                    </a:lnTo>
                    <a:lnTo>
                      <a:pt x="1652" y="973"/>
                    </a:lnTo>
                    <a:lnTo>
                      <a:pt x="1650" y="973"/>
                    </a:lnTo>
                    <a:lnTo>
                      <a:pt x="1650" y="977"/>
                    </a:lnTo>
                    <a:lnTo>
                      <a:pt x="1649" y="980"/>
                    </a:lnTo>
                    <a:lnTo>
                      <a:pt x="1649" y="984"/>
                    </a:lnTo>
                    <a:lnTo>
                      <a:pt x="1648" y="987"/>
                    </a:lnTo>
                    <a:lnTo>
                      <a:pt x="1649" y="988"/>
                    </a:lnTo>
                    <a:lnTo>
                      <a:pt x="1650" y="992"/>
                    </a:lnTo>
                    <a:lnTo>
                      <a:pt x="1650" y="992"/>
                    </a:lnTo>
                    <a:close/>
                    <a:moveTo>
                      <a:pt x="28" y="764"/>
                    </a:moveTo>
                    <a:lnTo>
                      <a:pt x="28" y="764"/>
                    </a:lnTo>
                    <a:lnTo>
                      <a:pt x="28" y="767"/>
                    </a:lnTo>
                    <a:lnTo>
                      <a:pt x="31" y="768"/>
                    </a:lnTo>
                    <a:lnTo>
                      <a:pt x="31" y="767"/>
                    </a:lnTo>
                    <a:lnTo>
                      <a:pt x="28" y="76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grpSp>
            <p:nvGrpSpPr>
              <p:cNvPr id="14" name="Groupe 1548"/>
              <p:cNvGrpSpPr/>
              <p:nvPr/>
            </p:nvGrpSpPr>
            <p:grpSpPr>
              <a:xfrm>
                <a:off x="4683230" y="2212550"/>
                <a:ext cx="594812" cy="761809"/>
                <a:chOff x="5262563" y="2500313"/>
                <a:chExt cx="503238" cy="644525"/>
              </a:xfrm>
              <a:grpFill/>
            </p:grpSpPr>
            <p:sp>
              <p:nvSpPr>
                <p:cNvPr id="449" name="Freeform 787"/>
                <p:cNvSpPr>
                  <a:spLocks noEditPoints="1"/>
                </p:cNvSpPr>
                <p:nvPr/>
              </p:nvSpPr>
              <p:spPr bwMode="auto">
                <a:xfrm>
                  <a:off x="5332413" y="3032125"/>
                  <a:ext cx="142875" cy="112713"/>
                </a:xfrm>
                <a:custGeom>
                  <a:avLst/>
                  <a:gdLst/>
                  <a:ahLst/>
                  <a:cxnLst>
                    <a:cxn ang="0">
                      <a:pos x="70" y="68"/>
                    </a:cxn>
                    <a:cxn ang="0">
                      <a:pos x="71" y="63"/>
                    </a:cxn>
                    <a:cxn ang="0">
                      <a:pos x="66" y="63"/>
                    </a:cxn>
                    <a:cxn ang="0">
                      <a:pos x="66" y="67"/>
                    </a:cxn>
                    <a:cxn ang="0">
                      <a:pos x="85" y="52"/>
                    </a:cxn>
                    <a:cxn ang="0">
                      <a:pos x="87" y="51"/>
                    </a:cxn>
                    <a:cxn ang="0">
                      <a:pos x="56" y="45"/>
                    </a:cxn>
                    <a:cxn ang="0">
                      <a:pos x="51" y="56"/>
                    </a:cxn>
                    <a:cxn ang="0">
                      <a:pos x="48" y="52"/>
                    </a:cxn>
                    <a:cxn ang="0">
                      <a:pos x="41" y="46"/>
                    </a:cxn>
                    <a:cxn ang="0">
                      <a:pos x="42" y="40"/>
                    </a:cxn>
                    <a:cxn ang="0">
                      <a:pos x="48" y="44"/>
                    </a:cxn>
                    <a:cxn ang="0">
                      <a:pos x="48" y="41"/>
                    </a:cxn>
                    <a:cxn ang="0">
                      <a:pos x="55" y="36"/>
                    </a:cxn>
                    <a:cxn ang="0">
                      <a:pos x="52" y="46"/>
                    </a:cxn>
                    <a:cxn ang="0">
                      <a:pos x="55" y="52"/>
                    </a:cxn>
                    <a:cxn ang="0">
                      <a:pos x="51" y="56"/>
                    </a:cxn>
                    <a:cxn ang="0">
                      <a:pos x="56" y="56"/>
                    </a:cxn>
                    <a:cxn ang="0">
                      <a:pos x="52" y="57"/>
                    </a:cxn>
                    <a:cxn ang="0">
                      <a:pos x="47" y="60"/>
                    </a:cxn>
                    <a:cxn ang="0">
                      <a:pos x="52" y="60"/>
                    </a:cxn>
                    <a:cxn ang="0">
                      <a:pos x="49" y="61"/>
                    </a:cxn>
                    <a:cxn ang="0">
                      <a:pos x="38" y="61"/>
                    </a:cxn>
                    <a:cxn ang="0">
                      <a:pos x="41" y="57"/>
                    </a:cxn>
                    <a:cxn ang="0">
                      <a:pos x="33" y="37"/>
                    </a:cxn>
                    <a:cxn ang="0">
                      <a:pos x="32" y="42"/>
                    </a:cxn>
                    <a:cxn ang="0">
                      <a:pos x="30" y="57"/>
                    </a:cxn>
                    <a:cxn ang="0">
                      <a:pos x="34" y="59"/>
                    </a:cxn>
                    <a:cxn ang="0">
                      <a:pos x="38" y="55"/>
                    </a:cxn>
                    <a:cxn ang="0">
                      <a:pos x="28" y="45"/>
                    </a:cxn>
                    <a:cxn ang="0">
                      <a:pos x="36" y="53"/>
                    </a:cxn>
                    <a:cxn ang="0">
                      <a:pos x="26" y="55"/>
                    </a:cxn>
                    <a:cxn ang="0">
                      <a:pos x="23" y="46"/>
                    </a:cxn>
                    <a:cxn ang="0">
                      <a:pos x="37" y="10"/>
                    </a:cxn>
                    <a:cxn ang="0">
                      <a:pos x="8" y="21"/>
                    </a:cxn>
                    <a:cxn ang="0">
                      <a:pos x="11" y="23"/>
                    </a:cxn>
                    <a:cxn ang="0">
                      <a:pos x="7" y="22"/>
                    </a:cxn>
                    <a:cxn ang="0">
                      <a:pos x="17" y="17"/>
                    </a:cxn>
                    <a:cxn ang="0">
                      <a:pos x="26" y="18"/>
                    </a:cxn>
                    <a:cxn ang="0">
                      <a:pos x="30" y="8"/>
                    </a:cxn>
                    <a:cxn ang="0">
                      <a:pos x="28" y="4"/>
                    </a:cxn>
                    <a:cxn ang="0">
                      <a:pos x="18" y="13"/>
                    </a:cxn>
                    <a:cxn ang="0">
                      <a:pos x="8" y="17"/>
                    </a:cxn>
                    <a:cxn ang="0">
                      <a:pos x="4" y="22"/>
                    </a:cxn>
                    <a:cxn ang="0">
                      <a:pos x="21" y="59"/>
                    </a:cxn>
                    <a:cxn ang="0">
                      <a:pos x="18" y="55"/>
                    </a:cxn>
                    <a:cxn ang="0">
                      <a:pos x="19" y="49"/>
                    </a:cxn>
                    <a:cxn ang="0">
                      <a:pos x="25" y="41"/>
                    </a:cxn>
                    <a:cxn ang="0">
                      <a:pos x="28" y="34"/>
                    </a:cxn>
                    <a:cxn ang="0">
                      <a:pos x="34" y="33"/>
                    </a:cxn>
                    <a:cxn ang="0">
                      <a:pos x="36" y="27"/>
                    </a:cxn>
                    <a:cxn ang="0">
                      <a:pos x="28" y="25"/>
                    </a:cxn>
                    <a:cxn ang="0">
                      <a:pos x="25" y="18"/>
                    </a:cxn>
                    <a:cxn ang="0">
                      <a:pos x="15" y="19"/>
                    </a:cxn>
                    <a:cxn ang="0">
                      <a:pos x="18" y="27"/>
                    </a:cxn>
                    <a:cxn ang="0">
                      <a:pos x="15" y="25"/>
                    </a:cxn>
                    <a:cxn ang="0">
                      <a:pos x="13" y="26"/>
                    </a:cxn>
                    <a:cxn ang="0">
                      <a:pos x="3" y="26"/>
                    </a:cxn>
                    <a:cxn ang="0">
                      <a:pos x="3" y="32"/>
                    </a:cxn>
                    <a:cxn ang="0">
                      <a:pos x="4" y="40"/>
                    </a:cxn>
                    <a:cxn ang="0">
                      <a:pos x="2" y="48"/>
                    </a:cxn>
                    <a:cxn ang="0">
                      <a:pos x="7" y="55"/>
                    </a:cxn>
                    <a:cxn ang="0">
                      <a:pos x="18" y="59"/>
                    </a:cxn>
                  </a:cxnLst>
                  <a:rect l="0" t="0" r="r" b="b"/>
                  <a:pathLst>
                    <a:path w="90" h="71">
                      <a:moveTo>
                        <a:pt x="64" y="68"/>
                      </a:moveTo>
                      <a:lnTo>
                        <a:pt x="66" y="70"/>
                      </a:lnTo>
                      <a:lnTo>
                        <a:pt x="68" y="71"/>
                      </a:lnTo>
                      <a:lnTo>
                        <a:pt x="70" y="68"/>
                      </a:lnTo>
                      <a:lnTo>
                        <a:pt x="72" y="68"/>
                      </a:lnTo>
                      <a:lnTo>
                        <a:pt x="72" y="67"/>
                      </a:lnTo>
                      <a:lnTo>
                        <a:pt x="71" y="65"/>
                      </a:lnTo>
                      <a:lnTo>
                        <a:pt x="71" y="63"/>
                      </a:lnTo>
                      <a:lnTo>
                        <a:pt x="70" y="63"/>
                      </a:lnTo>
                      <a:lnTo>
                        <a:pt x="68" y="63"/>
                      </a:lnTo>
                      <a:lnTo>
                        <a:pt x="67" y="63"/>
                      </a:lnTo>
                      <a:lnTo>
                        <a:pt x="66" y="63"/>
                      </a:lnTo>
                      <a:lnTo>
                        <a:pt x="66" y="64"/>
                      </a:lnTo>
                      <a:lnTo>
                        <a:pt x="68" y="64"/>
                      </a:lnTo>
                      <a:lnTo>
                        <a:pt x="67" y="65"/>
                      </a:lnTo>
                      <a:lnTo>
                        <a:pt x="66" y="67"/>
                      </a:lnTo>
                      <a:lnTo>
                        <a:pt x="64" y="68"/>
                      </a:lnTo>
                      <a:lnTo>
                        <a:pt x="64" y="68"/>
                      </a:lnTo>
                      <a:close/>
                      <a:moveTo>
                        <a:pt x="85" y="49"/>
                      </a:moveTo>
                      <a:lnTo>
                        <a:pt x="85" y="52"/>
                      </a:lnTo>
                      <a:lnTo>
                        <a:pt x="85" y="55"/>
                      </a:lnTo>
                      <a:lnTo>
                        <a:pt x="90" y="57"/>
                      </a:lnTo>
                      <a:lnTo>
                        <a:pt x="90" y="55"/>
                      </a:lnTo>
                      <a:lnTo>
                        <a:pt x="87" y="51"/>
                      </a:lnTo>
                      <a:lnTo>
                        <a:pt x="85" y="49"/>
                      </a:lnTo>
                      <a:lnTo>
                        <a:pt x="85" y="49"/>
                      </a:lnTo>
                      <a:close/>
                      <a:moveTo>
                        <a:pt x="57" y="42"/>
                      </a:moveTo>
                      <a:lnTo>
                        <a:pt x="56" y="45"/>
                      </a:lnTo>
                      <a:lnTo>
                        <a:pt x="59" y="46"/>
                      </a:lnTo>
                      <a:lnTo>
                        <a:pt x="57" y="42"/>
                      </a:lnTo>
                      <a:lnTo>
                        <a:pt x="57" y="42"/>
                      </a:lnTo>
                      <a:close/>
                      <a:moveTo>
                        <a:pt x="51" y="56"/>
                      </a:moveTo>
                      <a:lnTo>
                        <a:pt x="48" y="56"/>
                      </a:lnTo>
                      <a:lnTo>
                        <a:pt x="47" y="55"/>
                      </a:lnTo>
                      <a:lnTo>
                        <a:pt x="48" y="53"/>
                      </a:lnTo>
                      <a:lnTo>
                        <a:pt x="48" y="52"/>
                      </a:lnTo>
                      <a:lnTo>
                        <a:pt x="44" y="52"/>
                      </a:lnTo>
                      <a:lnTo>
                        <a:pt x="42" y="52"/>
                      </a:lnTo>
                      <a:lnTo>
                        <a:pt x="41" y="49"/>
                      </a:lnTo>
                      <a:lnTo>
                        <a:pt x="41" y="46"/>
                      </a:lnTo>
                      <a:lnTo>
                        <a:pt x="40" y="45"/>
                      </a:lnTo>
                      <a:lnTo>
                        <a:pt x="40" y="42"/>
                      </a:lnTo>
                      <a:lnTo>
                        <a:pt x="41" y="42"/>
                      </a:lnTo>
                      <a:lnTo>
                        <a:pt x="42" y="40"/>
                      </a:lnTo>
                      <a:lnTo>
                        <a:pt x="44" y="38"/>
                      </a:lnTo>
                      <a:lnTo>
                        <a:pt x="45" y="41"/>
                      </a:lnTo>
                      <a:lnTo>
                        <a:pt x="45" y="42"/>
                      </a:lnTo>
                      <a:lnTo>
                        <a:pt x="48" y="44"/>
                      </a:lnTo>
                      <a:lnTo>
                        <a:pt x="48" y="42"/>
                      </a:lnTo>
                      <a:lnTo>
                        <a:pt x="51" y="44"/>
                      </a:lnTo>
                      <a:lnTo>
                        <a:pt x="51" y="42"/>
                      </a:lnTo>
                      <a:lnTo>
                        <a:pt x="48" y="41"/>
                      </a:lnTo>
                      <a:lnTo>
                        <a:pt x="47" y="40"/>
                      </a:lnTo>
                      <a:lnTo>
                        <a:pt x="48" y="37"/>
                      </a:lnTo>
                      <a:lnTo>
                        <a:pt x="52" y="36"/>
                      </a:lnTo>
                      <a:lnTo>
                        <a:pt x="55" y="36"/>
                      </a:lnTo>
                      <a:lnTo>
                        <a:pt x="56" y="38"/>
                      </a:lnTo>
                      <a:lnTo>
                        <a:pt x="56" y="41"/>
                      </a:lnTo>
                      <a:lnTo>
                        <a:pt x="56" y="44"/>
                      </a:lnTo>
                      <a:lnTo>
                        <a:pt x="52" y="46"/>
                      </a:lnTo>
                      <a:lnTo>
                        <a:pt x="52" y="46"/>
                      </a:lnTo>
                      <a:lnTo>
                        <a:pt x="55" y="49"/>
                      </a:lnTo>
                      <a:lnTo>
                        <a:pt x="56" y="51"/>
                      </a:lnTo>
                      <a:lnTo>
                        <a:pt x="55" y="52"/>
                      </a:lnTo>
                      <a:lnTo>
                        <a:pt x="51" y="53"/>
                      </a:lnTo>
                      <a:lnTo>
                        <a:pt x="52" y="55"/>
                      </a:lnTo>
                      <a:lnTo>
                        <a:pt x="51" y="56"/>
                      </a:lnTo>
                      <a:lnTo>
                        <a:pt x="51" y="56"/>
                      </a:lnTo>
                      <a:close/>
                      <a:moveTo>
                        <a:pt x="52" y="57"/>
                      </a:moveTo>
                      <a:lnTo>
                        <a:pt x="52" y="59"/>
                      </a:lnTo>
                      <a:lnTo>
                        <a:pt x="53" y="56"/>
                      </a:lnTo>
                      <a:lnTo>
                        <a:pt x="56" y="56"/>
                      </a:lnTo>
                      <a:lnTo>
                        <a:pt x="55" y="55"/>
                      </a:lnTo>
                      <a:lnTo>
                        <a:pt x="53" y="56"/>
                      </a:lnTo>
                      <a:lnTo>
                        <a:pt x="52" y="57"/>
                      </a:lnTo>
                      <a:lnTo>
                        <a:pt x="52" y="57"/>
                      </a:lnTo>
                      <a:close/>
                      <a:moveTo>
                        <a:pt x="41" y="57"/>
                      </a:moveTo>
                      <a:lnTo>
                        <a:pt x="44" y="60"/>
                      </a:lnTo>
                      <a:lnTo>
                        <a:pt x="45" y="60"/>
                      </a:lnTo>
                      <a:lnTo>
                        <a:pt x="47" y="60"/>
                      </a:lnTo>
                      <a:lnTo>
                        <a:pt x="48" y="57"/>
                      </a:lnTo>
                      <a:lnTo>
                        <a:pt x="51" y="57"/>
                      </a:lnTo>
                      <a:lnTo>
                        <a:pt x="51" y="57"/>
                      </a:lnTo>
                      <a:lnTo>
                        <a:pt x="52" y="60"/>
                      </a:lnTo>
                      <a:lnTo>
                        <a:pt x="51" y="61"/>
                      </a:lnTo>
                      <a:lnTo>
                        <a:pt x="51" y="64"/>
                      </a:lnTo>
                      <a:lnTo>
                        <a:pt x="49" y="64"/>
                      </a:lnTo>
                      <a:lnTo>
                        <a:pt x="49" y="61"/>
                      </a:lnTo>
                      <a:lnTo>
                        <a:pt x="48" y="63"/>
                      </a:lnTo>
                      <a:lnTo>
                        <a:pt x="44" y="64"/>
                      </a:lnTo>
                      <a:lnTo>
                        <a:pt x="40" y="63"/>
                      </a:lnTo>
                      <a:lnTo>
                        <a:pt x="38" y="61"/>
                      </a:lnTo>
                      <a:lnTo>
                        <a:pt x="40" y="60"/>
                      </a:lnTo>
                      <a:lnTo>
                        <a:pt x="38" y="59"/>
                      </a:lnTo>
                      <a:lnTo>
                        <a:pt x="40" y="57"/>
                      </a:lnTo>
                      <a:lnTo>
                        <a:pt x="41" y="57"/>
                      </a:lnTo>
                      <a:lnTo>
                        <a:pt x="41" y="57"/>
                      </a:lnTo>
                      <a:close/>
                      <a:moveTo>
                        <a:pt x="32" y="42"/>
                      </a:moveTo>
                      <a:lnTo>
                        <a:pt x="33" y="41"/>
                      </a:lnTo>
                      <a:lnTo>
                        <a:pt x="33" y="37"/>
                      </a:lnTo>
                      <a:lnTo>
                        <a:pt x="33" y="40"/>
                      </a:lnTo>
                      <a:lnTo>
                        <a:pt x="33" y="42"/>
                      </a:lnTo>
                      <a:lnTo>
                        <a:pt x="32" y="42"/>
                      </a:lnTo>
                      <a:lnTo>
                        <a:pt x="32" y="42"/>
                      </a:lnTo>
                      <a:close/>
                      <a:moveTo>
                        <a:pt x="30" y="57"/>
                      </a:moveTo>
                      <a:lnTo>
                        <a:pt x="32" y="60"/>
                      </a:lnTo>
                      <a:lnTo>
                        <a:pt x="33" y="59"/>
                      </a:lnTo>
                      <a:lnTo>
                        <a:pt x="30" y="57"/>
                      </a:lnTo>
                      <a:lnTo>
                        <a:pt x="30" y="57"/>
                      </a:lnTo>
                      <a:close/>
                      <a:moveTo>
                        <a:pt x="36" y="53"/>
                      </a:moveTo>
                      <a:lnTo>
                        <a:pt x="36" y="57"/>
                      </a:lnTo>
                      <a:lnTo>
                        <a:pt x="34" y="59"/>
                      </a:lnTo>
                      <a:lnTo>
                        <a:pt x="34" y="60"/>
                      </a:lnTo>
                      <a:lnTo>
                        <a:pt x="37" y="59"/>
                      </a:lnTo>
                      <a:lnTo>
                        <a:pt x="38" y="55"/>
                      </a:lnTo>
                      <a:lnTo>
                        <a:pt x="38" y="55"/>
                      </a:lnTo>
                      <a:lnTo>
                        <a:pt x="36" y="53"/>
                      </a:lnTo>
                      <a:lnTo>
                        <a:pt x="36" y="53"/>
                      </a:lnTo>
                      <a:close/>
                      <a:moveTo>
                        <a:pt x="23" y="46"/>
                      </a:moveTo>
                      <a:lnTo>
                        <a:pt x="28" y="45"/>
                      </a:lnTo>
                      <a:lnTo>
                        <a:pt x="30" y="46"/>
                      </a:lnTo>
                      <a:lnTo>
                        <a:pt x="33" y="46"/>
                      </a:lnTo>
                      <a:lnTo>
                        <a:pt x="34" y="51"/>
                      </a:lnTo>
                      <a:lnTo>
                        <a:pt x="36" y="53"/>
                      </a:lnTo>
                      <a:lnTo>
                        <a:pt x="33" y="56"/>
                      </a:lnTo>
                      <a:lnTo>
                        <a:pt x="30" y="56"/>
                      </a:lnTo>
                      <a:lnTo>
                        <a:pt x="29" y="56"/>
                      </a:lnTo>
                      <a:lnTo>
                        <a:pt x="26" y="55"/>
                      </a:lnTo>
                      <a:lnTo>
                        <a:pt x="23" y="52"/>
                      </a:lnTo>
                      <a:lnTo>
                        <a:pt x="22" y="49"/>
                      </a:lnTo>
                      <a:lnTo>
                        <a:pt x="23" y="46"/>
                      </a:lnTo>
                      <a:lnTo>
                        <a:pt x="23" y="46"/>
                      </a:lnTo>
                      <a:close/>
                      <a:moveTo>
                        <a:pt x="34" y="10"/>
                      </a:moveTo>
                      <a:lnTo>
                        <a:pt x="36" y="8"/>
                      </a:lnTo>
                      <a:lnTo>
                        <a:pt x="38" y="8"/>
                      </a:lnTo>
                      <a:lnTo>
                        <a:pt x="37" y="10"/>
                      </a:lnTo>
                      <a:lnTo>
                        <a:pt x="34" y="10"/>
                      </a:lnTo>
                      <a:lnTo>
                        <a:pt x="34" y="10"/>
                      </a:lnTo>
                      <a:close/>
                      <a:moveTo>
                        <a:pt x="10" y="23"/>
                      </a:moveTo>
                      <a:lnTo>
                        <a:pt x="8" y="21"/>
                      </a:lnTo>
                      <a:lnTo>
                        <a:pt x="11" y="19"/>
                      </a:lnTo>
                      <a:lnTo>
                        <a:pt x="14" y="19"/>
                      </a:lnTo>
                      <a:lnTo>
                        <a:pt x="13" y="21"/>
                      </a:lnTo>
                      <a:lnTo>
                        <a:pt x="11" y="23"/>
                      </a:lnTo>
                      <a:lnTo>
                        <a:pt x="10" y="23"/>
                      </a:lnTo>
                      <a:lnTo>
                        <a:pt x="10" y="23"/>
                      </a:lnTo>
                      <a:close/>
                      <a:moveTo>
                        <a:pt x="8" y="25"/>
                      </a:moveTo>
                      <a:lnTo>
                        <a:pt x="7" y="22"/>
                      </a:lnTo>
                      <a:lnTo>
                        <a:pt x="8" y="19"/>
                      </a:lnTo>
                      <a:lnTo>
                        <a:pt x="13" y="17"/>
                      </a:lnTo>
                      <a:lnTo>
                        <a:pt x="14" y="17"/>
                      </a:lnTo>
                      <a:lnTo>
                        <a:pt x="17" y="17"/>
                      </a:lnTo>
                      <a:lnTo>
                        <a:pt x="19" y="17"/>
                      </a:lnTo>
                      <a:lnTo>
                        <a:pt x="21" y="17"/>
                      </a:lnTo>
                      <a:lnTo>
                        <a:pt x="23" y="17"/>
                      </a:lnTo>
                      <a:lnTo>
                        <a:pt x="26" y="18"/>
                      </a:lnTo>
                      <a:lnTo>
                        <a:pt x="28" y="17"/>
                      </a:lnTo>
                      <a:lnTo>
                        <a:pt x="30" y="13"/>
                      </a:lnTo>
                      <a:lnTo>
                        <a:pt x="30" y="8"/>
                      </a:lnTo>
                      <a:lnTo>
                        <a:pt x="30" y="8"/>
                      </a:lnTo>
                      <a:lnTo>
                        <a:pt x="30" y="4"/>
                      </a:lnTo>
                      <a:lnTo>
                        <a:pt x="32" y="2"/>
                      </a:lnTo>
                      <a:lnTo>
                        <a:pt x="32" y="0"/>
                      </a:lnTo>
                      <a:lnTo>
                        <a:pt x="28" y="4"/>
                      </a:lnTo>
                      <a:lnTo>
                        <a:pt x="23" y="6"/>
                      </a:lnTo>
                      <a:lnTo>
                        <a:pt x="22" y="6"/>
                      </a:lnTo>
                      <a:lnTo>
                        <a:pt x="19" y="8"/>
                      </a:lnTo>
                      <a:lnTo>
                        <a:pt x="18" y="13"/>
                      </a:lnTo>
                      <a:lnTo>
                        <a:pt x="15" y="14"/>
                      </a:lnTo>
                      <a:lnTo>
                        <a:pt x="13" y="14"/>
                      </a:lnTo>
                      <a:lnTo>
                        <a:pt x="8" y="17"/>
                      </a:lnTo>
                      <a:lnTo>
                        <a:pt x="8" y="17"/>
                      </a:lnTo>
                      <a:lnTo>
                        <a:pt x="6" y="17"/>
                      </a:lnTo>
                      <a:lnTo>
                        <a:pt x="4" y="19"/>
                      </a:lnTo>
                      <a:lnTo>
                        <a:pt x="3" y="22"/>
                      </a:lnTo>
                      <a:lnTo>
                        <a:pt x="4" y="22"/>
                      </a:lnTo>
                      <a:lnTo>
                        <a:pt x="6" y="22"/>
                      </a:lnTo>
                      <a:lnTo>
                        <a:pt x="8" y="25"/>
                      </a:lnTo>
                      <a:lnTo>
                        <a:pt x="8" y="25"/>
                      </a:lnTo>
                      <a:close/>
                      <a:moveTo>
                        <a:pt x="21" y="59"/>
                      </a:moveTo>
                      <a:lnTo>
                        <a:pt x="21" y="59"/>
                      </a:lnTo>
                      <a:lnTo>
                        <a:pt x="21" y="57"/>
                      </a:lnTo>
                      <a:lnTo>
                        <a:pt x="19" y="55"/>
                      </a:lnTo>
                      <a:lnTo>
                        <a:pt x="18" y="55"/>
                      </a:lnTo>
                      <a:lnTo>
                        <a:pt x="18" y="53"/>
                      </a:lnTo>
                      <a:lnTo>
                        <a:pt x="19" y="52"/>
                      </a:lnTo>
                      <a:lnTo>
                        <a:pt x="21" y="49"/>
                      </a:lnTo>
                      <a:lnTo>
                        <a:pt x="19" y="49"/>
                      </a:lnTo>
                      <a:lnTo>
                        <a:pt x="19" y="46"/>
                      </a:lnTo>
                      <a:lnTo>
                        <a:pt x="25" y="44"/>
                      </a:lnTo>
                      <a:lnTo>
                        <a:pt x="23" y="44"/>
                      </a:lnTo>
                      <a:lnTo>
                        <a:pt x="25" y="41"/>
                      </a:lnTo>
                      <a:lnTo>
                        <a:pt x="26" y="41"/>
                      </a:lnTo>
                      <a:lnTo>
                        <a:pt x="29" y="41"/>
                      </a:lnTo>
                      <a:lnTo>
                        <a:pt x="29" y="37"/>
                      </a:lnTo>
                      <a:lnTo>
                        <a:pt x="28" y="34"/>
                      </a:lnTo>
                      <a:lnTo>
                        <a:pt x="30" y="33"/>
                      </a:lnTo>
                      <a:lnTo>
                        <a:pt x="32" y="32"/>
                      </a:lnTo>
                      <a:lnTo>
                        <a:pt x="34" y="34"/>
                      </a:lnTo>
                      <a:lnTo>
                        <a:pt x="34" y="33"/>
                      </a:lnTo>
                      <a:lnTo>
                        <a:pt x="36" y="34"/>
                      </a:lnTo>
                      <a:lnTo>
                        <a:pt x="37" y="33"/>
                      </a:lnTo>
                      <a:lnTo>
                        <a:pt x="37" y="30"/>
                      </a:lnTo>
                      <a:lnTo>
                        <a:pt x="36" y="27"/>
                      </a:lnTo>
                      <a:lnTo>
                        <a:pt x="34" y="29"/>
                      </a:lnTo>
                      <a:lnTo>
                        <a:pt x="30" y="29"/>
                      </a:lnTo>
                      <a:lnTo>
                        <a:pt x="29" y="26"/>
                      </a:lnTo>
                      <a:lnTo>
                        <a:pt x="28" y="25"/>
                      </a:lnTo>
                      <a:lnTo>
                        <a:pt x="26" y="23"/>
                      </a:lnTo>
                      <a:lnTo>
                        <a:pt x="28" y="22"/>
                      </a:lnTo>
                      <a:lnTo>
                        <a:pt x="28" y="19"/>
                      </a:lnTo>
                      <a:lnTo>
                        <a:pt x="25" y="18"/>
                      </a:lnTo>
                      <a:lnTo>
                        <a:pt x="21" y="18"/>
                      </a:lnTo>
                      <a:lnTo>
                        <a:pt x="18" y="19"/>
                      </a:lnTo>
                      <a:lnTo>
                        <a:pt x="15" y="18"/>
                      </a:lnTo>
                      <a:lnTo>
                        <a:pt x="15" y="19"/>
                      </a:lnTo>
                      <a:lnTo>
                        <a:pt x="17" y="23"/>
                      </a:lnTo>
                      <a:lnTo>
                        <a:pt x="17" y="23"/>
                      </a:lnTo>
                      <a:lnTo>
                        <a:pt x="19" y="26"/>
                      </a:lnTo>
                      <a:lnTo>
                        <a:pt x="18" y="27"/>
                      </a:lnTo>
                      <a:lnTo>
                        <a:pt x="17" y="26"/>
                      </a:lnTo>
                      <a:lnTo>
                        <a:pt x="14" y="27"/>
                      </a:lnTo>
                      <a:lnTo>
                        <a:pt x="14" y="26"/>
                      </a:lnTo>
                      <a:lnTo>
                        <a:pt x="15" y="25"/>
                      </a:lnTo>
                      <a:lnTo>
                        <a:pt x="14" y="22"/>
                      </a:lnTo>
                      <a:lnTo>
                        <a:pt x="13" y="22"/>
                      </a:lnTo>
                      <a:lnTo>
                        <a:pt x="11" y="25"/>
                      </a:lnTo>
                      <a:lnTo>
                        <a:pt x="13" y="26"/>
                      </a:lnTo>
                      <a:lnTo>
                        <a:pt x="10" y="29"/>
                      </a:lnTo>
                      <a:lnTo>
                        <a:pt x="7" y="26"/>
                      </a:lnTo>
                      <a:lnTo>
                        <a:pt x="6" y="26"/>
                      </a:lnTo>
                      <a:lnTo>
                        <a:pt x="3" y="26"/>
                      </a:lnTo>
                      <a:lnTo>
                        <a:pt x="2" y="27"/>
                      </a:lnTo>
                      <a:lnTo>
                        <a:pt x="4" y="30"/>
                      </a:lnTo>
                      <a:lnTo>
                        <a:pt x="4" y="33"/>
                      </a:lnTo>
                      <a:lnTo>
                        <a:pt x="3" y="32"/>
                      </a:lnTo>
                      <a:lnTo>
                        <a:pt x="2" y="32"/>
                      </a:lnTo>
                      <a:lnTo>
                        <a:pt x="2" y="36"/>
                      </a:lnTo>
                      <a:lnTo>
                        <a:pt x="4" y="37"/>
                      </a:lnTo>
                      <a:lnTo>
                        <a:pt x="4" y="40"/>
                      </a:lnTo>
                      <a:lnTo>
                        <a:pt x="6" y="41"/>
                      </a:lnTo>
                      <a:lnTo>
                        <a:pt x="2" y="42"/>
                      </a:lnTo>
                      <a:lnTo>
                        <a:pt x="0" y="46"/>
                      </a:lnTo>
                      <a:lnTo>
                        <a:pt x="2" y="48"/>
                      </a:lnTo>
                      <a:lnTo>
                        <a:pt x="4" y="46"/>
                      </a:lnTo>
                      <a:lnTo>
                        <a:pt x="7" y="51"/>
                      </a:lnTo>
                      <a:lnTo>
                        <a:pt x="8" y="55"/>
                      </a:lnTo>
                      <a:lnTo>
                        <a:pt x="7" y="55"/>
                      </a:lnTo>
                      <a:lnTo>
                        <a:pt x="7" y="57"/>
                      </a:lnTo>
                      <a:lnTo>
                        <a:pt x="11" y="57"/>
                      </a:lnTo>
                      <a:lnTo>
                        <a:pt x="17" y="59"/>
                      </a:lnTo>
                      <a:lnTo>
                        <a:pt x="18" y="59"/>
                      </a:lnTo>
                      <a:lnTo>
                        <a:pt x="21" y="5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50" name="Freeform 789"/>
                <p:cNvSpPr>
                  <a:spLocks noEditPoints="1"/>
                </p:cNvSpPr>
                <p:nvPr/>
              </p:nvSpPr>
              <p:spPr bwMode="auto">
                <a:xfrm>
                  <a:off x="5262563" y="2500313"/>
                  <a:ext cx="458788" cy="528638"/>
                </a:xfrm>
                <a:custGeom>
                  <a:avLst/>
                  <a:gdLst/>
                  <a:ahLst/>
                  <a:cxnLst>
                    <a:cxn ang="0">
                      <a:pos x="277" y="40"/>
                    </a:cxn>
                    <a:cxn ang="0">
                      <a:pos x="286" y="23"/>
                    </a:cxn>
                    <a:cxn ang="0">
                      <a:pos x="264" y="15"/>
                    </a:cxn>
                    <a:cxn ang="0">
                      <a:pos x="252" y="15"/>
                    </a:cxn>
                    <a:cxn ang="0">
                      <a:pos x="244" y="0"/>
                    </a:cxn>
                    <a:cxn ang="0">
                      <a:pos x="235" y="20"/>
                    </a:cxn>
                    <a:cxn ang="0">
                      <a:pos x="216" y="30"/>
                    </a:cxn>
                    <a:cxn ang="0">
                      <a:pos x="207" y="11"/>
                    </a:cxn>
                    <a:cxn ang="0">
                      <a:pos x="199" y="35"/>
                    </a:cxn>
                    <a:cxn ang="0">
                      <a:pos x="183" y="38"/>
                    </a:cxn>
                    <a:cxn ang="0">
                      <a:pos x="164" y="55"/>
                    </a:cxn>
                    <a:cxn ang="0">
                      <a:pos x="157" y="61"/>
                    </a:cxn>
                    <a:cxn ang="0">
                      <a:pos x="141" y="61"/>
                    </a:cxn>
                    <a:cxn ang="0">
                      <a:pos x="127" y="81"/>
                    </a:cxn>
                    <a:cxn ang="0">
                      <a:pos x="126" y="91"/>
                    </a:cxn>
                    <a:cxn ang="0">
                      <a:pos x="111" y="100"/>
                    </a:cxn>
                    <a:cxn ang="0">
                      <a:pos x="114" y="112"/>
                    </a:cxn>
                    <a:cxn ang="0">
                      <a:pos x="99" y="127"/>
                    </a:cxn>
                    <a:cxn ang="0">
                      <a:pos x="96" y="140"/>
                    </a:cxn>
                    <a:cxn ang="0">
                      <a:pos x="91" y="160"/>
                    </a:cxn>
                    <a:cxn ang="0">
                      <a:pos x="76" y="179"/>
                    </a:cxn>
                    <a:cxn ang="0">
                      <a:pos x="57" y="201"/>
                    </a:cxn>
                    <a:cxn ang="0">
                      <a:pos x="78" y="199"/>
                    </a:cxn>
                    <a:cxn ang="0">
                      <a:pos x="51" y="208"/>
                    </a:cxn>
                    <a:cxn ang="0">
                      <a:pos x="44" y="220"/>
                    </a:cxn>
                    <a:cxn ang="0">
                      <a:pos x="32" y="224"/>
                    </a:cxn>
                    <a:cxn ang="0">
                      <a:pos x="27" y="236"/>
                    </a:cxn>
                    <a:cxn ang="0">
                      <a:pos x="4" y="239"/>
                    </a:cxn>
                    <a:cxn ang="0">
                      <a:pos x="8" y="254"/>
                    </a:cxn>
                    <a:cxn ang="0">
                      <a:pos x="21" y="258"/>
                    </a:cxn>
                    <a:cxn ang="0">
                      <a:pos x="27" y="265"/>
                    </a:cxn>
                    <a:cxn ang="0">
                      <a:pos x="6" y="271"/>
                    </a:cxn>
                    <a:cxn ang="0">
                      <a:pos x="25" y="277"/>
                    </a:cxn>
                    <a:cxn ang="0">
                      <a:pos x="12" y="296"/>
                    </a:cxn>
                    <a:cxn ang="0">
                      <a:pos x="20" y="311"/>
                    </a:cxn>
                    <a:cxn ang="0">
                      <a:pos x="33" y="333"/>
                    </a:cxn>
                    <a:cxn ang="0">
                      <a:pos x="59" y="308"/>
                    </a:cxn>
                    <a:cxn ang="0">
                      <a:pos x="70" y="299"/>
                    </a:cxn>
                    <a:cxn ang="0">
                      <a:pos x="88" y="308"/>
                    </a:cxn>
                    <a:cxn ang="0">
                      <a:pos x="89" y="233"/>
                    </a:cxn>
                    <a:cxn ang="0">
                      <a:pos x="110" y="140"/>
                    </a:cxn>
                    <a:cxn ang="0">
                      <a:pos x="145" y="87"/>
                    </a:cxn>
                    <a:cxn ang="0">
                      <a:pos x="171" y="64"/>
                    </a:cxn>
                    <a:cxn ang="0">
                      <a:pos x="220" y="70"/>
                    </a:cxn>
                    <a:cxn ang="0">
                      <a:pos x="254" y="34"/>
                    </a:cxn>
                    <a:cxn ang="0">
                      <a:pos x="5" y="290"/>
                    </a:cxn>
                    <a:cxn ang="0">
                      <a:pos x="2" y="274"/>
                    </a:cxn>
                    <a:cxn ang="0">
                      <a:pos x="1" y="247"/>
                    </a:cxn>
                    <a:cxn ang="0">
                      <a:pos x="40" y="212"/>
                    </a:cxn>
                    <a:cxn ang="0">
                      <a:pos x="47" y="205"/>
                    </a:cxn>
                    <a:cxn ang="0">
                      <a:pos x="76" y="175"/>
                    </a:cxn>
                    <a:cxn ang="0">
                      <a:pos x="103" y="115"/>
                    </a:cxn>
                    <a:cxn ang="0">
                      <a:pos x="95" y="89"/>
                    </a:cxn>
                    <a:cxn ang="0">
                      <a:pos x="111" y="66"/>
                    </a:cxn>
                    <a:cxn ang="0">
                      <a:pos x="122" y="58"/>
                    </a:cxn>
                    <a:cxn ang="0">
                      <a:pos x="118" y="76"/>
                    </a:cxn>
                    <a:cxn ang="0">
                      <a:pos x="141" y="59"/>
                    </a:cxn>
                    <a:cxn ang="0">
                      <a:pos x="141" y="47"/>
                    </a:cxn>
                    <a:cxn ang="0">
                      <a:pos x="150" y="34"/>
                    </a:cxn>
                    <a:cxn ang="0">
                      <a:pos x="158" y="34"/>
                    </a:cxn>
                    <a:cxn ang="0">
                      <a:pos x="188" y="24"/>
                    </a:cxn>
                    <a:cxn ang="0">
                      <a:pos x="196" y="11"/>
                    </a:cxn>
                    <a:cxn ang="0">
                      <a:pos x="210" y="2"/>
                    </a:cxn>
                  </a:cxnLst>
                  <a:rect l="0" t="0" r="r" b="b"/>
                  <a:pathLst>
                    <a:path w="289" h="333">
                      <a:moveTo>
                        <a:pt x="267" y="59"/>
                      </a:moveTo>
                      <a:lnTo>
                        <a:pt x="270" y="58"/>
                      </a:lnTo>
                      <a:lnTo>
                        <a:pt x="270" y="54"/>
                      </a:lnTo>
                      <a:lnTo>
                        <a:pt x="274" y="50"/>
                      </a:lnTo>
                      <a:lnTo>
                        <a:pt x="277" y="50"/>
                      </a:lnTo>
                      <a:lnTo>
                        <a:pt x="279" y="47"/>
                      </a:lnTo>
                      <a:lnTo>
                        <a:pt x="278" y="43"/>
                      </a:lnTo>
                      <a:lnTo>
                        <a:pt x="281" y="42"/>
                      </a:lnTo>
                      <a:lnTo>
                        <a:pt x="283" y="43"/>
                      </a:lnTo>
                      <a:lnTo>
                        <a:pt x="286" y="42"/>
                      </a:lnTo>
                      <a:lnTo>
                        <a:pt x="285" y="39"/>
                      </a:lnTo>
                      <a:lnTo>
                        <a:pt x="285" y="38"/>
                      </a:lnTo>
                      <a:lnTo>
                        <a:pt x="282" y="36"/>
                      </a:lnTo>
                      <a:lnTo>
                        <a:pt x="282" y="36"/>
                      </a:lnTo>
                      <a:lnTo>
                        <a:pt x="281" y="38"/>
                      </a:lnTo>
                      <a:lnTo>
                        <a:pt x="281" y="39"/>
                      </a:lnTo>
                      <a:lnTo>
                        <a:pt x="279" y="38"/>
                      </a:lnTo>
                      <a:lnTo>
                        <a:pt x="278" y="36"/>
                      </a:lnTo>
                      <a:lnTo>
                        <a:pt x="277" y="36"/>
                      </a:lnTo>
                      <a:lnTo>
                        <a:pt x="278" y="38"/>
                      </a:lnTo>
                      <a:lnTo>
                        <a:pt x="277" y="40"/>
                      </a:lnTo>
                      <a:lnTo>
                        <a:pt x="275" y="40"/>
                      </a:lnTo>
                      <a:lnTo>
                        <a:pt x="275" y="38"/>
                      </a:lnTo>
                      <a:lnTo>
                        <a:pt x="273" y="39"/>
                      </a:lnTo>
                      <a:lnTo>
                        <a:pt x="273" y="40"/>
                      </a:lnTo>
                      <a:lnTo>
                        <a:pt x="271" y="39"/>
                      </a:lnTo>
                      <a:lnTo>
                        <a:pt x="271" y="36"/>
                      </a:lnTo>
                      <a:lnTo>
                        <a:pt x="270" y="35"/>
                      </a:lnTo>
                      <a:lnTo>
                        <a:pt x="269" y="32"/>
                      </a:lnTo>
                      <a:lnTo>
                        <a:pt x="267" y="32"/>
                      </a:lnTo>
                      <a:lnTo>
                        <a:pt x="264" y="32"/>
                      </a:lnTo>
                      <a:lnTo>
                        <a:pt x="263" y="31"/>
                      </a:lnTo>
                      <a:lnTo>
                        <a:pt x="259" y="31"/>
                      </a:lnTo>
                      <a:lnTo>
                        <a:pt x="258" y="28"/>
                      </a:lnTo>
                      <a:lnTo>
                        <a:pt x="259" y="28"/>
                      </a:lnTo>
                      <a:lnTo>
                        <a:pt x="263" y="30"/>
                      </a:lnTo>
                      <a:lnTo>
                        <a:pt x="266" y="28"/>
                      </a:lnTo>
                      <a:lnTo>
                        <a:pt x="269" y="30"/>
                      </a:lnTo>
                      <a:lnTo>
                        <a:pt x="274" y="30"/>
                      </a:lnTo>
                      <a:lnTo>
                        <a:pt x="278" y="28"/>
                      </a:lnTo>
                      <a:lnTo>
                        <a:pt x="281" y="24"/>
                      </a:lnTo>
                      <a:lnTo>
                        <a:pt x="286" y="23"/>
                      </a:lnTo>
                      <a:lnTo>
                        <a:pt x="289" y="20"/>
                      </a:lnTo>
                      <a:lnTo>
                        <a:pt x="289" y="20"/>
                      </a:lnTo>
                      <a:lnTo>
                        <a:pt x="288" y="19"/>
                      </a:lnTo>
                      <a:lnTo>
                        <a:pt x="286" y="17"/>
                      </a:lnTo>
                      <a:lnTo>
                        <a:pt x="285" y="17"/>
                      </a:lnTo>
                      <a:lnTo>
                        <a:pt x="282" y="17"/>
                      </a:lnTo>
                      <a:lnTo>
                        <a:pt x="278" y="15"/>
                      </a:lnTo>
                      <a:lnTo>
                        <a:pt x="277" y="15"/>
                      </a:lnTo>
                      <a:lnTo>
                        <a:pt x="274" y="17"/>
                      </a:lnTo>
                      <a:lnTo>
                        <a:pt x="273" y="17"/>
                      </a:lnTo>
                      <a:lnTo>
                        <a:pt x="273" y="16"/>
                      </a:lnTo>
                      <a:lnTo>
                        <a:pt x="275" y="15"/>
                      </a:lnTo>
                      <a:lnTo>
                        <a:pt x="275" y="13"/>
                      </a:lnTo>
                      <a:lnTo>
                        <a:pt x="273" y="12"/>
                      </a:lnTo>
                      <a:lnTo>
                        <a:pt x="271" y="11"/>
                      </a:lnTo>
                      <a:lnTo>
                        <a:pt x="270" y="12"/>
                      </a:lnTo>
                      <a:lnTo>
                        <a:pt x="269" y="15"/>
                      </a:lnTo>
                      <a:lnTo>
                        <a:pt x="267" y="15"/>
                      </a:lnTo>
                      <a:lnTo>
                        <a:pt x="267" y="12"/>
                      </a:lnTo>
                      <a:lnTo>
                        <a:pt x="266" y="12"/>
                      </a:lnTo>
                      <a:lnTo>
                        <a:pt x="264" y="15"/>
                      </a:lnTo>
                      <a:lnTo>
                        <a:pt x="263" y="15"/>
                      </a:lnTo>
                      <a:lnTo>
                        <a:pt x="263" y="12"/>
                      </a:lnTo>
                      <a:lnTo>
                        <a:pt x="264" y="12"/>
                      </a:lnTo>
                      <a:lnTo>
                        <a:pt x="264" y="9"/>
                      </a:lnTo>
                      <a:lnTo>
                        <a:pt x="262" y="8"/>
                      </a:lnTo>
                      <a:lnTo>
                        <a:pt x="259" y="8"/>
                      </a:lnTo>
                      <a:lnTo>
                        <a:pt x="258" y="9"/>
                      </a:lnTo>
                      <a:lnTo>
                        <a:pt x="258" y="13"/>
                      </a:lnTo>
                      <a:lnTo>
                        <a:pt x="255" y="13"/>
                      </a:lnTo>
                      <a:lnTo>
                        <a:pt x="255" y="15"/>
                      </a:lnTo>
                      <a:lnTo>
                        <a:pt x="258" y="19"/>
                      </a:lnTo>
                      <a:lnTo>
                        <a:pt x="256" y="20"/>
                      </a:lnTo>
                      <a:lnTo>
                        <a:pt x="255" y="21"/>
                      </a:lnTo>
                      <a:lnTo>
                        <a:pt x="254" y="20"/>
                      </a:lnTo>
                      <a:lnTo>
                        <a:pt x="252" y="20"/>
                      </a:lnTo>
                      <a:lnTo>
                        <a:pt x="252" y="20"/>
                      </a:lnTo>
                      <a:lnTo>
                        <a:pt x="249" y="20"/>
                      </a:lnTo>
                      <a:lnTo>
                        <a:pt x="247" y="21"/>
                      </a:lnTo>
                      <a:lnTo>
                        <a:pt x="249" y="17"/>
                      </a:lnTo>
                      <a:lnTo>
                        <a:pt x="251" y="17"/>
                      </a:lnTo>
                      <a:lnTo>
                        <a:pt x="252" y="15"/>
                      </a:lnTo>
                      <a:lnTo>
                        <a:pt x="252" y="13"/>
                      </a:lnTo>
                      <a:lnTo>
                        <a:pt x="251" y="13"/>
                      </a:lnTo>
                      <a:lnTo>
                        <a:pt x="248" y="16"/>
                      </a:lnTo>
                      <a:lnTo>
                        <a:pt x="247" y="15"/>
                      </a:lnTo>
                      <a:lnTo>
                        <a:pt x="247" y="13"/>
                      </a:lnTo>
                      <a:lnTo>
                        <a:pt x="248" y="12"/>
                      </a:lnTo>
                      <a:lnTo>
                        <a:pt x="249" y="11"/>
                      </a:lnTo>
                      <a:lnTo>
                        <a:pt x="247" y="11"/>
                      </a:lnTo>
                      <a:lnTo>
                        <a:pt x="245" y="9"/>
                      </a:lnTo>
                      <a:lnTo>
                        <a:pt x="248" y="9"/>
                      </a:lnTo>
                      <a:lnTo>
                        <a:pt x="249" y="9"/>
                      </a:lnTo>
                      <a:lnTo>
                        <a:pt x="252" y="9"/>
                      </a:lnTo>
                      <a:lnTo>
                        <a:pt x="254" y="5"/>
                      </a:lnTo>
                      <a:lnTo>
                        <a:pt x="254" y="4"/>
                      </a:lnTo>
                      <a:lnTo>
                        <a:pt x="251" y="4"/>
                      </a:lnTo>
                      <a:lnTo>
                        <a:pt x="249" y="4"/>
                      </a:lnTo>
                      <a:lnTo>
                        <a:pt x="249" y="1"/>
                      </a:lnTo>
                      <a:lnTo>
                        <a:pt x="249" y="0"/>
                      </a:lnTo>
                      <a:lnTo>
                        <a:pt x="247" y="1"/>
                      </a:lnTo>
                      <a:lnTo>
                        <a:pt x="245" y="1"/>
                      </a:lnTo>
                      <a:lnTo>
                        <a:pt x="244" y="0"/>
                      </a:lnTo>
                      <a:lnTo>
                        <a:pt x="241" y="1"/>
                      </a:lnTo>
                      <a:lnTo>
                        <a:pt x="241" y="2"/>
                      </a:lnTo>
                      <a:lnTo>
                        <a:pt x="244" y="5"/>
                      </a:lnTo>
                      <a:lnTo>
                        <a:pt x="243" y="7"/>
                      </a:lnTo>
                      <a:lnTo>
                        <a:pt x="241" y="7"/>
                      </a:lnTo>
                      <a:lnTo>
                        <a:pt x="239" y="4"/>
                      </a:lnTo>
                      <a:lnTo>
                        <a:pt x="237" y="5"/>
                      </a:lnTo>
                      <a:lnTo>
                        <a:pt x="237" y="7"/>
                      </a:lnTo>
                      <a:lnTo>
                        <a:pt x="237" y="8"/>
                      </a:lnTo>
                      <a:lnTo>
                        <a:pt x="240" y="8"/>
                      </a:lnTo>
                      <a:lnTo>
                        <a:pt x="241" y="9"/>
                      </a:lnTo>
                      <a:lnTo>
                        <a:pt x="241" y="11"/>
                      </a:lnTo>
                      <a:lnTo>
                        <a:pt x="239" y="11"/>
                      </a:lnTo>
                      <a:lnTo>
                        <a:pt x="239" y="13"/>
                      </a:lnTo>
                      <a:lnTo>
                        <a:pt x="237" y="13"/>
                      </a:lnTo>
                      <a:lnTo>
                        <a:pt x="237" y="16"/>
                      </a:lnTo>
                      <a:lnTo>
                        <a:pt x="237" y="16"/>
                      </a:lnTo>
                      <a:lnTo>
                        <a:pt x="236" y="17"/>
                      </a:lnTo>
                      <a:lnTo>
                        <a:pt x="237" y="20"/>
                      </a:lnTo>
                      <a:lnTo>
                        <a:pt x="236" y="21"/>
                      </a:lnTo>
                      <a:lnTo>
                        <a:pt x="235" y="20"/>
                      </a:lnTo>
                      <a:lnTo>
                        <a:pt x="233" y="21"/>
                      </a:lnTo>
                      <a:lnTo>
                        <a:pt x="232" y="23"/>
                      </a:lnTo>
                      <a:lnTo>
                        <a:pt x="230" y="24"/>
                      </a:lnTo>
                      <a:lnTo>
                        <a:pt x="230" y="21"/>
                      </a:lnTo>
                      <a:lnTo>
                        <a:pt x="233" y="16"/>
                      </a:lnTo>
                      <a:lnTo>
                        <a:pt x="230" y="15"/>
                      </a:lnTo>
                      <a:lnTo>
                        <a:pt x="230" y="15"/>
                      </a:lnTo>
                      <a:lnTo>
                        <a:pt x="232" y="12"/>
                      </a:lnTo>
                      <a:lnTo>
                        <a:pt x="232" y="8"/>
                      </a:lnTo>
                      <a:lnTo>
                        <a:pt x="232" y="7"/>
                      </a:lnTo>
                      <a:lnTo>
                        <a:pt x="230" y="7"/>
                      </a:lnTo>
                      <a:lnTo>
                        <a:pt x="226" y="12"/>
                      </a:lnTo>
                      <a:lnTo>
                        <a:pt x="226" y="16"/>
                      </a:lnTo>
                      <a:lnTo>
                        <a:pt x="222" y="21"/>
                      </a:lnTo>
                      <a:lnTo>
                        <a:pt x="222" y="24"/>
                      </a:lnTo>
                      <a:lnTo>
                        <a:pt x="222" y="26"/>
                      </a:lnTo>
                      <a:lnTo>
                        <a:pt x="222" y="28"/>
                      </a:lnTo>
                      <a:lnTo>
                        <a:pt x="218" y="32"/>
                      </a:lnTo>
                      <a:lnTo>
                        <a:pt x="217" y="34"/>
                      </a:lnTo>
                      <a:lnTo>
                        <a:pt x="217" y="31"/>
                      </a:lnTo>
                      <a:lnTo>
                        <a:pt x="216" y="30"/>
                      </a:lnTo>
                      <a:lnTo>
                        <a:pt x="218" y="26"/>
                      </a:lnTo>
                      <a:lnTo>
                        <a:pt x="218" y="23"/>
                      </a:lnTo>
                      <a:lnTo>
                        <a:pt x="220" y="21"/>
                      </a:lnTo>
                      <a:lnTo>
                        <a:pt x="218" y="19"/>
                      </a:lnTo>
                      <a:lnTo>
                        <a:pt x="222" y="15"/>
                      </a:lnTo>
                      <a:lnTo>
                        <a:pt x="222" y="12"/>
                      </a:lnTo>
                      <a:lnTo>
                        <a:pt x="224" y="11"/>
                      </a:lnTo>
                      <a:lnTo>
                        <a:pt x="224" y="9"/>
                      </a:lnTo>
                      <a:lnTo>
                        <a:pt x="221" y="9"/>
                      </a:lnTo>
                      <a:lnTo>
                        <a:pt x="218" y="7"/>
                      </a:lnTo>
                      <a:lnTo>
                        <a:pt x="217" y="8"/>
                      </a:lnTo>
                      <a:lnTo>
                        <a:pt x="218" y="9"/>
                      </a:lnTo>
                      <a:lnTo>
                        <a:pt x="217" y="12"/>
                      </a:lnTo>
                      <a:lnTo>
                        <a:pt x="216" y="9"/>
                      </a:lnTo>
                      <a:lnTo>
                        <a:pt x="214" y="8"/>
                      </a:lnTo>
                      <a:lnTo>
                        <a:pt x="211" y="7"/>
                      </a:lnTo>
                      <a:lnTo>
                        <a:pt x="210" y="8"/>
                      </a:lnTo>
                      <a:lnTo>
                        <a:pt x="210" y="11"/>
                      </a:lnTo>
                      <a:lnTo>
                        <a:pt x="210" y="13"/>
                      </a:lnTo>
                      <a:lnTo>
                        <a:pt x="209" y="12"/>
                      </a:lnTo>
                      <a:lnTo>
                        <a:pt x="207" y="11"/>
                      </a:lnTo>
                      <a:lnTo>
                        <a:pt x="206" y="12"/>
                      </a:lnTo>
                      <a:lnTo>
                        <a:pt x="206" y="13"/>
                      </a:lnTo>
                      <a:lnTo>
                        <a:pt x="210" y="15"/>
                      </a:lnTo>
                      <a:lnTo>
                        <a:pt x="210" y="17"/>
                      </a:lnTo>
                      <a:lnTo>
                        <a:pt x="210" y="19"/>
                      </a:lnTo>
                      <a:lnTo>
                        <a:pt x="207" y="16"/>
                      </a:lnTo>
                      <a:lnTo>
                        <a:pt x="206" y="19"/>
                      </a:lnTo>
                      <a:lnTo>
                        <a:pt x="206" y="20"/>
                      </a:lnTo>
                      <a:lnTo>
                        <a:pt x="207" y="21"/>
                      </a:lnTo>
                      <a:lnTo>
                        <a:pt x="206" y="21"/>
                      </a:lnTo>
                      <a:lnTo>
                        <a:pt x="203" y="20"/>
                      </a:lnTo>
                      <a:lnTo>
                        <a:pt x="202" y="20"/>
                      </a:lnTo>
                      <a:lnTo>
                        <a:pt x="201" y="23"/>
                      </a:lnTo>
                      <a:lnTo>
                        <a:pt x="199" y="24"/>
                      </a:lnTo>
                      <a:lnTo>
                        <a:pt x="199" y="26"/>
                      </a:lnTo>
                      <a:lnTo>
                        <a:pt x="201" y="26"/>
                      </a:lnTo>
                      <a:lnTo>
                        <a:pt x="198" y="27"/>
                      </a:lnTo>
                      <a:lnTo>
                        <a:pt x="196" y="30"/>
                      </a:lnTo>
                      <a:lnTo>
                        <a:pt x="199" y="32"/>
                      </a:lnTo>
                      <a:lnTo>
                        <a:pt x="198" y="34"/>
                      </a:lnTo>
                      <a:lnTo>
                        <a:pt x="199" y="35"/>
                      </a:lnTo>
                      <a:lnTo>
                        <a:pt x="201" y="35"/>
                      </a:lnTo>
                      <a:lnTo>
                        <a:pt x="199" y="36"/>
                      </a:lnTo>
                      <a:lnTo>
                        <a:pt x="195" y="36"/>
                      </a:lnTo>
                      <a:lnTo>
                        <a:pt x="195" y="32"/>
                      </a:lnTo>
                      <a:lnTo>
                        <a:pt x="194" y="32"/>
                      </a:lnTo>
                      <a:lnTo>
                        <a:pt x="195" y="31"/>
                      </a:lnTo>
                      <a:lnTo>
                        <a:pt x="192" y="30"/>
                      </a:lnTo>
                      <a:lnTo>
                        <a:pt x="190" y="30"/>
                      </a:lnTo>
                      <a:lnTo>
                        <a:pt x="187" y="30"/>
                      </a:lnTo>
                      <a:lnTo>
                        <a:pt x="183" y="26"/>
                      </a:lnTo>
                      <a:lnTo>
                        <a:pt x="182" y="26"/>
                      </a:lnTo>
                      <a:lnTo>
                        <a:pt x="180" y="28"/>
                      </a:lnTo>
                      <a:lnTo>
                        <a:pt x="179" y="26"/>
                      </a:lnTo>
                      <a:lnTo>
                        <a:pt x="177" y="28"/>
                      </a:lnTo>
                      <a:lnTo>
                        <a:pt x="175" y="28"/>
                      </a:lnTo>
                      <a:lnTo>
                        <a:pt x="175" y="30"/>
                      </a:lnTo>
                      <a:lnTo>
                        <a:pt x="177" y="34"/>
                      </a:lnTo>
                      <a:lnTo>
                        <a:pt x="179" y="34"/>
                      </a:lnTo>
                      <a:lnTo>
                        <a:pt x="180" y="35"/>
                      </a:lnTo>
                      <a:lnTo>
                        <a:pt x="184" y="35"/>
                      </a:lnTo>
                      <a:lnTo>
                        <a:pt x="183" y="38"/>
                      </a:lnTo>
                      <a:lnTo>
                        <a:pt x="183" y="40"/>
                      </a:lnTo>
                      <a:lnTo>
                        <a:pt x="184" y="43"/>
                      </a:lnTo>
                      <a:lnTo>
                        <a:pt x="184" y="45"/>
                      </a:lnTo>
                      <a:lnTo>
                        <a:pt x="183" y="43"/>
                      </a:lnTo>
                      <a:lnTo>
                        <a:pt x="180" y="40"/>
                      </a:lnTo>
                      <a:lnTo>
                        <a:pt x="179" y="39"/>
                      </a:lnTo>
                      <a:lnTo>
                        <a:pt x="176" y="38"/>
                      </a:lnTo>
                      <a:lnTo>
                        <a:pt x="176" y="40"/>
                      </a:lnTo>
                      <a:lnTo>
                        <a:pt x="173" y="42"/>
                      </a:lnTo>
                      <a:lnTo>
                        <a:pt x="173" y="38"/>
                      </a:lnTo>
                      <a:lnTo>
                        <a:pt x="171" y="40"/>
                      </a:lnTo>
                      <a:lnTo>
                        <a:pt x="171" y="42"/>
                      </a:lnTo>
                      <a:lnTo>
                        <a:pt x="169" y="43"/>
                      </a:lnTo>
                      <a:lnTo>
                        <a:pt x="169" y="46"/>
                      </a:lnTo>
                      <a:lnTo>
                        <a:pt x="172" y="47"/>
                      </a:lnTo>
                      <a:lnTo>
                        <a:pt x="173" y="50"/>
                      </a:lnTo>
                      <a:lnTo>
                        <a:pt x="171" y="50"/>
                      </a:lnTo>
                      <a:lnTo>
                        <a:pt x="169" y="49"/>
                      </a:lnTo>
                      <a:lnTo>
                        <a:pt x="168" y="51"/>
                      </a:lnTo>
                      <a:lnTo>
                        <a:pt x="167" y="53"/>
                      </a:lnTo>
                      <a:lnTo>
                        <a:pt x="164" y="55"/>
                      </a:lnTo>
                      <a:lnTo>
                        <a:pt x="164" y="54"/>
                      </a:lnTo>
                      <a:lnTo>
                        <a:pt x="167" y="53"/>
                      </a:lnTo>
                      <a:lnTo>
                        <a:pt x="165" y="51"/>
                      </a:lnTo>
                      <a:lnTo>
                        <a:pt x="168" y="47"/>
                      </a:lnTo>
                      <a:lnTo>
                        <a:pt x="165" y="39"/>
                      </a:lnTo>
                      <a:lnTo>
                        <a:pt x="164" y="40"/>
                      </a:lnTo>
                      <a:lnTo>
                        <a:pt x="161" y="45"/>
                      </a:lnTo>
                      <a:lnTo>
                        <a:pt x="160" y="49"/>
                      </a:lnTo>
                      <a:lnTo>
                        <a:pt x="161" y="50"/>
                      </a:lnTo>
                      <a:lnTo>
                        <a:pt x="158" y="53"/>
                      </a:lnTo>
                      <a:lnTo>
                        <a:pt x="158" y="50"/>
                      </a:lnTo>
                      <a:lnTo>
                        <a:pt x="160" y="47"/>
                      </a:lnTo>
                      <a:lnTo>
                        <a:pt x="158" y="43"/>
                      </a:lnTo>
                      <a:lnTo>
                        <a:pt x="157" y="43"/>
                      </a:lnTo>
                      <a:lnTo>
                        <a:pt x="154" y="45"/>
                      </a:lnTo>
                      <a:lnTo>
                        <a:pt x="153" y="49"/>
                      </a:lnTo>
                      <a:lnTo>
                        <a:pt x="154" y="51"/>
                      </a:lnTo>
                      <a:lnTo>
                        <a:pt x="154" y="54"/>
                      </a:lnTo>
                      <a:lnTo>
                        <a:pt x="157" y="57"/>
                      </a:lnTo>
                      <a:lnTo>
                        <a:pt x="158" y="58"/>
                      </a:lnTo>
                      <a:lnTo>
                        <a:pt x="157" y="61"/>
                      </a:lnTo>
                      <a:lnTo>
                        <a:pt x="156" y="57"/>
                      </a:lnTo>
                      <a:lnTo>
                        <a:pt x="153" y="57"/>
                      </a:lnTo>
                      <a:lnTo>
                        <a:pt x="152" y="51"/>
                      </a:lnTo>
                      <a:lnTo>
                        <a:pt x="150" y="50"/>
                      </a:lnTo>
                      <a:lnTo>
                        <a:pt x="146" y="51"/>
                      </a:lnTo>
                      <a:lnTo>
                        <a:pt x="146" y="54"/>
                      </a:lnTo>
                      <a:lnTo>
                        <a:pt x="150" y="57"/>
                      </a:lnTo>
                      <a:lnTo>
                        <a:pt x="152" y="57"/>
                      </a:lnTo>
                      <a:lnTo>
                        <a:pt x="153" y="58"/>
                      </a:lnTo>
                      <a:lnTo>
                        <a:pt x="150" y="57"/>
                      </a:lnTo>
                      <a:lnTo>
                        <a:pt x="148" y="58"/>
                      </a:lnTo>
                      <a:lnTo>
                        <a:pt x="149" y="61"/>
                      </a:lnTo>
                      <a:lnTo>
                        <a:pt x="146" y="59"/>
                      </a:lnTo>
                      <a:lnTo>
                        <a:pt x="146" y="55"/>
                      </a:lnTo>
                      <a:lnTo>
                        <a:pt x="145" y="55"/>
                      </a:lnTo>
                      <a:lnTo>
                        <a:pt x="145" y="53"/>
                      </a:lnTo>
                      <a:lnTo>
                        <a:pt x="144" y="54"/>
                      </a:lnTo>
                      <a:lnTo>
                        <a:pt x="142" y="58"/>
                      </a:lnTo>
                      <a:lnTo>
                        <a:pt x="144" y="59"/>
                      </a:lnTo>
                      <a:lnTo>
                        <a:pt x="144" y="62"/>
                      </a:lnTo>
                      <a:lnTo>
                        <a:pt x="141" y="61"/>
                      </a:lnTo>
                      <a:lnTo>
                        <a:pt x="139" y="62"/>
                      </a:lnTo>
                      <a:lnTo>
                        <a:pt x="137" y="65"/>
                      </a:lnTo>
                      <a:lnTo>
                        <a:pt x="137" y="65"/>
                      </a:lnTo>
                      <a:lnTo>
                        <a:pt x="138" y="65"/>
                      </a:lnTo>
                      <a:lnTo>
                        <a:pt x="141" y="68"/>
                      </a:lnTo>
                      <a:lnTo>
                        <a:pt x="138" y="68"/>
                      </a:lnTo>
                      <a:lnTo>
                        <a:pt x="137" y="69"/>
                      </a:lnTo>
                      <a:lnTo>
                        <a:pt x="138" y="69"/>
                      </a:lnTo>
                      <a:lnTo>
                        <a:pt x="137" y="70"/>
                      </a:lnTo>
                      <a:lnTo>
                        <a:pt x="135" y="72"/>
                      </a:lnTo>
                      <a:lnTo>
                        <a:pt x="135" y="73"/>
                      </a:lnTo>
                      <a:lnTo>
                        <a:pt x="135" y="73"/>
                      </a:lnTo>
                      <a:lnTo>
                        <a:pt x="134" y="73"/>
                      </a:lnTo>
                      <a:lnTo>
                        <a:pt x="133" y="72"/>
                      </a:lnTo>
                      <a:lnTo>
                        <a:pt x="131" y="73"/>
                      </a:lnTo>
                      <a:lnTo>
                        <a:pt x="129" y="74"/>
                      </a:lnTo>
                      <a:lnTo>
                        <a:pt x="130" y="76"/>
                      </a:lnTo>
                      <a:lnTo>
                        <a:pt x="129" y="77"/>
                      </a:lnTo>
                      <a:lnTo>
                        <a:pt x="126" y="77"/>
                      </a:lnTo>
                      <a:lnTo>
                        <a:pt x="124" y="80"/>
                      </a:lnTo>
                      <a:lnTo>
                        <a:pt x="127" y="81"/>
                      </a:lnTo>
                      <a:lnTo>
                        <a:pt x="133" y="79"/>
                      </a:lnTo>
                      <a:lnTo>
                        <a:pt x="134" y="80"/>
                      </a:lnTo>
                      <a:lnTo>
                        <a:pt x="137" y="79"/>
                      </a:lnTo>
                      <a:lnTo>
                        <a:pt x="138" y="79"/>
                      </a:lnTo>
                      <a:lnTo>
                        <a:pt x="138" y="80"/>
                      </a:lnTo>
                      <a:lnTo>
                        <a:pt x="137" y="83"/>
                      </a:lnTo>
                      <a:lnTo>
                        <a:pt x="137" y="87"/>
                      </a:lnTo>
                      <a:lnTo>
                        <a:pt x="135" y="87"/>
                      </a:lnTo>
                      <a:lnTo>
                        <a:pt x="134" y="85"/>
                      </a:lnTo>
                      <a:lnTo>
                        <a:pt x="134" y="84"/>
                      </a:lnTo>
                      <a:lnTo>
                        <a:pt x="133" y="84"/>
                      </a:lnTo>
                      <a:lnTo>
                        <a:pt x="131" y="83"/>
                      </a:lnTo>
                      <a:lnTo>
                        <a:pt x="129" y="83"/>
                      </a:lnTo>
                      <a:lnTo>
                        <a:pt x="129" y="84"/>
                      </a:lnTo>
                      <a:lnTo>
                        <a:pt x="129" y="85"/>
                      </a:lnTo>
                      <a:lnTo>
                        <a:pt x="126" y="84"/>
                      </a:lnTo>
                      <a:lnTo>
                        <a:pt x="124" y="85"/>
                      </a:lnTo>
                      <a:lnTo>
                        <a:pt x="127" y="87"/>
                      </a:lnTo>
                      <a:lnTo>
                        <a:pt x="127" y="88"/>
                      </a:lnTo>
                      <a:lnTo>
                        <a:pt x="126" y="88"/>
                      </a:lnTo>
                      <a:lnTo>
                        <a:pt x="126" y="91"/>
                      </a:lnTo>
                      <a:lnTo>
                        <a:pt x="126" y="92"/>
                      </a:lnTo>
                      <a:lnTo>
                        <a:pt x="126" y="93"/>
                      </a:lnTo>
                      <a:lnTo>
                        <a:pt x="124" y="92"/>
                      </a:lnTo>
                      <a:lnTo>
                        <a:pt x="124" y="89"/>
                      </a:lnTo>
                      <a:lnTo>
                        <a:pt x="122" y="87"/>
                      </a:lnTo>
                      <a:lnTo>
                        <a:pt x="120" y="88"/>
                      </a:lnTo>
                      <a:lnTo>
                        <a:pt x="118" y="89"/>
                      </a:lnTo>
                      <a:lnTo>
                        <a:pt x="118" y="88"/>
                      </a:lnTo>
                      <a:lnTo>
                        <a:pt x="118" y="87"/>
                      </a:lnTo>
                      <a:lnTo>
                        <a:pt x="116" y="87"/>
                      </a:lnTo>
                      <a:lnTo>
                        <a:pt x="114" y="88"/>
                      </a:lnTo>
                      <a:lnTo>
                        <a:pt x="116" y="91"/>
                      </a:lnTo>
                      <a:lnTo>
                        <a:pt x="119" y="91"/>
                      </a:lnTo>
                      <a:lnTo>
                        <a:pt x="122" y="92"/>
                      </a:lnTo>
                      <a:lnTo>
                        <a:pt x="120" y="95"/>
                      </a:lnTo>
                      <a:lnTo>
                        <a:pt x="115" y="95"/>
                      </a:lnTo>
                      <a:lnTo>
                        <a:pt x="114" y="93"/>
                      </a:lnTo>
                      <a:lnTo>
                        <a:pt x="112" y="93"/>
                      </a:lnTo>
                      <a:lnTo>
                        <a:pt x="111" y="96"/>
                      </a:lnTo>
                      <a:lnTo>
                        <a:pt x="112" y="99"/>
                      </a:lnTo>
                      <a:lnTo>
                        <a:pt x="111" y="100"/>
                      </a:lnTo>
                      <a:lnTo>
                        <a:pt x="112" y="100"/>
                      </a:lnTo>
                      <a:lnTo>
                        <a:pt x="115" y="98"/>
                      </a:lnTo>
                      <a:lnTo>
                        <a:pt x="118" y="98"/>
                      </a:lnTo>
                      <a:lnTo>
                        <a:pt x="119" y="99"/>
                      </a:lnTo>
                      <a:lnTo>
                        <a:pt x="115" y="100"/>
                      </a:lnTo>
                      <a:lnTo>
                        <a:pt x="115" y="103"/>
                      </a:lnTo>
                      <a:lnTo>
                        <a:pt x="116" y="104"/>
                      </a:lnTo>
                      <a:lnTo>
                        <a:pt x="119" y="106"/>
                      </a:lnTo>
                      <a:lnTo>
                        <a:pt x="119" y="108"/>
                      </a:lnTo>
                      <a:lnTo>
                        <a:pt x="116" y="107"/>
                      </a:lnTo>
                      <a:lnTo>
                        <a:pt x="115" y="107"/>
                      </a:lnTo>
                      <a:lnTo>
                        <a:pt x="114" y="104"/>
                      </a:lnTo>
                      <a:lnTo>
                        <a:pt x="112" y="104"/>
                      </a:lnTo>
                      <a:lnTo>
                        <a:pt x="110" y="106"/>
                      </a:lnTo>
                      <a:lnTo>
                        <a:pt x="112" y="108"/>
                      </a:lnTo>
                      <a:lnTo>
                        <a:pt x="110" y="108"/>
                      </a:lnTo>
                      <a:lnTo>
                        <a:pt x="107" y="110"/>
                      </a:lnTo>
                      <a:lnTo>
                        <a:pt x="107" y="111"/>
                      </a:lnTo>
                      <a:lnTo>
                        <a:pt x="110" y="112"/>
                      </a:lnTo>
                      <a:lnTo>
                        <a:pt x="112" y="111"/>
                      </a:lnTo>
                      <a:lnTo>
                        <a:pt x="114" y="112"/>
                      </a:lnTo>
                      <a:lnTo>
                        <a:pt x="116" y="112"/>
                      </a:lnTo>
                      <a:lnTo>
                        <a:pt x="116" y="114"/>
                      </a:lnTo>
                      <a:lnTo>
                        <a:pt x="118" y="115"/>
                      </a:lnTo>
                      <a:lnTo>
                        <a:pt x="118" y="117"/>
                      </a:lnTo>
                      <a:lnTo>
                        <a:pt x="115" y="114"/>
                      </a:lnTo>
                      <a:lnTo>
                        <a:pt x="112" y="114"/>
                      </a:lnTo>
                      <a:lnTo>
                        <a:pt x="111" y="115"/>
                      </a:lnTo>
                      <a:lnTo>
                        <a:pt x="107" y="117"/>
                      </a:lnTo>
                      <a:lnTo>
                        <a:pt x="107" y="118"/>
                      </a:lnTo>
                      <a:lnTo>
                        <a:pt x="104" y="119"/>
                      </a:lnTo>
                      <a:lnTo>
                        <a:pt x="103" y="118"/>
                      </a:lnTo>
                      <a:lnTo>
                        <a:pt x="100" y="121"/>
                      </a:lnTo>
                      <a:lnTo>
                        <a:pt x="97" y="121"/>
                      </a:lnTo>
                      <a:lnTo>
                        <a:pt x="97" y="122"/>
                      </a:lnTo>
                      <a:lnTo>
                        <a:pt x="100" y="122"/>
                      </a:lnTo>
                      <a:lnTo>
                        <a:pt x="101" y="125"/>
                      </a:lnTo>
                      <a:lnTo>
                        <a:pt x="99" y="125"/>
                      </a:lnTo>
                      <a:lnTo>
                        <a:pt x="99" y="125"/>
                      </a:lnTo>
                      <a:lnTo>
                        <a:pt x="97" y="126"/>
                      </a:lnTo>
                      <a:lnTo>
                        <a:pt x="99" y="127"/>
                      </a:lnTo>
                      <a:lnTo>
                        <a:pt x="99" y="127"/>
                      </a:lnTo>
                      <a:lnTo>
                        <a:pt x="96" y="127"/>
                      </a:lnTo>
                      <a:lnTo>
                        <a:pt x="96" y="127"/>
                      </a:lnTo>
                      <a:lnTo>
                        <a:pt x="95" y="127"/>
                      </a:lnTo>
                      <a:lnTo>
                        <a:pt x="96" y="129"/>
                      </a:lnTo>
                      <a:lnTo>
                        <a:pt x="96" y="130"/>
                      </a:lnTo>
                      <a:lnTo>
                        <a:pt x="96" y="131"/>
                      </a:lnTo>
                      <a:lnTo>
                        <a:pt x="97" y="131"/>
                      </a:lnTo>
                      <a:lnTo>
                        <a:pt x="96" y="133"/>
                      </a:lnTo>
                      <a:lnTo>
                        <a:pt x="95" y="133"/>
                      </a:lnTo>
                      <a:lnTo>
                        <a:pt x="93" y="131"/>
                      </a:lnTo>
                      <a:lnTo>
                        <a:pt x="93" y="134"/>
                      </a:lnTo>
                      <a:lnTo>
                        <a:pt x="92" y="136"/>
                      </a:lnTo>
                      <a:lnTo>
                        <a:pt x="93" y="136"/>
                      </a:lnTo>
                      <a:lnTo>
                        <a:pt x="97" y="137"/>
                      </a:lnTo>
                      <a:lnTo>
                        <a:pt x="97" y="138"/>
                      </a:lnTo>
                      <a:lnTo>
                        <a:pt x="100" y="140"/>
                      </a:lnTo>
                      <a:lnTo>
                        <a:pt x="101" y="138"/>
                      </a:lnTo>
                      <a:lnTo>
                        <a:pt x="100" y="140"/>
                      </a:lnTo>
                      <a:lnTo>
                        <a:pt x="100" y="141"/>
                      </a:lnTo>
                      <a:lnTo>
                        <a:pt x="97" y="141"/>
                      </a:lnTo>
                      <a:lnTo>
                        <a:pt x="96" y="140"/>
                      </a:lnTo>
                      <a:lnTo>
                        <a:pt x="93" y="141"/>
                      </a:lnTo>
                      <a:lnTo>
                        <a:pt x="91" y="142"/>
                      </a:lnTo>
                      <a:lnTo>
                        <a:pt x="91" y="144"/>
                      </a:lnTo>
                      <a:lnTo>
                        <a:pt x="93" y="144"/>
                      </a:lnTo>
                      <a:lnTo>
                        <a:pt x="93" y="145"/>
                      </a:lnTo>
                      <a:lnTo>
                        <a:pt x="95" y="146"/>
                      </a:lnTo>
                      <a:lnTo>
                        <a:pt x="95" y="149"/>
                      </a:lnTo>
                      <a:lnTo>
                        <a:pt x="93" y="148"/>
                      </a:lnTo>
                      <a:lnTo>
                        <a:pt x="92" y="148"/>
                      </a:lnTo>
                      <a:lnTo>
                        <a:pt x="91" y="149"/>
                      </a:lnTo>
                      <a:lnTo>
                        <a:pt x="91" y="151"/>
                      </a:lnTo>
                      <a:lnTo>
                        <a:pt x="91" y="152"/>
                      </a:lnTo>
                      <a:lnTo>
                        <a:pt x="92" y="153"/>
                      </a:lnTo>
                      <a:lnTo>
                        <a:pt x="92" y="155"/>
                      </a:lnTo>
                      <a:lnTo>
                        <a:pt x="91" y="155"/>
                      </a:lnTo>
                      <a:lnTo>
                        <a:pt x="89" y="153"/>
                      </a:lnTo>
                      <a:lnTo>
                        <a:pt x="88" y="153"/>
                      </a:lnTo>
                      <a:lnTo>
                        <a:pt x="88" y="156"/>
                      </a:lnTo>
                      <a:lnTo>
                        <a:pt x="91" y="157"/>
                      </a:lnTo>
                      <a:lnTo>
                        <a:pt x="91" y="157"/>
                      </a:lnTo>
                      <a:lnTo>
                        <a:pt x="91" y="160"/>
                      </a:lnTo>
                      <a:lnTo>
                        <a:pt x="88" y="157"/>
                      </a:lnTo>
                      <a:lnTo>
                        <a:pt x="86" y="159"/>
                      </a:lnTo>
                      <a:lnTo>
                        <a:pt x="86" y="160"/>
                      </a:lnTo>
                      <a:lnTo>
                        <a:pt x="88" y="160"/>
                      </a:lnTo>
                      <a:lnTo>
                        <a:pt x="86" y="163"/>
                      </a:lnTo>
                      <a:lnTo>
                        <a:pt x="88" y="165"/>
                      </a:lnTo>
                      <a:lnTo>
                        <a:pt x="89" y="165"/>
                      </a:lnTo>
                      <a:lnTo>
                        <a:pt x="91" y="163"/>
                      </a:lnTo>
                      <a:lnTo>
                        <a:pt x="92" y="163"/>
                      </a:lnTo>
                      <a:lnTo>
                        <a:pt x="91" y="167"/>
                      </a:lnTo>
                      <a:lnTo>
                        <a:pt x="89" y="167"/>
                      </a:lnTo>
                      <a:lnTo>
                        <a:pt x="86" y="170"/>
                      </a:lnTo>
                      <a:lnTo>
                        <a:pt x="85" y="170"/>
                      </a:lnTo>
                      <a:lnTo>
                        <a:pt x="84" y="170"/>
                      </a:lnTo>
                      <a:lnTo>
                        <a:pt x="84" y="171"/>
                      </a:lnTo>
                      <a:lnTo>
                        <a:pt x="81" y="172"/>
                      </a:lnTo>
                      <a:lnTo>
                        <a:pt x="80" y="174"/>
                      </a:lnTo>
                      <a:lnTo>
                        <a:pt x="81" y="175"/>
                      </a:lnTo>
                      <a:lnTo>
                        <a:pt x="80" y="176"/>
                      </a:lnTo>
                      <a:lnTo>
                        <a:pt x="77" y="176"/>
                      </a:lnTo>
                      <a:lnTo>
                        <a:pt x="76" y="179"/>
                      </a:lnTo>
                      <a:lnTo>
                        <a:pt x="76" y="180"/>
                      </a:lnTo>
                      <a:lnTo>
                        <a:pt x="78" y="180"/>
                      </a:lnTo>
                      <a:lnTo>
                        <a:pt x="76" y="182"/>
                      </a:lnTo>
                      <a:lnTo>
                        <a:pt x="76" y="184"/>
                      </a:lnTo>
                      <a:lnTo>
                        <a:pt x="73" y="184"/>
                      </a:lnTo>
                      <a:lnTo>
                        <a:pt x="73" y="182"/>
                      </a:lnTo>
                      <a:lnTo>
                        <a:pt x="72" y="182"/>
                      </a:lnTo>
                      <a:lnTo>
                        <a:pt x="70" y="183"/>
                      </a:lnTo>
                      <a:lnTo>
                        <a:pt x="69" y="183"/>
                      </a:lnTo>
                      <a:lnTo>
                        <a:pt x="69" y="184"/>
                      </a:lnTo>
                      <a:lnTo>
                        <a:pt x="67" y="186"/>
                      </a:lnTo>
                      <a:lnTo>
                        <a:pt x="67" y="187"/>
                      </a:lnTo>
                      <a:lnTo>
                        <a:pt x="67" y="189"/>
                      </a:lnTo>
                      <a:lnTo>
                        <a:pt x="65" y="189"/>
                      </a:lnTo>
                      <a:lnTo>
                        <a:pt x="63" y="189"/>
                      </a:lnTo>
                      <a:lnTo>
                        <a:pt x="63" y="193"/>
                      </a:lnTo>
                      <a:lnTo>
                        <a:pt x="61" y="194"/>
                      </a:lnTo>
                      <a:lnTo>
                        <a:pt x="62" y="194"/>
                      </a:lnTo>
                      <a:lnTo>
                        <a:pt x="61" y="198"/>
                      </a:lnTo>
                      <a:lnTo>
                        <a:pt x="59" y="199"/>
                      </a:lnTo>
                      <a:lnTo>
                        <a:pt x="57" y="201"/>
                      </a:lnTo>
                      <a:lnTo>
                        <a:pt x="58" y="202"/>
                      </a:lnTo>
                      <a:lnTo>
                        <a:pt x="61" y="201"/>
                      </a:lnTo>
                      <a:lnTo>
                        <a:pt x="62" y="201"/>
                      </a:lnTo>
                      <a:lnTo>
                        <a:pt x="62" y="202"/>
                      </a:lnTo>
                      <a:lnTo>
                        <a:pt x="59" y="204"/>
                      </a:lnTo>
                      <a:lnTo>
                        <a:pt x="59" y="206"/>
                      </a:lnTo>
                      <a:lnTo>
                        <a:pt x="61" y="208"/>
                      </a:lnTo>
                      <a:lnTo>
                        <a:pt x="65" y="206"/>
                      </a:lnTo>
                      <a:lnTo>
                        <a:pt x="67" y="206"/>
                      </a:lnTo>
                      <a:lnTo>
                        <a:pt x="72" y="202"/>
                      </a:lnTo>
                      <a:lnTo>
                        <a:pt x="72" y="199"/>
                      </a:lnTo>
                      <a:lnTo>
                        <a:pt x="70" y="201"/>
                      </a:lnTo>
                      <a:lnTo>
                        <a:pt x="72" y="198"/>
                      </a:lnTo>
                      <a:lnTo>
                        <a:pt x="72" y="195"/>
                      </a:lnTo>
                      <a:lnTo>
                        <a:pt x="73" y="194"/>
                      </a:lnTo>
                      <a:lnTo>
                        <a:pt x="74" y="194"/>
                      </a:lnTo>
                      <a:lnTo>
                        <a:pt x="77" y="194"/>
                      </a:lnTo>
                      <a:lnTo>
                        <a:pt x="78" y="194"/>
                      </a:lnTo>
                      <a:lnTo>
                        <a:pt x="74" y="197"/>
                      </a:lnTo>
                      <a:lnTo>
                        <a:pt x="74" y="198"/>
                      </a:lnTo>
                      <a:lnTo>
                        <a:pt x="78" y="199"/>
                      </a:lnTo>
                      <a:lnTo>
                        <a:pt x="77" y="201"/>
                      </a:lnTo>
                      <a:lnTo>
                        <a:pt x="74" y="201"/>
                      </a:lnTo>
                      <a:lnTo>
                        <a:pt x="70" y="205"/>
                      </a:lnTo>
                      <a:lnTo>
                        <a:pt x="73" y="206"/>
                      </a:lnTo>
                      <a:lnTo>
                        <a:pt x="72" y="209"/>
                      </a:lnTo>
                      <a:lnTo>
                        <a:pt x="72" y="212"/>
                      </a:lnTo>
                      <a:lnTo>
                        <a:pt x="69" y="210"/>
                      </a:lnTo>
                      <a:lnTo>
                        <a:pt x="67" y="209"/>
                      </a:lnTo>
                      <a:lnTo>
                        <a:pt x="65" y="209"/>
                      </a:lnTo>
                      <a:lnTo>
                        <a:pt x="63" y="210"/>
                      </a:lnTo>
                      <a:lnTo>
                        <a:pt x="62" y="213"/>
                      </a:lnTo>
                      <a:lnTo>
                        <a:pt x="61" y="214"/>
                      </a:lnTo>
                      <a:lnTo>
                        <a:pt x="58" y="216"/>
                      </a:lnTo>
                      <a:lnTo>
                        <a:pt x="59" y="213"/>
                      </a:lnTo>
                      <a:lnTo>
                        <a:pt x="61" y="213"/>
                      </a:lnTo>
                      <a:lnTo>
                        <a:pt x="59" y="210"/>
                      </a:lnTo>
                      <a:lnTo>
                        <a:pt x="59" y="208"/>
                      </a:lnTo>
                      <a:lnTo>
                        <a:pt x="58" y="205"/>
                      </a:lnTo>
                      <a:lnTo>
                        <a:pt x="55" y="205"/>
                      </a:lnTo>
                      <a:lnTo>
                        <a:pt x="54" y="206"/>
                      </a:lnTo>
                      <a:lnTo>
                        <a:pt x="51" y="208"/>
                      </a:lnTo>
                      <a:lnTo>
                        <a:pt x="51" y="209"/>
                      </a:lnTo>
                      <a:lnTo>
                        <a:pt x="55" y="209"/>
                      </a:lnTo>
                      <a:lnTo>
                        <a:pt x="51" y="212"/>
                      </a:lnTo>
                      <a:lnTo>
                        <a:pt x="50" y="210"/>
                      </a:lnTo>
                      <a:lnTo>
                        <a:pt x="47" y="210"/>
                      </a:lnTo>
                      <a:lnTo>
                        <a:pt x="44" y="213"/>
                      </a:lnTo>
                      <a:lnTo>
                        <a:pt x="46" y="213"/>
                      </a:lnTo>
                      <a:lnTo>
                        <a:pt x="47" y="213"/>
                      </a:lnTo>
                      <a:lnTo>
                        <a:pt x="48" y="214"/>
                      </a:lnTo>
                      <a:lnTo>
                        <a:pt x="46" y="216"/>
                      </a:lnTo>
                      <a:lnTo>
                        <a:pt x="44" y="217"/>
                      </a:lnTo>
                      <a:lnTo>
                        <a:pt x="43" y="216"/>
                      </a:lnTo>
                      <a:lnTo>
                        <a:pt x="40" y="216"/>
                      </a:lnTo>
                      <a:lnTo>
                        <a:pt x="40" y="217"/>
                      </a:lnTo>
                      <a:lnTo>
                        <a:pt x="43" y="218"/>
                      </a:lnTo>
                      <a:lnTo>
                        <a:pt x="47" y="218"/>
                      </a:lnTo>
                      <a:lnTo>
                        <a:pt x="46" y="221"/>
                      </a:lnTo>
                      <a:lnTo>
                        <a:pt x="48" y="221"/>
                      </a:lnTo>
                      <a:lnTo>
                        <a:pt x="48" y="224"/>
                      </a:lnTo>
                      <a:lnTo>
                        <a:pt x="44" y="223"/>
                      </a:lnTo>
                      <a:lnTo>
                        <a:pt x="44" y="220"/>
                      </a:lnTo>
                      <a:lnTo>
                        <a:pt x="42" y="220"/>
                      </a:lnTo>
                      <a:lnTo>
                        <a:pt x="39" y="218"/>
                      </a:lnTo>
                      <a:lnTo>
                        <a:pt x="39" y="217"/>
                      </a:lnTo>
                      <a:lnTo>
                        <a:pt x="38" y="217"/>
                      </a:lnTo>
                      <a:lnTo>
                        <a:pt x="38" y="218"/>
                      </a:lnTo>
                      <a:lnTo>
                        <a:pt x="40" y="223"/>
                      </a:lnTo>
                      <a:lnTo>
                        <a:pt x="42" y="224"/>
                      </a:lnTo>
                      <a:lnTo>
                        <a:pt x="44" y="224"/>
                      </a:lnTo>
                      <a:lnTo>
                        <a:pt x="46" y="225"/>
                      </a:lnTo>
                      <a:lnTo>
                        <a:pt x="43" y="225"/>
                      </a:lnTo>
                      <a:lnTo>
                        <a:pt x="39" y="224"/>
                      </a:lnTo>
                      <a:lnTo>
                        <a:pt x="36" y="220"/>
                      </a:lnTo>
                      <a:lnTo>
                        <a:pt x="33" y="221"/>
                      </a:lnTo>
                      <a:lnTo>
                        <a:pt x="32" y="220"/>
                      </a:lnTo>
                      <a:lnTo>
                        <a:pt x="29" y="220"/>
                      </a:lnTo>
                      <a:lnTo>
                        <a:pt x="28" y="218"/>
                      </a:lnTo>
                      <a:lnTo>
                        <a:pt x="27" y="220"/>
                      </a:lnTo>
                      <a:lnTo>
                        <a:pt x="27" y="223"/>
                      </a:lnTo>
                      <a:lnTo>
                        <a:pt x="25" y="224"/>
                      </a:lnTo>
                      <a:lnTo>
                        <a:pt x="28" y="225"/>
                      </a:lnTo>
                      <a:lnTo>
                        <a:pt x="32" y="224"/>
                      </a:lnTo>
                      <a:lnTo>
                        <a:pt x="33" y="225"/>
                      </a:lnTo>
                      <a:lnTo>
                        <a:pt x="31" y="227"/>
                      </a:lnTo>
                      <a:lnTo>
                        <a:pt x="32" y="227"/>
                      </a:lnTo>
                      <a:lnTo>
                        <a:pt x="36" y="225"/>
                      </a:lnTo>
                      <a:lnTo>
                        <a:pt x="38" y="225"/>
                      </a:lnTo>
                      <a:lnTo>
                        <a:pt x="36" y="227"/>
                      </a:lnTo>
                      <a:lnTo>
                        <a:pt x="32" y="229"/>
                      </a:lnTo>
                      <a:lnTo>
                        <a:pt x="31" y="231"/>
                      </a:lnTo>
                      <a:lnTo>
                        <a:pt x="28" y="231"/>
                      </a:lnTo>
                      <a:lnTo>
                        <a:pt x="25" y="227"/>
                      </a:lnTo>
                      <a:lnTo>
                        <a:pt x="24" y="227"/>
                      </a:lnTo>
                      <a:lnTo>
                        <a:pt x="23" y="228"/>
                      </a:lnTo>
                      <a:lnTo>
                        <a:pt x="21" y="227"/>
                      </a:lnTo>
                      <a:lnTo>
                        <a:pt x="19" y="228"/>
                      </a:lnTo>
                      <a:lnTo>
                        <a:pt x="19" y="227"/>
                      </a:lnTo>
                      <a:lnTo>
                        <a:pt x="16" y="228"/>
                      </a:lnTo>
                      <a:lnTo>
                        <a:pt x="16" y="229"/>
                      </a:lnTo>
                      <a:lnTo>
                        <a:pt x="21" y="229"/>
                      </a:lnTo>
                      <a:lnTo>
                        <a:pt x="24" y="232"/>
                      </a:lnTo>
                      <a:lnTo>
                        <a:pt x="27" y="233"/>
                      </a:lnTo>
                      <a:lnTo>
                        <a:pt x="27" y="236"/>
                      </a:lnTo>
                      <a:lnTo>
                        <a:pt x="27" y="237"/>
                      </a:lnTo>
                      <a:lnTo>
                        <a:pt x="25" y="239"/>
                      </a:lnTo>
                      <a:lnTo>
                        <a:pt x="24" y="237"/>
                      </a:lnTo>
                      <a:lnTo>
                        <a:pt x="24" y="233"/>
                      </a:lnTo>
                      <a:lnTo>
                        <a:pt x="23" y="233"/>
                      </a:lnTo>
                      <a:lnTo>
                        <a:pt x="20" y="233"/>
                      </a:lnTo>
                      <a:lnTo>
                        <a:pt x="20" y="235"/>
                      </a:lnTo>
                      <a:lnTo>
                        <a:pt x="20" y="236"/>
                      </a:lnTo>
                      <a:lnTo>
                        <a:pt x="17" y="235"/>
                      </a:lnTo>
                      <a:lnTo>
                        <a:pt x="14" y="237"/>
                      </a:lnTo>
                      <a:lnTo>
                        <a:pt x="17" y="239"/>
                      </a:lnTo>
                      <a:lnTo>
                        <a:pt x="14" y="240"/>
                      </a:lnTo>
                      <a:lnTo>
                        <a:pt x="13" y="240"/>
                      </a:lnTo>
                      <a:lnTo>
                        <a:pt x="12" y="237"/>
                      </a:lnTo>
                      <a:lnTo>
                        <a:pt x="8" y="237"/>
                      </a:lnTo>
                      <a:lnTo>
                        <a:pt x="9" y="240"/>
                      </a:lnTo>
                      <a:lnTo>
                        <a:pt x="8" y="242"/>
                      </a:lnTo>
                      <a:lnTo>
                        <a:pt x="8" y="239"/>
                      </a:lnTo>
                      <a:lnTo>
                        <a:pt x="5" y="236"/>
                      </a:lnTo>
                      <a:lnTo>
                        <a:pt x="4" y="237"/>
                      </a:lnTo>
                      <a:lnTo>
                        <a:pt x="4" y="239"/>
                      </a:lnTo>
                      <a:lnTo>
                        <a:pt x="6" y="242"/>
                      </a:lnTo>
                      <a:lnTo>
                        <a:pt x="5" y="243"/>
                      </a:lnTo>
                      <a:lnTo>
                        <a:pt x="6" y="244"/>
                      </a:lnTo>
                      <a:lnTo>
                        <a:pt x="9" y="243"/>
                      </a:lnTo>
                      <a:lnTo>
                        <a:pt x="13" y="244"/>
                      </a:lnTo>
                      <a:lnTo>
                        <a:pt x="16" y="246"/>
                      </a:lnTo>
                      <a:lnTo>
                        <a:pt x="20" y="246"/>
                      </a:lnTo>
                      <a:lnTo>
                        <a:pt x="21" y="244"/>
                      </a:lnTo>
                      <a:lnTo>
                        <a:pt x="24" y="244"/>
                      </a:lnTo>
                      <a:lnTo>
                        <a:pt x="21" y="247"/>
                      </a:lnTo>
                      <a:lnTo>
                        <a:pt x="17" y="247"/>
                      </a:lnTo>
                      <a:lnTo>
                        <a:pt x="16" y="247"/>
                      </a:lnTo>
                      <a:lnTo>
                        <a:pt x="12" y="246"/>
                      </a:lnTo>
                      <a:lnTo>
                        <a:pt x="9" y="246"/>
                      </a:lnTo>
                      <a:lnTo>
                        <a:pt x="8" y="246"/>
                      </a:lnTo>
                      <a:lnTo>
                        <a:pt x="5" y="247"/>
                      </a:lnTo>
                      <a:lnTo>
                        <a:pt x="2" y="247"/>
                      </a:lnTo>
                      <a:lnTo>
                        <a:pt x="2" y="248"/>
                      </a:lnTo>
                      <a:lnTo>
                        <a:pt x="6" y="251"/>
                      </a:lnTo>
                      <a:lnTo>
                        <a:pt x="5" y="252"/>
                      </a:lnTo>
                      <a:lnTo>
                        <a:pt x="8" y="254"/>
                      </a:lnTo>
                      <a:lnTo>
                        <a:pt x="9" y="252"/>
                      </a:lnTo>
                      <a:lnTo>
                        <a:pt x="13" y="252"/>
                      </a:lnTo>
                      <a:lnTo>
                        <a:pt x="10" y="254"/>
                      </a:lnTo>
                      <a:lnTo>
                        <a:pt x="6" y="254"/>
                      </a:lnTo>
                      <a:lnTo>
                        <a:pt x="5" y="255"/>
                      </a:lnTo>
                      <a:lnTo>
                        <a:pt x="4" y="254"/>
                      </a:lnTo>
                      <a:lnTo>
                        <a:pt x="4" y="255"/>
                      </a:lnTo>
                      <a:lnTo>
                        <a:pt x="5" y="256"/>
                      </a:lnTo>
                      <a:lnTo>
                        <a:pt x="8" y="256"/>
                      </a:lnTo>
                      <a:lnTo>
                        <a:pt x="5" y="258"/>
                      </a:lnTo>
                      <a:lnTo>
                        <a:pt x="4" y="258"/>
                      </a:lnTo>
                      <a:lnTo>
                        <a:pt x="4" y="259"/>
                      </a:lnTo>
                      <a:lnTo>
                        <a:pt x="5" y="261"/>
                      </a:lnTo>
                      <a:lnTo>
                        <a:pt x="6" y="262"/>
                      </a:lnTo>
                      <a:lnTo>
                        <a:pt x="9" y="262"/>
                      </a:lnTo>
                      <a:lnTo>
                        <a:pt x="12" y="261"/>
                      </a:lnTo>
                      <a:lnTo>
                        <a:pt x="16" y="259"/>
                      </a:lnTo>
                      <a:lnTo>
                        <a:pt x="19" y="261"/>
                      </a:lnTo>
                      <a:lnTo>
                        <a:pt x="20" y="261"/>
                      </a:lnTo>
                      <a:lnTo>
                        <a:pt x="21" y="259"/>
                      </a:lnTo>
                      <a:lnTo>
                        <a:pt x="21" y="258"/>
                      </a:lnTo>
                      <a:lnTo>
                        <a:pt x="23" y="258"/>
                      </a:lnTo>
                      <a:lnTo>
                        <a:pt x="24" y="259"/>
                      </a:lnTo>
                      <a:lnTo>
                        <a:pt x="27" y="259"/>
                      </a:lnTo>
                      <a:lnTo>
                        <a:pt x="29" y="256"/>
                      </a:lnTo>
                      <a:lnTo>
                        <a:pt x="31" y="256"/>
                      </a:lnTo>
                      <a:lnTo>
                        <a:pt x="29" y="258"/>
                      </a:lnTo>
                      <a:lnTo>
                        <a:pt x="28" y="259"/>
                      </a:lnTo>
                      <a:lnTo>
                        <a:pt x="31" y="261"/>
                      </a:lnTo>
                      <a:lnTo>
                        <a:pt x="32" y="259"/>
                      </a:lnTo>
                      <a:lnTo>
                        <a:pt x="32" y="258"/>
                      </a:lnTo>
                      <a:lnTo>
                        <a:pt x="33" y="254"/>
                      </a:lnTo>
                      <a:lnTo>
                        <a:pt x="33" y="256"/>
                      </a:lnTo>
                      <a:lnTo>
                        <a:pt x="36" y="259"/>
                      </a:lnTo>
                      <a:lnTo>
                        <a:pt x="33" y="262"/>
                      </a:lnTo>
                      <a:lnTo>
                        <a:pt x="31" y="262"/>
                      </a:lnTo>
                      <a:lnTo>
                        <a:pt x="28" y="263"/>
                      </a:lnTo>
                      <a:lnTo>
                        <a:pt x="29" y="265"/>
                      </a:lnTo>
                      <a:lnTo>
                        <a:pt x="28" y="266"/>
                      </a:lnTo>
                      <a:lnTo>
                        <a:pt x="25" y="267"/>
                      </a:lnTo>
                      <a:lnTo>
                        <a:pt x="25" y="266"/>
                      </a:lnTo>
                      <a:lnTo>
                        <a:pt x="27" y="265"/>
                      </a:lnTo>
                      <a:lnTo>
                        <a:pt x="25" y="262"/>
                      </a:lnTo>
                      <a:lnTo>
                        <a:pt x="24" y="261"/>
                      </a:lnTo>
                      <a:lnTo>
                        <a:pt x="20" y="265"/>
                      </a:lnTo>
                      <a:lnTo>
                        <a:pt x="20" y="266"/>
                      </a:lnTo>
                      <a:lnTo>
                        <a:pt x="19" y="263"/>
                      </a:lnTo>
                      <a:lnTo>
                        <a:pt x="16" y="262"/>
                      </a:lnTo>
                      <a:lnTo>
                        <a:pt x="13" y="263"/>
                      </a:lnTo>
                      <a:lnTo>
                        <a:pt x="10" y="262"/>
                      </a:lnTo>
                      <a:lnTo>
                        <a:pt x="8" y="265"/>
                      </a:lnTo>
                      <a:lnTo>
                        <a:pt x="5" y="265"/>
                      </a:lnTo>
                      <a:lnTo>
                        <a:pt x="4" y="263"/>
                      </a:lnTo>
                      <a:lnTo>
                        <a:pt x="2" y="263"/>
                      </a:lnTo>
                      <a:lnTo>
                        <a:pt x="4" y="266"/>
                      </a:lnTo>
                      <a:lnTo>
                        <a:pt x="4" y="267"/>
                      </a:lnTo>
                      <a:lnTo>
                        <a:pt x="5" y="269"/>
                      </a:lnTo>
                      <a:lnTo>
                        <a:pt x="6" y="267"/>
                      </a:lnTo>
                      <a:lnTo>
                        <a:pt x="8" y="266"/>
                      </a:lnTo>
                      <a:lnTo>
                        <a:pt x="9" y="266"/>
                      </a:lnTo>
                      <a:lnTo>
                        <a:pt x="8" y="269"/>
                      </a:lnTo>
                      <a:lnTo>
                        <a:pt x="8" y="270"/>
                      </a:lnTo>
                      <a:lnTo>
                        <a:pt x="6" y="271"/>
                      </a:lnTo>
                      <a:lnTo>
                        <a:pt x="5" y="270"/>
                      </a:lnTo>
                      <a:lnTo>
                        <a:pt x="5" y="274"/>
                      </a:lnTo>
                      <a:lnTo>
                        <a:pt x="8" y="276"/>
                      </a:lnTo>
                      <a:lnTo>
                        <a:pt x="12" y="270"/>
                      </a:lnTo>
                      <a:lnTo>
                        <a:pt x="14" y="271"/>
                      </a:lnTo>
                      <a:lnTo>
                        <a:pt x="13" y="273"/>
                      </a:lnTo>
                      <a:lnTo>
                        <a:pt x="13" y="276"/>
                      </a:lnTo>
                      <a:lnTo>
                        <a:pt x="9" y="277"/>
                      </a:lnTo>
                      <a:lnTo>
                        <a:pt x="10" y="278"/>
                      </a:lnTo>
                      <a:lnTo>
                        <a:pt x="12" y="278"/>
                      </a:lnTo>
                      <a:lnTo>
                        <a:pt x="12" y="280"/>
                      </a:lnTo>
                      <a:lnTo>
                        <a:pt x="13" y="282"/>
                      </a:lnTo>
                      <a:lnTo>
                        <a:pt x="12" y="285"/>
                      </a:lnTo>
                      <a:lnTo>
                        <a:pt x="13" y="285"/>
                      </a:lnTo>
                      <a:lnTo>
                        <a:pt x="14" y="282"/>
                      </a:lnTo>
                      <a:lnTo>
                        <a:pt x="17" y="281"/>
                      </a:lnTo>
                      <a:lnTo>
                        <a:pt x="17" y="278"/>
                      </a:lnTo>
                      <a:lnTo>
                        <a:pt x="23" y="276"/>
                      </a:lnTo>
                      <a:lnTo>
                        <a:pt x="25" y="276"/>
                      </a:lnTo>
                      <a:lnTo>
                        <a:pt x="27" y="276"/>
                      </a:lnTo>
                      <a:lnTo>
                        <a:pt x="25" y="277"/>
                      </a:lnTo>
                      <a:lnTo>
                        <a:pt x="23" y="278"/>
                      </a:lnTo>
                      <a:lnTo>
                        <a:pt x="23" y="282"/>
                      </a:lnTo>
                      <a:lnTo>
                        <a:pt x="24" y="284"/>
                      </a:lnTo>
                      <a:lnTo>
                        <a:pt x="21" y="282"/>
                      </a:lnTo>
                      <a:lnTo>
                        <a:pt x="21" y="280"/>
                      </a:lnTo>
                      <a:lnTo>
                        <a:pt x="20" y="280"/>
                      </a:lnTo>
                      <a:lnTo>
                        <a:pt x="19" y="282"/>
                      </a:lnTo>
                      <a:lnTo>
                        <a:pt x="16" y="282"/>
                      </a:lnTo>
                      <a:lnTo>
                        <a:pt x="19" y="284"/>
                      </a:lnTo>
                      <a:lnTo>
                        <a:pt x="17" y="286"/>
                      </a:lnTo>
                      <a:lnTo>
                        <a:pt x="14" y="286"/>
                      </a:lnTo>
                      <a:lnTo>
                        <a:pt x="14" y="289"/>
                      </a:lnTo>
                      <a:lnTo>
                        <a:pt x="16" y="289"/>
                      </a:lnTo>
                      <a:lnTo>
                        <a:pt x="20" y="289"/>
                      </a:lnTo>
                      <a:lnTo>
                        <a:pt x="20" y="290"/>
                      </a:lnTo>
                      <a:lnTo>
                        <a:pt x="17" y="292"/>
                      </a:lnTo>
                      <a:lnTo>
                        <a:pt x="16" y="293"/>
                      </a:lnTo>
                      <a:lnTo>
                        <a:pt x="16" y="295"/>
                      </a:lnTo>
                      <a:lnTo>
                        <a:pt x="13" y="293"/>
                      </a:lnTo>
                      <a:lnTo>
                        <a:pt x="12" y="293"/>
                      </a:lnTo>
                      <a:lnTo>
                        <a:pt x="12" y="296"/>
                      </a:lnTo>
                      <a:lnTo>
                        <a:pt x="10" y="293"/>
                      </a:lnTo>
                      <a:lnTo>
                        <a:pt x="9" y="295"/>
                      </a:lnTo>
                      <a:lnTo>
                        <a:pt x="6" y="297"/>
                      </a:lnTo>
                      <a:lnTo>
                        <a:pt x="8" y="300"/>
                      </a:lnTo>
                      <a:lnTo>
                        <a:pt x="12" y="304"/>
                      </a:lnTo>
                      <a:lnTo>
                        <a:pt x="12" y="301"/>
                      </a:lnTo>
                      <a:lnTo>
                        <a:pt x="13" y="303"/>
                      </a:lnTo>
                      <a:lnTo>
                        <a:pt x="14" y="301"/>
                      </a:lnTo>
                      <a:lnTo>
                        <a:pt x="14" y="300"/>
                      </a:lnTo>
                      <a:lnTo>
                        <a:pt x="16" y="297"/>
                      </a:lnTo>
                      <a:lnTo>
                        <a:pt x="19" y="300"/>
                      </a:lnTo>
                      <a:lnTo>
                        <a:pt x="17" y="301"/>
                      </a:lnTo>
                      <a:lnTo>
                        <a:pt x="19" y="303"/>
                      </a:lnTo>
                      <a:lnTo>
                        <a:pt x="19" y="305"/>
                      </a:lnTo>
                      <a:lnTo>
                        <a:pt x="16" y="307"/>
                      </a:lnTo>
                      <a:lnTo>
                        <a:pt x="19" y="311"/>
                      </a:lnTo>
                      <a:lnTo>
                        <a:pt x="20" y="309"/>
                      </a:lnTo>
                      <a:lnTo>
                        <a:pt x="23" y="308"/>
                      </a:lnTo>
                      <a:lnTo>
                        <a:pt x="24" y="309"/>
                      </a:lnTo>
                      <a:lnTo>
                        <a:pt x="21" y="309"/>
                      </a:lnTo>
                      <a:lnTo>
                        <a:pt x="20" y="311"/>
                      </a:lnTo>
                      <a:lnTo>
                        <a:pt x="21" y="314"/>
                      </a:lnTo>
                      <a:lnTo>
                        <a:pt x="21" y="315"/>
                      </a:lnTo>
                      <a:lnTo>
                        <a:pt x="16" y="311"/>
                      </a:lnTo>
                      <a:lnTo>
                        <a:pt x="14" y="311"/>
                      </a:lnTo>
                      <a:lnTo>
                        <a:pt x="13" y="311"/>
                      </a:lnTo>
                      <a:lnTo>
                        <a:pt x="10" y="311"/>
                      </a:lnTo>
                      <a:lnTo>
                        <a:pt x="10" y="312"/>
                      </a:lnTo>
                      <a:lnTo>
                        <a:pt x="9" y="314"/>
                      </a:lnTo>
                      <a:lnTo>
                        <a:pt x="13" y="320"/>
                      </a:lnTo>
                      <a:lnTo>
                        <a:pt x="16" y="320"/>
                      </a:lnTo>
                      <a:lnTo>
                        <a:pt x="20" y="324"/>
                      </a:lnTo>
                      <a:lnTo>
                        <a:pt x="24" y="326"/>
                      </a:lnTo>
                      <a:lnTo>
                        <a:pt x="25" y="327"/>
                      </a:lnTo>
                      <a:lnTo>
                        <a:pt x="24" y="328"/>
                      </a:lnTo>
                      <a:lnTo>
                        <a:pt x="27" y="330"/>
                      </a:lnTo>
                      <a:lnTo>
                        <a:pt x="28" y="330"/>
                      </a:lnTo>
                      <a:lnTo>
                        <a:pt x="27" y="327"/>
                      </a:lnTo>
                      <a:lnTo>
                        <a:pt x="29" y="327"/>
                      </a:lnTo>
                      <a:lnTo>
                        <a:pt x="31" y="328"/>
                      </a:lnTo>
                      <a:lnTo>
                        <a:pt x="31" y="328"/>
                      </a:lnTo>
                      <a:lnTo>
                        <a:pt x="33" y="333"/>
                      </a:lnTo>
                      <a:lnTo>
                        <a:pt x="35" y="331"/>
                      </a:lnTo>
                      <a:lnTo>
                        <a:pt x="35" y="331"/>
                      </a:lnTo>
                      <a:lnTo>
                        <a:pt x="38" y="330"/>
                      </a:lnTo>
                      <a:lnTo>
                        <a:pt x="40" y="327"/>
                      </a:lnTo>
                      <a:lnTo>
                        <a:pt x="42" y="327"/>
                      </a:lnTo>
                      <a:lnTo>
                        <a:pt x="43" y="326"/>
                      </a:lnTo>
                      <a:lnTo>
                        <a:pt x="44" y="326"/>
                      </a:lnTo>
                      <a:lnTo>
                        <a:pt x="44" y="328"/>
                      </a:lnTo>
                      <a:lnTo>
                        <a:pt x="46" y="328"/>
                      </a:lnTo>
                      <a:lnTo>
                        <a:pt x="51" y="323"/>
                      </a:lnTo>
                      <a:lnTo>
                        <a:pt x="51" y="322"/>
                      </a:lnTo>
                      <a:lnTo>
                        <a:pt x="48" y="319"/>
                      </a:lnTo>
                      <a:lnTo>
                        <a:pt x="52" y="322"/>
                      </a:lnTo>
                      <a:lnTo>
                        <a:pt x="55" y="318"/>
                      </a:lnTo>
                      <a:lnTo>
                        <a:pt x="55" y="318"/>
                      </a:lnTo>
                      <a:lnTo>
                        <a:pt x="57" y="316"/>
                      </a:lnTo>
                      <a:lnTo>
                        <a:pt x="57" y="314"/>
                      </a:lnTo>
                      <a:lnTo>
                        <a:pt x="58" y="312"/>
                      </a:lnTo>
                      <a:lnTo>
                        <a:pt x="61" y="312"/>
                      </a:lnTo>
                      <a:lnTo>
                        <a:pt x="62" y="311"/>
                      </a:lnTo>
                      <a:lnTo>
                        <a:pt x="59" y="308"/>
                      </a:lnTo>
                      <a:lnTo>
                        <a:pt x="61" y="305"/>
                      </a:lnTo>
                      <a:lnTo>
                        <a:pt x="58" y="303"/>
                      </a:lnTo>
                      <a:lnTo>
                        <a:pt x="55" y="301"/>
                      </a:lnTo>
                      <a:lnTo>
                        <a:pt x="55" y="299"/>
                      </a:lnTo>
                      <a:lnTo>
                        <a:pt x="57" y="300"/>
                      </a:lnTo>
                      <a:lnTo>
                        <a:pt x="59" y="303"/>
                      </a:lnTo>
                      <a:lnTo>
                        <a:pt x="61" y="307"/>
                      </a:lnTo>
                      <a:lnTo>
                        <a:pt x="62" y="308"/>
                      </a:lnTo>
                      <a:lnTo>
                        <a:pt x="63" y="308"/>
                      </a:lnTo>
                      <a:lnTo>
                        <a:pt x="63" y="309"/>
                      </a:lnTo>
                      <a:lnTo>
                        <a:pt x="65" y="311"/>
                      </a:lnTo>
                      <a:lnTo>
                        <a:pt x="67" y="309"/>
                      </a:lnTo>
                      <a:lnTo>
                        <a:pt x="66" y="308"/>
                      </a:lnTo>
                      <a:lnTo>
                        <a:pt x="65" y="308"/>
                      </a:lnTo>
                      <a:lnTo>
                        <a:pt x="66" y="305"/>
                      </a:lnTo>
                      <a:lnTo>
                        <a:pt x="69" y="308"/>
                      </a:lnTo>
                      <a:lnTo>
                        <a:pt x="69" y="308"/>
                      </a:lnTo>
                      <a:lnTo>
                        <a:pt x="72" y="305"/>
                      </a:lnTo>
                      <a:lnTo>
                        <a:pt x="73" y="303"/>
                      </a:lnTo>
                      <a:lnTo>
                        <a:pt x="73" y="300"/>
                      </a:lnTo>
                      <a:lnTo>
                        <a:pt x="70" y="299"/>
                      </a:lnTo>
                      <a:lnTo>
                        <a:pt x="69" y="297"/>
                      </a:lnTo>
                      <a:lnTo>
                        <a:pt x="70" y="296"/>
                      </a:lnTo>
                      <a:lnTo>
                        <a:pt x="72" y="295"/>
                      </a:lnTo>
                      <a:lnTo>
                        <a:pt x="73" y="295"/>
                      </a:lnTo>
                      <a:lnTo>
                        <a:pt x="73" y="293"/>
                      </a:lnTo>
                      <a:lnTo>
                        <a:pt x="72" y="292"/>
                      </a:lnTo>
                      <a:lnTo>
                        <a:pt x="72" y="289"/>
                      </a:lnTo>
                      <a:lnTo>
                        <a:pt x="74" y="288"/>
                      </a:lnTo>
                      <a:lnTo>
                        <a:pt x="76" y="290"/>
                      </a:lnTo>
                      <a:lnTo>
                        <a:pt x="74" y="292"/>
                      </a:lnTo>
                      <a:lnTo>
                        <a:pt x="76" y="296"/>
                      </a:lnTo>
                      <a:lnTo>
                        <a:pt x="74" y="299"/>
                      </a:lnTo>
                      <a:lnTo>
                        <a:pt x="76" y="301"/>
                      </a:lnTo>
                      <a:lnTo>
                        <a:pt x="77" y="303"/>
                      </a:lnTo>
                      <a:lnTo>
                        <a:pt x="80" y="305"/>
                      </a:lnTo>
                      <a:lnTo>
                        <a:pt x="82" y="305"/>
                      </a:lnTo>
                      <a:lnTo>
                        <a:pt x="84" y="307"/>
                      </a:lnTo>
                      <a:lnTo>
                        <a:pt x="84" y="308"/>
                      </a:lnTo>
                      <a:lnTo>
                        <a:pt x="85" y="308"/>
                      </a:lnTo>
                      <a:lnTo>
                        <a:pt x="86" y="312"/>
                      </a:lnTo>
                      <a:lnTo>
                        <a:pt x="88" y="308"/>
                      </a:lnTo>
                      <a:lnTo>
                        <a:pt x="88" y="300"/>
                      </a:lnTo>
                      <a:lnTo>
                        <a:pt x="85" y="296"/>
                      </a:lnTo>
                      <a:lnTo>
                        <a:pt x="86" y="293"/>
                      </a:lnTo>
                      <a:lnTo>
                        <a:pt x="89" y="293"/>
                      </a:lnTo>
                      <a:lnTo>
                        <a:pt x="88" y="290"/>
                      </a:lnTo>
                      <a:lnTo>
                        <a:pt x="88" y="288"/>
                      </a:lnTo>
                      <a:lnTo>
                        <a:pt x="92" y="288"/>
                      </a:lnTo>
                      <a:lnTo>
                        <a:pt x="93" y="285"/>
                      </a:lnTo>
                      <a:lnTo>
                        <a:pt x="93" y="282"/>
                      </a:lnTo>
                      <a:lnTo>
                        <a:pt x="96" y="278"/>
                      </a:lnTo>
                      <a:lnTo>
                        <a:pt x="93" y="276"/>
                      </a:lnTo>
                      <a:lnTo>
                        <a:pt x="92" y="269"/>
                      </a:lnTo>
                      <a:lnTo>
                        <a:pt x="89" y="263"/>
                      </a:lnTo>
                      <a:lnTo>
                        <a:pt x="91" y="262"/>
                      </a:lnTo>
                      <a:lnTo>
                        <a:pt x="96" y="259"/>
                      </a:lnTo>
                      <a:lnTo>
                        <a:pt x="96" y="255"/>
                      </a:lnTo>
                      <a:lnTo>
                        <a:pt x="97" y="251"/>
                      </a:lnTo>
                      <a:lnTo>
                        <a:pt x="93" y="246"/>
                      </a:lnTo>
                      <a:lnTo>
                        <a:pt x="89" y="244"/>
                      </a:lnTo>
                      <a:lnTo>
                        <a:pt x="89" y="239"/>
                      </a:lnTo>
                      <a:lnTo>
                        <a:pt x="89" y="233"/>
                      </a:lnTo>
                      <a:lnTo>
                        <a:pt x="89" y="228"/>
                      </a:lnTo>
                      <a:lnTo>
                        <a:pt x="88" y="224"/>
                      </a:lnTo>
                      <a:lnTo>
                        <a:pt x="89" y="220"/>
                      </a:lnTo>
                      <a:lnTo>
                        <a:pt x="88" y="212"/>
                      </a:lnTo>
                      <a:lnTo>
                        <a:pt x="86" y="205"/>
                      </a:lnTo>
                      <a:lnTo>
                        <a:pt x="88" y="198"/>
                      </a:lnTo>
                      <a:lnTo>
                        <a:pt x="91" y="193"/>
                      </a:lnTo>
                      <a:lnTo>
                        <a:pt x="93" y="191"/>
                      </a:lnTo>
                      <a:lnTo>
                        <a:pt x="97" y="191"/>
                      </a:lnTo>
                      <a:lnTo>
                        <a:pt x="103" y="191"/>
                      </a:lnTo>
                      <a:lnTo>
                        <a:pt x="104" y="189"/>
                      </a:lnTo>
                      <a:lnTo>
                        <a:pt x="104" y="183"/>
                      </a:lnTo>
                      <a:lnTo>
                        <a:pt x="103" y="180"/>
                      </a:lnTo>
                      <a:lnTo>
                        <a:pt x="103" y="178"/>
                      </a:lnTo>
                      <a:lnTo>
                        <a:pt x="108" y="165"/>
                      </a:lnTo>
                      <a:lnTo>
                        <a:pt x="108" y="159"/>
                      </a:lnTo>
                      <a:lnTo>
                        <a:pt x="110" y="152"/>
                      </a:lnTo>
                      <a:lnTo>
                        <a:pt x="111" y="149"/>
                      </a:lnTo>
                      <a:lnTo>
                        <a:pt x="111" y="145"/>
                      </a:lnTo>
                      <a:lnTo>
                        <a:pt x="110" y="142"/>
                      </a:lnTo>
                      <a:lnTo>
                        <a:pt x="110" y="140"/>
                      </a:lnTo>
                      <a:lnTo>
                        <a:pt x="114" y="137"/>
                      </a:lnTo>
                      <a:lnTo>
                        <a:pt x="119" y="136"/>
                      </a:lnTo>
                      <a:lnTo>
                        <a:pt x="120" y="134"/>
                      </a:lnTo>
                      <a:lnTo>
                        <a:pt x="120" y="131"/>
                      </a:lnTo>
                      <a:lnTo>
                        <a:pt x="124" y="125"/>
                      </a:lnTo>
                      <a:lnTo>
                        <a:pt x="129" y="119"/>
                      </a:lnTo>
                      <a:lnTo>
                        <a:pt x="130" y="115"/>
                      </a:lnTo>
                      <a:lnTo>
                        <a:pt x="129" y="111"/>
                      </a:lnTo>
                      <a:lnTo>
                        <a:pt x="127" y="110"/>
                      </a:lnTo>
                      <a:lnTo>
                        <a:pt x="127" y="103"/>
                      </a:lnTo>
                      <a:lnTo>
                        <a:pt x="129" y="102"/>
                      </a:lnTo>
                      <a:lnTo>
                        <a:pt x="130" y="100"/>
                      </a:lnTo>
                      <a:lnTo>
                        <a:pt x="131" y="96"/>
                      </a:lnTo>
                      <a:lnTo>
                        <a:pt x="133" y="95"/>
                      </a:lnTo>
                      <a:lnTo>
                        <a:pt x="135" y="91"/>
                      </a:lnTo>
                      <a:lnTo>
                        <a:pt x="138" y="88"/>
                      </a:lnTo>
                      <a:lnTo>
                        <a:pt x="141" y="89"/>
                      </a:lnTo>
                      <a:lnTo>
                        <a:pt x="142" y="91"/>
                      </a:lnTo>
                      <a:lnTo>
                        <a:pt x="145" y="91"/>
                      </a:lnTo>
                      <a:lnTo>
                        <a:pt x="146" y="89"/>
                      </a:lnTo>
                      <a:lnTo>
                        <a:pt x="145" y="87"/>
                      </a:lnTo>
                      <a:lnTo>
                        <a:pt x="146" y="84"/>
                      </a:lnTo>
                      <a:lnTo>
                        <a:pt x="146" y="83"/>
                      </a:lnTo>
                      <a:lnTo>
                        <a:pt x="148" y="81"/>
                      </a:lnTo>
                      <a:lnTo>
                        <a:pt x="145" y="79"/>
                      </a:lnTo>
                      <a:lnTo>
                        <a:pt x="146" y="77"/>
                      </a:lnTo>
                      <a:lnTo>
                        <a:pt x="150" y="77"/>
                      </a:lnTo>
                      <a:lnTo>
                        <a:pt x="154" y="76"/>
                      </a:lnTo>
                      <a:lnTo>
                        <a:pt x="158" y="77"/>
                      </a:lnTo>
                      <a:lnTo>
                        <a:pt x="161" y="79"/>
                      </a:lnTo>
                      <a:lnTo>
                        <a:pt x="165" y="79"/>
                      </a:lnTo>
                      <a:lnTo>
                        <a:pt x="167" y="80"/>
                      </a:lnTo>
                      <a:lnTo>
                        <a:pt x="168" y="80"/>
                      </a:lnTo>
                      <a:lnTo>
                        <a:pt x="169" y="81"/>
                      </a:lnTo>
                      <a:lnTo>
                        <a:pt x="169" y="77"/>
                      </a:lnTo>
                      <a:lnTo>
                        <a:pt x="168" y="74"/>
                      </a:lnTo>
                      <a:lnTo>
                        <a:pt x="168" y="70"/>
                      </a:lnTo>
                      <a:lnTo>
                        <a:pt x="171" y="69"/>
                      </a:lnTo>
                      <a:lnTo>
                        <a:pt x="169" y="66"/>
                      </a:lnTo>
                      <a:lnTo>
                        <a:pt x="168" y="65"/>
                      </a:lnTo>
                      <a:lnTo>
                        <a:pt x="167" y="62"/>
                      </a:lnTo>
                      <a:lnTo>
                        <a:pt x="171" y="64"/>
                      </a:lnTo>
                      <a:lnTo>
                        <a:pt x="173" y="62"/>
                      </a:lnTo>
                      <a:lnTo>
                        <a:pt x="175" y="62"/>
                      </a:lnTo>
                      <a:lnTo>
                        <a:pt x="175" y="62"/>
                      </a:lnTo>
                      <a:lnTo>
                        <a:pt x="175" y="61"/>
                      </a:lnTo>
                      <a:lnTo>
                        <a:pt x="176" y="62"/>
                      </a:lnTo>
                      <a:lnTo>
                        <a:pt x="177" y="61"/>
                      </a:lnTo>
                      <a:lnTo>
                        <a:pt x="176" y="59"/>
                      </a:lnTo>
                      <a:lnTo>
                        <a:pt x="177" y="57"/>
                      </a:lnTo>
                      <a:lnTo>
                        <a:pt x="179" y="55"/>
                      </a:lnTo>
                      <a:lnTo>
                        <a:pt x="182" y="55"/>
                      </a:lnTo>
                      <a:lnTo>
                        <a:pt x="184" y="58"/>
                      </a:lnTo>
                      <a:lnTo>
                        <a:pt x="190" y="64"/>
                      </a:lnTo>
                      <a:lnTo>
                        <a:pt x="191" y="66"/>
                      </a:lnTo>
                      <a:lnTo>
                        <a:pt x="194" y="69"/>
                      </a:lnTo>
                      <a:lnTo>
                        <a:pt x="198" y="72"/>
                      </a:lnTo>
                      <a:lnTo>
                        <a:pt x="203" y="72"/>
                      </a:lnTo>
                      <a:lnTo>
                        <a:pt x="207" y="68"/>
                      </a:lnTo>
                      <a:lnTo>
                        <a:pt x="209" y="66"/>
                      </a:lnTo>
                      <a:lnTo>
                        <a:pt x="213" y="66"/>
                      </a:lnTo>
                      <a:lnTo>
                        <a:pt x="217" y="69"/>
                      </a:lnTo>
                      <a:lnTo>
                        <a:pt x="220" y="70"/>
                      </a:lnTo>
                      <a:lnTo>
                        <a:pt x="222" y="66"/>
                      </a:lnTo>
                      <a:lnTo>
                        <a:pt x="224" y="66"/>
                      </a:lnTo>
                      <a:lnTo>
                        <a:pt x="226" y="64"/>
                      </a:lnTo>
                      <a:lnTo>
                        <a:pt x="229" y="64"/>
                      </a:lnTo>
                      <a:lnTo>
                        <a:pt x="230" y="62"/>
                      </a:lnTo>
                      <a:lnTo>
                        <a:pt x="232" y="61"/>
                      </a:lnTo>
                      <a:lnTo>
                        <a:pt x="230" y="58"/>
                      </a:lnTo>
                      <a:lnTo>
                        <a:pt x="229" y="54"/>
                      </a:lnTo>
                      <a:lnTo>
                        <a:pt x="230" y="46"/>
                      </a:lnTo>
                      <a:lnTo>
                        <a:pt x="232" y="45"/>
                      </a:lnTo>
                      <a:lnTo>
                        <a:pt x="230" y="42"/>
                      </a:lnTo>
                      <a:lnTo>
                        <a:pt x="232" y="40"/>
                      </a:lnTo>
                      <a:lnTo>
                        <a:pt x="233" y="38"/>
                      </a:lnTo>
                      <a:lnTo>
                        <a:pt x="233" y="36"/>
                      </a:lnTo>
                      <a:lnTo>
                        <a:pt x="236" y="35"/>
                      </a:lnTo>
                      <a:lnTo>
                        <a:pt x="240" y="35"/>
                      </a:lnTo>
                      <a:lnTo>
                        <a:pt x="243" y="35"/>
                      </a:lnTo>
                      <a:lnTo>
                        <a:pt x="243" y="34"/>
                      </a:lnTo>
                      <a:lnTo>
                        <a:pt x="244" y="31"/>
                      </a:lnTo>
                      <a:lnTo>
                        <a:pt x="251" y="31"/>
                      </a:lnTo>
                      <a:lnTo>
                        <a:pt x="254" y="34"/>
                      </a:lnTo>
                      <a:lnTo>
                        <a:pt x="256" y="38"/>
                      </a:lnTo>
                      <a:lnTo>
                        <a:pt x="259" y="39"/>
                      </a:lnTo>
                      <a:lnTo>
                        <a:pt x="262" y="40"/>
                      </a:lnTo>
                      <a:lnTo>
                        <a:pt x="267" y="40"/>
                      </a:lnTo>
                      <a:lnTo>
                        <a:pt x="267" y="43"/>
                      </a:lnTo>
                      <a:lnTo>
                        <a:pt x="270" y="46"/>
                      </a:lnTo>
                      <a:lnTo>
                        <a:pt x="270" y="50"/>
                      </a:lnTo>
                      <a:lnTo>
                        <a:pt x="267" y="53"/>
                      </a:lnTo>
                      <a:lnTo>
                        <a:pt x="267" y="59"/>
                      </a:lnTo>
                      <a:lnTo>
                        <a:pt x="267" y="59"/>
                      </a:lnTo>
                      <a:close/>
                      <a:moveTo>
                        <a:pt x="12" y="305"/>
                      </a:moveTo>
                      <a:lnTo>
                        <a:pt x="14" y="308"/>
                      </a:lnTo>
                      <a:lnTo>
                        <a:pt x="12" y="308"/>
                      </a:lnTo>
                      <a:lnTo>
                        <a:pt x="12" y="305"/>
                      </a:lnTo>
                      <a:lnTo>
                        <a:pt x="12" y="305"/>
                      </a:lnTo>
                      <a:close/>
                      <a:moveTo>
                        <a:pt x="5" y="290"/>
                      </a:moveTo>
                      <a:lnTo>
                        <a:pt x="5" y="290"/>
                      </a:lnTo>
                      <a:lnTo>
                        <a:pt x="8" y="289"/>
                      </a:lnTo>
                      <a:lnTo>
                        <a:pt x="9" y="290"/>
                      </a:lnTo>
                      <a:lnTo>
                        <a:pt x="8" y="293"/>
                      </a:lnTo>
                      <a:lnTo>
                        <a:pt x="5" y="290"/>
                      </a:lnTo>
                      <a:lnTo>
                        <a:pt x="5" y="290"/>
                      </a:lnTo>
                      <a:close/>
                      <a:moveTo>
                        <a:pt x="10" y="285"/>
                      </a:moveTo>
                      <a:lnTo>
                        <a:pt x="10" y="286"/>
                      </a:lnTo>
                      <a:lnTo>
                        <a:pt x="9" y="286"/>
                      </a:lnTo>
                      <a:lnTo>
                        <a:pt x="10" y="285"/>
                      </a:lnTo>
                      <a:lnTo>
                        <a:pt x="10" y="285"/>
                      </a:lnTo>
                      <a:close/>
                      <a:moveTo>
                        <a:pt x="8" y="284"/>
                      </a:moveTo>
                      <a:lnTo>
                        <a:pt x="8" y="285"/>
                      </a:lnTo>
                      <a:lnTo>
                        <a:pt x="5" y="285"/>
                      </a:lnTo>
                      <a:lnTo>
                        <a:pt x="8" y="284"/>
                      </a:lnTo>
                      <a:lnTo>
                        <a:pt x="8" y="284"/>
                      </a:lnTo>
                      <a:close/>
                      <a:moveTo>
                        <a:pt x="4" y="273"/>
                      </a:moveTo>
                      <a:lnTo>
                        <a:pt x="1" y="271"/>
                      </a:lnTo>
                      <a:lnTo>
                        <a:pt x="4" y="269"/>
                      </a:lnTo>
                      <a:lnTo>
                        <a:pt x="4" y="269"/>
                      </a:lnTo>
                      <a:lnTo>
                        <a:pt x="4" y="273"/>
                      </a:lnTo>
                      <a:lnTo>
                        <a:pt x="4" y="273"/>
                      </a:lnTo>
                      <a:close/>
                      <a:moveTo>
                        <a:pt x="2" y="274"/>
                      </a:moveTo>
                      <a:lnTo>
                        <a:pt x="4" y="274"/>
                      </a:lnTo>
                      <a:lnTo>
                        <a:pt x="4" y="276"/>
                      </a:lnTo>
                      <a:lnTo>
                        <a:pt x="2" y="274"/>
                      </a:lnTo>
                      <a:lnTo>
                        <a:pt x="2" y="274"/>
                      </a:lnTo>
                      <a:close/>
                      <a:moveTo>
                        <a:pt x="8" y="277"/>
                      </a:moveTo>
                      <a:lnTo>
                        <a:pt x="8" y="277"/>
                      </a:lnTo>
                      <a:lnTo>
                        <a:pt x="9" y="280"/>
                      </a:lnTo>
                      <a:lnTo>
                        <a:pt x="9" y="282"/>
                      </a:lnTo>
                      <a:lnTo>
                        <a:pt x="8" y="277"/>
                      </a:lnTo>
                      <a:lnTo>
                        <a:pt x="8" y="277"/>
                      </a:lnTo>
                      <a:close/>
                      <a:moveTo>
                        <a:pt x="4" y="281"/>
                      </a:moveTo>
                      <a:lnTo>
                        <a:pt x="1" y="278"/>
                      </a:lnTo>
                      <a:lnTo>
                        <a:pt x="4" y="278"/>
                      </a:lnTo>
                      <a:lnTo>
                        <a:pt x="4" y="281"/>
                      </a:lnTo>
                      <a:lnTo>
                        <a:pt x="4" y="281"/>
                      </a:lnTo>
                      <a:close/>
                      <a:moveTo>
                        <a:pt x="1" y="265"/>
                      </a:moveTo>
                      <a:lnTo>
                        <a:pt x="0" y="266"/>
                      </a:lnTo>
                      <a:lnTo>
                        <a:pt x="1" y="267"/>
                      </a:lnTo>
                      <a:lnTo>
                        <a:pt x="2" y="266"/>
                      </a:lnTo>
                      <a:lnTo>
                        <a:pt x="1" y="265"/>
                      </a:lnTo>
                      <a:lnTo>
                        <a:pt x="1" y="265"/>
                      </a:lnTo>
                      <a:close/>
                      <a:moveTo>
                        <a:pt x="1" y="244"/>
                      </a:moveTo>
                      <a:lnTo>
                        <a:pt x="4" y="246"/>
                      </a:lnTo>
                      <a:lnTo>
                        <a:pt x="1" y="247"/>
                      </a:lnTo>
                      <a:lnTo>
                        <a:pt x="1" y="244"/>
                      </a:lnTo>
                      <a:lnTo>
                        <a:pt x="1" y="244"/>
                      </a:lnTo>
                      <a:close/>
                      <a:moveTo>
                        <a:pt x="1" y="239"/>
                      </a:moveTo>
                      <a:lnTo>
                        <a:pt x="4" y="242"/>
                      </a:lnTo>
                      <a:lnTo>
                        <a:pt x="2" y="243"/>
                      </a:lnTo>
                      <a:lnTo>
                        <a:pt x="1" y="239"/>
                      </a:lnTo>
                      <a:lnTo>
                        <a:pt x="1" y="239"/>
                      </a:lnTo>
                      <a:close/>
                      <a:moveTo>
                        <a:pt x="9" y="233"/>
                      </a:moveTo>
                      <a:lnTo>
                        <a:pt x="10" y="236"/>
                      </a:lnTo>
                      <a:lnTo>
                        <a:pt x="8" y="236"/>
                      </a:lnTo>
                      <a:lnTo>
                        <a:pt x="9" y="233"/>
                      </a:lnTo>
                      <a:lnTo>
                        <a:pt x="9" y="233"/>
                      </a:lnTo>
                      <a:close/>
                      <a:moveTo>
                        <a:pt x="12" y="232"/>
                      </a:moveTo>
                      <a:lnTo>
                        <a:pt x="14" y="232"/>
                      </a:lnTo>
                      <a:lnTo>
                        <a:pt x="14" y="235"/>
                      </a:lnTo>
                      <a:lnTo>
                        <a:pt x="12" y="236"/>
                      </a:lnTo>
                      <a:lnTo>
                        <a:pt x="12" y="232"/>
                      </a:lnTo>
                      <a:lnTo>
                        <a:pt x="12" y="232"/>
                      </a:lnTo>
                      <a:close/>
                      <a:moveTo>
                        <a:pt x="38" y="214"/>
                      </a:moveTo>
                      <a:lnTo>
                        <a:pt x="38" y="214"/>
                      </a:lnTo>
                      <a:lnTo>
                        <a:pt x="40" y="212"/>
                      </a:lnTo>
                      <a:lnTo>
                        <a:pt x="40" y="214"/>
                      </a:lnTo>
                      <a:lnTo>
                        <a:pt x="39" y="216"/>
                      </a:lnTo>
                      <a:lnTo>
                        <a:pt x="38" y="214"/>
                      </a:lnTo>
                      <a:lnTo>
                        <a:pt x="38" y="214"/>
                      </a:lnTo>
                      <a:close/>
                      <a:moveTo>
                        <a:pt x="38" y="209"/>
                      </a:moveTo>
                      <a:lnTo>
                        <a:pt x="38" y="209"/>
                      </a:lnTo>
                      <a:lnTo>
                        <a:pt x="38" y="210"/>
                      </a:lnTo>
                      <a:lnTo>
                        <a:pt x="35" y="208"/>
                      </a:lnTo>
                      <a:lnTo>
                        <a:pt x="38" y="208"/>
                      </a:lnTo>
                      <a:lnTo>
                        <a:pt x="38" y="209"/>
                      </a:lnTo>
                      <a:lnTo>
                        <a:pt x="38" y="209"/>
                      </a:lnTo>
                      <a:close/>
                      <a:moveTo>
                        <a:pt x="40" y="204"/>
                      </a:moveTo>
                      <a:lnTo>
                        <a:pt x="46" y="199"/>
                      </a:lnTo>
                      <a:lnTo>
                        <a:pt x="47" y="201"/>
                      </a:lnTo>
                      <a:lnTo>
                        <a:pt x="44" y="204"/>
                      </a:lnTo>
                      <a:lnTo>
                        <a:pt x="40" y="204"/>
                      </a:lnTo>
                      <a:lnTo>
                        <a:pt x="40" y="204"/>
                      </a:lnTo>
                      <a:close/>
                      <a:moveTo>
                        <a:pt x="42" y="209"/>
                      </a:moveTo>
                      <a:lnTo>
                        <a:pt x="43" y="206"/>
                      </a:lnTo>
                      <a:lnTo>
                        <a:pt x="46" y="206"/>
                      </a:lnTo>
                      <a:lnTo>
                        <a:pt x="47" y="205"/>
                      </a:lnTo>
                      <a:lnTo>
                        <a:pt x="48" y="204"/>
                      </a:lnTo>
                      <a:lnTo>
                        <a:pt x="51" y="206"/>
                      </a:lnTo>
                      <a:lnTo>
                        <a:pt x="48" y="208"/>
                      </a:lnTo>
                      <a:lnTo>
                        <a:pt x="46" y="208"/>
                      </a:lnTo>
                      <a:lnTo>
                        <a:pt x="43" y="209"/>
                      </a:lnTo>
                      <a:lnTo>
                        <a:pt x="42" y="209"/>
                      </a:lnTo>
                      <a:lnTo>
                        <a:pt x="42" y="209"/>
                      </a:lnTo>
                      <a:close/>
                      <a:moveTo>
                        <a:pt x="78" y="168"/>
                      </a:moveTo>
                      <a:lnTo>
                        <a:pt x="80" y="167"/>
                      </a:lnTo>
                      <a:lnTo>
                        <a:pt x="82" y="165"/>
                      </a:lnTo>
                      <a:lnTo>
                        <a:pt x="80" y="170"/>
                      </a:lnTo>
                      <a:lnTo>
                        <a:pt x="78" y="168"/>
                      </a:lnTo>
                      <a:lnTo>
                        <a:pt x="78" y="168"/>
                      </a:lnTo>
                      <a:close/>
                      <a:moveTo>
                        <a:pt x="76" y="175"/>
                      </a:moveTo>
                      <a:lnTo>
                        <a:pt x="74" y="174"/>
                      </a:lnTo>
                      <a:lnTo>
                        <a:pt x="72" y="174"/>
                      </a:lnTo>
                      <a:lnTo>
                        <a:pt x="74" y="171"/>
                      </a:lnTo>
                      <a:lnTo>
                        <a:pt x="78" y="171"/>
                      </a:lnTo>
                      <a:lnTo>
                        <a:pt x="80" y="170"/>
                      </a:lnTo>
                      <a:lnTo>
                        <a:pt x="77" y="174"/>
                      </a:lnTo>
                      <a:lnTo>
                        <a:pt x="76" y="175"/>
                      </a:lnTo>
                      <a:lnTo>
                        <a:pt x="76" y="175"/>
                      </a:lnTo>
                      <a:close/>
                      <a:moveTo>
                        <a:pt x="82" y="152"/>
                      </a:moveTo>
                      <a:lnTo>
                        <a:pt x="84" y="152"/>
                      </a:lnTo>
                      <a:lnTo>
                        <a:pt x="84" y="155"/>
                      </a:lnTo>
                      <a:lnTo>
                        <a:pt x="82" y="156"/>
                      </a:lnTo>
                      <a:lnTo>
                        <a:pt x="81" y="153"/>
                      </a:lnTo>
                      <a:lnTo>
                        <a:pt x="82" y="152"/>
                      </a:lnTo>
                      <a:lnTo>
                        <a:pt x="82" y="152"/>
                      </a:lnTo>
                      <a:close/>
                      <a:moveTo>
                        <a:pt x="88" y="146"/>
                      </a:moveTo>
                      <a:lnTo>
                        <a:pt x="89" y="145"/>
                      </a:lnTo>
                      <a:lnTo>
                        <a:pt x="92" y="145"/>
                      </a:lnTo>
                      <a:lnTo>
                        <a:pt x="88" y="148"/>
                      </a:lnTo>
                      <a:lnTo>
                        <a:pt x="88" y="146"/>
                      </a:lnTo>
                      <a:lnTo>
                        <a:pt x="88" y="146"/>
                      </a:lnTo>
                      <a:close/>
                      <a:moveTo>
                        <a:pt x="86" y="141"/>
                      </a:moveTo>
                      <a:lnTo>
                        <a:pt x="88" y="138"/>
                      </a:lnTo>
                      <a:lnTo>
                        <a:pt x="89" y="141"/>
                      </a:lnTo>
                      <a:lnTo>
                        <a:pt x="86" y="145"/>
                      </a:lnTo>
                      <a:lnTo>
                        <a:pt x="86" y="141"/>
                      </a:lnTo>
                      <a:lnTo>
                        <a:pt x="86" y="141"/>
                      </a:lnTo>
                      <a:close/>
                      <a:moveTo>
                        <a:pt x="103" y="115"/>
                      </a:moveTo>
                      <a:lnTo>
                        <a:pt x="104" y="114"/>
                      </a:lnTo>
                      <a:lnTo>
                        <a:pt x="105" y="114"/>
                      </a:lnTo>
                      <a:lnTo>
                        <a:pt x="104" y="117"/>
                      </a:lnTo>
                      <a:lnTo>
                        <a:pt x="103" y="115"/>
                      </a:lnTo>
                      <a:lnTo>
                        <a:pt x="103" y="115"/>
                      </a:lnTo>
                      <a:close/>
                      <a:moveTo>
                        <a:pt x="86" y="100"/>
                      </a:moveTo>
                      <a:lnTo>
                        <a:pt x="88" y="103"/>
                      </a:lnTo>
                      <a:lnTo>
                        <a:pt x="86" y="104"/>
                      </a:lnTo>
                      <a:lnTo>
                        <a:pt x="85" y="103"/>
                      </a:lnTo>
                      <a:lnTo>
                        <a:pt x="86" y="100"/>
                      </a:lnTo>
                      <a:lnTo>
                        <a:pt x="86" y="100"/>
                      </a:lnTo>
                      <a:close/>
                      <a:moveTo>
                        <a:pt x="91" y="93"/>
                      </a:moveTo>
                      <a:lnTo>
                        <a:pt x="88" y="96"/>
                      </a:lnTo>
                      <a:lnTo>
                        <a:pt x="88" y="93"/>
                      </a:lnTo>
                      <a:lnTo>
                        <a:pt x="91" y="89"/>
                      </a:lnTo>
                      <a:lnTo>
                        <a:pt x="91" y="93"/>
                      </a:lnTo>
                      <a:lnTo>
                        <a:pt x="91" y="93"/>
                      </a:lnTo>
                      <a:close/>
                      <a:moveTo>
                        <a:pt x="93" y="92"/>
                      </a:moveTo>
                      <a:lnTo>
                        <a:pt x="92" y="89"/>
                      </a:lnTo>
                      <a:lnTo>
                        <a:pt x="93" y="88"/>
                      </a:lnTo>
                      <a:lnTo>
                        <a:pt x="95" y="89"/>
                      </a:lnTo>
                      <a:lnTo>
                        <a:pt x="93" y="92"/>
                      </a:lnTo>
                      <a:lnTo>
                        <a:pt x="93" y="92"/>
                      </a:lnTo>
                      <a:close/>
                      <a:moveTo>
                        <a:pt x="101" y="85"/>
                      </a:moveTo>
                      <a:lnTo>
                        <a:pt x="101" y="88"/>
                      </a:lnTo>
                      <a:lnTo>
                        <a:pt x="96" y="92"/>
                      </a:lnTo>
                      <a:lnTo>
                        <a:pt x="97" y="87"/>
                      </a:lnTo>
                      <a:lnTo>
                        <a:pt x="101" y="85"/>
                      </a:lnTo>
                      <a:lnTo>
                        <a:pt x="101" y="85"/>
                      </a:lnTo>
                      <a:close/>
                      <a:moveTo>
                        <a:pt x="105" y="79"/>
                      </a:moveTo>
                      <a:lnTo>
                        <a:pt x="108" y="76"/>
                      </a:lnTo>
                      <a:lnTo>
                        <a:pt x="110" y="79"/>
                      </a:lnTo>
                      <a:lnTo>
                        <a:pt x="105" y="79"/>
                      </a:lnTo>
                      <a:lnTo>
                        <a:pt x="105" y="79"/>
                      </a:lnTo>
                      <a:close/>
                      <a:moveTo>
                        <a:pt x="110" y="80"/>
                      </a:moveTo>
                      <a:lnTo>
                        <a:pt x="110" y="85"/>
                      </a:lnTo>
                      <a:lnTo>
                        <a:pt x="107" y="84"/>
                      </a:lnTo>
                      <a:lnTo>
                        <a:pt x="103" y="87"/>
                      </a:lnTo>
                      <a:lnTo>
                        <a:pt x="103" y="84"/>
                      </a:lnTo>
                      <a:lnTo>
                        <a:pt x="110" y="80"/>
                      </a:lnTo>
                      <a:lnTo>
                        <a:pt x="110" y="80"/>
                      </a:lnTo>
                      <a:close/>
                      <a:moveTo>
                        <a:pt x="111" y="66"/>
                      </a:moveTo>
                      <a:lnTo>
                        <a:pt x="112" y="70"/>
                      </a:lnTo>
                      <a:lnTo>
                        <a:pt x="112" y="74"/>
                      </a:lnTo>
                      <a:lnTo>
                        <a:pt x="108" y="76"/>
                      </a:lnTo>
                      <a:lnTo>
                        <a:pt x="107" y="74"/>
                      </a:lnTo>
                      <a:lnTo>
                        <a:pt x="111" y="72"/>
                      </a:lnTo>
                      <a:lnTo>
                        <a:pt x="108" y="72"/>
                      </a:lnTo>
                      <a:lnTo>
                        <a:pt x="105" y="74"/>
                      </a:lnTo>
                      <a:lnTo>
                        <a:pt x="104" y="73"/>
                      </a:lnTo>
                      <a:lnTo>
                        <a:pt x="105" y="70"/>
                      </a:lnTo>
                      <a:lnTo>
                        <a:pt x="108" y="70"/>
                      </a:lnTo>
                      <a:lnTo>
                        <a:pt x="110" y="68"/>
                      </a:lnTo>
                      <a:lnTo>
                        <a:pt x="110" y="66"/>
                      </a:lnTo>
                      <a:lnTo>
                        <a:pt x="111" y="66"/>
                      </a:lnTo>
                      <a:lnTo>
                        <a:pt x="111" y="66"/>
                      </a:lnTo>
                      <a:close/>
                      <a:moveTo>
                        <a:pt x="115" y="68"/>
                      </a:moveTo>
                      <a:lnTo>
                        <a:pt x="114" y="66"/>
                      </a:lnTo>
                      <a:lnTo>
                        <a:pt x="114" y="62"/>
                      </a:lnTo>
                      <a:lnTo>
                        <a:pt x="118" y="59"/>
                      </a:lnTo>
                      <a:lnTo>
                        <a:pt x="118" y="57"/>
                      </a:lnTo>
                      <a:lnTo>
                        <a:pt x="120" y="55"/>
                      </a:lnTo>
                      <a:lnTo>
                        <a:pt x="122" y="58"/>
                      </a:lnTo>
                      <a:lnTo>
                        <a:pt x="119" y="61"/>
                      </a:lnTo>
                      <a:lnTo>
                        <a:pt x="119" y="64"/>
                      </a:lnTo>
                      <a:lnTo>
                        <a:pt x="115" y="68"/>
                      </a:lnTo>
                      <a:lnTo>
                        <a:pt x="115" y="68"/>
                      </a:lnTo>
                      <a:close/>
                      <a:moveTo>
                        <a:pt x="124" y="69"/>
                      </a:moveTo>
                      <a:lnTo>
                        <a:pt x="127" y="73"/>
                      </a:lnTo>
                      <a:lnTo>
                        <a:pt x="123" y="79"/>
                      </a:lnTo>
                      <a:lnTo>
                        <a:pt x="119" y="80"/>
                      </a:lnTo>
                      <a:lnTo>
                        <a:pt x="118" y="83"/>
                      </a:lnTo>
                      <a:lnTo>
                        <a:pt x="116" y="81"/>
                      </a:lnTo>
                      <a:lnTo>
                        <a:pt x="116" y="79"/>
                      </a:lnTo>
                      <a:lnTo>
                        <a:pt x="114" y="84"/>
                      </a:lnTo>
                      <a:lnTo>
                        <a:pt x="112" y="84"/>
                      </a:lnTo>
                      <a:lnTo>
                        <a:pt x="112" y="80"/>
                      </a:lnTo>
                      <a:lnTo>
                        <a:pt x="114" y="79"/>
                      </a:lnTo>
                      <a:lnTo>
                        <a:pt x="114" y="76"/>
                      </a:lnTo>
                      <a:lnTo>
                        <a:pt x="115" y="74"/>
                      </a:lnTo>
                      <a:lnTo>
                        <a:pt x="115" y="72"/>
                      </a:lnTo>
                      <a:lnTo>
                        <a:pt x="119" y="66"/>
                      </a:lnTo>
                      <a:lnTo>
                        <a:pt x="116" y="73"/>
                      </a:lnTo>
                      <a:lnTo>
                        <a:pt x="118" y="76"/>
                      </a:lnTo>
                      <a:lnTo>
                        <a:pt x="119" y="73"/>
                      </a:lnTo>
                      <a:lnTo>
                        <a:pt x="124" y="73"/>
                      </a:lnTo>
                      <a:lnTo>
                        <a:pt x="122" y="70"/>
                      </a:lnTo>
                      <a:lnTo>
                        <a:pt x="122" y="68"/>
                      </a:lnTo>
                      <a:lnTo>
                        <a:pt x="124" y="69"/>
                      </a:lnTo>
                      <a:lnTo>
                        <a:pt x="124" y="69"/>
                      </a:lnTo>
                      <a:close/>
                      <a:moveTo>
                        <a:pt x="123" y="66"/>
                      </a:moveTo>
                      <a:lnTo>
                        <a:pt x="123" y="65"/>
                      </a:lnTo>
                      <a:lnTo>
                        <a:pt x="124" y="65"/>
                      </a:lnTo>
                      <a:lnTo>
                        <a:pt x="127" y="66"/>
                      </a:lnTo>
                      <a:lnTo>
                        <a:pt x="127" y="68"/>
                      </a:lnTo>
                      <a:lnTo>
                        <a:pt x="123" y="66"/>
                      </a:lnTo>
                      <a:lnTo>
                        <a:pt x="123" y="66"/>
                      </a:lnTo>
                      <a:close/>
                      <a:moveTo>
                        <a:pt x="131" y="70"/>
                      </a:moveTo>
                      <a:lnTo>
                        <a:pt x="133" y="68"/>
                      </a:lnTo>
                      <a:lnTo>
                        <a:pt x="134" y="69"/>
                      </a:lnTo>
                      <a:lnTo>
                        <a:pt x="131" y="70"/>
                      </a:lnTo>
                      <a:lnTo>
                        <a:pt x="131" y="70"/>
                      </a:lnTo>
                      <a:close/>
                      <a:moveTo>
                        <a:pt x="141" y="55"/>
                      </a:moveTo>
                      <a:lnTo>
                        <a:pt x="141" y="57"/>
                      </a:lnTo>
                      <a:lnTo>
                        <a:pt x="141" y="59"/>
                      </a:lnTo>
                      <a:lnTo>
                        <a:pt x="138" y="59"/>
                      </a:lnTo>
                      <a:lnTo>
                        <a:pt x="137" y="61"/>
                      </a:lnTo>
                      <a:lnTo>
                        <a:pt x="134" y="61"/>
                      </a:lnTo>
                      <a:lnTo>
                        <a:pt x="133" y="65"/>
                      </a:lnTo>
                      <a:lnTo>
                        <a:pt x="131" y="65"/>
                      </a:lnTo>
                      <a:lnTo>
                        <a:pt x="131" y="62"/>
                      </a:lnTo>
                      <a:lnTo>
                        <a:pt x="129" y="62"/>
                      </a:lnTo>
                      <a:lnTo>
                        <a:pt x="131" y="58"/>
                      </a:lnTo>
                      <a:lnTo>
                        <a:pt x="129" y="58"/>
                      </a:lnTo>
                      <a:lnTo>
                        <a:pt x="130" y="55"/>
                      </a:lnTo>
                      <a:lnTo>
                        <a:pt x="134" y="55"/>
                      </a:lnTo>
                      <a:lnTo>
                        <a:pt x="130" y="53"/>
                      </a:lnTo>
                      <a:lnTo>
                        <a:pt x="133" y="50"/>
                      </a:lnTo>
                      <a:lnTo>
                        <a:pt x="134" y="51"/>
                      </a:lnTo>
                      <a:lnTo>
                        <a:pt x="134" y="49"/>
                      </a:lnTo>
                      <a:lnTo>
                        <a:pt x="138" y="49"/>
                      </a:lnTo>
                      <a:lnTo>
                        <a:pt x="138" y="51"/>
                      </a:lnTo>
                      <a:lnTo>
                        <a:pt x="141" y="53"/>
                      </a:lnTo>
                      <a:lnTo>
                        <a:pt x="141" y="55"/>
                      </a:lnTo>
                      <a:lnTo>
                        <a:pt x="141" y="55"/>
                      </a:lnTo>
                      <a:close/>
                      <a:moveTo>
                        <a:pt x="141" y="47"/>
                      </a:moveTo>
                      <a:lnTo>
                        <a:pt x="145" y="47"/>
                      </a:lnTo>
                      <a:lnTo>
                        <a:pt x="145" y="45"/>
                      </a:lnTo>
                      <a:lnTo>
                        <a:pt x="149" y="45"/>
                      </a:lnTo>
                      <a:lnTo>
                        <a:pt x="150" y="42"/>
                      </a:lnTo>
                      <a:lnTo>
                        <a:pt x="152" y="45"/>
                      </a:lnTo>
                      <a:lnTo>
                        <a:pt x="150" y="47"/>
                      </a:lnTo>
                      <a:lnTo>
                        <a:pt x="150" y="50"/>
                      </a:lnTo>
                      <a:lnTo>
                        <a:pt x="146" y="50"/>
                      </a:lnTo>
                      <a:lnTo>
                        <a:pt x="144" y="50"/>
                      </a:lnTo>
                      <a:lnTo>
                        <a:pt x="141" y="47"/>
                      </a:lnTo>
                      <a:lnTo>
                        <a:pt x="141" y="47"/>
                      </a:lnTo>
                      <a:close/>
                      <a:moveTo>
                        <a:pt x="153" y="31"/>
                      </a:moveTo>
                      <a:lnTo>
                        <a:pt x="152" y="30"/>
                      </a:lnTo>
                      <a:lnTo>
                        <a:pt x="154" y="28"/>
                      </a:lnTo>
                      <a:lnTo>
                        <a:pt x="153" y="31"/>
                      </a:lnTo>
                      <a:lnTo>
                        <a:pt x="153" y="31"/>
                      </a:lnTo>
                      <a:close/>
                      <a:moveTo>
                        <a:pt x="148" y="36"/>
                      </a:moveTo>
                      <a:lnTo>
                        <a:pt x="148" y="34"/>
                      </a:lnTo>
                      <a:lnTo>
                        <a:pt x="152" y="32"/>
                      </a:lnTo>
                      <a:lnTo>
                        <a:pt x="150" y="34"/>
                      </a:lnTo>
                      <a:lnTo>
                        <a:pt x="150" y="34"/>
                      </a:lnTo>
                      <a:lnTo>
                        <a:pt x="148" y="36"/>
                      </a:lnTo>
                      <a:lnTo>
                        <a:pt x="148" y="36"/>
                      </a:lnTo>
                      <a:close/>
                      <a:moveTo>
                        <a:pt x="157" y="42"/>
                      </a:moveTo>
                      <a:lnTo>
                        <a:pt x="157" y="38"/>
                      </a:lnTo>
                      <a:lnTo>
                        <a:pt x="158" y="40"/>
                      </a:lnTo>
                      <a:lnTo>
                        <a:pt x="157" y="42"/>
                      </a:lnTo>
                      <a:lnTo>
                        <a:pt x="157" y="42"/>
                      </a:lnTo>
                      <a:close/>
                      <a:moveTo>
                        <a:pt x="156" y="40"/>
                      </a:moveTo>
                      <a:lnTo>
                        <a:pt x="154" y="42"/>
                      </a:lnTo>
                      <a:lnTo>
                        <a:pt x="153" y="42"/>
                      </a:lnTo>
                      <a:lnTo>
                        <a:pt x="149" y="39"/>
                      </a:lnTo>
                      <a:lnTo>
                        <a:pt x="153" y="35"/>
                      </a:lnTo>
                      <a:lnTo>
                        <a:pt x="154" y="36"/>
                      </a:lnTo>
                      <a:lnTo>
                        <a:pt x="157" y="36"/>
                      </a:lnTo>
                      <a:lnTo>
                        <a:pt x="157" y="36"/>
                      </a:lnTo>
                      <a:lnTo>
                        <a:pt x="156" y="39"/>
                      </a:lnTo>
                      <a:lnTo>
                        <a:pt x="156" y="40"/>
                      </a:lnTo>
                      <a:lnTo>
                        <a:pt x="156" y="40"/>
                      </a:lnTo>
                      <a:close/>
                      <a:moveTo>
                        <a:pt x="163" y="34"/>
                      </a:moveTo>
                      <a:lnTo>
                        <a:pt x="161" y="35"/>
                      </a:lnTo>
                      <a:lnTo>
                        <a:pt x="158" y="34"/>
                      </a:lnTo>
                      <a:lnTo>
                        <a:pt x="158" y="31"/>
                      </a:lnTo>
                      <a:lnTo>
                        <a:pt x="157" y="28"/>
                      </a:lnTo>
                      <a:lnTo>
                        <a:pt x="158" y="27"/>
                      </a:lnTo>
                      <a:lnTo>
                        <a:pt x="160" y="31"/>
                      </a:lnTo>
                      <a:lnTo>
                        <a:pt x="163" y="32"/>
                      </a:lnTo>
                      <a:lnTo>
                        <a:pt x="163" y="34"/>
                      </a:lnTo>
                      <a:lnTo>
                        <a:pt x="163" y="34"/>
                      </a:lnTo>
                      <a:close/>
                      <a:moveTo>
                        <a:pt x="171" y="39"/>
                      </a:moveTo>
                      <a:lnTo>
                        <a:pt x="169" y="36"/>
                      </a:lnTo>
                      <a:lnTo>
                        <a:pt x="167" y="35"/>
                      </a:lnTo>
                      <a:lnTo>
                        <a:pt x="167" y="31"/>
                      </a:lnTo>
                      <a:lnTo>
                        <a:pt x="168" y="28"/>
                      </a:lnTo>
                      <a:lnTo>
                        <a:pt x="172" y="31"/>
                      </a:lnTo>
                      <a:lnTo>
                        <a:pt x="171" y="34"/>
                      </a:lnTo>
                      <a:lnTo>
                        <a:pt x="172" y="36"/>
                      </a:lnTo>
                      <a:lnTo>
                        <a:pt x="171" y="39"/>
                      </a:lnTo>
                      <a:lnTo>
                        <a:pt x="171" y="39"/>
                      </a:lnTo>
                      <a:close/>
                      <a:moveTo>
                        <a:pt x="192" y="28"/>
                      </a:moveTo>
                      <a:lnTo>
                        <a:pt x="190" y="27"/>
                      </a:lnTo>
                      <a:lnTo>
                        <a:pt x="186" y="26"/>
                      </a:lnTo>
                      <a:lnTo>
                        <a:pt x="188" y="24"/>
                      </a:lnTo>
                      <a:lnTo>
                        <a:pt x="191" y="24"/>
                      </a:lnTo>
                      <a:lnTo>
                        <a:pt x="192" y="26"/>
                      </a:lnTo>
                      <a:lnTo>
                        <a:pt x="192" y="28"/>
                      </a:lnTo>
                      <a:lnTo>
                        <a:pt x="192" y="28"/>
                      </a:lnTo>
                      <a:close/>
                      <a:moveTo>
                        <a:pt x="195" y="26"/>
                      </a:moveTo>
                      <a:lnTo>
                        <a:pt x="192" y="21"/>
                      </a:lnTo>
                      <a:lnTo>
                        <a:pt x="198" y="17"/>
                      </a:lnTo>
                      <a:lnTo>
                        <a:pt x="198" y="20"/>
                      </a:lnTo>
                      <a:lnTo>
                        <a:pt x="196" y="23"/>
                      </a:lnTo>
                      <a:lnTo>
                        <a:pt x="195" y="26"/>
                      </a:lnTo>
                      <a:lnTo>
                        <a:pt x="195" y="26"/>
                      </a:lnTo>
                      <a:close/>
                      <a:moveTo>
                        <a:pt x="190" y="20"/>
                      </a:moveTo>
                      <a:lnTo>
                        <a:pt x="188" y="20"/>
                      </a:lnTo>
                      <a:lnTo>
                        <a:pt x="183" y="19"/>
                      </a:lnTo>
                      <a:lnTo>
                        <a:pt x="182" y="16"/>
                      </a:lnTo>
                      <a:lnTo>
                        <a:pt x="184" y="17"/>
                      </a:lnTo>
                      <a:lnTo>
                        <a:pt x="187" y="15"/>
                      </a:lnTo>
                      <a:lnTo>
                        <a:pt x="188" y="17"/>
                      </a:lnTo>
                      <a:lnTo>
                        <a:pt x="190" y="15"/>
                      </a:lnTo>
                      <a:lnTo>
                        <a:pt x="192" y="15"/>
                      </a:lnTo>
                      <a:lnTo>
                        <a:pt x="196" y="11"/>
                      </a:lnTo>
                      <a:lnTo>
                        <a:pt x="196" y="13"/>
                      </a:lnTo>
                      <a:lnTo>
                        <a:pt x="190" y="20"/>
                      </a:lnTo>
                      <a:lnTo>
                        <a:pt x="190" y="20"/>
                      </a:lnTo>
                      <a:close/>
                      <a:moveTo>
                        <a:pt x="198" y="15"/>
                      </a:moveTo>
                      <a:lnTo>
                        <a:pt x="198" y="15"/>
                      </a:lnTo>
                      <a:lnTo>
                        <a:pt x="202" y="13"/>
                      </a:lnTo>
                      <a:lnTo>
                        <a:pt x="206" y="15"/>
                      </a:lnTo>
                      <a:lnTo>
                        <a:pt x="205" y="17"/>
                      </a:lnTo>
                      <a:lnTo>
                        <a:pt x="201" y="19"/>
                      </a:lnTo>
                      <a:lnTo>
                        <a:pt x="201" y="16"/>
                      </a:lnTo>
                      <a:lnTo>
                        <a:pt x="198" y="15"/>
                      </a:lnTo>
                      <a:lnTo>
                        <a:pt x="198" y="15"/>
                      </a:lnTo>
                      <a:close/>
                      <a:moveTo>
                        <a:pt x="206" y="8"/>
                      </a:moveTo>
                      <a:lnTo>
                        <a:pt x="205" y="9"/>
                      </a:lnTo>
                      <a:lnTo>
                        <a:pt x="205" y="9"/>
                      </a:lnTo>
                      <a:lnTo>
                        <a:pt x="202" y="7"/>
                      </a:lnTo>
                      <a:lnTo>
                        <a:pt x="205" y="5"/>
                      </a:lnTo>
                      <a:lnTo>
                        <a:pt x="206" y="8"/>
                      </a:lnTo>
                      <a:lnTo>
                        <a:pt x="206" y="8"/>
                      </a:lnTo>
                      <a:close/>
                      <a:moveTo>
                        <a:pt x="213" y="2"/>
                      </a:moveTo>
                      <a:lnTo>
                        <a:pt x="210" y="2"/>
                      </a:lnTo>
                      <a:lnTo>
                        <a:pt x="211" y="1"/>
                      </a:lnTo>
                      <a:lnTo>
                        <a:pt x="213" y="1"/>
                      </a:lnTo>
                      <a:lnTo>
                        <a:pt x="213" y="2"/>
                      </a:lnTo>
                      <a:lnTo>
                        <a:pt x="213" y="2"/>
                      </a:lnTo>
                      <a:close/>
                      <a:moveTo>
                        <a:pt x="217" y="5"/>
                      </a:moveTo>
                      <a:lnTo>
                        <a:pt x="217" y="4"/>
                      </a:lnTo>
                      <a:lnTo>
                        <a:pt x="218" y="2"/>
                      </a:lnTo>
                      <a:lnTo>
                        <a:pt x="220" y="2"/>
                      </a:lnTo>
                      <a:lnTo>
                        <a:pt x="221" y="1"/>
                      </a:lnTo>
                      <a:lnTo>
                        <a:pt x="221" y="0"/>
                      </a:lnTo>
                      <a:lnTo>
                        <a:pt x="222" y="1"/>
                      </a:lnTo>
                      <a:lnTo>
                        <a:pt x="225" y="1"/>
                      </a:lnTo>
                      <a:lnTo>
                        <a:pt x="224" y="4"/>
                      </a:lnTo>
                      <a:lnTo>
                        <a:pt x="226" y="4"/>
                      </a:lnTo>
                      <a:lnTo>
                        <a:pt x="225" y="7"/>
                      </a:lnTo>
                      <a:lnTo>
                        <a:pt x="222" y="8"/>
                      </a:lnTo>
                      <a:lnTo>
                        <a:pt x="220" y="5"/>
                      </a:lnTo>
                      <a:lnTo>
                        <a:pt x="217" y="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51" name="Freeform 791"/>
                <p:cNvSpPr>
                  <a:spLocks noEditPoints="1"/>
                </p:cNvSpPr>
                <p:nvPr/>
              </p:nvSpPr>
              <p:spPr bwMode="auto">
                <a:xfrm>
                  <a:off x="5391151" y="2598738"/>
                  <a:ext cx="223838" cy="509588"/>
                </a:xfrm>
                <a:custGeom>
                  <a:avLst/>
                  <a:gdLst/>
                  <a:ahLst/>
                  <a:cxnLst>
                    <a:cxn ang="0">
                      <a:pos x="5" y="231"/>
                    </a:cxn>
                    <a:cxn ang="0">
                      <a:pos x="15" y="216"/>
                    </a:cxn>
                    <a:cxn ang="0">
                      <a:pos x="16" y="189"/>
                    </a:cxn>
                    <a:cxn ang="0">
                      <a:pos x="8" y="158"/>
                    </a:cxn>
                    <a:cxn ang="0">
                      <a:pos x="22" y="129"/>
                    </a:cxn>
                    <a:cxn ang="0">
                      <a:pos x="29" y="90"/>
                    </a:cxn>
                    <a:cxn ang="0">
                      <a:pos x="39" y="72"/>
                    </a:cxn>
                    <a:cxn ang="0">
                      <a:pos x="46" y="41"/>
                    </a:cxn>
                    <a:cxn ang="0">
                      <a:pos x="60" y="27"/>
                    </a:cxn>
                    <a:cxn ang="0">
                      <a:pos x="67" y="19"/>
                    </a:cxn>
                    <a:cxn ang="0">
                      <a:pos x="84" y="17"/>
                    </a:cxn>
                    <a:cxn ang="0">
                      <a:pos x="90" y="7"/>
                    </a:cxn>
                    <a:cxn ang="0">
                      <a:pos x="96" y="3"/>
                    </a:cxn>
                    <a:cxn ang="0">
                      <a:pos x="121" y="19"/>
                    </a:cxn>
                    <a:cxn ang="0">
                      <a:pos x="129" y="30"/>
                    </a:cxn>
                    <a:cxn ang="0">
                      <a:pos x="132" y="49"/>
                    </a:cxn>
                    <a:cxn ang="0">
                      <a:pos x="136" y="74"/>
                    </a:cxn>
                    <a:cxn ang="0">
                      <a:pos x="137" y="84"/>
                    </a:cxn>
                    <a:cxn ang="0">
                      <a:pos x="124" y="86"/>
                    </a:cxn>
                    <a:cxn ang="0">
                      <a:pos x="113" y="87"/>
                    </a:cxn>
                    <a:cxn ang="0">
                      <a:pos x="113" y="98"/>
                    </a:cxn>
                    <a:cxn ang="0">
                      <a:pos x="113" y="101"/>
                    </a:cxn>
                    <a:cxn ang="0">
                      <a:pos x="113" y="114"/>
                    </a:cxn>
                    <a:cxn ang="0">
                      <a:pos x="109" y="128"/>
                    </a:cxn>
                    <a:cxn ang="0">
                      <a:pos x="96" y="142"/>
                    </a:cxn>
                    <a:cxn ang="0">
                      <a:pos x="88" y="150"/>
                    </a:cxn>
                    <a:cxn ang="0">
                      <a:pos x="80" y="154"/>
                    </a:cxn>
                    <a:cxn ang="0">
                      <a:pos x="73" y="166"/>
                    </a:cxn>
                    <a:cxn ang="0">
                      <a:pos x="69" y="182"/>
                    </a:cxn>
                    <a:cxn ang="0">
                      <a:pos x="69" y="194"/>
                    </a:cxn>
                    <a:cxn ang="0">
                      <a:pos x="73" y="207"/>
                    </a:cxn>
                    <a:cxn ang="0">
                      <a:pos x="86" y="216"/>
                    </a:cxn>
                    <a:cxn ang="0">
                      <a:pos x="86" y="235"/>
                    </a:cxn>
                    <a:cxn ang="0">
                      <a:pos x="73" y="233"/>
                    </a:cxn>
                    <a:cxn ang="0">
                      <a:pos x="61" y="234"/>
                    </a:cxn>
                    <a:cxn ang="0">
                      <a:pos x="71" y="237"/>
                    </a:cxn>
                    <a:cxn ang="0">
                      <a:pos x="87" y="241"/>
                    </a:cxn>
                    <a:cxn ang="0">
                      <a:pos x="79" y="245"/>
                    </a:cxn>
                    <a:cxn ang="0">
                      <a:pos x="72" y="253"/>
                    </a:cxn>
                    <a:cxn ang="0">
                      <a:pos x="67" y="258"/>
                    </a:cxn>
                    <a:cxn ang="0">
                      <a:pos x="68" y="271"/>
                    </a:cxn>
                    <a:cxn ang="0">
                      <a:pos x="69" y="288"/>
                    </a:cxn>
                    <a:cxn ang="0">
                      <a:pos x="57" y="306"/>
                    </a:cxn>
                    <a:cxn ang="0">
                      <a:pos x="42" y="315"/>
                    </a:cxn>
                    <a:cxn ang="0">
                      <a:pos x="26" y="317"/>
                    </a:cxn>
                    <a:cxn ang="0">
                      <a:pos x="26" y="300"/>
                    </a:cxn>
                    <a:cxn ang="0">
                      <a:pos x="12" y="283"/>
                    </a:cxn>
                    <a:cxn ang="0">
                      <a:pos x="7" y="268"/>
                    </a:cxn>
                    <a:cxn ang="0">
                      <a:pos x="5" y="261"/>
                    </a:cxn>
                    <a:cxn ang="0">
                      <a:pos x="0" y="253"/>
                    </a:cxn>
                    <a:cxn ang="0">
                      <a:pos x="88" y="242"/>
                    </a:cxn>
                    <a:cxn ang="0">
                      <a:pos x="4" y="265"/>
                    </a:cxn>
                    <a:cxn ang="0">
                      <a:pos x="99" y="260"/>
                    </a:cxn>
                    <a:cxn ang="0">
                      <a:pos x="102" y="269"/>
                    </a:cxn>
                    <a:cxn ang="0">
                      <a:pos x="92" y="291"/>
                    </a:cxn>
                    <a:cxn ang="0">
                      <a:pos x="98" y="279"/>
                    </a:cxn>
                    <a:cxn ang="0">
                      <a:pos x="92" y="272"/>
                    </a:cxn>
                    <a:cxn ang="0">
                      <a:pos x="91" y="287"/>
                    </a:cxn>
                    <a:cxn ang="0">
                      <a:pos x="69" y="305"/>
                    </a:cxn>
                    <a:cxn ang="0">
                      <a:pos x="73" y="284"/>
                    </a:cxn>
                  </a:cxnLst>
                  <a:rect l="0" t="0" r="r" b="b"/>
                  <a:pathLst>
                    <a:path w="141" h="321">
                      <a:moveTo>
                        <a:pt x="3" y="246"/>
                      </a:moveTo>
                      <a:lnTo>
                        <a:pt x="4" y="246"/>
                      </a:lnTo>
                      <a:lnTo>
                        <a:pt x="5" y="250"/>
                      </a:lnTo>
                      <a:lnTo>
                        <a:pt x="7" y="246"/>
                      </a:lnTo>
                      <a:lnTo>
                        <a:pt x="7" y="238"/>
                      </a:lnTo>
                      <a:lnTo>
                        <a:pt x="4" y="234"/>
                      </a:lnTo>
                      <a:lnTo>
                        <a:pt x="5" y="231"/>
                      </a:lnTo>
                      <a:lnTo>
                        <a:pt x="8" y="231"/>
                      </a:lnTo>
                      <a:lnTo>
                        <a:pt x="7" y="228"/>
                      </a:lnTo>
                      <a:lnTo>
                        <a:pt x="7" y="226"/>
                      </a:lnTo>
                      <a:lnTo>
                        <a:pt x="11" y="226"/>
                      </a:lnTo>
                      <a:lnTo>
                        <a:pt x="12" y="223"/>
                      </a:lnTo>
                      <a:lnTo>
                        <a:pt x="12" y="220"/>
                      </a:lnTo>
                      <a:lnTo>
                        <a:pt x="15" y="216"/>
                      </a:lnTo>
                      <a:lnTo>
                        <a:pt x="12" y="214"/>
                      </a:lnTo>
                      <a:lnTo>
                        <a:pt x="11" y="207"/>
                      </a:lnTo>
                      <a:lnTo>
                        <a:pt x="8" y="201"/>
                      </a:lnTo>
                      <a:lnTo>
                        <a:pt x="10" y="200"/>
                      </a:lnTo>
                      <a:lnTo>
                        <a:pt x="15" y="197"/>
                      </a:lnTo>
                      <a:lnTo>
                        <a:pt x="15" y="193"/>
                      </a:lnTo>
                      <a:lnTo>
                        <a:pt x="16" y="189"/>
                      </a:lnTo>
                      <a:lnTo>
                        <a:pt x="12" y="184"/>
                      </a:lnTo>
                      <a:lnTo>
                        <a:pt x="8" y="182"/>
                      </a:lnTo>
                      <a:lnTo>
                        <a:pt x="8" y="177"/>
                      </a:lnTo>
                      <a:lnTo>
                        <a:pt x="8" y="171"/>
                      </a:lnTo>
                      <a:lnTo>
                        <a:pt x="8" y="166"/>
                      </a:lnTo>
                      <a:lnTo>
                        <a:pt x="7" y="162"/>
                      </a:lnTo>
                      <a:lnTo>
                        <a:pt x="8" y="158"/>
                      </a:lnTo>
                      <a:lnTo>
                        <a:pt x="7" y="150"/>
                      </a:lnTo>
                      <a:lnTo>
                        <a:pt x="5" y="143"/>
                      </a:lnTo>
                      <a:lnTo>
                        <a:pt x="7" y="136"/>
                      </a:lnTo>
                      <a:lnTo>
                        <a:pt x="10" y="131"/>
                      </a:lnTo>
                      <a:lnTo>
                        <a:pt x="12" y="129"/>
                      </a:lnTo>
                      <a:lnTo>
                        <a:pt x="16" y="129"/>
                      </a:lnTo>
                      <a:lnTo>
                        <a:pt x="22" y="129"/>
                      </a:lnTo>
                      <a:lnTo>
                        <a:pt x="23" y="127"/>
                      </a:lnTo>
                      <a:lnTo>
                        <a:pt x="23" y="121"/>
                      </a:lnTo>
                      <a:lnTo>
                        <a:pt x="22" y="118"/>
                      </a:lnTo>
                      <a:lnTo>
                        <a:pt x="22" y="116"/>
                      </a:lnTo>
                      <a:lnTo>
                        <a:pt x="27" y="103"/>
                      </a:lnTo>
                      <a:lnTo>
                        <a:pt x="27" y="97"/>
                      </a:lnTo>
                      <a:lnTo>
                        <a:pt x="29" y="90"/>
                      </a:lnTo>
                      <a:lnTo>
                        <a:pt x="30" y="87"/>
                      </a:lnTo>
                      <a:lnTo>
                        <a:pt x="30" y="83"/>
                      </a:lnTo>
                      <a:lnTo>
                        <a:pt x="29" y="80"/>
                      </a:lnTo>
                      <a:lnTo>
                        <a:pt x="29" y="78"/>
                      </a:lnTo>
                      <a:lnTo>
                        <a:pt x="33" y="75"/>
                      </a:lnTo>
                      <a:lnTo>
                        <a:pt x="38" y="74"/>
                      </a:lnTo>
                      <a:lnTo>
                        <a:pt x="39" y="72"/>
                      </a:lnTo>
                      <a:lnTo>
                        <a:pt x="39" y="69"/>
                      </a:lnTo>
                      <a:lnTo>
                        <a:pt x="43" y="63"/>
                      </a:lnTo>
                      <a:lnTo>
                        <a:pt x="48" y="57"/>
                      </a:lnTo>
                      <a:lnTo>
                        <a:pt x="49" y="53"/>
                      </a:lnTo>
                      <a:lnTo>
                        <a:pt x="48" y="49"/>
                      </a:lnTo>
                      <a:lnTo>
                        <a:pt x="46" y="48"/>
                      </a:lnTo>
                      <a:lnTo>
                        <a:pt x="46" y="41"/>
                      </a:lnTo>
                      <a:lnTo>
                        <a:pt x="48" y="40"/>
                      </a:lnTo>
                      <a:lnTo>
                        <a:pt x="49" y="38"/>
                      </a:lnTo>
                      <a:lnTo>
                        <a:pt x="50" y="34"/>
                      </a:lnTo>
                      <a:lnTo>
                        <a:pt x="52" y="33"/>
                      </a:lnTo>
                      <a:lnTo>
                        <a:pt x="54" y="29"/>
                      </a:lnTo>
                      <a:lnTo>
                        <a:pt x="57" y="26"/>
                      </a:lnTo>
                      <a:lnTo>
                        <a:pt x="60" y="27"/>
                      </a:lnTo>
                      <a:lnTo>
                        <a:pt x="61" y="29"/>
                      </a:lnTo>
                      <a:lnTo>
                        <a:pt x="64" y="29"/>
                      </a:lnTo>
                      <a:lnTo>
                        <a:pt x="65" y="27"/>
                      </a:lnTo>
                      <a:lnTo>
                        <a:pt x="64" y="25"/>
                      </a:lnTo>
                      <a:lnTo>
                        <a:pt x="65" y="22"/>
                      </a:lnTo>
                      <a:lnTo>
                        <a:pt x="65" y="21"/>
                      </a:lnTo>
                      <a:lnTo>
                        <a:pt x="67" y="19"/>
                      </a:lnTo>
                      <a:lnTo>
                        <a:pt x="64" y="17"/>
                      </a:lnTo>
                      <a:lnTo>
                        <a:pt x="65" y="15"/>
                      </a:lnTo>
                      <a:lnTo>
                        <a:pt x="69" y="15"/>
                      </a:lnTo>
                      <a:lnTo>
                        <a:pt x="73" y="14"/>
                      </a:lnTo>
                      <a:lnTo>
                        <a:pt x="77" y="15"/>
                      </a:lnTo>
                      <a:lnTo>
                        <a:pt x="80" y="17"/>
                      </a:lnTo>
                      <a:lnTo>
                        <a:pt x="84" y="17"/>
                      </a:lnTo>
                      <a:lnTo>
                        <a:pt x="86" y="18"/>
                      </a:lnTo>
                      <a:lnTo>
                        <a:pt x="87" y="18"/>
                      </a:lnTo>
                      <a:lnTo>
                        <a:pt x="88" y="19"/>
                      </a:lnTo>
                      <a:lnTo>
                        <a:pt x="88" y="15"/>
                      </a:lnTo>
                      <a:lnTo>
                        <a:pt x="87" y="12"/>
                      </a:lnTo>
                      <a:lnTo>
                        <a:pt x="87" y="8"/>
                      </a:lnTo>
                      <a:lnTo>
                        <a:pt x="90" y="7"/>
                      </a:lnTo>
                      <a:lnTo>
                        <a:pt x="88" y="4"/>
                      </a:lnTo>
                      <a:lnTo>
                        <a:pt x="87" y="3"/>
                      </a:lnTo>
                      <a:lnTo>
                        <a:pt x="86" y="0"/>
                      </a:lnTo>
                      <a:lnTo>
                        <a:pt x="90" y="2"/>
                      </a:lnTo>
                      <a:lnTo>
                        <a:pt x="92" y="0"/>
                      </a:lnTo>
                      <a:lnTo>
                        <a:pt x="94" y="0"/>
                      </a:lnTo>
                      <a:lnTo>
                        <a:pt x="96" y="3"/>
                      </a:lnTo>
                      <a:lnTo>
                        <a:pt x="99" y="4"/>
                      </a:lnTo>
                      <a:lnTo>
                        <a:pt x="105" y="11"/>
                      </a:lnTo>
                      <a:lnTo>
                        <a:pt x="109" y="14"/>
                      </a:lnTo>
                      <a:lnTo>
                        <a:pt x="114" y="14"/>
                      </a:lnTo>
                      <a:lnTo>
                        <a:pt x="115" y="15"/>
                      </a:lnTo>
                      <a:lnTo>
                        <a:pt x="118" y="15"/>
                      </a:lnTo>
                      <a:lnTo>
                        <a:pt x="121" y="19"/>
                      </a:lnTo>
                      <a:lnTo>
                        <a:pt x="122" y="22"/>
                      </a:lnTo>
                      <a:lnTo>
                        <a:pt x="124" y="22"/>
                      </a:lnTo>
                      <a:lnTo>
                        <a:pt x="124" y="22"/>
                      </a:lnTo>
                      <a:lnTo>
                        <a:pt x="126" y="25"/>
                      </a:lnTo>
                      <a:lnTo>
                        <a:pt x="129" y="25"/>
                      </a:lnTo>
                      <a:lnTo>
                        <a:pt x="130" y="27"/>
                      </a:lnTo>
                      <a:lnTo>
                        <a:pt x="129" y="30"/>
                      </a:lnTo>
                      <a:lnTo>
                        <a:pt x="129" y="34"/>
                      </a:lnTo>
                      <a:lnTo>
                        <a:pt x="128" y="37"/>
                      </a:lnTo>
                      <a:lnTo>
                        <a:pt x="129" y="40"/>
                      </a:lnTo>
                      <a:lnTo>
                        <a:pt x="132" y="40"/>
                      </a:lnTo>
                      <a:lnTo>
                        <a:pt x="133" y="44"/>
                      </a:lnTo>
                      <a:lnTo>
                        <a:pt x="132" y="45"/>
                      </a:lnTo>
                      <a:lnTo>
                        <a:pt x="132" y="49"/>
                      </a:lnTo>
                      <a:lnTo>
                        <a:pt x="135" y="52"/>
                      </a:lnTo>
                      <a:lnTo>
                        <a:pt x="135" y="57"/>
                      </a:lnTo>
                      <a:lnTo>
                        <a:pt x="135" y="59"/>
                      </a:lnTo>
                      <a:lnTo>
                        <a:pt x="135" y="61"/>
                      </a:lnTo>
                      <a:lnTo>
                        <a:pt x="135" y="67"/>
                      </a:lnTo>
                      <a:lnTo>
                        <a:pt x="133" y="69"/>
                      </a:lnTo>
                      <a:lnTo>
                        <a:pt x="136" y="74"/>
                      </a:lnTo>
                      <a:lnTo>
                        <a:pt x="139" y="74"/>
                      </a:lnTo>
                      <a:lnTo>
                        <a:pt x="140" y="79"/>
                      </a:lnTo>
                      <a:lnTo>
                        <a:pt x="141" y="80"/>
                      </a:lnTo>
                      <a:lnTo>
                        <a:pt x="141" y="84"/>
                      </a:lnTo>
                      <a:lnTo>
                        <a:pt x="141" y="84"/>
                      </a:lnTo>
                      <a:lnTo>
                        <a:pt x="140" y="84"/>
                      </a:lnTo>
                      <a:lnTo>
                        <a:pt x="137" y="84"/>
                      </a:lnTo>
                      <a:lnTo>
                        <a:pt x="136" y="83"/>
                      </a:lnTo>
                      <a:lnTo>
                        <a:pt x="132" y="84"/>
                      </a:lnTo>
                      <a:lnTo>
                        <a:pt x="130" y="84"/>
                      </a:lnTo>
                      <a:lnTo>
                        <a:pt x="129" y="86"/>
                      </a:lnTo>
                      <a:lnTo>
                        <a:pt x="126" y="86"/>
                      </a:lnTo>
                      <a:lnTo>
                        <a:pt x="125" y="83"/>
                      </a:lnTo>
                      <a:lnTo>
                        <a:pt x="124" y="86"/>
                      </a:lnTo>
                      <a:lnTo>
                        <a:pt x="121" y="83"/>
                      </a:lnTo>
                      <a:lnTo>
                        <a:pt x="120" y="83"/>
                      </a:lnTo>
                      <a:lnTo>
                        <a:pt x="120" y="86"/>
                      </a:lnTo>
                      <a:lnTo>
                        <a:pt x="118" y="89"/>
                      </a:lnTo>
                      <a:lnTo>
                        <a:pt x="117" y="89"/>
                      </a:lnTo>
                      <a:lnTo>
                        <a:pt x="115" y="87"/>
                      </a:lnTo>
                      <a:lnTo>
                        <a:pt x="113" y="87"/>
                      </a:lnTo>
                      <a:lnTo>
                        <a:pt x="115" y="90"/>
                      </a:lnTo>
                      <a:lnTo>
                        <a:pt x="117" y="91"/>
                      </a:lnTo>
                      <a:lnTo>
                        <a:pt x="114" y="94"/>
                      </a:lnTo>
                      <a:lnTo>
                        <a:pt x="113" y="94"/>
                      </a:lnTo>
                      <a:lnTo>
                        <a:pt x="110" y="95"/>
                      </a:lnTo>
                      <a:lnTo>
                        <a:pt x="113" y="97"/>
                      </a:lnTo>
                      <a:lnTo>
                        <a:pt x="113" y="98"/>
                      </a:lnTo>
                      <a:lnTo>
                        <a:pt x="111" y="98"/>
                      </a:lnTo>
                      <a:lnTo>
                        <a:pt x="111" y="97"/>
                      </a:lnTo>
                      <a:lnTo>
                        <a:pt x="109" y="97"/>
                      </a:lnTo>
                      <a:lnTo>
                        <a:pt x="109" y="97"/>
                      </a:lnTo>
                      <a:lnTo>
                        <a:pt x="110" y="99"/>
                      </a:lnTo>
                      <a:lnTo>
                        <a:pt x="111" y="99"/>
                      </a:lnTo>
                      <a:lnTo>
                        <a:pt x="113" y="101"/>
                      </a:lnTo>
                      <a:lnTo>
                        <a:pt x="111" y="102"/>
                      </a:lnTo>
                      <a:lnTo>
                        <a:pt x="110" y="108"/>
                      </a:lnTo>
                      <a:lnTo>
                        <a:pt x="110" y="110"/>
                      </a:lnTo>
                      <a:lnTo>
                        <a:pt x="107" y="110"/>
                      </a:lnTo>
                      <a:lnTo>
                        <a:pt x="110" y="113"/>
                      </a:lnTo>
                      <a:lnTo>
                        <a:pt x="113" y="113"/>
                      </a:lnTo>
                      <a:lnTo>
                        <a:pt x="113" y="114"/>
                      </a:lnTo>
                      <a:lnTo>
                        <a:pt x="111" y="116"/>
                      </a:lnTo>
                      <a:lnTo>
                        <a:pt x="113" y="117"/>
                      </a:lnTo>
                      <a:lnTo>
                        <a:pt x="115" y="117"/>
                      </a:lnTo>
                      <a:lnTo>
                        <a:pt x="113" y="121"/>
                      </a:lnTo>
                      <a:lnTo>
                        <a:pt x="110" y="121"/>
                      </a:lnTo>
                      <a:lnTo>
                        <a:pt x="109" y="124"/>
                      </a:lnTo>
                      <a:lnTo>
                        <a:pt x="109" y="128"/>
                      </a:lnTo>
                      <a:lnTo>
                        <a:pt x="106" y="133"/>
                      </a:lnTo>
                      <a:lnTo>
                        <a:pt x="105" y="133"/>
                      </a:lnTo>
                      <a:lnTo>
                        <a:pt x="102" y="136"/>
                      </a:lnTo>
                      <a:lnTo>
                        <a:pt x="99" y="133"/>
                      </a:lnTo>
                      <a:lnTo>
                        <a:pt x="99" y="136"/>
                      </a:lnTo>
                      <a:lnTo>
                        <a:pt x="101" y="139"/>
                      </a:lnTo>
                      <a:lnTo>
                        <a:pt x="96" y="142"/>
                      </a:lnTo>
                      <a:lnTo>
                        <a:pt x="95" y="144"/>
                      </a:lnTo>
                      <a:lnTo>
                        <a:pt x="94" y="144"/>
                      </a:lnTo>
                      <a:lnTo>
                        <a:pt x="94" y="142"/>
                      </a:lnTo>
                      <a:lnTo>
                        <a:pt x="91" y="142"/>
                      </a:lnTo>
                      <a:lnTo>
                        <a:pt x="90" y="144"/>
                      </a:lnTo>
                      <a:lnTo>
                        <a:pt x="90" y="148"/>
                      </a:lnTo>
                      <a:lnTo>
                        <a:pt x="88" y="150"/>
                      </a:lnTo>
                      <a:lnTo>
                        <a:pt x="87" y="147"/>
                      </a:lnTo>
                      <a:lnTo>
                        <a:pt x="86" y="147"/>
                      </a:lnTo>
                      <a:lnTo>
                        <a:pt x="86" y="151"/>
                      </a:lnTo>
                      <a:lnTo>
                        <a:pt x="84" y="151"/>
                      </a:lnTo>
                      <a:lnTo>
                        <a:pt x="83" y="150"/>
                      </a:lnTo>
                      <a:lnTo>
                        <a:pt x="80" y="151"/>
                      </a:lnTo>
                      <a:lnTo>
                        <a:pt x="80" y="154"/>
                      </a:lnTo>
                      <a:lnTo>
                        <a:pt x="82" y="154"/>
                      </a:lnTo>
                      <a:lnTo>
                        <a:pt x="82" y="156"/>
                      </a:lnTo>
                      <a:lnTo>
                        <a:pt x="77" y="159"/>
                      </a:lnTo>
                      <a:lnTo>
                        <a:pt x="75" y="158"/>
                      </a:lnTo>
                      <a:lnTo>
                        <a:pt x="75" y="161"/>
                      </a:lnTo>
                      <a:lnTo>
                        <a:pt x="76" y="162"/>
                      </a:lnTo>
                      <a:lnTo>
                        <a:pt x="73" y="166"/>
                      </a:lnTo>
                      <a:lnTo>
                        <a:pt x="69" y="166"/>
                      </a:lnTo>
                      <a:lnTo>
                        <a:pt x="67" y="166"/>
                      </a:lnTo>
                      <a:lnTo>
                        <a:pt x="71" y="170"/>
                      </a:lnTo>
                      <a:lnTo>
                        <a:pt x="71" y="173"/>
                      </a:lnTo>
                      <a:lnTo>
                        <a:pt x="69" y="174"/>
                      </a:lnTo>
                      <a:lnTo>
                        <a:pt x="71" y="178"/>
                      </a:lnTo>
                      <a:lnTo>
                        <a:pt x="69" y="182"/>
                      </a:lnTo>
                      <a:lnTo>
                        <a:pt x="72" y="184"/>
                      </a:lnTo>
                      <a:lnTo>
                        <a:pt x="72" y="186"/>
                      </a:lnTo>
                      <a:lnTo>
                        <a:pt x="69" y="185"/>
                      </a:lnTo>
                      <a:lnTo>
                        <a:pt x="69" y="186"/>
                      </a:lnTo>
                      <a:lnTo>
                        <a:pt x="69" y="190"/>
                      </a:lnTo>
                      <a:lnTo>
                        <a:pt x="68" y="193"/>
                      </a:lnTo>
                      <a:lnTo>
                        <a:pt x="69" y="194"/>
                      </a:lnTo>
                      <a:lnTo>
                        <a:pt x="69" y="196"/>
                      </a:lnTo>
                      <a:lnTo>
                        <a:pt x="68" y="196"/>
                      </a:lnTo>
                      <a:lnTo>
                        <a:pt x="69" y="200"/>
                      </a:lnTo>
                      <a:lnTo>
                        <a:pt x="68" y="203"/>
                      </a:lnTo>
                      <a:lnTo>
                        <a:pt x="69" y="204"/>
                      </a:lnTo>
                      <a:lnTo>
                        <a:pt x="71" y="205"/>
                      </a:lnTo>
                      <a:lnTo>
                        <a:pt x="73" y="207"/>
                      </a:lnTo>
                      <a:lnTo>
                        <a:pt x="73" y="209"/>
                      </a:lnTo>
                      <a:lnTo>
                        <a:pt x="75" y="208"/>
                      </a:lnTo>
                      <a:lnTo>
                        <a:pt x="76" y="211"/>
                      </a:lnTo>
                      <a:lnTo>
                        <a:pt x="79" y="208"/>
                      </a:lnTo>
                      <a:lnTo>
                        <a:pt x="80" y="209"/>
                      </a:lnTo>
                      <a:lnTo>
                        <a:pt x="82" y="212"/>
                      </a:lnTo>
                      <a:lnTo>
                        <a:pt x="86" y="216"/>
                      </a:lnTo>
                      <a:lnTo>
                        <a:pt x="86" y="218"/>
                      </a:lnTo>
                      <a:lnTo>
                        <a:pt x="90" y="220"/>
                      </a:lnTo>
                      <a:lnTo>
                        <a:pt x="90" y="222"/>
                      </a:lnTo>
                      <a:lnTo>
                        <a:pt x="92" y="224"/>
                      </a:lnTo>
                      <a:lnTo>
                        <a:pt x="91" y="228"/>
                      </a:lnTo>
                      <a:lnTo>
                        <a:pt x="87" y="233"/>
                      </a:lnTo>
                      <a:lnTo>
                        <a:pt x="86" y="235"/>
                      </a:lnTo>
                      <a:lnTo>
                        <a:pt x="82" y="237"/>
                      </a:lnTo>
                      <a:lnTo>
                        <a:pt x="80" y="235"/>
                      </a:lnTo>
                      <a:lnTo>
                        <a:pt x="80" y="234"/>
                      </a:lnTo>
                      <a:lnTo>
                        <a:pt x="76" y="233"/>
                      </a:lnTo>
                      <a:lnTo>
                        <a:pt x="75" y="231"/>
                      </a:lnTo>
                      <a:lnTo>
                        <a:pt x="75" y="233"/>
                      </a:lnTo>
                      <a:lnTo>
                        <a:pt x="73" y="233"/>
                      </a:lnTo>
                      <a:lnTo>
                        <a:pt x="72" y="231"/>
                      </a:lnTo>
                      <a:lnTo>
                        <a:pt x="69" y="231"/>
                      </a:lnTo>
                      <a:lnTo>
                        <a:pt x="69" y="233"/>
                      </a:lnTo>
                      <a:lnTo>
                        <a:pt x="67" y="234"/>
                      </a:lnTo>
                      <a:lnTo>
                        <a:pt x="65" y="233"/>
                      </a:lnTo>
                      <a:lnTo>
                        <a:pt x="64" y="235"/>
                      </a:lnTo>
                      <a:lnTo>
                        <a:pt x="61" y="234"/>
                      </a:lnTo>
                      <a:lnTo>
                        <a:pt x="60" y="235"/>
                      </a:lnTo>
                      <a:lnTo>
                        <a:pt x="60" y="235"/>
                      </a:lnTo>
                      <a:lnTo>
                        <a:pt x="64" y="237"/>
                      </a:lnTo>
                      <a:lnTo>
                        <a:pt x="65" y="237"/>
                      </a:lnTo>
                      <a:lnTo>
                        <a:pt x="65" y="235"/>
                      </a:lnTo>
                      <a:lnTo>
                        <a:pt x="69" y="235"/>
                      </a:lnTo>
                      <a:lnTo>
                        <a:pt x="71" y="237"/>
                      </a:lnTo>
                      <a:lnTo>
                        <a:pt x="73" y="237"/>
                      </a:lnTo>
                      <a:lnTo>
                        <a:pt x="75" y="239"/>
                      </a:lnTo>
                      <a:lnTo>
                        <a:pt x="77" y="238"/>
                      </a:lnTo>
                      <a:lnTo>
                        <a:pt x="79" y="239"/>
                      </a:lnTo>
                      <a:lnTo>
                        <a:pt x="82" y="238"/>
                      </a:lnTo>
                      <a:lnTo>
                        <a:pt x="86" y="238"/>
                      </a:lnTo>
                      <a:lnTo>
                        <a:pt x="87" y="241"/>
                      </a:lnTo>
                      <a:lnTo>
                        <a:pt x="87" y="243"/>
                      </a:lnTo>
                      <a:lnTo>
                        <a:pt x="86" y="245"/>
                      </a:lnTo>
                      <a:lnTo>
                        <a:pt x="83" y="245"/>
                      </a:lnTo>
                      <a:lnTo>
                        <a:pt x="80" y="249"/>
                      </a:lnTo>
                      <a:lnTo>
                        <a:pt x="79" y="247"/>
                      </a:lnTo>
                      <a:lnTo>
                        <a:pt x="80" y="246"/>
                      </a:lnTo>
                      <a:lnTo>
                        <a:pt x="79" y="245"/>
                      </a:lnTo>
                      <a:lnTo>
                        <a:pt x="77" y="246"/>
                      </a:lnTo>
                      <a:lnTo>
                        <a:pt x="77" y="247"/>
                      </a:lnTo>
                      <a:lnTo>
                        <a:pt x="76" y="247"/>
                      </a:lnTo>
                      <a:lnTo>
                        <a:pt x="75" y="250"/>
                      </a:lnTo>
                      <a:lnTo>
                        <a:pt x="73" y="253"/>
                      </a:lnTo>
                      <a:lnTo>
                        <a:pt x="72" y="252"/>
                      </a:lnTo>
                      <a:lnTo>
                        <a:pt x="72" y="253"/>
                      </a:lnTo>
                      <a:lnTo>
                        <a:pt x="69" y="254"/>
                      </a:lnTo>
                      <a:lnTo>
                        <a:pt x="69" y="254"/>
                      </a:lnTo>
                      <a:lnTo>
                        <a:pt x="68" y="254"/>
                      </a:lnTo>
                      <a:lnTo>
                        <a:pt x="67" y="256"/>
                      </a:lnTo>
                      <a:lnTo>
                        <a:pt x="69" y="256"/>
                      </a:lnTo>
                      <a:lnTo>
                        <a:pt x="72" y="258"/>
                      </a:lnTo>
                      <a:lnTo>
                        <a:pt x="67" y="258"/>
                      </a:lnTo>
                      <a:lnTo>
                        <a:pt x="71" y="261"/>
                      </a:lnTo>
                      <a:lnTo>
                        <a:pt x="71" y="262"/>
                      </a:lnTo>
                      <a:lnTo>
                        <a:pt x="69" y="265"/>
                      </a:lnTo>
                      <a:lnTo>
                        <a:pt x="72" y="268"/>
                      </a:lnTo>
                      <a:lnTo>
                        <a:pt x="69" y="269"/>
                      </a:lnTo>
                      <a:lnTo>
                        <a:pt x="65" y="268"/>
                      </a:lnTo>
                      <a:lnTo>
                        <a:pt x="68" y="271"/>
                      </a:lnTo>
                      <a:lnTo>
                        <a:pt x="67" y="273"/>
                      </a:lnTo>
                      <a:lnTo>
                        <a:pt x="69" y="275"/>
                      </a:lnTo>
                      <a:lnTo>
                        <a:pt x="67" y="277"/>
                      </a:lnTo>
                      <a:lnTo>
                        <a:pt x="69" y="280"/>
                      </a:lnTo>
                      <a:lnTo>
                        <a:pt x="67" y="283"/>
                      </a:lnTo>
                      <a:lnTo>
                        <a:pt x="67" y="286"/>
                      </a:lnTo>
                      <a:lnTo>
                        <a:pt x="69" y="288"/>
                      </a:lnTo>
                      <a:lnTo>
                        <a:pt x="68" y="290"/>
                      </a:lnTo>
                      <a:lnTo>
                        <a:pt x="67" y="296"/>
                      </a:lnTo>
                      <a:lnTo>
                        <a:pt x="65" y="299"/>
                      </a:lnTo>
                      <a:lnTo>
                        <a:pt x="64" y="305"/>
                      </a:lnTo>
                      <a:lnTo>
                        <a:pt x="61" y="309"/>
                      </a:lnTo>
                      <a:lnTo>
                        <a:pt x="58" y="307"/>
                      </a:lnTo>
                      <a:lnTo>
                        <a:pt x="57" y="306"/>
                      </a:lnTo>
                      <a:lnTo>
                        <a:pt x="53" y="307"/>
                      </a:lnTo>
                      <a:lnTo>
                        <a:pt x="48" y="306"/>
                      </a:lnTo>
                      <a:lnTo>
                        <a:pt x="48" y="305"/>
                      </a:lnTo>
                      <a:lnTo>
                        <a:pt x="46" y="309"/>
                      </a:lnTo>
                      <a:lnTo>
                        <a:pt x="42" y="310"/>
                      </a:lnTo>
                      <a:lnTo>
                        <a:pt x="39" y="314"/>
                      </a:lnTo>
                      <a:lnTo>
                        <a:pt x="42" y="315"/>
                      </a:lnTo>
                      <a:lnTo>
                        <a:pt x="42" y="318"/>
                      </a:lnTo>
                      <a:lnTo>
                        <a:pt x="39" y="321"/>
                      </a:lnTo>
                      <a:lnTo>
                        <a:pt x="35" y="319"/>
                      </a:lnTo>
                      <a:lnTo>
                        <a:pt x="29" y="321"/>
                      </a:lnTo>
                      <a:lnTo>
                        <a:pt x="26" y="321"/>
                      </a:lnTo>
                      <a:lnTo>
                        <a:pt x="24" y="319"/>
                      </a:lnTo>
                      <a:lnTo>
                        <a:pt x="26" y="317"/>
                      </a:lnTo>
                      <a:lnTo>
                        <a:pt x="24" y="310"/>
                      </a:lnTo>
                      <a:lnTo>
                        <a:pt x="22" y="310"/>
                      </a:lnTo>
                      <a:lnTo>
                        <a:pt x="20" y="307"/>
                      </a:lnTo>
                      <a:lnTo>
                        <a:pt x="19" y="306"/>
                      </a:lnTo>
                      <a:lnTo>
                        <a:pt x="19" y="305"/>
                      </a:lnTo>
                      <a:lnTo>
                        <a:pt x="23" y="303"/>
                      </a:lnTo>
                      <a:lnTo>
                        <a:pt x="26" y="300"/>
                      </a:lnTo>
                      <a:lnTo>
                        <a:pt x="24" y="296"/>
                      </a:lnTo>
                      <a:lnTo>
                        <a:pt x="22" y="298"/>
                      </a:lnTo>
                      <a:lnTo>
                        <a:pt x="19" y="295"/>
                      </a:lnTo>
                      <a:lnTo>
                        <a:pt x="18" y="292"/>
                      </a:lnTo>
                      <a:lnTo>
                        <a:pt x="15" y="291"/>
                      </a:lnTo>
                      <a:lnTo>
                        <a:pt x="15" y="288"/>
                      </a:lnTo>
                      <a:lnTo>
                        <a:pt x="12" y="283"/>
                      </a:lnTo>
                      <a:lnTo>
                        <a:pt x="11" y="281"/>
                      </a:lnTo>
                      <a:lnTo>
                        <a:pt x="10" y="277"/>
                      </a:lnTo>
                      <a:lnTo>
                        <a:pt x="7" y="277"/>
                      </a:lnTo>
                      <a:lnTo>
                        <a:pt x="5" y="275"/>
                      </a:lnTo>
                      <a:lnTo>
                        <a:pt x="7" y="273"/>
                      </a:lnTo>
                      <a:lnTo>
                        <a:pt x="7" y="271"/>
                      </a:lnTo>
                      <a:lnTo>
                        <a:pt x="7" y="268"/>
                      </a:lnTo>
                      <a:lnTo>
                        <a:pt x="7" y="265"/>
                      </a:lnTo>
                      <a:lnTo>
                        <a:pt x="10" y="264"/>
                      </a:lnTo>
                      <a:lnTo>
                        <a:pt x="8" y="262"/>
                      </a:lnTo>
                      <a:lnTo>
                        <a:pt x="7" y="261"/>
                      </a:lnTo>
                      <a:lnTo>
                        <a:pt x="7" y="260"/>
                      </a:lnTo>
                      <a:lnTo>
                        <a:pt x="5" y="260"/>
                      </a:lnTo>
                      <a:lnTo>
                        <a:pt x="5" y="261"/>
                      </a:lnTo>
                      <a:lnTo>
                        <a:pt x="7" y="264"/>
                      </a:lnTo>
                      <a:lnTo>
                        <a:pt x="4" y="265"/>
                      </a:lnTo>
                      <a:lnTo>
                        <a:pt x="4" y="261"/>
                      </a:lnTo>
                      <a:lnTo>
                        <a:pt x="4" y="261"/>
                      </a:lnTo>
                      <a:lnTo>
                        <a:pt x="1" y="260"/>
                      </a:lnTo>
                      <a:lnTo>
                        <a:pt x="1" y="254"/>
                      </a:lnTo>
                      <a:lnTo>
                        <a:pt x="0" y="253"/>
                      </a:lnTo>
                      <a:lnTo>
                        <a:pt x="0" y="247"/>
                      </a:lnTo>
                      <a:lnTo>
                        <a:pt x="3" y="246"/>
                      </a:lnTo>
                      <a:lnTo>
                        <a:pt x="3" y="246"/>
                      </a:lnTo>
                      <a:lnTo>
                        <a:pt x="3" y="246"/>
                      </a:lnTo>
                      <a:close/>
                      <a:moveTo>
                        <a:pt x="86" y="237"/>
                      </a:moveTo>
                      <a:lnTo>
                        <a:pt x="88" y="241"/>
                      </a:lnTo>
                      <a:lnTo>
                        <a:pt x="88" y="242"/>
                      </a:lnTo>
                      <a:lnTo>
                        <a:pt x="90" y="238"/>
                      </a:lnTo>
                      <a:lnTo>
                        <a:pt x="92" y="235"/>
                      </a:lnTo>
                      <a:lnTo>
                        <a:pt x="92" y="233"/>
                      </a:lnTo>
                      <a:lnTo>
                        <a:pt x="88" y="233"/>
                      </a:lnTo>
                      <a:lnTo>
                        <a:pt x="86" y="237"/>
                      </a:lnTo>
                      <a:lnTo>
                        <a:pt x="86" y="237"/>
                      </a:lnTo>
                      <a:close/>
                      <a:moveTo>
                        <a:pt x="4" y="265"/>
                      </a:moveTo>
                      <a:lnTo>
                        <a:pt x="4" y="268"/>
                      </a:lnTo>
                      <a:lnTo>
                        <a:pt x="5" y="268"/>
                      </a:lnTo>
                      <a:lnTo>
                        <a:pt x="5" y="265"/>
                      </a:lnTo>
                      <a:lnTo>
                        <a:pt x="4" y="265"/>
                      </a:lnTo>
                      <a:lnTo>
                        <a:pt x="4" y="265"/>
                      </a:lnTo>
                      <a:close/>
                      <a:moveTo>
                        <a:pt x="98" y="257"/>
                      </a:moveTo>
                      <a:lnTo>
                        <a:pt x="99" y="260"/>
                      </a:lnTo>
                      <a:lnTo>
                        <a:pt x="101" y="257"/>
                      </a:lnTo>
                      <a:lnTo>
                        <a:pt x="99" y="256"/>
                      </a:lnTo>
                      <a:lnTo>
                        <a:pt x="98" y="257"/>
                      </a:lnTo>
                      <a:lnTo>
                        <a:pt x="98" y="257"/>
                      </a:lnTo>
                      <a:close/>
                      <a:moveTo>
                        <a:pt x="99" y="271"/>
                      </a:moveTo>
                      <a:lnTo>
                        <a:pt x="101" y="272"/>
                      </a:lnTo>
                      <a:lnTo>
                        <a:pt x="102" y="269"/>
                      </a:lnTo>
                      <a:lnTo>
                        <a:pt x="105" y="269"/>
                      </a:lnTo>
                      <a:lnTo>
                        <a:pt x="103" y="268"/>
                      </a:lnTo>
                      <a:lnTo>
                        <a:pt x="101" y="268"/>
                      </a:lnTo>
                      <a:lnTo>
                        <a:pt x="99" y="271"/>
                      </a:lnTo>
                      <a:lnTo>
                        <a:pt x="99" y="271"/>
                      </a:lnTo>
                      <a:close/>
                      <a:moveTo>
                        <a:pt x="90" y="292"/>
                      </a:moveTo>
                      <a:lnTo>
                        <a:pt x="92" y="291"/>
                      </a:lnTo>
                      <a:lnTo>
                        <a:pt x="94" y="290"/>
                      </a:lnTo>
                      <a:lnTo>
                        <a:pt x="92" y="288"/>
                      </a:lnTo>
                      <a:lnTo>
                        <a:pt x="92" y="287"/>
                      </a:lnTo>
                      <a:lnTo>
                        <a:pt x="96" y="284"/>
                      </a:lnTo>
                      <a:lnTo>
                        <a:pt x="96" y="283"/>
                      </a:lnTo>
                      <a:lnTo>
                        <a:pt x="99" y="280"/>
                      </a:lnTo>
                      <a:lnTo>
                        <a:pt x="98" y="279"/>
                      </a:lnTo>
                      <a:lnTo>
                        <a:pt x="96" y="277"/>
                      </a:lnTo>
                      <a:lnTo>
                        <a:pt x="98" y="275"/>
                      </a:lnTo>
                      <a:lnTo>
                        <a:pt x="98" y="273"/>
                      </a:lnTo>
                      <a:lnTo>
                        <a:pt x="99" y="272"/>
                      </a:lnTo>
                      <a:lnTo>
                        <a:pt x="98" y="271"/>
                      </a:lnTo>
                      <a:lnTo>
                        <a:pt x="96" y="272"/>
                      </a:lnTo>
                      <a:lnTo>
                        <a:pt x="92" y="272"/>
                      </a:lnTo>
                      <a:lnTo>
                        <a:pt x="91" y="275"/>
                      </a:lnTo>
                      <a:lnTo>
                        <a:pt x="90" y="276"/>
                      </a:lnTo>
                      <a:lnTo>
                        <a:pt x="88" y="279"/>
                      </a:lnTo>
                      <a:lnTo>
                        <a:pt x="88" y="281"/>
                      </a:lnTo>
                      <a:lnTo>
                        <a:pt x="87" y="283"/>
                      </a:lnTo>
                      <a:lnTo>
                        <a:pt x="91" y="287"/>
                      </a:lnTo>
                      <a:lnTo>
                        <a:pt x="91" y="287"/>
                      </a:lnTo>
                      <a:lnTo>
                        <a:pt x="91" y="288"/>
                      </a:lnTo>
                      <a:lnTo>
                        <a:pt x="90" y="291"/>
                      </a:lnTo>
                      <a:lnTo>
                        <a:pt x="90" y="292"/>
                      </a:lnTo>
                      <a:lnTo>
                        <a:pt x="90" y="292"/>
                      </a:lnTo>
                      <a:close/>
                      <a:moveTo>
                        <a:pt x="68" y="300"/>
                      </a:moveTo>
                      <a:lnTo>
                        <a:pt x="69" y="303"/>
                      </a:lnTo>
                      <a:lnTo>
                        <a:pt x="69" y="305"/>
                      </a:lnTo>
                      <a:lnTo>
                        <a:pt x="69" y="306"/>
                      </a:lnTo>
                      <a:lnTo>
                        <a:pt x="71" y="303"/>
                      </a:lnTo>
                      <a:lnTo>
                        <a:pt x="72" y="299"/>
                      </a:lnTo>
                      <a:lnTo>
                        <a:pt x="73" y="294"/>
                      </a:lnTo>
                      <a:lnTo>
                        <a:pt x="75" y="290"/>
                      </a:lnTo>
                      <a:lnTo>
                        <a:pt x="75" y="286"/>
                      </a:lnTo>
                      <a:lnTo>
                        <a:pt x="73" y="284"/>
                      </a:lnTo>
                      <a:lnTo>
                        <a:pt x="72" y="287"/>
                      </a:lnTo>
                      <a:lnTo>
                        <a:pt x="72" y="287"/>
                      </a:lnTo>
                      <a:lnTo>
                        <a:pt x="71" y="292"/>
                      </a:lnTo>
                      <a:lnTo>
                        <a:pt x="69" y="292"/>
                      </a:lnTo>
                      <a:lnTo>
                        <a:pt x="68" y="30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52" name="Freeform 793"/>
                <p:cNvSpPr>
                  <a:spLocks noEditPoints="1"/>
                </p:cNvSpPr>
                <p:nvPr/>
              </p:nvSpPr>
              <p:spPr bwMode="auto">
                <a:xfrm>
                  <a:off x="5540376" y="2549525"/>
                  <a:ext cx="225425" cy="404813"/>
                </a:xfrm>
                <a:custGeom>
                  <a:avLst/>
                  <a:gdLst/>
                  <a:ahLst/>
                  <a:cxnLst>
                    <a:cxn ang="0">
                      <a:pos x="129" y="212"/>
                    </a:cxn>
                    <a:cxn ang="0">
                      <a:pos x="132" y="173"/>
                    </a:cxn>
                    <a:cxn ang="0">
                      <a:pos x="122" y="145"/>
                    </a:cxn>
                    <a:cxn ang="0">
                      <a:pos x="117" y="128"/>
                    </a:cxn>
                    <a:cxn ang="0">
                      <a:pos x="113" y="98"/>
                    </a:cxn>
                    <a:cxn ang="0">
                      <a:pos x="108" y="64"/>
                    </a:cxn>
                    <a:cxn ang="0">
                      <a:pos x="92" y="49"/>
                    </a:cxn>
                    <a:cxn ang="0">
                      <a:pos x="89" y="30"/>
                    </a:cxn>
                    <a:cxn ang="0">
                      <a:pos x="92" y="9"/>
                    </a:cxn>
                    <a:cxn ang="0">
                      <a:pos x="69" y="0"/>
                    </a:cxn>
                    <a:cxn ang="0">
                      <a:pos x="58" y="7"/>
                    </a:cxn>
                    <a:cxn ang="0">
                      <a:pos x="55" y="27"/>
                    </a:cxn>
                    <a:cxn ang="0">
                      <a:pos x="47" y="35"/>
                    </a:cxn>
                    <a:cxn ang="0">
                      <a:pos x="28" y="41"/>
                    </a:cxn>
                    <a:cxn ang="0">
                      <a:pos x="7" y="24"/>
                    </a:cxn>
                    <a:cxn ang="0">
                      <a:pos x="0" y="30"/>
                    </a:cxn>
                    <a:cxn ang="0">
                      <a:pos x="20" y="45"/>
                    </a:cxn>
                    <a:cxn ang="0">
                      <a:pos x="30" y="53"/>
                    </a:cxn>
                    <a:cxn ang="0">
                      <a:pos x="34" y="68"/>
                    </a:cxn>
                    <a:cxn ang="0">
                      <a:pos x="41" y="83"/>
                    </a:cxn>
                    <a:cxn ang="0">
                      <a:pos x="42" y="105"/>
                    </a:cxn>
                    <a:cxn ang="0">
                      <a:pos x="51" y="115"/>
                    </a:cxn>
                    <a:cxn ang="0">
                      <a:pos x="62" y="129"/>
                    </a:cxn>
                    <a:cxn ang="0">
                      <a:pos x="65" y="139"/>
                    </a:cxn>
                    <a:cxn ang="0">
                      <a:pos x="51" y="147"/>
                    </a:cxn>
                    <a:cxn ang="0">
                      <a:pos x="42" y="155"/>
                    </a:cxn>
                    <a:cxn ang="0">
                      <a:pos x="41" y="168"/>
                    </a:cxn>
                    <a:cxn ang="0">
                      <a:pos x="31" y="170"/>
                    </a:cxn>
                    <a:cxn ang="0">
                      <a:pos x="28" y="179"/>
                    </a:cxn>
                    <a:cxn ang="0">
                      <a:pos x="21" y="181"/>
                    </a:cxn>
                    <a:cxn ang="0">
                      <a:pos x="20" y="193"/>
                    </a:cxn>
                    <a:cxn ang="0">
                      <a:pos x="23" y="202"/>
                    </a:cxn>
                    <a:cxn ang="0">
                      <a:pos x="28" y="217"/>
                    </a:cxn>
                    <a:cxn ang="0">
                      <a:pos x="26" y="235"/>
                    </a:cxn>
                    <a:cxn ang="0">
                      <a:pos x="35" y="240"/>
                    </a:cxn>
                    <a:cxn ang="0">
                      <a:pos x="45" y="243"/>
                    </a:cxn>
                    <a:cxn ang="0">
                      <a:pos x="50" y="255"/>
                    </a:cxn>
                    <a:cxn ang="0">
                      <a:pos x="60" y="251"/>
                    </a:cxn>
                    <a:cxn ang="0">
                      <a:pos x="79" y="243"/>
                    </a:cxn>
                    <a:cxn ang="0">
                      <a:pos x="84" y="242"/>
                    </a:cxn>
                    <a:cxn ang="0">
                      <a:pos x="89" y="242"/>
                    </a:cxn>
                    <a:cxn ang="0">
                      <a:pos x="99" y="238"/>
                    </a:cxn>
                    <a:cxn ang="0">
                      <a:pos x="108" y="236"/>
                    </a:cxn>
                    <a:cxn ang="0">
                      <a:pos x="60" y="133"/>
                    </a:cxn>
                    <a:cxn ang="0">
                      <a:pos x="61" y="132"/>
                    </a:cxn>
                    <a:cxn ang="0">
                      <a:pos x="21" y="174"/>
                    </a:cxn>
                    <a:cxn ang="0">
                      <a:pos x="21" y="175"/>
                    </a:cxn>
                    <a:cxn ang="0">
                      <a:pos x="47" y="250"/>
                    </a:cxn>
                    <a:cxn ang="0">
                      <a:pos x="47" y="250"/>
                    </a:cxn>
                    <a:cxn ang="0">
                      <a:pos x="43" y="247"/>
                    </a:cxn>
                    <a:cxn ang="0">
                      <a:pos x="38" y="245"/>
                    </a:cxn>
                    <a:cxn ang="0">
                      <a:pos x="32" y="239"/>
                    </a:cxn>
                    <a:cxn ang="0">
                      <a:pos x="26" y="240"/>
                    </a:cxn>
                    <a:cxn ang="0">
                      <a:pos x="9" y="240"/>
                    </a:cxn>
                    <a:cxn ang="0">
                      <a:pos x="13" y="249"/>
                    </a:cxn>
                    <a:cxn ang="0">
                      <a:pos x="8" y="247"/>
                    </a:cxn>
                  </a:cxnLst>
                  <a:rect l="0" t="0" r="r" b="b"/>
                  <a:pathLst>
                    <a:path w="142" h="255">
                      <a:moveTo>
                        <a:pt x="113" y="236"/>
                      </a:moveTo>
                      <a:lnTo>
                        <a:pt x="111" y="232"/>
                      </a:lnTo>
                      <a:lnTo>
                        <a:pt x="118" y="227"/>
                      </a:lnTo>
                      <a:lnTo>
                        <a:pt x="122" y="224"/>
                      </a:lnTo>
                      <a:lnTo>
                        <a:pt x="126" y="217"/>
                      </a:lnTo>
                      <a:lnTo>
                        <a:pt x="129" y="212"/>
                      </a:lnTo>
                      <a:lnTo>
                        <a:pt x="133" y="205"/>
                      </a:lnTo>
                      <a:lnTo>
                        <a:pt x="138" y="196"/>
                      </a:lnTo>
                      <a:lnTo>
                        <a:pt x="142" y="185"/>
                      </a:lnTo>
                      <a:lnTo>
                        <a:pt x="141" y="181"/>
                      </a:lnTo>
                      <a:lnTo>
                        <a:pt x="136" y="174"/>
                      </a:lnTo>
                      <a:lnTo>
                        <a:pt x="132" y="173"/>
                      </a:lnTo>
                      <a:lnTo>
                        <a:pt x="125" y="163"/>
                      </a:lnTo>
                      <a:lnTo>
                        <a:pt x="126" y="159"/>
                      </a:lnTo>
                      <a:lnTo>
                        <a:pt x="129" y="155"/>
                      </a:lnTo>
                      <a:lnTo>
                        <a:pt x="129" y="151"/>
                      </a:lnTo>
                      <a:lnTo>
                        <a:pt x="125" y="148"/>
                      </a:lnTo>
                      <a:lnTo>
                        <a:pt x="122" y="145"/>
                      </a:lnTo>
                      <a:lnTo>
                        <a:pt x="122" y="140"/>
                      </a:lnTo>
                      <a:lnTo>
                        <a:pt x="123" y="139"/>
                      </a:lnTo>
                      <a:lnTo>
                        <a:pt x="122" y="136"/>
                      </a:lnTo>
                      <a:lnTo>
                        <a:pt x="119" y="134"/>
                      </a:lnTo>
                      <a:lnTo>
                        <a:pt x="117" y="133"/>
                      </a:lnTo>
                      <a:lnTo>
                        <a:pt x="117" y="128"/>
                      </a:lnTo>
                      <a:lnTo>
                        <a:pt x="119" y="125"/>
                      </a:lnTo>
                      <a:lnTo>
                        <a:pt x="117" y="125"/>
                      </a:lnTo>
                      <a:lnTo>
                        <a:pt x="117" y="122"/>
                      </a:lnTo>
                      <a:lnTo>
                        <a:pt x="117" y="113"/>
                      </a:lnTo>
                      <a:lnTo>
                        <a:pt x="119" y="113"/>
                      </a:lnTo>
                      <a:lnTo>
                        <a:pt x="113" y="98"/>
                      </a:lnTo>
                      <a:lnTo>
                        <a:pt x="107" y="87"/>
                      </a:lnTo>
                      <a:lnTo>
                        <a:pt x="106" y="83"/>
                      </a:lnTo>
                      <a:lnTo>
                        <a:pt x="103" y="79"/>
                      </a:lnTo>
                      <a:lnTo>
                        <a:pt x="104" y="72"/>
                      </a:lnTo>
                      <a:lnTo>
                        <a:pt x="107" y="68"/>
                      </a:lnTo>
                      <a:lnTo>
                        <a:pt x="108" y="64"/>
                      </a:lnTo>
                      <a:lnTo>
                        <a:pt x="107" y="62"/>
                      </a:lnTo>
                      <a:lnTo>
                        <a:pt x="100" y="58"/>
                      </a:lnTo>
                      <a:lnTo>
                        <a:pt x="100" y="56"/>
                      </a:lnTo>
                      <a:lnTo>
                        <a:pt x="98" y="52"/>
                      </a:lnTo>
                      <a:lnTo>
                        <a:pt x="94" y="50"/>
                      </a:lnTo>
                      <a:lnTo>
                        <a:pt x="92" y="49"/>
                      </a:lnTo>
                      <a:lnTo>
                        <a:pt x="89" y="43"/>
                      </a:lnTo>
                      <a:lnTo>
                        <a:pt x="87" y="41"/>
                      </a:lnTo>
                      <a:lnTo>
                        <a:pt x="88" y="35"/>
                      </a:lnTo>
                      <a:lnTo>
                        <a:pt x="89" y="33"/>
                      </a:lnTo>
                      <a:lnTo>
                        <a:pt x="87" y="31"/>
                      </a:lnTo>
                      <a:lnTo>
                        <a:pt x="89" y="30"/>
                      </a:lnTo>
                      <a:lnTo>
                        <a:pt x="92" y="28"/>
                      </a:lnTo>
                      <a:lnTo>
                        <a:pt x="92" y="22"/>
                      </a:lnTo>
                      <a:lnTo>
                        <a:pt x="95" y="19"/>
                      </a:lnTo>
                      <a:lnTo>
                        <a:pt x="95" y="15"/>
                      </a:lnTo>
                      <a:lnTo>
                        <a:pt x="92" y="12"/>
                      </a:lnTo>
                      <a:lnTo>
                        <a:pt x="92" y="9"/>
                      </a:lnTo>
                      <a:lnTo>
                        <a:pt x="87" y="9"/>
                      </a:lnTo>
                      <a:lnTo>
                        <a:pt x="84" y="8"/>
                      </a:lnTo>
                      <a:lnTo>
                        <a:pt x="81" y="7"/>
                      </a:lnTo>
                      <a:lnTo>
                        <a:pt x="79" y="3"/>
                      </a:lnTo>
                      <a:lnTo>
                        <a:pt x="76" y="0"/>
                      </a:lnTo>
                      <a:lnTo>
                        <a:pt x="69" y="0"/>
                      </a:lnTo>
                      <a:lnTo>
                        <a:pt x="68" y="3"/>
                      </a:lnTo>
                      <a:lnTo>
                        <a:pt x="68" y="4"/>
                      </a:lnTo>
                      <a:lnTo>
                        <a:pt x="65" y="4"/>
                      </a:lnTo>
                      <a:lnTo>
                        <a:pt x="61" y="4"/>
                      </a:lnTo>
                      <a:lnTo>
                        <a:pt x="58" y="5"/>
                      </a:lnTo>
                      <a:lnTo>
                        <a:pt x="58" y="7"/>
                      </a:lnTo>
                      <a:lnTo>
                        <a:pt x="57" y="9"/>
                      </a:lnTo>
                      <a:lnTo>
                        <a:pt x="55" y="11"/>
                      </a:lnTo>
                      <a:lnTo>
                        <a:pt x="57" y="14"/>
                      </a:lnTo>
                      <a:lnTo>
                        <a:pt x="55" y="15"/>
                      </a:lnTo>
                      <a:lnTo>
                        <a:pt x="54" y="23"/>
                      </a:lnTo>
                      <a:lnTo>
                        <a:pt x="55" y="27"/>
                      </a:lnTo>
                      <a:lnTo>
                        <a:pt x="57" y="30"/>
                      </a:lnTo>
                      <a:lnTo>
                        <a:pt x="55" y="31"/>
                      </a:lnTo>
                      <a:lnTo>
                        <a:pt x="54" y="33"/>
                      </a:lnTo>
                      <a:lnTo>
                        <a:pt x="51" y="33"/>
                      </a:lnTo>
                      <a:lnTo>
                        <a:pt x="49" y="35"/>
                      </a:lnTo>
                      <a:lnTo>
                        <a:pt x="47" y="35"/>
                      </a:lnTo>
                      <a:lnTo>
                        <a:pt x="45" y="39"/>
                      </a:lnTo>
                      <a:lnTo>
                        <a:pt x="42" y="38"/>
                      </a:lnTo>
                      <a:lnTo>
                        <a:pt x="38" y="35"/>
                      </a:lnTo>
                      <a:lnTo>
                        <a:pt x="34" y="35"/>
                      </a:lnTo>
                      <a:lnTo>
                        <a:pt x="32" y="37"/>
                      </a:lnTo>
                      <a:lnTo>
                        <a:pt x="28" y="41"/>
                      </a:lnTo>
                      <a:lnTo>
                        <a:pt x="23" y="41"/>
                      </a:lnTo>
                      <a:lnTo>
                        <a:pt x="19" y="38"/>
                      </a:lnTo>
                      <a:lnTo>
                        <a:pt x="16" y="35"/>
                      </a:lnTo>
                      <a:lnTo>
                        <a:pt x="15" y="33"/>
                      </a:lnTo>
                      <a:lnTo>
                        <a:pt x="9" y="27"/>
                      </a:lnTo>
                      <a:lnTo>
                        <a:pt x="7" y="24"/>
                      </a:lnTo>
                      <a:lnTo>
                        <a:pt x="4" y="24"/>
                      </a:lnTo>
                      <a:lnTo>
                        <a:pt x="2" y="26"/>
                      </a:lnTo>
                      <a:lnTo>
                        <a:pt x="1" y="28"/>
                      </a:lnTo>
                      <a:lnTo>
                        <a:pt x="2" y="30"/>
                      </a:lnTo>
                      <a:lnTo>
                        <a:pt x="1" y="31"/>
                      </a:lnTo>
                      <a:lnTo>
                        <a:pt x="0" y="30"/>
                      </a:lnTo>
                      <a:lnTo>
                        <a:pt x="0" y="31"/>
                      </a:lnTo>
                      <a:lnTo>
                        <a:pt x="2" y="34"/>
                      </a:lnTo>
                      <a:lnTo>
                        <a:pt x="5" y="35"/>
                      </a:lnTo>
                      <a:lnTo>
                        <a:pt x="11" y="42"/>
                      </a:lnTo>
                      <a:lnTo>
                        <a:pt x="15" y="45"/>
                      </a:lnTo>
                      <a:lnTo>
                        <a:pt x="20" y="45"/>
                      </a:lnTo>
                      <a:lnTo>
                        <a:pt x="21" y="46"/>
                      </a:lnTo>
                      <a:lnTo>
                        <a:pt x="24" y="46"/>
                      </a:lnTo>
                      <a:lnTo>
                        <a:pt x="27" y="50"/>
                      </a:lnTo>
                      <a:lnTo>
                        <a:pt x="28" y="53"/>
                      </a:lnTo>
                      <a:lnTo>
                        <a:pt x="30" y="53"/>
                      </a:lnTo>
                      <a:lnTo>
                        <a:pt x="30" y="53"/>
                      </a:lnTo>
                      <a:lnTo>
                        <a:pt x="32" y="56"/>
                      </a:lnTo>
                      <a:lnTo>
                        <a:pt x="35" y="56"/>
                      </a:lnTo>
                      <a:lnTo>
                        <a:pt x="36" y="58"/>
                      </a:lnTo>
                      <a:lnTo>
                        <a:pt x="35" y="61"/>
                      </a:lnTo>
                      <a:lnTo>
                        <a:pt x="35" y="65"/>
                      </a:lnTo>
                      <a:lnTo>
                        <a:pt x="34" y="68"/>
                      </a:lnTo>
                      <a:lnTo>
                        <a:pt x="35" y="71"/>
                      </a:lnTo>
                      <a:lnTo>
                        <a:pt x="38" y="71"/>
                      </a:lnTo>
                      <a:lnTo>
                        <a:pt x="39" y="75"/>
                      </a:lnTo>
                      <a:lnTo>
                        <a:pt x="38" y="76"/>
                      </a:lnTo>
                      <a:lnTo>
                        <a:pt x="38" y="80"/>
                      </a:lnTo>
                      <a:lnTo>
                        <a:pt x="41" y="83"/>
                      </a:lnTo>
                      <a:lnTo>
                        <a:pt x="41" y="88"/>
                      </a:lnTo>
                      <a:lnTo>
                        <a:pt x="41" y="90"/>
                      </a:lnTo>
                      <a:lnTo>
                        <a:pt x="41" y="92"/>
                      </a:lnTo>
                      <a:lnTo>
                        <a:pt x="41" y="98"/>
                      </a:lnTo>
                      <a:lnTo>
                        <a:pt x="39" y="100"/>
                      </a:lnTo>
                      <a:lnTo>
                        <a:pt x="42" y="105"/>
                      </a:lnTo>
                      <a:lnTo>
                        <a:pt x="45" y="105"/>
                      </a:lnTo>
                      <a:lnTo>
                        <a:pt x="46" y="110"/>
                      </a:lnTo>
                      <a:lnTo>
                        <a:pt x="47" y="111"/>
                      </a:lnTo>
                      <a:lnTo>
                        <a:pt x="47" y="115"/>
                      </a:lnTo>
                      <a:lnTo>
                        <a:pt x="49" y="115"/>
                      </a:lnTo>
                      <a:lnTo>
                        <a:pt x="51" y="115"/>
                      </a:lnTo>
                      <a:lnTo>
                        <a:pt x="54" y="118"/>
                      </a:lnTo>
                      <a:lnTo>
                        <a:pt x="60" y="118"/>
                      </a:lnTo>
                      <a:lnTo>
                        <a:pt x="64" y="122"/>
                      </a:lnTo>
                      <a:lnTo>
                        <a:pt x="61" y="124"/>
                      </a:lnTo>
                      <a:lnTo>
                        <a:pt x="62" y="125"/>
                      </a:lnTo>
                      <a:lnTo>
                        <a:pt x="62" y="129"/>
                      </a:lnTo>
                      <a:lnTo>
                        <a:pt x="62" y="130"/>
                      </a:lnTo>
                      <a:lnTo>
                        <a:pt x="66" y="134"/>
                      </a:lnTo>
                      <a:lnTo>
                        <a:pt x="62" y="133"/>
                      </a:lnTo>
                      <a:lnTo>
                        <a:pt x="62" y="134"/>
                      </a:lnTo>
                      <a:lnTo>
                        <a:pt x="65" y="137"/>
                      </a:lnTo>
                      <a:lnTo>
                        <a:pt x="65" y="139"/>
                      </a:lnTo>
                      <a:lnTo>
                        <a:pt x="61" y="137"/>
                      </a:lnTo>
                      <a:lnTo>
                        <a:pt x="58" y="137"/>
                      </a:lnTo>
                      <a:lnTo>
                        <a:pt x="54" y="139"/>
                      </a:lnTo>
                      <a:lnTo>
                        <a:pt x="54" y="141"/>
                      </a:lnTo>
                      <a:lnTo>
                        <a:pt x="51" y="144"/>
                      </a:lnTo>
                      <a:lnTo>
                        <a:pt x="51" y="147"/>
                      </a:lnTo>
                      <a:lnTo>
                        <a:pt x="50" y="147"/>
                      </a:lnTo>
                      <a:lnTo>
                        <a:pt x="46" y="152"/>
                      </a:lnTo>
                      <a:lnTo>
                        <a:pt x="45" y="156"/>
                      </a:lnTo>
                      <a:lnTo>
                        <a:pt x="45" y="156"/>
                      </a:lnTo>
                      <a:lnTo>
                        <a:pt x="43" y="155"/>
                      </a:lnTo>
                      <a:lnTo>
                        <a:pt x="42" y="155"/>
                      </a:lnTo>
                      <a:lnTo>
                        <a:pt x="43" y="158"/>
                      </a:lnTo>
                      <a:lnTo>
                        <a:pt x="42" y="160"/>
                      </a:lnTo>
                      <a:lnTo>
                        <a:pt x="39" y="160"/>
                      </a:lnTo>
                      <a:lnTo>
                        <a:pt x="38" y="163"/>
                      </a:lnTo>
                      <a:lnTo>
                        <a:pt x="38" y="167"/>
                      </a:lnTo>
                      <a:lnTo>
                        <a:pt x="41" y="168"/>
                      </a:lnTo>
                      <a:lnTo>
                        <a:pt x="36" y="167"/>
                      </a:lnTo>
                      <a:lnTo>
                        <a:pt x="36" y="166"/>
                      </a:lnTo>
                      <a:lnTo>
                        <a:pt x="34" y="166"/>
                      </a:lnTo>
                      <a:lnTo>
                        <a:pt x="32" y="170"/>
                      </a:lnTo>
                      <a:lnTo>
                        <a:pt x="34" y="171"/>
                      </a:lnTo>
                      <a:lnTo>
                        <a:pt x="31" y="170"/>
                      </a:lnTo>
                      <a:lnTo>
                        <a:pt x="31" y="171"/>
                      </a:lnTo>
                      <a:lnTo>
                        <a:pt x="32" y="173"/>
                      </a:lnTo>
                      <a:lnTo>
                        <a:pt x="32" y="174"/>
                      </a:lnTo>
                      <a:lnTo>
                        <a:pt x="31" y="177"/>
                      </a:lnTo>
                      <a:lnTo>
                        <a:pt x="30" y="178"/>
                      </a:lnTo>
                      <a:lnTo>
                        <a:pt x="28" y="179"/>
                      </a:lnTo>
                      <a:lnTo>
                        <a:pt x="27" y="178"/>
                      </a:lnTo>
                      <a:lnTo>
                        <a:pt x="26" y="178"/>
                      </a:lnTo>
                      <a:lnTo>
                        <a:pt x="24" y="177"/>
                      </a:lnTo>
                      <a:lnTo>
                        <a:pt x="23" y="178"/>
                      </a:lnTo>
                      <a:lnTo>
                        <a:pt x="23" y="179"/>
                      </a:lnTo>
                      <a:lnTo>
                        <a:pt x="21" y="181"/>
                      </a:lnTo>
                      <a:lnTo>
                        <a:pt x="23" y="183"/>
                      </a:lnTo>
                      <a:lnTo>
                        <a:pt x="21" y="186"/>
                      </a:lnTo>
                      <a:lnTo>
                        <a:pt x="20" y="187"/>
                      </a:lnTo>
                      <a:lnTo>
                        <a:pt x="19" y="189"/>
                      </a:lnTo>
                      <a:lnTo>
                        <a:pt x="20" y="192"/>
                      </a:lnTo>
                      <a:lnTo>
                        <a:pt x="20" y="193"/>
                      </a:lnTo>
                      <a:lnTo>
                        <a:pt x="20" y="196"/>
                      </a:lnTo>
                      <a:lnTo>
                        <a:pt x="20" y="197"/>
                      </a:lnTo>
                      <a:lnTo>
                        <a:pt x="21" y="197"/>
                      </a:lnTo>
                      <a:lnTo>
                        <a:pt x="23" y="198"/>
                      </a:lnTo>
                      <a:lnTo>
                        <a:pt x="23" y="201"/>
                      </a:lnTo>
                      <a:lnTo>
                        <a:pt x="23" y="202"/>
                      </a:lnTo>
                      <a:lnTo>
                        <a:pt x="23" y="205"/>
                      </a:lnTo>
                      <a:lnTo>
                        <a:pt x="23" y="206"/>
                      </a:lnTo>
                      <a:lnTo>
                        <a:pt x="26" y="211"/>
                      </a:lnTo>
                      <a:lnTo>
                        <a:pt x="27" y="212"/>
                      </a:lnTo>
                      <a:lnTo>
                        <a:pt x="26" y="215"/>
                      </a:lnTo>
                      <a:lnTo>
                        <a:pt x="28" y="217"/>
                      </a:lnTo>
                      <a:lnTo>
                        <a:pt x="26" y="219"/>
                      </a:lnTo>
                      <a:lnTo>
                        <a:pt x="27" y="223"/>
                      </a:lnTo>
                      <a:lnTo>
                        <a:pt x="26" y="224"/>
                      </a:lnTo>
                      <a:lnTo>
                        <a:pt x="26" y="230"/>
                      </a:lnTo>
                      <a:lnTo>
                        <a:pt x="27" y="232"/>
                      </a:lnTo>
                      <a:lnTo>
                        <a:pt x="26" y="235"/>
                      </a:lnTo>
                      <a:lnTo>
                        <a:pt x="26" y="238"/>
                      </a:lnTo>
                      <a:lnTo>
                        <a:pt x="27" y="239"/>
                      </a:lnTo>
                      <a:lnTo>
                        <a:pt x="30" y="238"/>
                      </a:lnTo>
                      <a:lnTo>
                        <a:pt x="31" y="239"/>
                      </a:lnTo>
                      <a:lnTo>
                        <a:pt x="32" y="236"/>
                      </a:lnTo>
                      <a:lnTo>
                        <a:pt x="35" y="240"/>
                      </a:lnTo>
                      <a:lnTo>
                        <a:pt x="38" y="240"/>
                      </a:lnTo>
                      <a:lnTo>
                        <a:pt x="39" y="242"/>
                      </a:lnTo>
                      <a:lnTo>
                        <a:pt x="43" y="240"/>
                      </a:lnTo>
                      <a:lnTo>
                        <a:pt x="45" y="242"/>
                      </a:lnTo>
                      <a:lnTo>
                        <a:pt x="43" y="243"/>
                      </a:lnTo>
                      <a:lnTo>
                        <a:pt x="45" y="243"/>
                      </a:lnTo>
                      <a:lnTo>
                        <a:pt x="49" y="242"/>
                      </a:lnTo>
                      <a:lnTo>
                        <a:pt x="49" y="243"/>
                      </a:lnTo>
                      <a:lnTo>
                        <a:pt x="47" y="246"/>
                      </a:lnTo>
                      <a:lnTo>
                        <a:pt x="50" y="251"/>
                      </a:lnTo>
                      <a:lnTo>
                        <a:pt x="51" y="253"/>
                      </a:lnTo>
                      <a:lnTo>
                        <a:pt x="50" y="255"/>
                      </a:lnTo>
                      <a:lnTo>
                        <a:pt x="51" y="255"/>
                      </a:lnTo>
                      <a:lnTo>
                        <a:pt x="53" y="251"/>
                      </a:lnTo>
                      <a:lnTo>
                        <a:pt x="54" y="251"/>
                      </a:lnTo>
                      <a:lnTo>
                        <a:pt x="54" y="253"/>
                      </a:lnTo>
                      <a:lnTo>
                        <a:pt x="57" y="251"/>
                      </a:lnTo>
                      <a:lnTo>
                        <a:pt x="60" y="251"/>
                      </a:lnTo>
                      <a:lnTo>
                        <a:pt x="64" y="249"/>
                      </a:lnTo>
                      <a:lnTo>
                        <a:pt x="66" y="249"/>
                      </a:lnTo>
                      <a:lnTo>
                        <a:pt x="72" y="245"/>
                      </a:lnTo>
                      <a:lnTo>
                        <a:pt x="72" y="243"/>
                      </a:lnTo>
                      <a:lnTo>
                        <a:pt x="76" y="245"/>
                      </a:lnTo>
                      <a:lnTo>
                        <a:pt x="79" y="243"/>
                      </a:lnTo>
                      <a:lnTo>
                        <a:pt x="81" y="240"/>
                      </a:lnTo>
                      <a:lnTo>
                        <a:pt x="81" y="242"/>
                      </a:lnTo>
                      <a:lnTo>
                        <a:pt x="80" y="243"/>
                      </a:lnTo>
                      <a:lnTo>
                        <a:pt x="81" y="245"/>
                      </a:lnTo>
                      <a:lnTo>
                        <a:pt x="83" y="240"/>
                      </a:lnTo>
                      <a:lnTo>
                        <a:pt x="84" y="242"/>
                      </a:lnTo>
                      <a:lnTo>
                        <a:pt x="83" y="238"/>
                      </a:lnTo>
                      <a:lnTo>
                        <a:pt x="84" y="238"/>
                      </a:lnTo>
                      <a:lnTo>
                        <a:pt x="85" y="240"/>
                      </a:lnTo>
                      <a:lnTo>
                        <a:pt x="87" y="240"/>
                      </a:lnTo>
                      <a:lnTo>
                        <a:pt x="88" y="238"/>
                      </a:lnTo>
                      <a:lnTo>
                        <a:pt x="89" y="242"/>
                      </a:lnTo>
                      <a:lnTo>
                        <a:pt x="91" y="240"/>
                      </a:lnTo>
                      <a:lnTo>
                        <a:pt x="91" y="239"/>
                      </a:lnTo>
                      <a:lnTo>
                        <a:pt x="94" y="239"/>
                      </a:lnTo>
                      <a:lnTo>
                        <a:pt x="94" y="240"/>
                      </a:lnTo>
                      <a:lnTo>
                        <a:pt x="95" y="239"/>
                      </a:lnTo>
                      <a:lnTo>
                        <a:pt x="99" y="238"/>
                      </a:lnTo>
                      <a:lnTo>
                        <a:pt x="102" y="240"/>
                      </a:lnTo>
                      <a:lnTo>
                        <a:pt x="106" y="239"/>
                      </a:lnTo>
                      <a:lnTo>
                        <a:pt x="106" y="238"/>
                      </a:lnTo>
                      <a:lnTo>
                        <a:pt x="104" y="236"/>
                      </a:lnTo>
                      <a:lnTo>
                        <a:pt x="106" y="236"/>
                      </a:lnTo>
                      <a:lnTo>
                        <a:pt x="108" y="236"/>
                      </a:lnTo>
                      <a:lnTo>
                        <a:pt x="108" y="238"/>
                      </a:lnTo>
                      <a:lnTo>
                        <a:pt x="111" y="239"/>
                      </a:lnTo>
                      <a:lnTo>
                        <a:pt x="111" y="239"/>
                      </a:lnTo>
                      <a:lnTo>
                        <a:pt x="113" y="236"/>
                      </a:lnTo>
                      <a:lnTo>
                        <a:pt x="113" y="236"/>
                      </a:lnTo>
                      <a:close/>
                      <a:moveTo>
                        <a:pt x="60" y="133"/>
                      </a:moveTo>
                      <a:lnTo>
                        <a:pt x="58" y="134"/>
                      </a:lnTo>
                      <a:lnTo>
                        <a:pt x="55" y="134"/>
                      </a:lnTo>
                      <a:lnTo>
                        <a:pt x="54" y="132"/>
                      </a:lnTo>
                      <a:lnTo>
                        <a:pt x="57" y="129"/>
                      </a:lnTo>
                      <a:lnTo>
                        <a:pt x="61" y="130"/>
                      </a:lnTo>
                      <a:lnTo>
                        <a:pt x="61" y="132"/>
                      </a:lnTo>
                      <a:lnTo>
                        <a:pt x="58" y="132"/>
                      </a:lnTo>
                      <a:lnTo>
                        <a:pt x="60" y="133"/>
                      </a:lnTo>
                      <a:lnTo>
                        <a:pt x="60" y="133"/>
                      </a:lnTo>
                      <a:close/>
                      <a:moveTo>
                        <a:pt x="19" y="174"/>
                      </a:moveTo>
                      <a:lnTo>
                        <a:pt x="20" y="171"/>
                      </a:lnTo>
                      <a:lnTo>
                        <a:pt x="21" y="174"/>
                      </a:lnTo>
                      <a:lnTo>
                        <a:pt x="20" y="174"/>
                      </a:lnTo>
                      <a:lnTo>
                        <a:pt x="19" y="174"/>
                      </a:lnTo>
                      <a:lnTo>
                        <a:pt x="19" y="174"/>
                      </a:lnTo>
                      <a:close/>
                      <a:moveTo>
                        <a:pt x="17" y="175"/>
                      </a:moveTo>
                      <a:lnTo>
                        <a:pt x="20" y="177"/>
                      </a:lnTo>
                      <a:lnTo>
                        <a:pt x="21" y="175"/>
                      </a:lnTo>
                      <a:lnTo>
                        <a:pt x="21" y="178"/>
                      </a:lnTo>
                      <a:lnTo>
                        <a:pt x="19" y="179"/>
                      </a:lnTo>
                      <a:lnTo>
                        <a:pt x="17" y="178"/>
                      </a:lnTo>
                      <a:lnTo>
                        <a:pt x="17" y="175"/>
                      </a:lnTo>
                      <a:lnTo>
                        <a:pt x="17" y="175"/>
                      </a:lnTo>
                      <a:close/>
                      <a:moveTo>
                        <a:pt x="47" y="250"/>
                      </a:moveTo>
                      <a:lnTo>
                        <a:pt x="47" y="253"/>
                      </a:lnTo>
                      <a:lnTo>
                        <a:pt x="46" y="254"/>
                      </a:lnTo>
                      <a:lnTo>
                        <a:pt x="45" y="253"/>
                      </a:lnTo>
                      <a:lnTo>
                        <a:pt x="46" y="251"/>
                      </a:lnTo>
                      <a:lnTo>
                        <a:pt x="47" y="250"/>
                      </a:lnTo>
                      <a:lnTo>
                        <a:pt x="47" y="250"/>
                      </a:lnTo>
                      <a:close/>
                      <a:moveTo>
                        <a:pt x="43" y="247"/>
                      </a:moveTo>
                      <a:lnTo>
                        <a:pt x="43" y="247"/>
                      </a:lnTo>
                      <a:lnTo>
                        <a:pt x="45" y="249"/>
                      </a:lnTo>
                      <a:lnTo>
                        <a:pt x="43" y="249"/>
                      </a:lnTo>
                      <a:lnTo>
                        <a:pt x="43" y="247"/>
                      </a:lnTo>
                      <a:lnTo>
                        <a:pt x="43" y="247"/>
                      </a:lnTo>
                      <a:close/>
                      <a:moveTo>
                        <a:pt x="38" y="245"/>
                      </a:moveTo>
                      <a:lnTo>
                        <a:pt x="42" y="243"/>
                      </a:lnTo>
                      <a:lnTo>
                        <a:pt x="42" y="245"/>
                      </a:lnTo>
                      <a:lnTo>
                        <a:pt x="39" y="247"/>
                      </a:lnTo>
                      <a:lnTo>
                        <a:pt x="38" y="246"/>
                      </a:lnTo>
                      <a:lnTo>
                        <a:pt x="38" y="245"/>
                      </a:lnTo>
                      <a:lnTo>
                        <a:pt x="38" y="245"/>
                      </a:lnTo>
                      <a:close/>
                      <a:moveTo>
                        <a:pt x="32" y="239"/>
                      </a:moveTo>
                      <a:lnTo>
                        <a:pt x="35" y="242"/>
                      </a:lnTo>
                      <a:lnTo>
                        <a:pt x="34" y="243"/>
                      </a:lnTo>
                      <a:lnTo>
                        <a:pt x="32" y="242"/>
                      </a:lnTo>
                      <a:lnTo>
                        <a:pt x="32" y="239"/>
                      </a:lnTo>
                      <a:lnTo>
                        <a:pt x="32" y="239"/>
                      </a:lnTo>
                      <a:close/>
                      <a:moveTo>
                        <a:pt x="26" y="240"/>
                      </a:moveTo>
                      <a:lnTo>
                        <a:pt x="28" y="240"/>
                      </a:lnTo>
                      <a:lnTo>
                        <a:pt x="27" y="242"/>
                      </a:lnTo>
                      <a:lnTo>
                        <a:pt x="27" y="242"/>
                      </a:lnTo>
                      <a:lnTo>
                        <a:pt x="26" y="240"/>
                      </a:lnTo>
                      <a:lnTo>
                        <a:pt x="26" y="240"/>
                      </a:lnTo>
                      <a:close/>
                      <a:moveTo>
                        <a:pt x="7" y="245"/>
                      </a:moveTo>
                      <a:lnTo>
                        <a:pt x="9" y="246"/>
                      </a:lnTo>
                      <a:lnTo>
                        <a:pt x="11" y="245"/>
                      </a:lnTo>
                      <a:lnTo>
                        <a:pt x="9" y="243"/>
                      </a:lnTo>
                      <a:lnTo>
                        <a:pt x="9" y="240"/>
                      </a:lnTo>
                      <a:lnTo>
                        <a:pt x="11" y="240"/>
                      </a:lnTo>
                      <a:lnTo>
                        <a:pt x="15" y="243"/>
                      </a:lnTo>
                      <a:lnTo>
                        <a:pt x="15" y="246"/>
                      </a:lnTo>
                      <a:lnTo>
                        <a:pt x="13" y="246"/>
                      </a:lnTo>
                      <a:lnTo>
                        <a:pt x="12" y="247"/>
                      </a:lnTo>
                      <a:lnTo>
                        <a:pt x="13" y="249"/>
                      </a:lnTo>
                      <a:lnTo>
                        <a:pt x="15" y="249"/>
                      </a:lnTo>
                      <a:lnTo>
                        <a:pt x="16" y="251"/>
                      </a:lnTo>
                      <a:lnTo>
                        <a:pt x="15" y="253"/>
                      </a:lnTo>
                      <a:lnTo>
                        <a:pt x="12" y="250"/>
                      </a:lnTo>
                      <a:lnTo>
                        <a:pt x="9" y="249"/>
                      </a:lnTo>
                      <a:lnTo>
                        <a:pt x="8" y="247"/>
                      </a:lnTo>
                      <a:lnTo>
                        <a:pt x="5" y="246"/>
                      </a:lnTo>
                      <a:lnTo>
                        <a:pt x="7" y="24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grpSp>
          <p:grpSp>
            <p:nvGrpSpPr>
              <p:cNvPr id="15" name="Groupe 1550"/>
              <p:cNvGrpSpPr/>
              <p:nvPr/>
            </p:nvGrpSpPr>
            <p:grpSpPr>
              <a:xfrm>
                <a:off x="4336101" y="2711666"/>
                <a:ext cx="983222" cy="872515"/>
                <a:chOff x="4968876" y="2922588"/>
                <a:chExt cx="831850" cy="738187"/>
              </a:xfrm>
              <a:grpFill/>
            </p:grpSpPr>
            <p:sp>
              <p:nvSpPr>
                <p:cNvPr id="431" name="Freeform 783"/>
                <p:cNvSpPr>
                  <a:spLocks/>
                </p:cNvSpPr>
                <p:nvPr/>
              </p:nvSpPr>
              <p:spPr bwMode="auto">
                <a:xfrm>
                  <a:off x="5292726" y="3122613"/>
                  <a:ext cx="188913" cy="225425"/>
                </a:xfrm>
                <a:custGeom>
                  <a:avLst/>
                  <a:gdLst/>
                  <a:ahLst/>
                  <a:cxnLst>
                    <a:cxn ang="0">
                      <a:pos x="43" y="2"/>
                    </a:cxn>
                    <a:cxn ang="0">
                      <a:pos x="50" y="8"/>
                    </a:cxn>
                    <a:cxn ang="0">
                      <a:pos x="53" y="14"/>
                    </a:cxn>
                    <a:cxn ang="0">
                      <a:pos x="58" y="11"/>
                    </a:cxn>
                    <a:cxn ang="0">
                      <a:pos x="65" y="13"/>
                    </a:cxn>
                    <a:cxn ang="0">
                      <a:pos x="59" y="18"/>
                    </a:cxn>
                    <a:cxn ang="0">
                      <a:pos x="67" y="21"/>
                    </a:cxn>
                    <a:cxn ang="0">
                      <a:pos x="78" y="15"/>
                    </a:cxn>
                    <a:cxn ang="0">
                      <a:pos x="82" y="10"/>
                    </a:cxn>
                    <a:cxn ang="0">
                      <a:pos x="82" y="13"/>
                    </a:cxn>
                    <a:cxn ang="0">
                      <a:pos x="88" y="13"/>
                    </a:cxn>
                    <a:cxn ang="0">
                      <a:pos x="96" y="18"/>
                    </a:cxn>
                    <a:cxn ang="0">
                      <a:pos x="103" y="23"/>
                    </a:cxn>
                    <a:cxn ang="0">
                      <a:pos x="111" y="32"/>
                    </a:cxn>
                    <a:cxn ang="0">
                      <a:pos x="111" y="45"/>
                    </a:cxn>
                    <a:cxn ang="0">
                      <a:pos x="114" y="56"/>
                    </a:cxn>
                    <a:cxn ang="0">
                      <a:pos x="118" y="67"/>
                    </a:cxn>
                    <a:cxn ang="0">
                      <a:pos x="114" y="76"/>
                    </a:cxn>
                    <a:cxn ang="0">
                      <a:pos x="104" y="79"/>
                    </a:cxn>
                    <a:cxn ang="0">
                      <a:pos x="92" y="85"/>
                    </a:cxn>
                    <a:cxn ang="0">
                      <a:pos x="81" y="87"/>
                    </a:cxn>
                    <a:cxn ang="0">
                      <a:pos x="86" y="98"/>
                    </a:cxn>
                    <a:cxn ang="0">
                      <a:pos x="95" y="108"/>
                    </a:cxn>
                    <a:cxn ang="0">
                      <a:pos x="103" y="123"/>
                    </a:cxn>
                    <a:cxn ang="0">
                      <a:pos x="92" y="131"/>
                    </a:cxn>
                    <a:cxn ang="0">
                      <a:pos x="95" y="139"/>
                    </a:cxn>
                    <a:cxn ang="0">
                      <a:pos x="82" y="138"/>
                    </a:cxn>
                    <a:cxn ang="0">
                      <a:pos x="72" y="140"/>
                    </a:cxn>
                    <a:cxn ang="0">
                      <a:pos x="62" y="140"/>
                    </a:cxn>
                    <a:cxn ang="0">
                      <a:pos x="53" y="140"/>
                    </a:cxn>
                    <a:cxn ang="0">
                      <a:pos x="44" y="138"/>
                    </a:cxn>
                    <a:cxn ang="0">
                      <a:pos x="39" y="135"/>
                    </a:cxn>
                    <a:cxn ang="0">
                      <a:pos x="32" y="138"/>
                    </a:cxn>
                    <a:cxn ang="0">
                      <a:pos x="25" y="136"/>
                    </a:cxn>
                    <a:cxn ang="0">
                      <a:pos x="27" y="124"/>
                    </a:cxn>
                    <a:cxn ang="0">
                      <a:pos x="28" y="112"/>
                    </a:cxn>
                    <a:cxn ang="0">
                      <a:pos x="17" y="110"/>
                    </a:cxn>
                    <a:cxn ang="0">
                      <a:pos x="10" y="108"/>
                    </a:cxn>
                    <a:cxn ang="0">
                      <a:pos x="6" y="100"/>
                    </a:cxn>
                    <a:cxn ang="0">
                      <a:pos x="4" y="89"/>
                    </a:cxn>
                    <a:cxn ang="0">
                      <a:pos x="1" y="78"/>
                    </a:cxn>
                    <a:cxn ang="0">
                      <a:pos x="1" y="66"/>
                    </a:cxn>
                    <a:cxn ang="0">
                      <a:pos x="12" y="60"/>
                    </a:cxn>
                    <a:cxn ang="0">
                      <a:pos x="14" y="52"/>
                    </a:cxn>
                    <a:cxn ang="0">
                      <a:pos x="10" y="48"/>
                    </a:cxn>
                    <a:cxn ang="0">
                      <a:pos x="17" y="41"/>
                    </a:cxn>
                    <a:cxn ang="0">
                      <a:pos x="19" y="36"/>
                    </a:cxn>
                    <a:cxn ang="0">
                      <a:pos x="14" y="30"/>
                    </a:cxn>
                    <a:cxn ang="0">
                      <a:pos x="25" y="28"/>
                    </a:cxn>
                    <a:cxn ang="0">
                      <a:pos x="28" y="29"/>
                    </a:cxn>
                    <a:cxn ang="0">
                      <a:pos x="31" y="32"/>
                    </a:cxn>
                    <a:cxn ang="0">
                      <a:pos x="32" y="26"/>
                    </a:cxn>
                    <a:cxn ang="0">
                      <a:pos x="42" y="23"/>
                    </a:cxn>
                    <a:cxn ang="0">
                      <a:pos x="42" y="22"/>
                    </a:cxn>
                    <a:cxn ang="0">
                      <a:pos x="39" y="17"/>
                    </a:cxn>
                    <a:cxn ang="0">
                      <a:pos x="33" y="10"/>
                    </a:cxn>
                    <a:cxn ang="0">
                      <a:pos x="36" y="4"/>
                    </a:cxn>
                    <a:cxn ang="0">
                      <a:pos x="32" y="0"/>
                    </a:cxn>
                  </a:cxnLst>
                  <a:rect l="0" t="0" r="r" b="b"/>
                  <a:pathLst>
                    <a:path w="119" h="142">
                      <a:moveTo>
                        <a:pt x="32" y="0"/>
                      </a:moveTo>
                      <a:lnTo>
                        <a:pt x="36" y="0"/>
                      </a:lnTo>
                      <a:lnTo>
                        <a:pt x="42" y="2"/>
                      </a:lnTo>
                      <a:lnTo>
                        <a:pt x="43" y="2"/>
                      </a:lnTo>
                      <a:lnTo>
                        <a:pt x="46" y="2"/>
                      </a:lnTo>
                      <a:lnTo>
                        <a:pt x="48" y="4"/>
                      </a:lnTo>
                      <a:lnTo>
                        <a:pt x="51" y="4"/>
                      </a:lnTo>
                      <a:lnTo>
                        <a:pt x="50" y="8"/>
                      </a:lnTo>
                      <a:lnTo>
                        <a:pt x="48" y="10"/>
                      </a:lnTo>
                      <a:lnTo>
                        <a:pt x="48" y="11"/>
                      </a:lnTo>
                      <a:lnTo>
                        <a:pt x="51" y="13"/>
                      </a:lnTo>
                      <a:lnTo>
                        <a:pt x="53" y="14"/>
                      </a:lnTo>
                      <a:lnTo>
                        <a:pt x="54" y="13"/>
                      </a:lnTo>
                      <a:lnTo>
                        <a:pt x="55" y="11"/>
                      </a:lnTo>
                      <a:lnTo>
                        <a:pt x="57" y="10"/>
                      </a:lnTo>
                      <a:lnTo>
                        <a:pt x="58" y="11"/>
                      </a:lnTo>
                      <a:lnTo>
                        <a:pt x="61" y="14"/>
                      </a:lnTo>
                      <a:lnTo>
                        <a:pt x="62" y="14"/>
                      </a:lnTo>
                      <a:lnTo>
                        <a:pt x="63" y="11"/>
                      </a:lnTo>
                      <a:lnTo>
                        <a:pt x="65" y="13"/>
                      </a:lnTo>
                      <a:lnTo>
                        <a:pt x="65" y="15"/>
                      </a:lnTo>
                      <a:lnTo>
                        <a:pt x="63" y="17"/>
                      </a:lnTo>
                      <a:lnTo>
                        <a:pt x="62" y="17"/>
                      </a:lnTo>
                      <a:lnTo>
                        <a:pt x="59" y="18"/>
                      </a:lnTo>
                      <a:lnTo>
                        <a:pt x="62" y="19"/>
                      </a:lnTo>
                      <a:lnTo>
                        <a:pt x="63" y="19"/>
                      </a:lnTo>
                      <a:lnTo>
                        <a:pt x="66" y="19"/>
                      </a:lnTo>
                      <a:lnTo>
                        <a:pt x="67" y="21"/>
                      </a:lnTo>
                      <a:lnTo>
                        <a:pt x="70" y="21"/>
                      </a:lnTo>
                      <a:lnTo>
                        <a:pt x="72" y="18"/>
                      </a:lnTo>
                      <a:lnTo>
                        <a:pt x="73" y="15"/>
                      </a:lnTo>
                      <a:lnTo>
                        <a:pt x="78" y="15"/>
                      </a:lnTo>
                      <a:lnTo>
                        <a:pt x="78" y="14"/>
                      </a:lnTo>
                      <a:lnTo>
                        <a:pt x="81" y="13"/>
                      </a:lnTo>
                      <a:lnTo>
                        <a:pt x="81" y="11"/>
                      </a:lnTo>
                      <a:lnTo>
                        <a:pt x="82" y="10"/>
                      </a:lnTo>
                      <a:lnTo>
                        <a:pt x="86" y="10"/>
                      </a:lnTo>
                      <a:lnTo>
                        <a:pt x="84" y="11"/>
                      </a:lnTo>
                      <a:lnTo>
                        <a:pt x="82" y="13"/>
                      </a:lnTo>
                      <a:lnTo>
                        <a:pt x="82" y="13"/>
                      </a:lnTo>
                      <a:lnTo>
                        <a:pt x="81" y="14"/>
                      </a:lnTo>
                      <a:lnTo>
                        <a:pt x="81" y="15"/>
                      </a:lnTo>
                      <a:lnTo>
                        <a:pt x="84" y="13"/>
                      </a:lnTo>
                      <a:lnTo>
                        <a:pt x="88" y="13"/>
                      </a:lnTo>
                      <a:lnTo>
                        <a:pt x="89" y="13"/>
                      </a:lnTo>
                      <a:lnTo>
                        <a:pt x="89" y="14"/>
                      </a:lnTo>
                      <a:lnTo>
                        <a:pt x="92" y="14"/>
                      </a:lnTo>
                      <a:lnTo>
                        <a:pt x="96" y="18"/>
                      </a:lnTo>
                      <a:lnTo>
                        <a:pt x="99" y="17"/>
                      </a:lnTo>
                      <a:lnTo>
                        <a:pt x="100" y="19"/>
                      </a:lnTo>
                      <a:lnTo>
                        <a:pt x="100" y="22"/>
                      </a:lnTo>
                      <a:lnTo>
                        <a:pt x="103" y="23"/>
                      </a:lnTo>
                      <a:lnTo>
                        <a:pt x="104" y="23"/>
                      </a:lnTo>
                      <a:lnTo>
                        <a:pt x="107" y="25"/>
                      </a:lnTo>
                      <a:lnTo>
                        <a:pt x="110" y="25"/>
                      </a:lnTo>
                      <a:lnTo>
                        <a:pt x="111" y="32"/>
                      </a:lnTo>
                      <a:lnTo>
                        <a:pt x="110" y="36"/>
                      </a:lnTo>
                      <a:lnTo>
                        <a:pt x="105" y="38"/>
                      </a:lnTo>
                      <a:lnTo>
                        <a:pt x="105" y="40"/>
                      </a:lnTo>
                      <a:lnTo>
                        <a:pt x="111" y="45"/>
                      </a:lnTo>
                      <a:lnTo>
                        <a:pt x="110" y="48"/>
                      </a:lnTo>
                      <a:lnTo>
                        <a:pt x="112" y="51"/>
                      </a:lnTo>
                      <a:lnTo>
                        <a:pt x="112" y="52"/>
                      </a:lnTo>
                      <a:lnTo>
                        <a:pt x="114" y="56"/>
                      </a:lnTo>
                      <a:lnTo>
                        <a:pt x="112" y="57"/>
                      </a:lnTo>
                      <a:lnTo>
                        <a:pt x="115" y="64"/>
                      </a:lnTo>
                      <a:lnTo>
                        <a:pt x="116" y="66"/>
                      </a:lnTo>
                      <a:lnTo>
                        <a:pt x="118" y="67"/>
                      </a:lnTo>
                      <a:lnTo>
                        <a:pt x="119" y="75"/>
                      </a:lnTo>
                      <a:lnTo>
                        <a:pt x="118" y="76"/>
                      </a:lnTo>
                      <a:lnTo>
                        <a:pt x="115" y="76"/>
                      </a:lnTo>
                      <a:lnTo>
                        <a:pt x="114" y="76"/>
                      </a:lnTo>
                      <a:lnTo>
                        <a:pt x="108" y="76"/>
                      </a:lnTo>
                      <a:lnTo>
                        <a:pt x="108" y="79"/>
                      </a:lnTo>
                      <a:lnTo>
                        <a:pt x="107" y="81"/>
                      </a:lnTo>
                      <a:lnTo>
                        <a:pt x="104" y="79"/>
                      </a:lnTo>
                      <a:lnTo>
                        <a:pt x="100" y="79"/>
                      </a:lnTo>
                      <a:lnTo>
                        <a:pt x="99" y="82"/>
                      </a:lnTo>
                      <a:lnTo>
                        <a:pt x="95" y="82"/>
                      </a:lnTo>
                      <a:lnTo>
                        <a:pt x="92" y="85"/>
                      </a:lnTo>
                      <a:lnTo>
                        <a:pt x="91" y="86"/>
                      </a:lnTo>
                      <a:lnTo>
                        <a:pt x="85" y="90"/>
                      </a:lnTo>
                      <a:lnTo>
                        <a:pt x="82" y="89"/>
                      </a:lnTo>
                      <a:lnTo>
                        <a:pt x="81" y="87"/>
                      </a:lnTo>
                      <a:lnTo>
                        <a:pt x="80" y="89"/>
                      </a:lnTo>
                      <a:lnTo>
                        <a:pt x="80" y="91"/>
                      </a:lnTo>
                      <a:lnTo>
                        <a:pt x="84" y="93"/>
                      </a:lnTo>
                      <a:lnTo>
                        <a:pt x="86" y="98"/>
                      </a:lnTo>
                      <a:lnTo>
                        <a:pt x="86" y="101"/>
                      </a:lnTo>
                      <a:lnTo>
                        <a:pt x="88" y="104"/>
                      </a:lnTo>
                      <a:lnTo>
                        <a:pt x="91" y="105"/>
                      </a:lnTo>
                      <a:lnTo>
                        <a:pt x="95" y="108"/>
                      </a:lnTo>
                      <a:lnTo>
                        <a:pt x="97" y="110"/>
                      </a:lnTo>
                      <a:lnTo>
                        <a:pt x="104" y="117"/>
                      </a:lnTo>
                      <a:lnTo>
                        <a:pt x="103" y="119"/>
                      </a:lnTo>
                      <a:lnTo>
                        <a:pt x="103" y="123"/>
                      </a:lnTo>
                      <a:lnTo>
                        <a:pt x="101" y="123"/>
                      </a:lnTo>
                      <a:lnTo>
                        <a:pt x="99" y="125"/>
                      </a:lnTo>
                      <a:lnTo>
                        <a:pt x="96" y="127"/>
                      </a:lnTo>
                      <a:lnTo>
                        <a:pt x="92" y="131"/>
                      </a:lnTo>
                      <a:lnTo>
                        <a:pt x="92" y="133"/>
                      </a:lnTo>
                      <a:lnTo>
                        <a:pt x="96" y="135"/>
                      </a:lnTo>
                      <a:lnTo>
                        <a:pt x="96" y="138"/>
                      </a:lnTo>
                      <a:lnTo>
                        <a:pt x="95" y="139"/>
                      </a:lnTo>
                      <a:lnTo>
                        <a:pt x="92" y="136"/>
                      </a:lnTo>
                      <a:lnTo>
                        <a:pt x="88" y="138"/>
                      </a:lnTo>
                      <a:lnTo>
                        <a:pt x="85" y="136"/>
                      </a:lnTo>
                      <a:lnTo>
                        <a:pt x="82" y="138"/>
                      </a:lnTo>
                      <a:lnTo>
                        <a:pt x="78" y="140"/>
                      </a:lnTo>
                      <a:lnTo>
                        <a:pt x="76" y="140"/>
                      </a:lnTo>
                      <a:lnTo>
                        <a:pt x="73" y="140"/>
                      </a:lnTo>
                      <a:lnTo>
                        <a:pt x="72" y="140"/>
                      </a:lnTo>
                      <a:lnTo>
                        <a:pt x="69" y="139"/>
                      </a:lnTo>
                      <a:lnTo>
                        <a:pt x="65" y="139"/>
                      </a:lnTo>
                      <a:lnTo>
                        <a:pt x="61" y="139"/>
                      </a:lnTo>
                      <a:lnTo>
                        <a:pt x="62" y="140"/>
                      </a:lnTo>
                      <a:lnTo>
                        <a:pt x="61" y="142"/>
                      </a:lnTo>
                      <a:lnTo>
                        <a:pt x="57" y="142"/>
                      </a:lnTo>
                      <a:lnTo>
                        <a:pt x="55" y="139"/>
                      </a:lnTo>
                      <a:lnTo>
                        <a:pt x="53" y="140"/>
                      </a:lnTo>
                      <a:lnTo>
                        <a:pt x="51" y="140"/>
                      </a:lnTo>
                      <a:lnTo>
                        <a:pt x="50" y="140"/>
                      </a:lnTo>
                      <a:lnTo>
                        <a:pt x="48" y="140"/>
                      </a:lnTo>
                      <a:lnTo>
                        <a:pt x="44" y="138"/>
                      </a:lnTo>
                      <a:lnTo>
                        <a:pt x="43" y="136"/>
                      </a:lnTo>
                      <a:lnTo>
                        <a:pt x="42" y="138"/>
                      </a:lnTo>
                      <a:lnTo>
                        <a:pt x="40" y="138"/>
                      </a:lnTo>
                      <a:lnTo>
                        <a:pt x="39" y="135"/>
                      </a:lnTo>
                      <a:lnTo>
                        <a:pt x="36" y="136"/>
                      </a:lnTo>
                      <a:lnTo>
                        <a:pt x="36" y="138"/>
                      </a:lnTo>
                      <a:lnTo>
                        <a:pt x="35" y="139"/>
                      </a:lnTo>
                      <a:lnTo>
                        <a:pt x="32" y="138"/>
                      </a:lnTo>
                      <a:lnTo>
                        <a:pt x="29" y="140"/>
                      </a:lnTo>
                      <a:lnTo>
                        <a:pt x="27" y="139"/>
                      </a:lnTo>
                      <a:lnTo>
                        <a:pt x="27" y="139"/>
                      </a:lnTo>
                      <a:lnTo>
                        <a:pt x="25" y="136"/>
                      </a:lnTo>
                      <a:lnTo>
                        <a:pt x="23" y="135"/>
                      </a:lnTo>
                      <a:lnTo>
                        <a:pt x="23" y="131"/>
                      </a:lnTo>
                      <a:lnTo>
                        <a:pt x="24" y="125"/>
                      </a:lnTo>
                      <a:lnTo>
                        <a:pt x="27" y="124"/>
                      </a:lnTo>
                      <a:lnTo>
                        <a:pt x="27" y="121"/>
                      </a:lnTo>
                      <a:lnTo>
                        <a:pt x="28" y="117"/>
                      </a:lnTo>
                      <a:lnTo>
                        <a:pt x="31" y="114"/>
                      </a:lnTo>
                      <a:lnTo>
                        <a:pt x="28" y="112"/>
                      </a:lnTo>
                      <a:lnTo>
                        <a:pt x="25" y="112"/>
                      </a:lnTo>
                      <a:lnTo>
                        <a:pt x="23" y="110"/>
                      </a:lnTo>
                      <a:lnTo>
                        <a:pt x="20" y="112"/>
                      </a:lnTo>
                      <a:lnTo>
                        <a:pt x="17" y="110"/>
                      </a:lnTo>
                      <a:lnTo>
                        <a:pt x="16" y="110"/>
                      </a:lnTo>
                      <a:lnTo>
                        <a:pt x="13" y="112"/>
                      </a:lnTo>
                      <a:lnTo>
                        <a:pt x="10" y="109"/>
                      </a:lnTo>
                      <a:lnTo>
                        <a:pt x="10" y="108"/>
                      </a:lnTo>
                      <a:lnTo>
                        <a:pt x="8" y="106"/>
                      </a:lnTo>
                      <a:lnTo>
                        <a:pt x="8" y="106"/>
                      </a:lnTo>
                      <a:lnTo>
                        <a:pt x="8" y="101"/>
                      </a:lnTo>
                      <a:lnTo>
                        <a:pt x="6" y="100"/>
                      </a:lnTo>
                      <a:lnTo>
                        <a:pt x="6" y="97"/>
                      </a:lnTo>
                      <a:lnTo>
                        <a:pt x="2" y="93"/>
                      </a:lnTo>
                      <a:lnTo>
                        <a:pt x="2" y="93"/>
                      </a:lnTo>
                      <a:lnTo>
                        <a:pt x="4" y="89"/>
                      </a:lnTo>
                      <a:lnTo>
                        <a:pt x="1" y="86"/>
                      </a:lnTo>
                      <a:lnTo>
                        <a:pt x="2" y="85"/>
                      </a:lnTo>
                      <a:lnTo>
                        <a:pt x="0" y="81"/>
                      </a:lnTo>
                      <a:lnTo>
                        <a:pt x="1" y="78"/>
                      </a:lnTo>
                      <a:lnTo>
                        <a:pt x="0" y="78"/>
                      </a:lnTo>
                      <a:lnTo>
                        <a:pt x="1" y="75"/>
                      </a:lnTo>
                      <a:lnTo>
                        <a:pt x="2" y="70"/>
                      </a:lnTo>
                      <a:lnTo>
                        <a:pt x="1" y="66"/>
                      </a:lnTo>
                      <a:lnTo>
                        <a:pt x="4" y="63"/>
                      </a:lnTo>
                      <a:lnTo>
                        <a:pt x="5" y="60"/>
                      </a:lnTo>
                      <a:lnTo>
                        <a:pt x="9" y="60"/>
                      </a:lnTo>
                      <a:lnTo>
                        <a:pt x="12" y="60"/>
                      </a:lnTo>
                      <a:lnTo>
                        <a:pt x="14" y="59"/>
                      </a:lnTo>
                      <a:lnTo>
                        <a:pt x="13" y="56"/>
                      </a:lnTo>
                      <a:lnTo>
                        <a:pt x="14" y="56"/>
                      </a:lnTo>
                      <a:lnTo>
                        <a:pt x="14" y="52"/>
                      </a:lnTo>
                      <a:lnTo>
                        <a:pt x="16" y="51"/>
                      </a:lnTo>
                      <a:lnTo>
                        <a:pt x="14" y="49"/>
                      </a:lnTo>
                      <a:lnTo>
                        <a:pt x="10" y="49"/>
                      </a:lnTo>
                      <a:lnTo>
                        <a:pt x="10" y="48"/>
                      </a:lnTo>
                      <a:lnTo>
                        <a:pt x="12" y="45"/>
                      </a:lnTo>
                      <a:lnTo>
                        <a:pt x="14" y="47"/>
                      </a:lnTo>
                      <a:lnTo>
                        <a:pt x="17" y="45"/>
                      </a:lnTo>
                      <a:lnTo>
                        <a:pt x="17" y="41"/>
                      </a:lnTo>
                      <a:lnTo>
                        <a:pt x="17" y="40"/>
                      </a:lnTo>
                      <a:lnTo>
                        <a:pt x="19" y="37"/>
                      </a:lnTo>
                      <a:lnTo>
                        <a:pt x="19" y="37"/>
                      </a:lnTo>
                      <a:lnTo>
                        <a:pt x="19" y="36"/>
                      </a:lnTo>
                      <a:lnTo>
                        <a:pt x="19" y="36"/>
                      </a:lnTo>
                      <a:lnTo>
                        <a:pt x="19" y="33"/>
                      </a:lnTo>
                      <a:lnTo>
                        <a:pt x="16" y="33"/>
                      </a:lnTo>
                      <a:lnTo>
                        <a:pt x="14" y="30"/>
                      </a:lnTo>
                      <a:lnTo>
                        <a:pt x="14" y="28"/>
                      </a:lnTo>
                      <a:lnTo>
                        <a:pt x="21" y="26"/>
                      </a:lnTo>
                      <a:lnTo>
                        <a:pt x="23" y="25"/>
                      </a:lnTo>
                      <a:lnTo>
                        <a:pt x="25" y="28"/>
                      </a:lnTo>
                      <a:lnTo>
                        <a:pt x="25" y="30"/>
                      </a:lnTo>
                      <a:lnTo>
                        <a:pt x="28" y="33"/>
                      </a:lnTo>
                      <a:lnTo>
                        <a:pt x="29" y="32"/>
                      </a:lnTo>
                      <a:lnTo>
                        <a:pt x="28" y="29"/>
                      </a:lnTo>
                      <a:lnTo>
                        <a:pt x="28" y="28"/>
                      </a:lnTo>
                      <a:lnTo>
                        <a:pt x="29" y="26"/>
                      </a:lnTo>
                      <a:lnTo>
                        <a:pt x="32" y="29"/>
                      </a:lnTo>
                      <a:lnTo>
                        <a:pt x="31" y="32"/>
                      </a:lnTo>
                      <a:lnTo>
                        <a:pt x="35" y="36"/>
                      </a:lnTo>
                      <a:lnTo>
                        <a:pt x="33" y="33"/>
                      </a:lnTo>
                      <a:lnTo>
                        <a:pt x="33" y="29"/>
                      </a:lnTo>
                      <a:lnTo>
                        <a:pt x="32" y="26"/>
                      </a:lnTo>
                      <a:lnTo>
                        <a:pt x="35" y="23"/>
                      </a:lnTo>
                      <a:lnTo>
                        <a:pt x="36" y="23"/>
                      </a:lnTo>
                      <a:lnTo>
                        <a:pt x="39" y="25"/>
                      </a:lnTo>
                      <a:lnTo>
                        <a:pt x="42" y="23"/>
                      </a:lnTo>
                      <a:lnTo>
                        <a:pt x="46" y="28"/>
                      </a:lnTo>
                      <a:lnTo>
                        <a:pt x="53" y="29"/>
                      </a:lnTo>
                      <a:lnTo>
                        <a:pt x="47" y="26"/>
                      </a:lnTo>
                      <a:lnTo>
                        <a:pt x="42" y="22"/>
                      </a:lnTo>
                      <a:lnTo>
                        <a:pt x="39" y="22"/>
                      </a:lnTo>
                      <a:lnTo>
                        <a:pt x="36" y="21"/>
                      </a:lnTo>
                      <a:lnTo>
                        <a:pt x="36" y="18"/>
                      </a:lnTo>
                      <a:lnTo>
                        <a:pt x="39" y="17"/>
                      </a:lnTo>
                      <a:lnTo>
                        <a:pt x="36" y="15"/>
                      </a:lnTo>
                      <a:lnTo>
                        <a:pt x="36" y="13"/>
                      </a:lnTo>
                      <a:lnTo>
                        <a:pt x="33" y="13"/>
                      </a:lnTo>
                      <a:lnTo>
                        <a:pt x="33" y="10"/>
                      </a:lnTo>
                      <a:lnTo>
                        <a:pt x="36" y="10"/>
                      </a:lnTo>
                      <a:lnTo>
                        <a:pt x="39" y="10"/>
                      </a:lnTo>
                      <a:lnTo>
                        <a:pt x="36" y="7"/>
                      </a:lnTo>
                      <a:lnTo>
                        <a:pt x="36" y="4"/>
                      </a:lnTo>
                      <a:lnTo>
                        <a:pt x="35" y="4"/>
                      </a:lnTo>
                      <a:lnTo>
                        <a:pt x="32" y="3"/>
                      </a:lnTo>
                      <a:lnTo>
                        <a:pt x="32" y="0"/>
                      </a:lnTo>
                      <a:lnTo>
                        <a:pt x="32"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2" name="Freeform 795"/>
                <p:cNvSpPr>
                  <a:spLocks/>
                </p:cNvSpPr>
                <p:nvPr/>
              </p:nvSpPr>
              <p:spPr bwMode="auto">
                <a:xfrm>
                  <a:off x="5602288" y="3321050"/>
                  <a:ext cx="198438" cy="130175"/>
                </a:xfrm>
                <a:custGeom>
                  <a:avLst/>
                  <a:gdLst/>
                  <a:ahLst/>
                  <a:cxnLst>
                    <a:cxn ang="0">
                      <a:pos x="31" y="4"/>
                    </a:cxn>
                    <a:cxn ang="0">
                      <a:pos x="35" y="2"/>
                    </a:cxn>
                    <a:cxn ang="0">
                      <a:pos x="45" y="6"/>
                    </a:cxn>
                    <a:cxn ang="0">
                      <a:pos x="49" y="10"/>
                    </a:cxn>
                    <a:cxn ang="0">
                      <a:pos x="57" y="10"/>
                    </a:cxn>
                    <a:cxn ang="0">
                      <a:pos x="63" y="6"/>
                    </a:cxn>
                    <a:cxn ang="0">
                      <a:pos x="75" y="3"/>
                    </a:cxn>
                    <a:cxn ang="0">
                      <a:pos x="86" y="7"/>
                    </a:cxn>
                    <a:cxn ang="0">
                      <a:pos x="93" y="15"/>
                    </a:cxn>
                    <a:cxn ang="0">
                      <a:pos x="101" y="25"/>
                    </a:cxn>
                    <a:cxn ang="0">
                      <a:pos x="102" y="42"/>
                    </a:cxn>
                    <a:cxn ang="0">
                      <a:pos x="107" y="51"/>
                    </a:cxn>
                    <a:cxn ang="0">
                      <a:pos x="116" y="52"/>
                    </a:cxn>
                    <a:cxn ang="0">
                      <a:pos x="122" y="49"/>
                    </a:cxn>
                    <a:cxn ang="0">
                      <a:pos x="124" y="53"/>
                    </a:cxn>
                    <a:cxn ang="0">
                      <a:pos x="125" y="56"/>
                    </a:cxn>
                    <a:cxn ang="0">
                      <a:pos x="120" y="60"/>
                    </a:cxn>
                    <a:cxn ang="0">
                      <a:pos x="114" y="64"/>
                    </a:cxn>
                    <a:cxn ang="0">
                      <a:pos x="114" y="68"/>
                    </a:cxn>
                    <a:cxn ang="0">
                      <a:pos x="112" y="75"/>
                    </a:cxn>
                    <a:cxn ang="0">
                      <a:pos x="110" y="78"/>
                    </a:cxn>
                    <a:cxn ang="0">
                      <a:pos x="106" y="75"/>
                    </a:cxn>
                    <a:cxn ang="0">
                      <a:pos x="101" y="74"/>
                    </a:cxn>
                    <a:cxn ang="0">
                      <a:pos x="93" y="72"/>
                    </a:cxn>
                    <a:cxn ang="0">
                      <a:pos x="80" y="76"/>
                    </a:cxn>
                    <a:cxn ang="0">
                      <a:pos x="75" y="79"/>
                    </a:cxn>
                    <a:cxn ang="0">
                      <a:pos x="68" y="80"/>
                    </a:cxn>
                    <a:cxn ang="0">
                      <a:pos x="63" y="79"/>
                    </a:cxn>
                    <a:cxn ang="0">
                      <a:pos x="57" y="79"/>
                    </a:cxn>
                    <a:cxn ang="0">
                      <a:pos x="49" y="79"/>
                    </a:cxn>
                    <a:cxn ang="0">
                      <a:pos x="46" y="78"/>
                    </a:cxn>
                    <a:cxn ang="0">
                      <a:pos x="38" y="80"/>
                    </a:cxn>
                    <a:cxn ang="0">
                      <a:pos x="38" y="76"/>
                    </a:cxn>
                    <a:cxn ang="0">
                      <a:pos x="37" y="72"/>
                    </a:cxn>
                    <a:cxn ang="0">
                      <a:pos x="31" y="70"/>
                    </a:cxn>
                    <a:cxn ang="0">
                      <a:pos x="34" y="64"/>
                    </a:cxn>
                    <a:cxn ang="0">
                      <a:pos x="26" y="67"/>
                    </a:cxn>
                    <a:cxn ang="0">
                      <a:pos x="21" y="66"/>
                    </a:cxn>
                    <a:cxn ang="0">
                      <a:pos x="15" y="61"/>
                    </a:cxn>
                    <a:cxn ang="0">
                      <a:pos x="16" y="57"/>
                    </a:cxn>
                    <a:cxn ang="0">
                      <a:pos x="8" y="52"/>
                    </a:cxn>
                    <a:cxn ang="0">
                      <a:pos x="3" y="44"/>
                    </a:cxn>
                    <a:cxn ang="0">
                      <a:pos x="0" y="41"/>
                    </a:cxn>
                    <a:cxn ang="0">
                      <a:pos x="6" y="38"/>
                    </a:cxn>
                    <a:cxn ang="0">
                      <a:pos x="10" y="36"/>
                    </a:cxn>
                    <a:cxn ang="0">
                      <a:pos x="12" y="30"/>
                    </a:cxn>
                    <a:cxn ang="0">
                      <a:pos x="21" y="14"/>
                    </a:cxn>
                    <a:cxn ang="0">
                      <a:pos x="27" y="8"/>
                    </a:cxn>
                    <a:cxn ang="0">
                      <a:pos x="29" y="4"/>
                    </a:cxn>
                  </a:cxnLst>
                  <a:rect l="0" t="0" r="r" b="b"/>
                  <a:pathLst>
                    <a:path w="125" h="82">
                      <a:moveTo>
                        <a:pt x="29" y="4"/>
                      </a:moveTo>
                      <a:lnTo>
                        <a:pt x="31" y="4"/>
                      </a:lnTo>
                      <a:lnTo>
                        <a:pt x="33" y="2"/>
                      </a:lnTo>
                      <a:lnTo>
                        <a:pt x="35" y="2"/>
                      </a:lnTo>
                      <a:lnTo>
                        <a:pt x="41" y="4"/>
                      </a:lnTo>
                      <a:lnTo>
                        <a:pt x="45" y="6"/>
                      </a:lnTo>
                      <a:lnTo>
                        <a:pt x="48" y="7"/>
                      </a:lnTo>
                      <a:lnTo>
                        <a:pt x="49" y="10"/>
                      </a:lnTo>
                      <a:lnTo>
                        <a:pt x="53" y="11"/>
                      </a:lnTo>
                      <a:lnTo>
                        <a:pt x="57" y="10"/>
                      </a:lnTo>
                      <a:lnTo>
                        <a:pt x="60" y="8"/>
                      </a:lnTo>
                      <a:lnTo>
                        <a:pt x="63" y="6"/>
                      </a:lnTo>
                      <a:lnTo>
                        <a:pt x="72" y="4"/>
                      </a:lnTo>
                      <a:lnTo>
                        <a:pt x="75" y="3"/>
                      </a:lnTo>
                      <a:lnTo>
                        <a:pt x="84" y="0"/>
                      </a:lnTo>
                      <a:lnTo>
                        <a:pt x="86" y="7"/>
                      </a:lnTo>
                      <a:lnTo>
                        <a:pt x="91" y="13"/>
                      </a:lnTo>
                      <a:lnTo>
                        <a:pt x="93" y="15"/>
                      </a:lnTo>
                      <a:lnTo>
                        <a:pt x="99" y="21"/>
                      </a:lnTo>
                      <a:lnTo>
                        <a:pt x="101" y="25"/>
                      </a:lnTo>
                      <a:lnTo>
                        <a:pt x="103" y="29"/>
                      </a:lnTo>
                      <a:lnTo>
                        <a:pt x="102" y="42"/>
                      </a:lnTo>
                      <a:lnTo>
                        <a:pt x="105" y="47"/>
                      </a:lnTo>
                      <a:lnTo>
                        <a:pt x="107" y="51"/>
                      </a:lnTo>
                      <a:lnTo>
                        <a:pt x="112" y="52"/>
                      </a:lnTo>
                      <a:lnTo>
                        <a:pt x="116" y="52"/>
                      </a:lnTo>
                      <a:lnTo>
                        <a:pt x="118" y="51"/>
                      </a:lnTo>
                      <a:lnTo>
                        <a:pt x="122" y="49"/>
                      </a:lnTo>
                      <a:lnTo>
                        <a:pt x="125" y="52"/>
                      </a:lnTo>
                      <a:lnTo>
                        <a:pt x="124" y="53"/>
                      </a:lnTo>
                      <a:lnTo>
                        <a:pt x="125" y="55"/>
                      </a:lnTo>
                      <a:lnTo>
                        <a:pt x="125" y="56"/>
                      </a:lnTo>
                      <a:lnTo>
                        <a:pt x="124" y="60"/>
                      </a:lnTo>
                      <a:lnTo>
                        <a:pt x="120" y="60"/>
                      </a:lnTo>
                      <a:lnTo>
                        <a:pt x="116" y="61"/>
                      </a:lnTo>
                      <a:lnTo>
                        <a:pt x="114" y="64"/>
                      </a:lnTo>
                      <a:lnTo>
                        <a:pt x="113" y="66"/>
                      </a:lnTo>
                      <a:lnTo>
                        <a:pt x="114" y="68"/>
                      </a:lnTo>
                      <a:lnTo>
                        <a:pt x="114" y="72"/>
                      </a:lnTo>
                      <a:lnTo>
                        <a:pt x="112" y="75"/>
                      </a:lnTo>
                      <a:lnTo>
                        <a:pt x="113" y="78"/>
                      </a:lnTo>
                      <a:lnTo>
                        <a:pt x="110" y="78"/>
                      </a:lnTo>
                      <a:lnTo>
                        <a:pt x="109" y="76"/>
                      </a:lnTo>
                      <a:lnTo>
                        <a:pt x="106" y="75"/>
                      </a:lnTo>
                      <a:lnTo>
                        <a:pt x="103" y="76"/>
                      </a:lnTo>
                      <a:lnTo>
                        <a:pt x="101" y="74"/>
                      </a:lnTo>
                      <a:lnTo>
                        <a:pt x="97" y="72"/>
                      </a:lnTo>
                      <a:lnTo>
                        <a:pt x="93" y="72"/>
                      </a:lnTo>
                      <a:lnTo>
                        <a:pt x="88" y="72"/>
                      </a:lnTo>
                      <a:lnTo>
                        <a:pt x="80" y="76"/>
                      </a:lnTo>
                      <a:lnTo>
                        <a:pt x="79" y="79"/>
                      </a:lnTo>
                      <a:lnTo>
                        <a:pt x="75" y="79"/>
                      </a:lnTo>
                      <a:lnTo>
                        <a:pt x="74" y="80"/>
                      </a:lnTo>
                      <a:lnTo>
                        <a:pt x="68" y="80"/>
                      </a:lnTo>
                      <a:lnTo>
                        <a:pt x="65" y="80"/>
                      </a:lnTo>
                      <a:lnTo>
                        <a:pt x="63" y="79"/>
                      </a:lnTo>
                      <a:lnTo>
                        <a:pt x="60" y="80"/>
                      </a:lnTo>
                      <a:lnTo>
                        <a:pt x="57" y="79"/>
                      </a:lnTo>
                      <a:lnTo>
                        <a:pt x="53" y="82"/>
                      </a:lnTo>
                      <a:lnTo>
                        <a:pt x="49" y="79"/>
                      </a:lnTo>
                      <a:lnTo>
                        <a:pt x="48" y="80"/>
                      </a:lnTo>
                      <a:lnTo>
                        <a:pt x="46" y="78"/>
                      </a:lnTo>
                      <a:lnTo>
                        <a:pt x="42" y="78"/>
                      </a:lnTo>
                      <a:lnTo>
                        <a:pt x="38" y="80"/>
                      </a:lnTo>
                      <a:lnTo>
                        <a:pt x="37" y="78"/>
                      </a:lnTo>
                      <a:lnTo>
                        <a:pt x="38" y="76"/>
                      </a:lnTo>
                      <a:lnTo>
                        <a:pt x="38" y="74"/>
                      </a:lnTo>
                      <a:lnTo>
                        <a:pt x="37" y="72"/>
                      </a:lnTo>
                      <a:lnTo>
                        <a:pt x="33" y="72"/>
                      </a:lnTo>
                      <a:lnTo>
                        <a:pt x="31" y="70"/>
                      </a:lnTo>
                      <a:lnTo>
                        <a:pt x="31" y="67"/>
                      </a:lnTo>
                      <a:lnTo>
                        <a:pt x="34" y="64"/>
                      </a:lnTo>
                      <a:lnTo>
                        <a:pt x="29" y="63"/>
                      </a:lnTo>
                      <a:lnTo>
                        <a:pt x="26" y="67"/>
                      </a:lnTo>
                      <a:lnTo>
                        <a:pt x="25" y="64"/>
                      </a:lnTo>
                      <a:lnTo>
                        <a:pt x="21" y="66"/>
                      </a:lnTo>
                      <a:lnTo>
                        <a:pt x="19" y="63"/>
                      </a:lnTo>
                      <a:lnTo>
                        <a:pt x="15" y="61"/>
                      </a:lnTo>
                      <a:lnTo>
                        <a:pt x="15" y="60"/>
                      </a:lnTo>
                      <a:lnTo>
                        <a:pt x="16" y="57"/>
                      </a:lnTo>
                      <a:lnTo>
                        <a:pt x="12" y="53"/>
                      </a:lnTo>
                      <a:lnTo>
                        <a:pt x="8" y="52"/>
                      </a:lnTo>
                      <a:lnTo>
                        <a:pt x="8" y="49"/>
                      </a:lnTo>
                      <a:lnTo>
                        <a:pt x="3" y="44"/>
                      </a:lnTo>
                      <a:lnTo>
                        <a:pt x="3" y="42"/>
                      </a:lnTo>
                      <a:lnTo>
                        <a:pt x="0" y="41"/>
                      </a:lnTo>
                      <a:lnTo>
                        <a:pt x="3" y="38"/>
                      </a:lnTo>
                      <a:lnTo>
                        <a:pt x="6" y="38"/>
                      </a:lnTo>
                      <a:lnTo>
                        <a:pt x="7" y="36"/>
                      </a:lnTo>
                      <a:lnTo>
                        <a:pt x="10" y="36"/>
                      </a:lnTo>
                      <a:lnTo>
                        <a:pt x="12" y="33"/>
                      </a:lnTo>
                      <a:lnTo>
                        <a:pt x="12" y="30"/>
                      </a:lnTo>
                      <a:lnTo>
                        <a:pt x="18" y="23"/>
                      </a:lnTo>
                      <a:lnTo>
                        <a:pt x="21" y="14"/>
                      </a:lnTo>
                      <a:lnTo>
                        <a:pt x="23" y="8"/>
                      </a:lnTo>
                      <a:lnTo>
                        <a:pt x="27" y="8"/>
                      </a:lnTo>
                      <a:lnTo>
                        <a:pt x="29" y="4"/>
                      </a:lnTo>
                      <a:lnTo>
                        <a:pt x="29" y="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3" name="Freeform 796"/>
                <p:cNvSpPr>
                  <a:spLocks/>
                </p:cNvSpPr>
                <p:nvPr/>
              </p:nvSpPr>
              <p:spPr bwMode="auto">
                <a:xfrm>
                  <a:off x="5602288" y="3321050"/>
                  <a:ext cx="198438" cy="130175"/>
                </a:xfrm>
                <a:custGeom>
                  <a:avLst/>
                  <a:gdLst/>
                  <a:ahLst/>
                  <a:cxnLst>
                    <a:cxn ang="0">
                      <a:pos x="31" y="4"/>
                    </a:cxn>
                    <a:cxn ang="0">
                      <a:pos x="35" y="2"/>
                    </a:cxn>
                    <a:cxn ang="0">
                      <a:pos x="45" y="6"/>
                    </a:cxn>
                    <a:cxn ang="0">
                      <a:pos x="49" y="10"/>
                    </a:cxn>
                    <a:cxn ang="0">
                      <a:pos x="57" y="10"/>
                    </a:cxn>
                    <a:cxn ang="0">
                      <a:pos x="63" y="6"/>
                    </a:cxn>
                    <a:cxn ang="0">
                      <a:pos x="75" y="3"/>
                    </a:cxn>
                    <a:cxn ang="0">
                      <a:pos x="86" y="7"/>
                    </a:cxn>
                    <a:cxn ang="0">
                      <a:pos x="93" y="15"/>
                    </a:cxn>
                    <a:cxn ang="0">
                      <a:pos x="101" y="25"/>
                    </a:cxn>
                    <a:cxn ang="0">
                      <a:pos x="102" y="42"/>
                    </a:cxn>
                    <a:cxn ang="0">
                      <a:pos x="107" y="51"/>
                    </a:cxn>
                    <a:cxn ang="0">
                      <a:pos x="116" y="52"/>
                    </a:cxn>
                    <a:cxn ang="0">
                      <a:pos x="122" y="49"/>
                    </a:cxn>
                    <a:cxn ang="0">
                      <a:pos x="124" y="53"/>
                    </a:cxn>
                    <a:cxn ang="0">
                      <a:pos x="125" y="56"/>
                    </a:cxn>
                    <a:cxn ang="0">
                      <a:pos x="120" y="60"/>
                    </a:cxn>
                    <a:cxn ang="0">
                      <a:pos x="114" y="64"/>
                    </a:cxn>
                    <a:cxn ang="0">
                      <a:pos x="114" y="68"/>
                    </a:cxn>
                    <a:cxn ang="0">
                      <a:pos x="112" y="75"/>
                    </a:cxn>
                    <a:cxn ang="0">
                      <a:pos x="110" y="78"/>
                    </a:cxn>
                    <a:cxn ang="0">
                      <a:pos x="106" y="75"/>
                    </a:cxn>
                    <a:cxn ang="0">
                      <a:pos x="101" y="74"/>
                    </a:cxn>
                    <a:cxn ang="0">
                      <a:pos x="93" y="72"/>
                    </a:cxn>
                    <a:cxn ang="0">
                      <a:pos x="80" y="76"/>
                    </a:cxn>
                    <a:cxn ang="0">
                      <a:pos x="75" y="79"/>
                    </a:cxn>
                    <a:cxn ang="0">
                      <a:pos x="68" y="80"/>
                    </a:cxn>
                    <a:cxn ang="0">
                      <a:pos x="63" y="79"/>
                    </a:cxn>
                    <a:cxn ang="0">
                      <a:pos x="57" y="79"/>
                    </a:cxn>
                    <a:cxn ang="0">
                      <a:pos x="49" y="79"/>
                    </a:cxn>
                    <a:cxn ang="0">
                      <a:pos x="46" y="78"/>
                    </a:cxn>
                    <a:cxn ang="0">
                      <a:pos x="38" y="80"/>
                    </a:cxn>
                    <a:cxn ang="0">
                      <a:pos x="38" y="76"/>
                    </a:cxn>
                    <a:cxn ang="0">
                      <a:pos x="37" y="72"/>
                    </a:cxn>
                    <a:cxn ang="0">
                      <a:pos x="31" y="70"/>
                    </a:cxn>
                    <a:cxn ang="0">
                      <a:pos x="34" y="64"/>
                    </a:cxn>
                    <a:cxn ang="0">
                      <a:pos x="26" y="67"/>
                    </a:cxn>
                    <a:cxn ang="0">
                      <a:pos x="21" y="66"/>
                    </a:cxn>
                    <a:cxn ang="0">
                      <a:pos x="15" y="61"/>
                    </a:cxn>
                    <a:cxn ang="0">
                      <a:pos x="16" y="57"/>
                    </a:cxn>
                    <a:cxn ang="0">
                      <a:pos x="8" y="52"/>
                    </a:cxn>
                    <a:cxn ang="0">
                      <a:pos x="3" y="44"/>
                    </a:cxn>
                    <a:cxn ang="0">
                      <a:pos x="0" y="41"/>
                    </a:cxn>
                    <a:cxn ang="0">
                      <a:pos x="6" y="38"/>
                    </a:cxn>
                    <a:cxn ang="0">
                      <a:pos x="10" y="36"/>
                    </a:cxn>
                    <a:cxn ang="0">
                      <a:pos x="12" y="30"/>
                    </a:cxn>
                    <a:cxn ang="0">
                      <a:pos x="21" y="14"/>
                    </a:cxn>
                    <a:cxn ang="0">
                      <a:pos x="27" y="8"/>
                    </a:cxn>
                    <a:cxn ang="0">
                      <a:pos x="29" y="4"/>
                    </a:cxn>
                  </a:cxnLst>
                  <a:rect l="0" t="0" r="r" b="b"/>
                  <a:pathLst>
                    <a:path w="125" h="82">
                      <a:moveTo>
                        <a:pt x="29" y="4"/>
                      </a:moveTo>
                      <a:lnTo>
                        <a:pt x="31" y="4"/>
                      </a:lnTo>
                      <a:lnTo>
                        <a:pt x="33" y="2"/>
                      </a:lnTo>
                      <a:lnTo>
                        <a:pt x="35" y="2"/>
                      </a:lnTo>
                      <a:lnTo>
                        <a:pt x="41" y="4"/>
                      </a:lnTo>
                      <a:lnTo>
                        <a:pt x="45" y="6"/>
                      </a:lnTo>
                      <a:lnTo>
                        <a:pt x="48" y="7"/>
                      </a:lnTo>
                      <a:lnTo>
                        <a:pt x="49" y="10"/>
                      </a:lnTo>
                      <a:lnTo>
                        <a:pt x="53" y="11"/>
                      </a:lnTo>
                      <a:lnTo>
                        <a:pt x="57" y="10"/>
                      </a:lnTo>
                      <a:lnTo>
                        <a:pt x="60" y="8"/>
                      </a:lnTo>
                      <a:lnTo>
                        <a:pt x="63" y="6"/>
                      </a:lnTo>
                      <a:lnTo>
                        <a:pt x="72" y="4"/>
                      </a:lnTo>
                      <a:lnTo>
                        <a:pt x="75" y="3"/>
                      </a:lnTo>
                      <a:lnTo>
                        <a:pt x="84" y="0"/>
                      </a:lnTo>
                      <a:lnTo>
                        <a:pt x="86" y="7"/>
                      </a:lnTo>
                      <a:lnTo>
                        <a:pt x="91" y="13"/>
                      </a:lnTo>
                      <a:lnTo>
                        <a:pt x="93" y="15"/>
                      </a:lnTo>
                      <a:lnTo>
                        <a:pt x="99" y="21"/>
                      </a:lnTo>
                      <a:lnTo>
                        <a:pt x="101" y="25"/>
                      </a:lnTo>
                      <a:lnTo>
                        <a:pt x="103" y="29"/>
                      </a:lnTo>
                      <a:lnTo>
                        <a:pt x="102" y="42"/>
                      </a:lnTo>
                      <a:lnTo>
                        <a:pt x="105" y="47"/>
                      </a:lnTo>
                      <a:lnTo>
                        <a:pt x="107" y="51"/>
                      </a:lnTo>
                      <a:lnTo>
                        <a:pt x="112" y="52"/>
                      </a:lnTo>
                      <a:lnTo>
                        <a:pt x="116" y="52"/>
                      </a:lnTo>
                      <a:lnTo>
                        <a:pt x="118" y="51"/>
                      </a:lnTo>
                      <a:lnTo>
                        <a:pt x="122" y="49"/>
                      </a:lnTo>
                      <a:lnTo>
                        <a:pt x="125" y="52"/>
                      </a:lnTo>
                      <a:lnTo>
                        <a:pt x="124" y="53"/>
                      </a:lnTo>
                      <a:lnTo>
                        <a:pt x="125" y="55"/>
                      </a:lnTo>
                      <a:lnTo>
                        <a:pt x="125" y="56"/>
                      </a:lnTo>
                      <a:lnTo>
                        <a:pt x="124" y="60"/>
                      </a:lnTo>
                      <a:lnTo>
                        <a:pt x="120" y="60"/>
                      </a:lnTo>
                      <a:lnTo>
                        <a:pt x="116" y="61"/>
                      </a:lnTo>
                      <a:lnTo>
                        <a:pt x="114" y="64"/>
                      </a:lnTo>
                      <a:lnTo>
                        <a:pt x="113" y="66"/>
                      </a:lnTo>
                      <a:lnTo>
                        <a:pt x="114" y="68"/>
                      </a:lnTo>
                      <a:lnTo>
                        <a:pt x="114" y="72"/>
                      </a:lnTo>
                      <a:lnTo>
                        <a:pt x="112" y="75"/>
                      </a:lnTo>
                      <a:lnTo>
                        <a:pt x="113" y="78"/>
                      </a:lnTo>
                      <a:lnTo>
                        <a:pt x="110" y="78"/>
                      </a:lnTo>
                      <a:lnTo>
                        <a:pt x="109" y="76"/>
                      </a:lnTo>
                      <a:lnTo>
                        <a:pt x="106" y="75"/>
                      </a:lnTo>
                      <a:lnTo>
                        <a:pt x="103" y="76"/>
                      </a:lnTo>
                      <a:lnTo>
                        <a:pt x="101" y="74"/>
                      </a:lnTo>
                      <a:lnTo>
                        <a:pt x="97" y="72"/>
                      </a:lnTo>
                      <a:lnTo>
                        <a:pt x="93" y="72"/>
                      </a:lnTo>
                      <a:lnTo>
                        <a:pt x="88" y="72"/>
                      </a:lnTo>
                      <a:lnTo>
                        <a:pt x="80" y="76"/>
                      </a:lnTo>
                      <a:lnTo>
                        <a:pt x="79" y="79"/>
                      </a:lnTo>
                      <a:lnTo>
                        <a:pt x="75" y="79"/>
                      </a:lnTo>
                      <a:lnTo>
                        <a:pt x="74" y="80"/>
                      </a:lnTo>
                      <a:lnTo>
                        <a:pt x="68" y="80"/>
                      </a:lnTo>
                      <a:lnTo>
                        <a:pt x="65" y="80"/>
                      </a:lnTo>
                      <a:lnTo>
                        <a:pt x="63" y="79"/>
                      </a:lnTo>
                      <a:lnTo>
                        <a:pt x="60" y="80"/>
                      </a:lnTo>
                      <a:lnTo>
                        <a:pt x="57" y="79"/>
                      </a:lnTo>
                      <a:lnTo>
                        <a:pt x="53" y="82"/>
                      </a:lnTo>
                      <a:lnTo>
                        <a:pt x="49" y="79"/>
                      </a:lnTo>
                      <a:lnTo>
                        <a:pt x="48" y="80"/>
                      </a:lnTo>
                      <a:lnTo>
                        <a:pt x="46" y="78"/>
                      </a:lnTo>
                      <a:lnTo>
                        <a:pt x="42" y="78"/>
                      </a:lnTo>
                      <a:lnTo>
                        <a:pt x="38" y="80"/>
                      </a:lnTo>
                      <a:lnTo>
                        <a:pt x="37" y="78"/>
                      </a:lnTo>
                      <a:lnTo>
                        <a:pt x="38" y="76"/>
                      </a:lnTo>
                      <a:lnTo>
                        <a:pt x="38" y="74"/>
                      </a:lnTo>
                      <a:lnTo>
                        <a:pt x="37" y="72"/>
                      </a:lnTo>
                      <a:lnTo>
                        <a:pt x="33" y="72"/>
                      </a:lnTo>
                      <a:lnTo>
                        <a:pt x="31" y="70"/>
                      </a:lnTo>
                      <a:lnTo>
                        <a:pt x="31" y="67"/>
                      </a:lnTo>
                      <a:lnTo>
                        <a:pt x="34" y="64"/>
                      </a:lnTo>
                      <a:lnTo>
                        <a:pt x="29" y="63"/>
                      </a:lnTo>
                      <a:lnTo>
                        <a:pt x="26" y="67"/>
                      </a:lnTo>
                      <a:lnTo>
                        <a:pt x="25" y="64"/>
                      </a:lnTo>
                      <a:lnTo>
                        <a:pt x="21" y="66"/>
                      </a:lnTo>
                      <a:lnTo>
                        <a:pt x="19" y="63"/>
                      </a:lnTo>
                      <a:lnTo>
                        <a:pt x="15" y="61"/>
                      </a:lnTo>
                      <a:lnTo>
                        <a:pt x="15" y="60"/>
                      </a:lnTo>
                      <a:lnTo>
                        <a:pt x="16" y="57"/>
                      </a:lnTo>
                      <a:lnTo>
                        <a:pt x="12" y="53"/>
                      </a:lnTo>
                      <a:lnTo>
                        <a:pt x="8" y="52"/>
                      </a:lnTo>
                      <a:lnTo>
                        <a:pt x="8" y="49"/>
                      </a:lnTo>
                      <a:lnTo>
                        <a:pt x="3" y="44"/>
                      </a:lnTo>
                      <a:lnTo>
                        <a:pt x="3" y="42"/>
                      </a:lnTo>
                      <a:lnTo>
                        <a:pt x="0" y="41"/>
                      </a:lnTo>
                      <a:lnTo>
                        <a:pt x="3" y="38"/>
                      </a:lnTo>
                      <a:lnTo>
                        <a:pt x="6" y="38"/>
                      </a:lnTo>
                      <a:lnTo>
                        <a:pt x="7" y="36"/>
                      </a:lnTo>
                      <a:lnTo>
                        <a:pt x="10" y="36"/>
                      </a:lnTo>
                      <a:lnTo>
                        <a:pt x="12" y="33"/>
                      </a:lnTo>
                      <a:lnTo>
                        <a:pt x="12" y="30"/>
                      </a:lnTo>
                      <a:lnTo>
                        <a:pt x="18" y="23"/>
                      </a:lnTo>
                      <a:lnTo>
                        <a:pt x="21" y="14"/>
                      </a:lnTo>
                      <a:lnTo>
                        <a:pt x="23" y="8"/>
                      </a:lnTo>
                      <a:lnTo>
                        <a:pt x="27" y="8"/>
                      </a:lnTo>
                      <a:lnTo>
                        <a:pt x="29" y="4"/>
                      </a:lnTo>
                      <a:lnTo>
                        <a:pt x="29" y="4"/>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4" name="Freeform 797"/>
                <p:cNvSpPr>
                  <a:spLocks/>
                </p:cNvSpPr>
                <p:nvPr/>
              </p:nvSpPr>
              <p:spPr bwMode="auto">
                <a:xfrm>
                  <a:off x="5518151" y="3314700"/>
                  <a:ext cx="130175" cy="84138"/>
                </a:xfrm>
                <a:custGeom>
                  <a:avLst/>
                  <a:gdLst/>
                  <a:ahLst/>
                  <a:cxnLst>
                    <a:cxn ang="0">
                      <a:pos x="53" y="45"/>
                    </a:cxn>
                    <a:cxn ang="0">
                      <a:pos x="56" y="42"/>
                    </a:cxn>
                    <a:cxn ang="0">
                      <a:pos x="59" y="42"/>
                    </a:cxn>
                    <a:cxn ang="0">
                      <a:pos x="60" y="40"/>
                    </a:cxn>
                    <a:cxn ang="0">
                      <a:pos x="63" y="40"/>
                    </a:cxn>
                    <a:cxn ang="0">
                      <a:pos x="65" y="37"/>
                    </a:cxn>
                    <a:cxn ang="0">
                      <a:pos x="65" y="34"/>
                    </a:cxn>
                    <a:cxn ang="0">
                      <a:pos x="71" y="27"/>
                    </a:cxn>
                    <a:cxn ang="0">
                      <a:pos x="74" y="18"/>
                    </a:cxn>
                    <a:cxn ang="0">
                      <a:pos x="76" y="12"/>
                    </a:cxn>
                    <a:cxn ang="0">
                      <a:pos x="80" y="12"/>
                    </a:cxn>
                    <a:cxn ang="0">
                      <a:pos x="82" y="8"/>
                    </a:cxn>
                    <a:cxn ang="0">
                      <a:pos x="80" y="6"/>
                    </a:cxn>
                    <a:cxn ang="0">
                      <a:pos x="76" y="3"/>
                    </a:cxn>
                    <a:cxn ang="0">
                      <a:pos x="74" y="0"/>
                    </a:cxn>
                    <a:cxn ang="0">
                      <a:pos x="69" y="2"/>
                    </a:cxn>
                    <a:cxn ang="0">
                      <a:pos x="65" y="0"/>
                    </a:cxn>
                    <a:cxn ang="0">
                      <a:pos x="60" y="2"/>
                    </a:cxn>
                    <a:cxn ang="0">
                      <a:pos x="56" y="0"/>
                    </a:cxn>
                    <a:cxn ang="0">
                      <a:pos x="52" y="0"/>
                    </a:cxn>
                    <a:cxn ang="0">
                      <a:pos x="49" y="4"/>
                    </a:cxn>
                    <a:cxn ang="0">
                      <a:pos x="46" y="7"/>
                    </a:cxn>
                    <a:cxn ang="0">
                      <a:pos x="46" y="10"/>
                    </a:cxn>
                    <a:cxn ang="0">
                      <a:pos x="42" y="6"/>
                    </a:cxn>
                    <a:cxn ang="0">
                      <a:pos x="38" y="8"/>
                    </a:cxn>
                    <a:cxn ang="0">
                      <a:pos x="34" y="10"/>
                    </a:cxn>
                    <a:cxn ang="0">
                      <a:pos x="33" y="12"/>
                    </a:cxn>
                    <a:cxn ang="0">
                      <a:pos x="26" y="14"/>
                    </a:cxn>
                    <a:cxn ang="0">
                      <a:pos x="21" y="15"/>
                    </a:cxn>
                    <a:cxn ang="0">
                      <a:pos x="16" y="14"/>
                    </a:cxn>
                    <a:cxn ang="0">
                      <a:pos x="7" y="8"/>
                    </a:cxn>
                    <a:cxn ang="0">
                      <a:pos x="7" y="11"/>
                    </a:cxn>
                    <a:cxn ang="0">
                      <a:pos x="7" y="14"/>
                    </a:cxn>
                    <a:cxn ang="0">
                      <a:pos x="7" y="17"/>
                    </a:cxn>
                    <a:cxn ang="0">
                      <a:pos x="0" y="17"/>
                    </a:cxn>
                    <a:cxn ang="0">
                      <a:pos x="0" y="18"/>
                    </a:cxn>
                    <a:cxn ang="0">
                      <a:pos x="3" y="21"/>
                    </a:cxn>
                    <a:cxn ang="0">
                      <a:pos x="2" y="23"/>
                    </a:cxn>
                    <a:cxn ang="0">
                      <a:pos x="2" y="26"/>
                    </a:cxn>
                    <a:cxn ang="0">
                      <a:pos x="3" y="29"/>
                    </a:cxn>
                    <a:cxn ang="0">
                      <a:pos x="0" y="32"/>
                    </a:cxn>
                    <a:cxn ang="0">
                      <a:pos x="0" y="33"/>
                    </a:cxn>
                    <a:cxn ang="0">
                      <a:pos x="3" y="37"/>
                    </a:cxn>
                    <a:cxn ang="0">
                      <a:pos x="4" y="41"/>
                    </a:cxn>
                    <a:cxn ang="0">
                      <a:pos x="6" y="41"/>
                    </a:cxn>
                    <a:cxn ang="0">
                      <a:pos x="12" y="46"/>
                    </a:cxn>
                    <a:cxn ang="0">
                      <a:pos x="15" y="48"/>
                    </a:cxn>
                    <a:cxn ang="0">
                      <a:pos x="18" y="51"/>
                    </a:cxn>
                    <a:cxn ang="0">
                      <a:pos x="25" y="51"/>
                    </a:cxn>
                    <a:cxn ang="0">
                      <a:pos x="30" y="53"/>
                    </a:cxn>
                    <a:cxn ang="0">
                      <a:pos x="33" y="51"/>
                    </a:cxn>
                    <a:cxn ang="0">
                      <a:pos x="34" y="51"/>
                    </a:cxn>
                    <a:cxn ang="0">
                      <a:pos x="35" y="49"/>
                    </a:cxn>
                    <a:cxn ang="0">
                      <a:pos x="40" y="48"/>
                    </a:cxn>
                    <a:cxn ang="0">
                      <a:pos x="41" y="48"/>
                    </a:cxn>
                    <a:cxn ang="0">
                      <a:pos x="42" y="46"/>
                    </a:cxn>
                    <a:cxn ang="0">
                      <a:pos x="45" y="44"/>
                    </a:cxn>
                    <a:cxn ang="0">
                      <a:pos x="48" y="44"/>
                    </a:cxn>
                    <a:cxn ang="0">
                      <a:pos x="50" y="45"/>
                    </a:cxn>
                    <a:cxn ang="0">
                      <a:pos x="53" y="45"/>
                    </a:cxn>
                  </a:cxnLst>
                  <a:rect l="0" t="0" r="r" b="b"/>
                  <a:pathLst>
                    <a:path w="82" h="53">
                      <a:moveTo>
                        <a:pt x="53" y="45"/>
                      </a:moveTo>
                      <a:lnTo>
                        <a:pt x="56" y="42"/>
                      </a:lnTo>
                      <a:lnTo>
                        <a:pt x="59" y="42"/>
                      </a:lnTo>
                      <a:lnTo>
                        <a:pt x="60" y="40"/>
                      </a:lnTo>
                      <a:lnTo>
                        <a:pt x="63" y="40"/>
                      </a:lnTo>
                      <a:lnTo>
                        <a:pt x="65" y="37"/>
                      </a:lnTo>
                      <a:lnTo>
                        <a:pt x="65" y="34"/>
                      </a:lnTo>
                      <a:lnTo>
                        <a:pt x="71" y="27"/>
                      </a:lnTo>
                      <a:lnTo>
                        <a:pt x="74" y="18"/>
                      </a:lnTo>
                      <a:lnTo>
                        <a:pt x="76" y="12"/>
                      </a:lnTo>
                      <a:lnTo>
                        <a:pt x="80" y="12"/>
                      </a:lnTo>
                      <a:lnTo>
                        <a:pt x="82" y="8"/>
                      </a:lnTo>
                      <a:lnTo>
                        <a:pt x="80" y="6"/>
                      </a:lnTo>
                      <a:lnTo>
                        <a:pt x="76" y="3"/>
                      </a:lnTo>
                      <a:lnTo>
                        <a:pt x="74" y="0"/>
                      </a:lnTo>
                      <a:lnTo>
                        <a:pt x="69" y="2"/>
                      </a:lnTo>
                      <a:lnTo>
                        <a:pt x="65" y="0"/>
                      </a:lnTo>
                      <a:lnTo>
                        <a:pt x="60" y="2"/>
                      </a:lnTo>
                      <a:lnTo>
                        <a:pt x="56" y="0"/>
                      </a:lnTo>
                      <a:lnTo>
                        <a:pt x="52" y="0"/>
                      </a:lnTo>
                      <a:lnTo>
                        <a:pt x="49" y="4"/>
                      </a:lnTo>
                      <a:lnTo>
                        <a:pt x="46" y="7"/>
                      </a:lnTo>
                      <a:lnTo>
                        <a:pt x="46" y="10"/>
                      </a:lnTo>
                      <a:lnTo>
                        <a:pt x="42" y="6"/>
                      </a:lnTo>
                      <a:lnTo>
                        <a:pt x="38" y="8"/>
                      </a:lnTo>
                      <a:lnTo>
                        <a:pt x="34" y="10"/>
                      </a:lnTo>
                      <a:lnTo>
                        <a:pt x="33" y="12"/>
                      </a:lnTo>
                      <a:lnTo>
                        <a:pt x="26" y="14"/>
                      </a:lnTo>
                      <a:lnTo>
                        <a:pt x="21" y="15"/>
                      </a:lnTo>
                      <a:lnTo>
                        <a:pt x="16" y="14"/>
                      </a:lnTo>
                      <a:lnTo>
                        <a:pt x="7" y="8"/>
                      </a:lnTo>
                      <a:lnTo>
                        <a:pt x="7" y="11"/>
                      </a:lnTo>
                      <a:lnTo>
                        <a:pt x="7" y="14"/>
                      </a:lnTo>
                      <a:lnTo>
                        <a:pt x="7" y="17"/>
                      </a:lnTo>
                      <a:lnTo>
                        <a:pt x="0" y="17"/>
                      </a:lnTo>
                      <a:lnTo>
                        <a:pt x="0" y="18"/>
                      </a:lnTo>
                      <a:lnTo>
                        <a:pt x="3" y="21"/>
                      </a:lnTo>
                      <a:lnTo>
                        <a:pt x="2" y="23"/>
                      </a:lnTo>
                      <a:lnTo>
                        <a:pt x="2" y="26"/>
                      </a:lnTo>
                      <a:lnTo>
                        <a:pt x="3" y="29"/>
                      </a:lnTo>
                      <a:lnTo>
                        <a:pt x="0" y="32"/>
                      </a:lnTo>
                      <a:lnTo>
                        <a:pt x="0" y="33"/>
                      </a:lnTo>
                      <a:lnTo>
                        <a:pt x="3" y="37"/>
                      </a:lnTo>
                      <a:lnTo>
                        <a:pt x="4" y="41"/>
                      </a:lnTo>
                      <a:lnTo>
                        <a:pt x="6" y="41"/>
                      </a:lnTo>
                      <a:lnTo>
                        <a:pt x="12" y="46"/>
                      </a:lnTo>
                      <a:lnTo>
                        <a:pt x="15" y="48"/>
                      </a:lnTo>
                      <a:lnTo>
                        <a:pt x="18" y="51"/>
                      </a:lnTo>
                      <a:lnTo>
                        <a:pt x="25" y="51"/>
                      </a:lnTo>
                      <a:lnTo>
                        <a:pt x="30" y="53"/>
                      </a:lnTo>
                      <a:lnTo>
                        <a:pt x="33" y="51"/>
                      </a:lnTo>
                      <a:lnTo>
                        <a:pt x="34" y="51"/>
                      </a:lnTo>
                      <a:lnTo>
                        <a:pt x="35" y="49"/>
                      </a:lnTo>
                      <a:lnTo>
                        <a:pt x="40" y="48"/>
                      </a:lnTo>
                      <a:lnTo>
                        <a:pt x="41" y="48"/>
                      </a:lnTo>
                      <a:lnTo>
                        <a:pt x="42" y="46"/>
                      </a:lnTo>
                      <a:lnTo>
                        <a:pt x="45" y="44"/>
                      </a:lnTo>
                      <a:lnTo>
                        <a:pt x="48" y="44"/>
                      </a:lnTo>
                      <a:lnTo>
                        <a:pt x="50" y="45"/>
                      </a:lnTo>
                      <a:lnTo>
                        <a:pt x="53" y="4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5" name="Freeform 799"/>
                <p:cNvSpPr>
                  <a:spLocks/>
                </p:cNvSpPr>
                <p:nvPr/>
              </p:nvSpPr>
              <p:spPr bwMode="auto">
                <a:xfrm>
                  <a:off x="5527676" y="3289300"/>
                  <a:ext cx="114300" cy="49213"/>
                </a:xfrm>
                <a:custGeom>
                  <a:avLst/>
                  <a:gdLst/>
                  <a:ahLst/>
                  <a:cxnLst>
                    <a:cxn ang="0">
                      <a:pos x="1" y="24"/>
                    </a:cxn>
                    <a:cxn ang="0">
                      <a:pos x="10" y="30"/>
                    </a:cxn>
                    <a:cxn ang="0">
                      <a:pos x="15" y="31"/>
                    </a:cxn>
                    <a:cxn ang="0">
                      <a:pos x="20" y="30"/>
                    </a:cxn>
                    <a:cxn ang="0">
                      <a:pos x="27" y="28"/>
                    </a:cxn>
                    <a:cxn ang="0">
                      <a:pos x="28" y="26"/>
                    </a:cxn>
                    <a:cxn ang="0">
                      <a:pos x="32" y="24"/>
                    </a:cxn>
                    <a:cxn ang="0">
                      <a:pos x="36" y="22"/>
                    </a:cxn>
                    <a:cxn ang="0">
                      <a:pos x="40" y="26"/>
                    </a:cxn>
                    <a:cxn ang="0">
                      <a:pos x="40" y="23"/>
                    </a:cxn>
                    <a:cxn ang="0">
                      <a:pos x="43" y="20"/>
                    </a:cxn>
                    <a:cxn ang="0">
                      <a:pos x="46" y="16"/>
                    </a:cxn>
                    <a:cxn ang="0">
                      <a:pos x="50" y="16"/>
                    </a:cxn>
                    <a:cxn ang="0">
                      <a:pos x="54" y="18"/>
                    </a:cxn>
                    <a:cxn ang="0">
                      <a:pos x="59" y="16"/>
                    </a:cxn>
                    <a:cxn ang="0">
                      <a:pos x="63" y="18"/>
                    </a:cxn>
                    <a:cxn ang="0">
                      <a:pos x="68" y="15"/>
                    </a:cxn>
                    <a:cxn ang="0">
                      <a:pos x="69" y="11"/>
                    </a:cxn>
                    <a:cxn ang="0">
                      <a:pos x="72" y="4"/>
                    </a:cxn>
                    <a:cxn ang="0">
                      <a:pos x="70" y="4"/>
                    </a:cxn>
                    <a:cxn ang="0">
                      <a:pos x="65" y="1"/>
                    </a:cxn>
                    <a:cxn ang="0">
                      <a:pos x="59" y="1"/>
                    </a:cxn>
                    <a:cxn ang="0">
                      <a:pos x="58" y="1"/>
                    </a:cxn>
                    <a:cxn ang="0">
                      <a:pos x="55" y="0"/>
                    </a:cxn>
                    <a:cxn ang="0">
                      <a:pos x="54" y="1"/>
                    </a:cxn>
                    <a:cxn ang="0">
                      <a:pos x="51" y="3"/>
                    </a:cxn>
                    <a:cxn ang="0">
                      <a:pos x="50" y="1"/>
                    </a:cxn>
                    <a:cxn ang="0">
                      <a:pos x="46" y="1"/>
                    </a:cxn>
                    <a:cxn ang="0">
                      <a:pos x="44" y="1"/>
                    </a:cxn>
                    <a:cxn ang="0">
                      <a:pos x="42" y="1"/>
                    </a:cxn>
                    <a:cxn ang="0">
                      <a:pos x="40" y="4"/>
                    </a:cxn>
                    <a:cxn ang="0">
                      <a:pos x="38" y="4"/>
                    </a:cxn>
                    <a:cxn ang="0">
                      <a:pos x="36" y="4"/>
                    </a:cxn>
                    <a:cxn ang="0">
                      <a:pos x="36" y="4"/>
                    </a:cxn>
                    <a:cxn ang="0">
                      <a:pos x="29" y="4"/>
                    </a:cxn>
                    <a:cxn ang="0">
                      <a:pos x="27" y="7"/>
                    </a:cxn>
                    <a:cxn ang="0">
                      <a:pos x="23" y="7"/>
                    </a:cxn>
                    <a:cxn ang="0">
                      <a:pos x="20" y="11"/>
                    </a:cxn>
                    <a:cxn ang="0">
                      <a:pos x="15" y="11"/>
                    </a:cxn>
                    <a:cxn ang="0">
                      <a:pos x="9" y="14"/>
                    </a:cxn>
                    <a:cxn ang="0">
                      <a:pos x="8" y="12"/>
                    </a:cxn>
                    <a:cxn ang="0">
                      <a:pos x="4" y="12"/>
                    </a:cxn>
                    <a:cxn ang="0">
                      <a:pos x="1" y="15"/>
                    </a:cxn>
                    <a:cxn ang="0">
                      <a:pos x="0" y="15"/>
                    </a:cxn>
                    <a:cxn ang="0">
                      <a:pos x="0" y="19"/>
                    </a:cxn>
                    <a:cxn ang="0">
                      <a:pos x="1" y="24"/>
                    </a:cxn>
                  </a:cxnLst>
                  <a:rect l="0" t="0" r="r" b="b"/>
                  <a:pathLst>
                    <a:path w="72" h="31">
                      <a:moveTo>
                        <a:pt x="1" y="24"/>
                      </a:moveTo>
                      <a:lnTo>
                        <a:pt x="10" y="30"/>
                      </a:lnTo>
                      <a:lnTo>
                        <a:pt x="15" y="31"/>
                      </a:lnTo>
                      <a:lnTo>
                        <a:pt x="20" y="30"/>
                      </a:lnTo>
                      <a:lnTo>
                        <a:pt x="27" y="28"/>
                      </a:lnTo>
                      <a:lnTo>
                        <a:pt x="28" y="26"/>
                      </a:lnTo>
                      <a:lnTo>
                        <a:pt x="32" y="24"/>
                      </a:lnTo>
                      <a:lnTo>
                        <a:pt x="36" y="22"/>
                      </a:lnTo>
                      <a:lnTo>
                        <a:pt x="40" y="26"/>
                      </a:lnTo>
                      <a:lnTo>
                        <a:pt x="40" y="23"/>
                      </a:lnTo>
                      <a:lnTo>
                        <a:pt x="43" y="20"/>
                      </a:lnTo>
                      <a:lnTo>
                        <a:pt x="46" y="16"/>
                      </a:lnTo>
                      <a:lnTo>
                        <a:pt x="50" y="16"/>
                      </a:lnTo>
                      <a:lnTo>
                        <a:pt x="54" y="18"/>
                      </a:lnTo>
                      <a:lnTo>
                        <a:pt x="59" y="16"/>
                      </a:lnTo>
                      <a:lnTo>
                        <a:pt x="63" y="18"/>
                      </a:lnTo>
                      <a:lnTo>
                        <a:pt x="68" y="15"/>
                      </a:lnTo>
                      <a:lnTo>
                        <a:pt x="69" y="11"/>
                      </a:lnTo>
                      <a:lnTo>
                        <a:pt x="72" y="4"/>
                      </a:lnTo>
                      <a:lnTo>
                        <a:pt x="70" y="4"/>
                      </a:lnTo>
                      <a:lnTo>
                        <a:pt x="65" y="1"/>
                      </a:lnTo>
                      <a:lnTo>
                        <a:pt x="59" y="1"/>
                      </a:lnTo>
                      <a:lnTo>
                        <a:pt x="58" y="1"/>
                      </a:lnTo>
                      <a:lnTo>
                        <a:pt x="55" y="0"/>
                      </a:lnTo>
                      <a:lnTo>
                        <a:pt x="54" y="1"/>
                      </a:lnTo>
                      <a:lnTo>
                        <a:pt x="51" y="3"/>
                      </a:lnTo>
                      <a:lnTo>
                        <a:pt x="50" y="1"/>
                      </a:lnTo>
                      <a:lnTo>
                        <a:pt x="46" y="1"/>
                      </a:lnTo>
                      <a:lnTo>
                        <a:pt x="44" y="1"/>
                      </a:lnTo>
                      <a:lnTo>
                        <a:pt x="42" y="1"/>
                      </a:lnTo>
                      <a:lnTo>
                        <a:pt x="40" y="4"/>
                      </a:lnTo>
                      <a:lnTo>
                        <a:pt x="38" y="4"/>
                      </a:lnTo>
                      <a:lnTo>
                        <a:pt x="36" y="4"/>
                      </a:lnTo>
                      <a:lnTo>
                        <a:pt x="36" y="4"/>
                      </a:lnTo>
                      <a:lnTo>
                        <a:pt x="29" y="4"/>
                      </a:lnTo>
                      <a:lnTo>
                        <a:pt x="27" y="7"/>
                      </a:lnTo>
                      <a:lnTo>
                        <a:pt x="23" y="7"/>
                      </a:lnTo>
                      <a:lnTo>
                        <a:pt x="20" y="11"/>
                      </a:lnTo>
                      <a:lnTo>
                        <a:pt x="15" y="11"/>
                      </a:lnTo>
                      <a:lnTo>
                        <a:pt x="9" y="14"/>
                      </a:lnTo>
                      <a:lnTo>
                        <a:pt x="8" y="12"/>
                      </a:lnTo>
                      <a:lnTo>
                        <a:pt x="4" y="12"/>
                      </a:lnTo>
                      <a:lnTo>
                        <a:pt x="1" y="15"/>
                      </a:lnTo>
                      <a:lnTo>
                        <a:pt x="0" y="15"/>
                      </a:lnTo>
                      <a:lnTo>
                        <a:pt x="0" y="19"/>
                      </a:lnTo>
                      <a:lnTo>
                        <a:pt x="1" y="2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6" name="Freeform 801"/>
                <p:cNvSpPr>
                  <a:spLocks/>
                </p:cNvSpPr>
                <p:nvPr/>
              </p:nvSpPr>
              <p:spPr bwMode="auto">
                <a:xfrm>
                  <a:off x="5372101" y="3302000"/>
                  <a:ext cx="157163" cy="76200"/>
                </a:xfrm>
                <a:custGeom>
                  <a:avLst/>
                  <a:gdLst/>
                  <a:ahLst/>
                  <a:cxnLst>
                    <a:cxn ang="0">
                      <a:pos x="61" y="46"/>
                    </a:cxn>
                    <a:cxn ang="0">
                      <a:pos x="69" y="48"/>
                    </a:cxn>
                    <a:cxn ang="0">
                      <a:pos x="75" y="46"/>
                    </a:cxn>
                    <a:cxn ang="0">
                      <a:pos x="80" y="45"/>
                    </a:cxn>
                    <a:cxn ang="0">
                      <a:pos x="88" y="41"/>
                    </a:cxn>
                    <a:cxn ang="0">
                      <a:pos x="95" y="37"/>
                    </a:cxn>
                    <a:cxn ang="0">
                      <a:pos x="94" y="31"/>
                    </a:cxn>
                    <a:cxn ang="0">
                      <a:pos x="92" y="26"/>
                    </a:cxn>
                    <a:cxn ang="0">
                      <a:pos x="99" y="25"/>
                    </a:cxn>
                    <a:cxn ang="0">
                      <a:pos x="99" y="19"/>
                    </a:cxn>
                    <a:cxn ang="0">
                      <a:pos x="98" y="7"/>
                    </a:cxn>
                    <a:cxn ang="0">
                      <a:pos x="89" y="3"/>
                    </a:cxn>
                    <a:cxn ang="0">
                      <a:pos x="83" y="4"/>
                    </a:cxn>
                    <a:cxn ang="0">
                      <a:pos x="73" y="1"/>
                    </a:cxn>
                    <a:cxn ang="0">
                      <a:pos x="69" y="3"/>
                    </a:cxn>
                    <a:cxn ang="0">
                      <a:pos x="68" y="6"/>
                    </a:cxn>
                    <a:cxn ang="0">
                      <a:pos x="62" y="8"/>
                    </a:cxn>
                    <a:cxn ang="0">
                      <a:pos x="53" y="4"/>
                    </a:cxn>
                    <a:cxn ang="0">
                      <a:pos x="53" y="10"/>
                    </a:cxn>
                    <a:cxn ang="0">
                      <a:pos x="49" y="12"/>
                    </a:cxn>
                    <a:cxn ang="0">
                      <a:pos x="42" y="18"/>
                    </a:cxn>
                    <a:cxn ang="0">
                      <a:pos x="46" y="22"/>
                    </a:cxn>
                    <a:cxn ang="0">
                      <a:pos x="45" y="26"/>
                    </a:cxn>
                    <a:cxn ang="0">
                      <a:pos x="38" y="25"/>
                    </a:cxn>
                    <a:cxn ang="0">
                      <a:pos x="32" y="25"/>
                    </a:cxn>
                    <a:cxn ang="0">
                      <a:pos x="26" y="27"/>
                    </a:cxn>
                    <a:cxn ang="0">
                      <a:pos x="22" y="27"/>
                    </a:cxn>
                    <a:cxn ang="0">
                      <a:pos x="15" y="26"/>
                    </a:cxn>
                    <a:cxn ang="0">
                      <a:pos x="12" y="27"/>
                    </a:cxn>
                    <a:cxn ang="0">
                      <a:pos x="7" y="29"/>
                    </a:cxn>
                    <a:cxn ang="0">
                      <a:pos x="3" y="27"/>
                    </a:cxn>
                    <a:cxn ang="0">
                      <a:pos x="0" y="27"/>
                    </a:cxn>
                    <a:cxn ang="0">
                      <a:pos x="1" y="31"/>
                    </a:cxn>
                    <a:cxn ang="0">
                      <a:pos x="4" y="35"/>
                    </a:cxn>
                    <a:cxn ang="0">
                      <a:pos x="8" y="34"/>
                    </a:cxn>
                    <a:cxn ang="0">
                      <a:pos x="13" y="35"/>
                    </a:cxn>
                    <a:cxn ang="0">
                      <a:pos x="16" y="37"/>
                    </a:cxn>
                    <a:cxn ang="0">
                      <a:pos x="22" y="40"/>
                    </a:cxn>
                    <a:cxn ang="0">
                      <a:pos x="31" y="35"/>
                    </a:cxn>
                    <a:cxn ang="0">
                      <a:pos x="36" y="38"/>
                    </a:cxn>
                    <a:cxn ang="0">
                      <a:pos x="51" y="44"/>
                    </a:cxn>
                    <a:cxn ang="0">
                      <a:pos x="58" y="45"/>
                    </a:cxn>
                  </a:cxnLst>
                  <a:rect l="0" t="0" r="r" b="b"/>
                  <a:pathLst>
                    <a:path w="99" h="48">
                      <a:moveTo>
                        <a:pt x="58" y="45"/>
                      </a:moveTo>
                      <a:lnTo>
                        <a:pt x="61" y="46"/>
                      </a:lnTo>
                      <a:lnTo>
                        <a:pt x="66" y="45"/>
                      </a:lnTo>
                      <a:lnTo>
                        <a:pt x="69" y="48"/>
                      </a:lnTo>
                      <a:lnTo>
                        <a:pt x="72" y="46"/>
                      </a:lnTo>
                      <a:lnTo>
                        <a:pt x="75" y="46"/>
                      </a:lnTo>
                      <a:lnTo>
                        <a:pt x="79" y="45"/>
                      </a:lnTo>
                      <a:lnTo>
                        <a:pt x="80" y="45"/>
                      </a:lnTo>
                      <a:lnTo>
                        <a:pt x="81" y="45"/>
                      </a:lnTo>
                      <a:lnTo>
                        <a:pt x="88" y="41"/>
                      </a:lnTo>
                      <a:lnTo>
                        <a:pt x="92" y="40"/>
                      </a:lnTo>
                      <a:lnTo>
                        <a:pt x="95" y="37"/>
                      </a:lnTo>
                      <a:lnTo>
                        <a:pt x="94" y="34"/>
                      </a:lnTo>
                      <a:lnTo>
                        <a:pt x="94" y="31"/>
                      </a:lnTo>
                      <a:lnTo>
                        <a:pt x="95" y="29"/>
                      </a:lnTo>
                      <a:lnTo>
                        <a:pt x="92" y="26"/>
                      </a:lnTo>
                      <a:lnTo>
                        <a:pt x="92" y="25"/>
                      </a:lnTo>
                      <a:lnTo>
                        <a:pt x="99" y="25"/>
                      </a:lnTo>
                      <a:lnTo>
                        <a:pt x="99" y="22"/>
                      </a:lnTo>
                      <a:lnTo>
                        <a:pt x="99" y="19"/>
                      </a:lnTo>
                      <a:lnTo>
                        <a:pt x="98" y="11"/>
                      </a:lnTo>
                      <a:lnTo>
                        <a:pt x="98" y="7"/>
                      </a:lnTo>
                      <a:lnTo>
                        <a:pt x="92" y="6"/>
                      </a:lnTo>
                      <a:lnTo>
                        <a:pt x="89" y="3"/>
                      </a:lnTo>
                      <a:lnTo>
                        <a:pt x="87" y="4"/>
                      </a:lnTo>
                      <a:lnTo>
                        <a:pt x="83" y="4"/>
                      </a:lnTo>
                      <a:lnTo>
                        <a:pt x="79" y="1"/>
                      </a:lnTo>
                      <a:lnTo>
                        <a:pt x="73" y="1"/>
                      </a:lnTo>
                      <a:lnTo>
                        <a:pt x="70" y="0"/>
                      </a:lnTo>
                      <a:lnTo>
                        <a:pt x="69" y="3"/>
                      </a:lnTo>
                      <a:lnTo>
                        <a:pt x="68" y="4"/>
                      </a:lnTo>
                      <a:lnTo>
                        <a:pt x="68" y="6"/>
                      </a:lnTo>
                      <a:lnTo>
                        <a:pt x="64" y="7"/>
                      </a:lnTo>
                      <a:lnTo>
                        <a:pt x="62" y="8"/>
                      </a:lnTo>
                      <a:lnTo>
                        <a:pt x="55" y="4"/>
                      </a:lnTo>
                      <a:lnTo>
                        <a:pt x="53" y="4"/>
                      </a:lnTo>
                      <a:lnTo>
                        <a:pt x="53" y="6"/>
                      </a:lnTo>
                      <a:lnTo>
                        <a:pt x="53" y="10"/>
                      </a:lnTo>
                      <a:lnTo>
                        <a:pt x="51" y="10"/>
                      </a:lnTo>
                      <a:lnTo>
                        <a:pt x="49" y="12"/>
                      </a:lnTo>
                      <a:lnTo>
                        <a:pt x="46" y="14"/>
                      </a:lnTo>
                      <a:lnTo>
                        <a:pt x="42" y="18"/>
                      </a:lnTo>
                      <a:lnTo>
                        <a:pt x="42" y="20"/>
                      </a:lnTo>
                      <a:lnTo>
                        <a:pt x="46" y="22"/>
                      </a:lnTo>
                      <a:lnTo>
                        <a:pt x="46" y="25"/>
                      </a:lnTo>
                      <a:lnTo>
                        <a:pt x="45" y="26"/>
                      </a:lnTo>
                      <a:lnTo>
                        <a:pt x="42" y="23"/>
                      </a:lnTo>
                      <a:lnTo>
                        <a:pt x="38" y="25"/>
                      </a:lnTo>
                      <a:lnTo>
                        <a:pt x="35" y="23"/>
                      </a:lnTo>
                      <a:lnTo>
                        <a:pt x="32" y="25"/>
                      </a:lnTo>
                      <a:lnTo>
                        <a:pt x="28" y="27"/>
                      </a:lnTo>
                      <a:lnTo>
                        <a:pt x="26" y="27"/>
                      </a:lnTo>
                      <a:lnTo>
                        <a:pt x="23" y="27"/>
                      </a:lnTo>
                      <a:lnTo>
                        <a:pt x="22" y="27"/>
                      </a:lnTo>
                      <a:lnTo>
                        <a:pt x="19" y="26"/>
                      </a:lnTo>
                      <a:lnTo>
                        <a:pt x="15" y="26"/>
                      </a:lnTo>
                      <a:lnTo>
                        <a:pt x="11" y="26"/>
                      </a:lnTo>
                      <a:lnTo>
                        <a:pt x="12" y="27"/>
                      </a:lnTo>
                      <a:lnTo>
                        <a:pt x="11" y="29"/>
                      </a:lnTo>
                      <a:lnTo>
                        <a:pt x="7" y="29"/>
                      </a:lnTo>
                      <a:lnTo>
                        <a:pt x="5" y="26"/>
                      </a:lnTo>
                      <a:lnTo>
                        <a:pt x="3" y="27"/>
                      </a:lnTo>
                      <a:lnTo>
                        <a:pt x="1" y="27"/>
                      </a:lnTo>
                      <a:lnTo>
                        <a:pt x="0" y="27"/>
                      </a:lnTo>
                      <a:lnTo>
                        <a:pt x="3" y="29"/>
                      </a:lnTo>
                      <a:lnTo>
                        <a:pt x="1" y="31"/>
                      </a:lnTo>
                      <a:lnTo>
                        <a:pt x="4" y="33"/>
                      </a:lnTo>
                      <a:lnTo>
                        <a:pt x="4" y="35"/>
                      </a:lnTo>
                      <a:lnTo>
                        <a:pt x="5" y="35"/>
                      </a:lnTo>
                      <a:lnTo>
                        <a:pt x="8" y="34"/>
                      </a:lnTo>
                      <a:lnTo>
                        <a:pt x="11" y="37"/>
                      </a:lnTo>
                      <a:lnTo>
                        <a:pt x="13" y="35"/>
                      </a:lnTo>
                      <a:lnTo>
                        <a:pt x="15" y="35"/>
                      </a:lnTo>
                      <a:lnTo>
                        <a:pt x="16" y="37"/>
                      </a:lnTo>
                      <a:lnTo>
                        <a:pt x="16" y="37"/>
                      </a:lnTo>
                      <a:lnTo>
                        <a:pt x="22" y="40"/>
                      </a:lnTo>
                      <a:lnTo>
                        <a:pt x="28" y="35"/>
                      </a:lnTo>
                      <a:lnTo>
                        <a:pt x="31" y="35"/>
                      </a:lnTo>
                      <a:lnTo>
                        <a:pt x="36" y="35"/>
                      </a:lnTo>
                      <a:lnTo>
                        <a:pt x="36" y="38"/>
                      </a:lnTo>
                      <a:lnTo>
                        <a:pt x="43" y="42"/>
                      </a:lnTo>
                      <a:lnTo>
                        <a:pt x="51" y="44"/>
                      </a:lnTo>
                      <a:lnTo>
                        <a:pt x="57" y="44"/>
                      </a:lnTo>
                      <a:lnTo>
                        <a:pt x="58" y="45"/>
                      </a:lnTo>
                      <a:lnTo>
                        <a:pt x="58" y="4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7" name="Freeform 803"/>
                <p:cNvSpPr>
                  <a:spLocks/>
                </p:cNvSpPr>
                <p:nvPr/>
              </p:nvSpPr>
              <p:spPr bwMode="auto">
                <a:xfrm>
                  <a:off x="5459413" y="3121025"/>
                  <a:ext cx="209550" cy="174625"/>
                </a:xfrm>
                <a:custGeom>
                  <a:avLst/>
                  <a:gdLst/>
                  <a:ahLst/>
                  <a:cxnLst>
                    <a:cxn ang="0">
                      <a:pos x="81" y="110"/>
                    </a:cxn>
                    <a:cxn ang="0">
                      <a:pos x="85" y="107"/>
                    </a:cxn>
                    <a:cxn ang="0">
                      <a:pos x="89" y="107"/>
                    </a:cxn>
                    <a:cxn ang="0">
                      <a:pos x="94" y="109"/>
                    </a:cxn>
                    <a:cxn ang="0">
                      <a:pos x="98" y="106"/>
                    </a:cxn>
                    <a:cxn ang="0">
                      <a:pos x="102" y="107"/>
                    </a:cxn>
                    <a:cxn ang="0">
                      <a:pos x="113" y="110"/>
                    </a:cxn>
                    <a:cxn ang="0">
                      <a:pos x="117" y="106"/>
                    </a:cxn>
                    <a:cxn ang="0">
                      <a:pos x="125" y="92"/>
                    </a:cxn>
                    <a:cxn ang="0">
                      <a:pos x="128" y="86"/>
                    </a:cxn>
                    <a:cxn ang="0">
                      <a:pos x="132" y="82"/>
                    </a:cxn>
                    <a:cxn ang="0">
                      <a:pos x="131" y="77"/>
                    </a:cxn>
                    <a:cxn ang="0">
                      <a:pos x="128" y="75"/>
                    </a:cxn>
                    <a:cxn ang="0">
                      <a:pos x="124" y="68"/>
                    </a:cxn>
                    <a:cxn ang="0">
                      <a:pos x="125" y="57"/>
                    </a:cxn>
                    <a:cxn ang="0">
                      <a:pos x="121" y="49"/>
                    </a:cxn>
                    <a:cxn ang="0">
                      <a:pos x="125" y="45"/>
                    </a:cxn>
                    <a:cxn ang="0">
                      <a:pos x="124" y="34"/>
                    </a:cxn>
                    <a:cxn ang="0">
                      <a:pos x="121" y="27"/>
                    </a:cxn>
                    <a:cxn ang="0">
                      <a:pos x="117" y="18"/>
                    </a:cxn>
                    <a:cxn ang="0">
                      <a:pos x="116" y="8"/>
                    </a:cxn>
                    <a:cxn ang="0">
                      <a:pos x="111" y="5"/>
                    </a:cxn>
                    <a:cxn ang="0">
                      <a:pos x="74" y="7"/>
                    </a:cxn>
                    <a:cxn ang="0">
                      <a:pos x="67" y="11"/>
                    </a:cxn>
                    <a:cxn ang="0">
                      <a:pos x="62" y="11"/>
                    </a:cxn>
                    <a:cxn ang="0">
                      <a:pos x="70" y="5"/>
                    </a:cxn>
                    <a:cxn ang="0">
                      <a:pos x="66" y="8"/>
                    </a:cxn>
                    <a:cxn ang="0">
                      <a:pos x="55" y="9"/>
                    </a:cxn>
                    <a:cxn ang="0">
                      <a:pos x="53" y="4"/>
                    </a:cxn>
                    <a:cxn ang="0">
                      <a:pos x="59" y="5"/>
                    </a:cxn>
                    <a:cxn ang="0">
                      <a:pos x="55" y="1"/>
                    </a:cxn>
                    <a:cxn ang="0">
                      <a:pos x="43" y="3"/>
                    </a:cxn>
                    <a:cxn ang="0">
                      <a:pos x="33" y="4"/>
                    </a:cxn>
                    <a:cxn ang="0">
                      <a:pos x="26" y="8"/>
                    </a:cxn>
                    <a:cxn ang="0">
                      <a:pos x="25" y="14"/>
                    </a:cxn>
                    <a:cxn ang="0">
                      <a:pos x="13" y="16"/>
                    </a:cxn>
                    <a:cxn ang="0">
                      <a:pos x="7" y="20"/>
                    </a:cxn>
                    <a:cxn ang="0">
                      <a:pos x="5" y="24"/>
                    </a:cxn>
                    <a:cxn ang="0">
                      <a:pos x="5" y="26"/>
                    </a:cxn>
                    <a:cxn ang="0">
                      <a:pos x="5" y="37"/>
                    </a:cxn>
                    <a:cxn ang="0">
                      <a:pos x="0" y="41"/>
                    </a:cxn>
                    <a:cxn ang="0">
                      <a:pos x="5" y="49"/>
                    </a:cxn>
                    <a:cxn ang="0">
                      <a:pos x="7" y="53"/>
                    </a:cxn>
                    <a:cxn ang="0">
                      <a:pos x="7" y="58"/>
                    </a:cxn>
                    <a:cxn ang="0">
                      <a:pos x="11" y="67"/>
                    </a:cxn>
                    <a:cxn ang="0">
                      <a:pos x="14" y="76"/>
                    </a:cxn>
                    <a:cxn ang="0">
                      <a:pos x="14" y="79"/>
                    </a:cxn>
                    <a:cxn ang="0">
                      <a:pos x="17" y="79"/>
                    </a:cxn>
                    <a:cxn ang="0">
                      <a:pos x="25" y="79"/>
                    </a:cxn>
                    <a:cxn ang="0">
                      <a:pos x="26" y="83"/>
                    </a:cxn>
                    <a:cxn ang="0">
                      <a:pos x="32" y="84"/>
                    </a:cxn>
                    <a:cxn ang="0">
                      <a:pos x="30" y="88"/>
                    </a:cxn>
                    <a:cxn ang="0">
                      <a:pos x="32" y="92"/>
                    </a:cxn>
                    <a:cxn ang="0">
                      <a:pos x="36" y="91"/>
                    </a:cxn>
                    <a:cxn ang="0">
                      <a:pos x="33" y="87"/>
                    </a:cxn>
                    <a:cxn ang="0">
                      <a:pos x="41" y="90"/>
                    </a:cxn>
                    <a:cxn ang="0">
                      <a:pos x="45" y="92"/>
                    </a:cxn>
                    <a:cxn ang="0">
                      <a:pos x="53" y="94"/>
                    </a:cxn>
                    <a:cxn ang="0">
                      <a:pos x="67" y="101"/>
                    </a:cxn>
                    <a:cxn ang="0">
                      <a:pos x="71" y="106"/>
                    </a:cxn>
                    <a:cxn ang="0">
                      <a:pos x="77" y="105"/>
                    </a:cxn>
                    <a:cxn ang="0">
                      <a:pos x="79" y="110"/>
                    </a:cxn>
                  </a:cxnLst>
                  <a:rect l="0" t="0" r="r" b="b"/>
                  <a:pathLst>
                    <a:path w="132" h="110">
                      <a:moveTo>
                        <a:pt x="79" y="110"/>
                      </a:moveTo>
                      <a:lnTo>
                        <a:pt x="81" y="110"/>
                      </a:lnTo>
                      <a:lnTo>
                        <a:pt x="83" y="110"/>
                      </a:lnTo>
                      <a:lnTo>
                        <a:pt x="85" y="107"/>
                      </a:lnTo>
                      <a:lnTo>
                        <a:pt x="87" y="107"/>
                      </a:lnTo>
                      <a:lnTo>
                        <a:pt x="89" y="107"/>
                      </a:lnTo>
                      <a:lnTo>
                        <a:pt x="93" y="107"/>
                      </a:lnTo>
                      <a:lnTo>
                        <a:pt x="94" y="109"/>
                      </a:lnTo>
                      <a:lnTo>
                        <a:pt x="97" y="107"/>
                      </a:lnTo>
                      <a:lnTo>
                        <a:pt x="98" y="106"/>
                      </a:lnTo>
                      <a:lnTo>
                        <a:pt x="101" y="107"/>
                      </a:lnTo>
                      <a:lnTo>
                        <a:pt x="102" y="107"/>
                      </a:lnTo>
                      <a:lnTo>
                        <a:pt x="108" y="107"/>
                      </a:lnTo>
                      <a:lnTo>
                        <a:pt x="113" y="110"/>
                      </a:lnTo>
                      <a:lnTo>
                        <a:pt x="117" y="110"/>
                      </a:lnTo>
                      <a:lnTo>
                        <a:pt x="117" y="106"/>
                      </a:lnTo>
                      <a:lnTo>
                        <a:pt x="116" y="102"/>
                      </a:lnTo>
                      <a:lnTo>
                        <a:pt x="125" y="92"/>
                      </a:lnTo>
                      <a:lnTo>
                        <a:pt x="127" y="88"/>
                      </a:lnTo>
                      <a:lnTo>
                        <a:pt x="128" y="86"/>
                      </a:lnTo>
                      <a:lnTo>
                        <a:pt x="131" y="86"/>
                      </a:lnTo>
                      <a:lnTo>
                        <a:pt x="132" y="82"/>
                      </a:lnTo>
                      <a:lnTo>
                        <a:pt x="131" y="80"/>
                      </a:lnTo>
                      <a:lnTo>
                        <a:pt x="131" y="77"/>
                      </a:lnTo>
                      <a:lnTo>
                        <a:pt x="131" y="76"/>
                      </a:lnTo>
                      <a:lnTo>
                        <a:pt x="128" y="75"/>
                      </a:lnTo>
                      <a:lnTo>
                        <a:pt x="127" y="69"/>
                      </a:lnTo>
                      <a:lnTo>
                        <a:pt x="124" y="68"/>
                      </a:lnTo>
                      <a:lnTo>
                        <a:pt x="124" y="61"/>
                      </a:lnTo>
                      <a:lnTo>
                        <a:pt x="125" y="57"/>
                      </a:lnTo>
                      <a:lnTo>
                        <a:pt x="121" y="53"/>
                      </a:lnTo>
                      <a:lnTo>
                        <a:pt x="121" y="49"/>
                      </a:lnTo>
                      <a:lnTo>
                        <a:pt x="123" y="45"/>
                      </a:lnTo>
                      <a:lnTo>
                        <a:pt x="125" y="45"/>
                      </a:lnTo>
                      <a:lnTo>
                        <a:pt x="125" y="35"/>
                      </a:lnTo>
                      <a:lnTo>
                        <a:pt x="124" y="34"/>
                      </a:lnTo>
                      <a:lnTo>
                        <a:pt x="124" y="31"/>
                      </a:lnTo>
                      <a:lnTo>
                        <a:pt x="121" y="27"/>
                      </a:lnTo>
                      <a:lnTo>
                        <a:pt x="120" y="20"/>
                      </a:lnTo>
                      <a:lnTo>
                        <a:pt x="117" y="18"/>
                      </a:lnTo>
                      <a:lnTo>
                        <a:pt x="117" y="14"/>
                      </a:lnTo>
                      <a:lnTo>
                        <a:pt x="116" y="8"/>
                      </a:lnTo>
                      <a:lnTo>
                        <a:pt x="113" y="8"/>
                      </a:lnTo>
                      <a:lnTo>
                        <a:pt x="111" y="5"/>
                      </a:lnTo>
                      <a:lnTo>
                        <a:pt x="92" y="8"/>
                      </a:lnTo>
                      <a:lnTo>
                        <a:pt x="74" y="7"/>
                      </a:lnTo>
                      <a:lnTo>
                        <a:pt x="72" y="7"/>
                      </a:lnTo>
                      <a:lnTo>
                        <a:pt x="67" y="11"/>
                      </a:lnTo>
                      <a:lnTo>
                        <a:pt x="63" y="12"/>
                      </a:lnTo>
                      <a:lnTo>
                        <a:pt x="62" y="11"/>
                      </a:lnTo>
                      <a:lnTo>
                        <a:pt x="66" y="9"/>
                      </a:lnTo>
                      <a:lnTo>
                        <a:pt x="70" y="5"/>
                      </a:lnTo>
                      <a:lnTo>
                        <a:pt x="68" y="5"/>
                      </a:lnTo>
                      <a:lnTo>
                        <a:pt x="66" y="8"/>
                      </a:lnTo>
                      <a:lnTo>
                        <a:pt x="60" y="11"/>
                      </a:lnTo>
                      <a:lnTo>
                        <a:pt x="55" y="9"/>
                      </a:lnTo>
                      <a:lnTo>
                        <a:pt x="53" y="5"/>
                      </a:lnTo>
                      <a:lnTo>
                        <a:pt x="53" y="4"/>
                      </a:lnTo>
                      <a:lnTo>
                        <a:pt x="58" y="4"/>
                      </a:lnTo>
                      <a:lnTo>
                        <a:pt x="59" y="5"/>
                      </a:lnTo>
                      <a:lnTo>
                        <a:pt x="59" y="4"/>
                      </a:lnTo>
                      <a:lnTo>
                        <a:pt x="55" y="1"/>
                      </a:lnTo>
                      <a:lnTo>
                        <a:pt x="48" y="0"/>
                      </a:lnTo>
                      <a:lnTo>
                        <a:pt x="43" y="3"/>
                      </a:lnTo>
                      <a:lnTo>
                        <a:pt x="37" y="3"/>
                      </a:lnTo>
                      <a:lnTo>
                        <a:pt x="33" y="4"/>
                      </a:lnTo>
                      <a:lnTo>
                        <a:pt x="32" y="8"/>
                      </a:lnTo>
                      <a:lnTo>
                        <a:pt x="26" y="8"/>
                      </a:lnTo>
                      <a:lnTo>
                        <a:pt x="25" y="11"/>
                      </a:lnTo>
                      <a:lnTo>
                        <a:pt x="25" y="14"/>
                      </a:lnTo>
                      <a:lnTo>
                        <a:pt x="20" y="14"/>
                      </a:lnTo>
                      <a:lnTo>
                        <a:pt x="13" y="16"/>
                      </a:lnTo>
                      <a:lnTo>
                        <a:pt x="9" y="18"/>
                      </a:lnTo>
                      <a:lnTo>
                        <a:pt x="7" y="20"/>
                      </a:lnTo>
                      <a:lnTo>
                        <a:pt x="6" y="24"/>
                      </a:lnTo>
                      <a:lnTo>
                        <a:pt x="5" y="24"/>
                      </a:lnTo>
                      <a:lnTo>
                        <a:pt x="6" y="26"/>
                      </a:lnTo>
                      <a:lnTo>
                        <a:pt x="5" y="26"/>
                      </a:lnTo>
                      <a:lnTo>
                        <a:pt x="6" y="33"/>
                      </a:lnTo>
                      <a:lnTo>
                        <a:pt x="5" y="37"/>
                      </a:lnTo>
                      <a:lnTo>
                        <a:pt x="0" y="39"/>
                      </a:lnTo>
                      <a:lnTo>
                        <a:pt x="0" y="41"/>
                      </a:lnTo>
                      <a:lnTo>
                        <a:pt x="6" y="46"/>
                      </a:lnTo>
                      <a:lnTo>
                        <a:pt x="5" y="49"/>
                      </a:lnTo>
                      <a:lnTo>
                        <a:pt x="7" y="52"/>
                      </a:lnTo>
                      <a:lnTo>
                        <a:pt x="7" y="53"/>
                      </a:lnTo>
                      <a:lnTo>
                        <a:pt x="9" y="57"/>
                      </a:lnTo>
                      <a:lnTo>
                        <a:pt x="7" y="58"/>
                      </a:lnTo>
                      <a:lnTo>
                        <a:pt x="10" y="65"/>
                      </a:lnTo>
                      <a:lnTo>
                        <a:pt x="11" y="67"/>
                      </a:lnTo>
                      <a:lnTo>
                        <a:pt x="13" y="68"/>
                      </a:lnTo>
                      <a:lnTo>
                        <a:pt x="14" y="76"/>
                      </a:lnTo>
                      <a:lnTo>
                        <a:pt x="13" y="77"/>
                      </a:lnTo>
                      <a:lnTo>
                        <a:pt x="14" y="79"/>
                      </a:lnTo>
                      <a:lnTo>
                        <a:pt x="15" y="77"/>
                      </a:lnTo>
                      <a:lnTo>
                        <a:pt x="17" y="79"/>
                      </a:lnTo>
                      <a:lnTo>
                        <a:pt x="18" y="77"/>
                      </a:lnTo>
                      <a:lnTo>
                        <a:pt x="25" y="79"/>
                      </a:lnTo>
                      <a:lnTo>
                        <a:pt x="25" y="80"/>
                      </a:lnTo>
                      <a:lnTo>
                        <a:pt x="26" y="83"/>
                      </a:lnTo>
                      <a:lnTo>
                        <a:pt x="29" y="83"/>
                      </a:lnTo>
                      <a:lnTo>
                        <a:pt x="32" y="84"/>
                      </a:lnTo>
                      <a:lnTo>
                        <a:pt x="30" y="87"/>
                      </a:lnTo>
                      <a:lnTo>
                        <a:pt x="30" y="88"/>
                      </a:lnTo>
                      <a:lnTo>
                        <a:pt x="32" y="90"/>
                      </a:lnTo>
                      <a:lnTo>
                        <a:pt x="32" y="92"/>
                      </a:lnTo>
                      <a:lnTo>
                        <a:pt x="34" y="92"/>
                      </a:lnTo>
                      <a:lnTo>
                        <a:pt x="36" y="91"/>
                      </a:lnTo>
                      <a:lnTo>
                        <a:pt x="37" y="91"/>
                      </a:lnTo>
                      <a:lnTo>
                        <a:pt x="33" y="87"/>
                      </a:lnTo>
                      <a:lnTo>
                        <a:pt x="34" y="87"/>
                      </a:lnTo>
                      <a:lnTo>
                        <a:pt x="41" y="90"/>
                      </a:lnTo>
                      <a:lnTo>
                        <a:pt x="45" y="90"/>
                      </a:lnTo>
                      <a:lnTo>
                        <a:pt x="45" y="92"/>
                      </a:lnTo>
                      <a:lnTo>
                        <a:pt x="48" y="94"/>
                      </a:lnTo>
                      <a:lnTo>
                        <a:pt x="53" y="94"/>
                      </a:lnTo>
                      <a:lnTo>
                        <a:pt x="58" y="95"/>
                      </a:lnTo>
                      <a:lnTo>
                        <a:pt x="67" y="101"/>
                      </a:lnTo>
                      <a:lnTo>
                        <a:pt x="70" y="106"/>
                      </a:lnTo>
                      <a:lnTo>
                        <a:pt x="71" y="106"/>
                      </a:lnTo>
                      <a:lnTo>
                        <a:pt x="72" y="105"/>
                      </a:lnTo>
                      <a:lnTo>
                        <a:pt x="77" y="105"/>
                      </a:lnTo>
                      <a:lnTo>
                        <a:pt x="79" y="106"/>
                      </a:lnTo>
                      <a:lnTo>
                        <a:pt x="79" y="11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8" name="Freeform 805"/>
                <p:cNvSpPr>
                  <a:spLocks/>
                </p:cNvSpPr>
                <p:nvPr/>
              </p:nvSpPr>
              <p:spPr bwMode="auto">
                <a:xfrm>
                  <a:off x="5419726" y="3243263"/>
                  <a:ext cx="165100" cy="71438"/>
                </a:xfrm>
                <a:custGeom>
                  <a:avLst/>
                  <a:gdLst/>
                  <a:ahLst/>
                  <a:cxnLst>
                    <a:cxn ang="0">
                      <a:pos x="39" y="2"/>
                    </a:cxn>
                    <a:cxn ang="0">
                      <a:pos x="42" y="2"/>
                    </a:cxn>
                    <a:cxn ang="0">
                      <a:pos x="50" y="2"/>
                    </a:cxn>
                    <a:cxn ang="0">
                      <a:pos x="51" y="6"/>
                    </a:cxn>
                    <a:cxn ang="0">
                      <a:pos x="57" y="7"/>
                    </a:cxn>
                    <a:cxn ang="0">
                      <a:pos x="55" y="11"/>
                    </a:cxn>
                    <a:cxn ang="0">
                      <a:pos x="57" y="15"/>
                    </a:cxn>
                    <a:cxn ang="0">
                      <a:pos x="61" y="14"/>
                    </a:cxn>
                    <a:cxn ang="0">
                      <a:pos x="58" y="10"/>
                    </a:cxn>
                    <a:cxn ang="0">
                      <a:pos x="66" y="13"/>
                    </a:cxn>
                    <a:cxn ang="0">
                      <a:pos x="70" y="15"/>
                    </a:cxn>
                    <a:cxn ang="0">
                      <a:pos x="78" y="17"/>
                    </a:cxn>
                    <a:cxn ang="0">
                      <a:pos x="92" y="24"/>
                    </a:cxn>
                    <a:cxn ang="0">
                      <a:pos x="96" y="29"/>
                    </a:cxn>
                    <a:cxn ang="0">
                      <a:pos x="102" y="28"/>
                    </a:cxn>
                    <a:cxn ang="0">
                      <a:pos x="104" y="33"/>
                    </a:cxn>
                    <a:cxn ang="0">
                      <a:pos x="95" y="36"/>
                    </a:cxn>
                    <a:cxn ang="0">
                      <a:pos x="88" y="40"/>
                    </a:cxn>
                    <a:cxn ang="0">
                      <a:pos x="77" y="43"/>
                    </a:cxn>
                    <a:cxn ang="0">
                      <a:pos x="72" y="41"/>
                    </a:cxn>
                    <a:cxn ang="0">
                      <a:pos x="62" y="43"/>
                    </a:cxn>
                    <a:cxn ang="0">
                      <a:pos x="57" y="41"/>
                    </a:cxn>
                    <a:cxn ang="0">
                      <a:pos x="49" y="38"/>
                    </a:cxn>
                    <a:cxn ang="0">
                      <a:pos x="40" y="37"/>
                    </a:cxn>
                    <a:cxn ang="0">
                      <a:pos x="38" y="41"/>
                    </a:cxn>
                    <a:cxn ang="0">
                      <a:pos x="34" y="44"/>
                    </a:cxn>
                    <a:cxn ang="0">
                      <a:pos x="25" y="41"/>
                    </a:cxn>
                    <a:cxn ang="0">
                      <a:pos x="24" y="41"/>
                    </a:cxn>
                    <a:cxn ang="0">
                      <a:pos x="15" y="32"/>
                    </a:cxn>
                    <a:cxn ang="0">
                      <a:pos x="8" y="28"/>
                    </a:cxn>
                    <a:cxn ang="0">
                      <a:pos x="6" y="22"/>
                    </a:cxn>
                    <a:cxn ang="0">
                      <a:pos x="0" y="15"/>
                    </a:cxn>
                    <a:cxn ang="0">
                      <a:pos x="1" y="11"/>
                    </a:cxn>
                    <a:cxn ang="0">
                      <a:pos x="5" y="14"/>
                    </a:cxn>
                    <a:cxn ang="0">
                      <a:pos x="12" y="9"/>
                    </a:cxn>
                    <a:cxn ang="0">
                      <a:pos x="19" y="6"/>
                    </a:cxn>
                    <a:cxn ang="0">
                      <a:pos x="24" y="3"/>
                    </a:cxn>
                    <a:cxn ang="0">
                      <a:pos x="28" y="3"/>
                    </a:cxn>
                    <a:cxn ang="0">
                      <a:pos x="34" y="0"/>
                    </a:cxn>
                    <a:cxn ang="0">
                      <a:pos x="38" y="0"/>
                    </a:cxn>
                  </a:cxnLst>
                  <a:rect l="0" t="0" r="r" b="b"/>
                  <a:pathLst>
                    <a:path w="104" h="45">
                      <a:moveTo>
                        <a:pt x="38" y="0"/>
                      </a:moveTo>
                      <a:lnTo>
                        <a:pt x="39" y="2"/>
                      </a:lnTo>
                      <a:lnTo>
                        <a:pt x="40" y="0"/>
                      </a:lnTo>
                      <a:lnTo>
                        <a:pt x="42" y="2"/>
                      </a:lnTo>
                      <a:lnTo>
                        <a:pt x="43" y="0"/>
                      </a:lnTo>
                      <a:lnTo>
                        <a:pt x="50" y="2"/>
                      </a:lnTo>
                      <a:lnTo>
                        <a:pt x="50" y="3"/>
                      </a:lnTo>
                      <a:lnTo>
                        <a:pt x="51" y="6"/>
                      </a:lnTo>
                      <a:lnTo>
                        <a:pt x="54" y="6"/>
                      </a:lnTo>
                      <a:lnTo>
                        <a:pt x="57" y="7"/>
                      </a:lnTo>
                      <a:lnTo>
                        <a:pt x="55" y="10"/>
                      </a:lnTo>
                      <a:lnTo>
                        <a:pt x="55" y="11"/>
                      </a:lnTo>
                      <a:lnTo>
                        <a:pt x="57" y="13"/>
                      </a:lnTo>
                      <a:lnTo>
                        <a:pt x="57" y="15"/>
                      </a:lnTo>
                      <a:lnTo>
                        <a:pt x="59" y="15"/>
                      </a:lnTo>
                      <a:lnTo>
                        <a:pt x="61" y="14"/>
                      </a:lnTo>
                      <a:lnTo>
                        <a:pt x="62" y="14"/>
                      </a:lnTo>
                      <a:lnTo>
                        <a:pt x="58" y="10"/>
                      </a:lnTo>
                      <a:lnTo>
                        <a:pt x="59" y="10"/>
                      </a:lnTo>
                      <a:lnTo>
                        <a:pt x="66" y="13"/>
                      </a:lnTo>
                      <a:lnTo>
                        <a:pt x="70" y="13"/>
                      </a:lnTo>
                      <a:lnTo>
                        <a:pt x="70" y="15"/>
                      </a:lnTo>
                      <a:lnTo>
                        <a:pt x="73" y="17"/>
                      </a:lnTo>
                      <a:lnTo>
                        <a:pt x="78" y="17"/>
                      </a:lnTo>
                      <a:lnTo>
                        <a:pt x="83" y="18"/>
                      </a:lnTo>
                      <a:lnTo>
                        <a:pt x="92" y="24"/>
                      </a:lnTo>
                      <a:lnTo>
                        <a:pt x="95" y="29"/>
                      </a:lnTo>
                      <a:lnTo>
                        <a:pt x="96" y="29"/>
                      </a:lnTo>
                      <a:lnTo>
                        <a:pt x="97" y="28"/>
                      </a:lnTo>
                      <a:lnTo>
                        <a:pt x="102" y="28"/>
                      </a:lnTo>
                      <a:lnTo>
                        <a:pt x="104" y="29"/>
                      </a:lnTo>
                      <a:lnTo>
                        <a:pt x="104" y="33"/>
                      </a:lnTo>
                      <a:lnTo>
                        <a:pt x="97" y="33"/>
                      </a:lnTo>
                      <a:lnTo>
                        <a:pt x="95" y="36"/>
                      </a:lnTo>
                      <a:lnTo>
                        <a:pt x="91" y="36"/>
                      </a:lnTo>
                      <a:lnTo>
                        <a:pt x="88" y="40"/>
                      </a:lnTo>
                      <a:lnTo>
                        <a:pt x="83" y="40"/>
                      </a:lnTo>
                      <a:lnTo>
                        <a:pt x="77" y="43"/>
                      </a:lnTo>
                      <a:lnTo>
                        <a:pt x="76" y="41"/>
                      </a:lnTo>
                      <a:lnTo>
                        <a:pt x="72" y="41"/>
                      </a:lnTo>
                      <a:lnTo>
                        <a:pt x="69" y="44"/>
                      </a:lnTo>
                      <a:lnTo>
                        <a:pt x="62" y="43"/>
                      </a:lnTo>
                      <a:lnTo>
                        <a:pt x="59" y="40"/>
                      </a:lnTo>
                      <a:lnTo>
                        <a:pt x="57" y="41"/>
                      </a:lnTo>
                      <a:lnTo>
                        <a:pt x="53" y="41"/>
                      </a:lnTo>
                      <a:lnTo>
                        <a:pt x="49" y="38"/>
                      </a:lnTo>
                      <a:lnTo>
                        <a:pt x="43" y="38"/>
                      </a:lnTo>
                      <a:lnTo>
                        <a:pt x="40" y="37"/>
                      </a:lnTo>
                      <a:lnTo>
                        <a:pt x="39" y="40"/>
                      </a:lnTo>
                      <a:lnTo>
                        <a:pt x="38" y="41"/>
                      </a:lnTo>
                      <a:lnTo>
                        <a:pt x="38" y="43"/>
                      </a:lnTo>
                      <a:lnTo>
                        <a:pt x="34" y="44"/>
                      </a:lnTo>
                      <a:lnTo>
                        <a:pt x="32" y="45"/>
                      </a:lnTo>
                      <a:lnTo>
                        <a:pt x="25" y="41"/>
                      </a:lnTo>
                      <a:lnTo>
                        <a:pt x="23" y="41"/>
                      </a:lnTo>
                      <a:lnTo>
                        <a:pt x="24" y="41"/>
                      </a:lnTo>
                      <a:lnTo>
                        <a:pt x="17" y="34"/>
                      </a:lnTo>
                      <a:lnTo>
                        <a:pt x="15" y="32"/>
                      </a:lnTo>
                      <a:lnTo>
                        <a:pt x="11" y="29"/>
                      </a:lnTo>
                      <a:lnTo>
                        <a:pt x="8" y="28"/>
                      </a:lnTo>
                      <a:lnTo>
                        <a:pt x="6" y="25"/>
                      </a:lnTo>
                      <a:lnTo>
                        <a:pt x="6" y="22"/>
                      </a:lnTo>
                      <a:lnTo>
                        <a:pt x="4" y="17"/>
                      </a:lnTo>
                      <a:lnTo>
                        <a:pt x="0" y="15"/>
                      </a:lnTo>
                      <a:lnTo>
                        <a:pt x="0" y="13"/>
                      </a:lnTo>
                      <a:lnTo>
                        <a:pt x="1" y="11"/>
                      </a:lnTo>
                      <a:lnTo>
                        <a:pt x="2" y="13"/>
                      </a:lnTo>
                      <a:lnTo>
                        <a:pt x="5" y="14"/>
                      </a:lnTo>
                      <a:lnTo>
                        <a:pt x="11" y="10"/>
                      </a:lnTo>
                      <a:lnTo>
                        <a:pt x="12" y="9"/>
                      </a:lnTo>
                      <a:lnTo>
                        <a:pt x="15" y="6"/>
                      </a:lnTo>
                      <a:lnTo>
                        <a:pt x="19" y="6"/>
                      </a:lnTo>
                      <a:lnTo>
                        <a:pt x="20" y="3"/>
                      </a:lnTo>
                      <a:lnTo>
                        <a:pt x="24" y="3"/>
                      </a:lnTo>
                      <a:lnTo>
                        <a:pt x="27" y="5"/>
                      </a:lnTo>
                      <a:lnTo>
                        <a:pt x="28" y="3"/>
                      </a:lnTo>
                      <a:lnTo>
                        <a:pt x="28" y="0"/>
                      </a:lnTo>
                      <a:lnTo>
                        <a:pt x="34" y="0"/>
                      </a:lnTo>
                      <a:lnTo>
                        <a:pt x="35" y="0"/>
                      </a:lnTo>
                      <a:lnTo>
                        <a:pt x="38" y="0"/>
                      </a:lnTo>
                      <a:lnTo>
                        <a:pt x="38"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39" name="Freeform 807"/>
                <p:cNvSpPr>
                  <a:spLocks/>
                </p:cNvSpPr>
                <p:nvPr/>
              </p:nvSpPr>
              <p:spPr bwMode="auto">
                <a:xfrm>
                  <a:off x="5295901" y="3336925"/>
                  <a:ext cx="101600" cy="58738"/>
                </a:xfrm>
                <a:custGeom>
                  <a:avLst/>
                  <a:gdLst/>
                  <a:ahLst/>
                  <a:cxnLst>
                    <a:cxn ang="0">
                      <a:pos x="27" y="5"/>
                    </a:cxn>
                    <a:cxn ang="0">
                      <a:pos x="33" y="4"/>
                    </a:cxn>
                    <a:cxn ang="0">
                      <a:pos x="34" y="1"/>
                    </a:cxn>
                    <a:cxn ang="0">
                      <a:pos x="38" y="3"/>
                    </a:cxn>
                    <a:cxn ang="0">
                      <a:pos x="41" y="1"/>
                    </a:cxn>
                    <a:cxn ang="0">
                      <a:pos x="46" y="5"/>
                    </a:cxn>
                    <a:cxn ang="0">
                      <a:pos x="49" y="9"/>
                    </a:cxn>
                    <a:cxn ang="0">
                      <a:pos x="51" y="13"/>
                    </a:cxn>
                    <a:cxn ang="0">
                      <a:pos x="56" y="12"/>
                    </a:cxn>
                    <a:cxn ang="0">
                      <a:pos x="61" y="13"/>
                    </a:cxn>
                    <a:cxn ang="0">
                      <a:pos x="64" y="15"/>
                    </a:cxn>
                    <a:cxn ang="0">
                      <a:pos x="63" y="23"/>
                    </a:cxn>
                    <a:cxn ang="0">
                      <a:pos x="56" y="30"/>
                    </a:cxn>
                    <a:cxn ang="0">
                      <a:pos x="52" y="28"/>
                    </a:cxn>
                    <a:cxn ang="0">
                      <a:pos x="45" y="30"/>
                    </a:cxn>
                    <a:cxn ang="0">
                      <a:pos x="41" y="32"/>
                    </a:cxn>
                    <a:cxn ang="0">
                      <a:pos x="37" y="27"/>
                    </a:cxn>
                    <a:cxn ang="0">
                      <a:pos x="29" y="34"/>
                    </a:cxn>
                    <a:cxn ang="0">
                      <a:pos x="19" y="37"/>
                    </a:cxn>
                    <a:cxn ang="0">
                      <a:pos x="17" y="32"/>
                    </a:cxn>
                    <a:cxn ang="0">
                      <a:pos x="14" y="28"/>
                    </a:cxn>
                    <a:cxn ang="0">
                      <a:pos x="7" y="24"/>
                    </a:cxn>
                    <a:cxn ang="0">
                      <a:pos x="7" y="30"/>
                    </a:cxn>
                    <a:cxn ang="0">
                      <a:pos x="0" y="31"/>
                    </a:cxn>
                    <a:cxn ang="0">
                      <a:pos x="2" y="28"/>
                    </a:cxn>
                    <a:cxn ang="0">
                      <a:pos x="3" y="26"/>
                    </a:cxn>
                    <a:cxn ang="0">
                      <a:pos x="8" y="15"/>
                    </a:cxn>
                    <a:cxn ang="0">
                      <a:pos x="12" y="11"/>
                    </a:cxn>
                    <a:cxn ang="0">
                      <a:pos x="15" y="7"/>
                    </a:cxn>
                    <a:cxn ang="0">
                      <a:pos x="14" y="4"/>
                    </a:cxn>
                    <a:cxn ang="0">
                      <a:pos x="18" y="5"/>
                    </a:cxn>
                    <a:cxn ang="0">
                      <a:pos x="25" y="4"/>
                    </a:cxn>
                  </a:cxnLst>
                  <a:rect l="0" t="0" r="r" b="b"/>
                  <a:pathLst>
                    <a:path w="64" h="37">
                      <a:moveTo>
                        <a:pt x="25" y="4"/>
                      </a:moveTo>
                      <a:lnTo>
                        <a:pt x="27" y="5"/>
                      </a:lnTo>
                      <a:lnTo>
                        <a:pt x="30" y="3"/>
                      </a:lnTo>
                      <a:lnTo>
                        <a:pt x="33" y="4"/>
                      </a:lnTo>
                      <a:lnTo>
                        <a:pt x="34" y="3"/>
                      </a:lnTo>
                      <a:lnTo>
                        <a:pt x="34" y="1"/>
                      </a:lnTo>
                      <a:lnTo>
                        <a:pt x="37" y="0"/>
                      </a:lnTo>
                      <a:lnTo>
                        <a:pt x="38" y="3"/>
                      </a:lnTo>
                      <a:lnTo>
                        <a:pt x="40" y="3"/>
                      </a:lnTo>
                      <a:lnTo>
                        <a:pt x="41" y="1"/>
                      </a:lnTo>
                      <a:lnTo>
                        <a:pt x="42" y="3"/>
                      </a:lnTo>
                      <a:lnTo>
                        <a:pt x="46" y="5"/>
                      </a:lnTo>
                      <a:lnTo>
                        <a:pt x="51" y="7"/>
                      </a:lnTo>
                      <a:lnTo>
                        <a:pt x="49" y="9"/>
                      </a:lnTo>
                      <a:lnTo>
                        <a:pt x="49" y="11"/>
                      </a:lnTo>
                      <a:lnTo>
                        <a:pt x="51" y="13"/>
                      </a:lnTo>
                      <a:lnTo>
                        <a:pt x="53" y="13"/>
                      </a:lnTo>
                      <a:lnTo>
                        <a:pt x="56" y="12"/>
                      </a:lnTo>
                      <a:lnTo>
                        <a:pt x="59" y="15"/>
                      </a:lnTo>
                      <a:lnTo>
                        <a:pt x="61" y="13"/>
                      </a:lnTo>
                      <a:lnTo>
                        <a:pt x="63" y="13"/>
                      </a:lnTo>
                      <a:lnTo>
                        <a:pt x="64" y="15"/>
                      </a:lnTo>
                      <a:lnTo>
                        <a:pt x="61" y="19"/>
                      </a:lnTo>
                      <a:lnTo>
                        <a:pt x="63" y="23"/>
                      </a:lnTo>
                      <a:lnTo>
                        <a:pt x="57" y="24"/>
                      </a:lnTo>
                      <a:lnTo>
                        <a:pt x="56" y="30"/>
                      </a:lnTo>
                      <a:lnTo>
                        <a:pt x="55" y="27"/>
                      </a:lnTo>
                      <a:lnTo>
                        <a:pt x="52" y="28"/>
                      </a:lnTo>
                      <a:lnTo>
                        <a:pt x="45" y="26"/>
                      </a:lnTo>
                      <a:lnTo>
                        <a:pt x="45" y="30"/>
                      </a:lnTo>
                      <a:lnTo>
                        <a:pt x="42" y="35"/>
                      </a:lnTo>
                      <a:lnTo>
                        <a:pt x="41" y="32"/>
                      </a:lnTo>
                      <a:lnTo>
                        <a:pt x="37" y="30"/>
                      </a:lnTo>
                      <a:lnTo>
                        <a:pt x="37" y="27"/>
                      </a:lnTo>
                      <a:lnTo>
                        <a:pt x="34" y="24"/>
                      </a:lnTo>
                      <a:lnTo>
                        <a:pt x="29" y="34"/>
                      </a:lnTo>
                      <a:lnTo>
                        <a:pt x="25" y="32"/>
                      </a:lnTo>
                      <a:lnTo>
                        <a:pt x="19" y="37"/>
                      </a:lnTo>
                      <a:lnTo>
                        <a:pt x="17" y="35"/>
                      </a:lnTo>
                      <a:lnTo>
                        <a:pt x="17" y="32"/>
                      </a:lnTo>
                      <a:lnTo>
                        <a:pt x="14" y="31"/>
                      </a:lnTo>
                      <a:lnTo>
                        <a:pt x="14" y="28"/>
                      </a:lnTo>
                      <a:lnTo>
                        <a:pt x="12" y="26"/>
                      </a:lnTo>
                      <a:lnTo>
                        <a:pt x="7" y="24"/>
                      </a:lnTo>
                      <a:lnTo>
                        <a:pt x="6" y="27"/>
                      </a:lnTo>
                      <a:lnTo>
                        <a:pt x="7" y="30"/>
                      </a:lnTo>
                      <a:lnTo>
                        <a:pt x="3" y="31"/>
                      </a:lnTo>
                      <a:lnTo>
                        <a:pt x="0" y="31"/>
                      </a:lnTo>
                      <a:lnTo>
                        <a:pt x="0" y="28"/>
                      </a:lnTo>
                      <a:lnTo>
                        <a:pt x="2" y="28"/>
                      </a:lnTo>
                      <a:lnTo>
                        <a:pt x="3" y="28"/>
                      </a:lnTo>
                      <a:lnTo>
                        <a:pt x="3" y="26"/>
                      </a:lnTo>
                      <a:lnTo>
                        <a:pt x="4" y="22"/>
                      </a:lnTo>
                      <a:lnTo>
                        <a:pt x="8" y="15"/>
                      </a:lnTo>
                      <a:lnTo>
                        <a:pt x="10" y="15"/>
                      </a:lnTo>
                      <a:lnTo>
                        <a:pt x="12" y="11"/>
                      </a:lnTo>
                      <a:lnTo>
                        <a:pt x="15" y="9"/>
                      </a:lnTo>
                      <a:lnTo>
                        <a:pt x="15" y="7"/>
                      </a:lnTo>
                      <a:lnTo>
                        <a:pt x="11" y="5"/>
                      </a:lnTo>
                      <a:lnTo>
                        <a:pt x="14" y="4"/>
                      </a:lnTo>
                      <a:lnTo>
                        <a:pt x="17" y="3"/>
                      </a:lnTo>
                      <a:lnTo>
                        <a:pt x="18" y="5"/>
                      </a:lnTo>
                      <a:lnTo>
                        <a:pt x="21" y="5"/>
                      </a:lnTo>
                      <a:lnTo>
                        <a:pt x="25" y="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0" name="Freeform 809"/>
                <p:cNvSpPr>
                  <a:spLocks noEditPoints="1"/>
                </p:cNvSpPr>
                <p:nvPr/>
              </p:nvSpPr>
              <p:spPr bwMode="auto">
                <a:xfrm>
                  <a:off x="5241926" y="3173413"/>
                  <a:ext cx="80963" cy="73025"/>
                </a:xfrm>
                <a:custGeom>
                  <a:avLst/>
                  <a:gdLst/>
                  <a:ahLst/>
                  <a:cxnLst>
                    <a:cxn ang="0">
                      <a:pos x="33" y="43"/>
                    </a:cxn>
                    <a:cxn ang="0">
                      <a:pos x="33" y="34"/>
                    </a:cxn>
                    <a:cxn ang="0">
                      <a:pos x="37" y="28"/>
                    </a:cxn>
                    <a:cxn ang="0">
                      <a:pos x="44" y="28"/>
                    </a:cxn>
                    <a:cxn ang="0">
                      <a:pos x="45" y="24"/>
                    </a:cxn>
                    <a:cxn ang="0">
                      <a:pos x="46" y="20"/>
                    </a:cxn>
                    <a:cxn ang="0">
                      <a:pos x="46" y="17"/>
                    </a:cxn>
                    <a:cxn ang="0">
                      <a:pos x="42" y="16"/>
                    </a:cxn>
                    <a:cxn ang="0">
                      <a:pos x="46" y="15"/>
                    </a:cxn>
                    <a:cxn ang="0">
                      <a:pos x="49" y="9"/>
                    </a:cxn>
                    <a:cxn ang="0">
                      <a:pos x="51" y="5"/>
                    </a:cxn>
                    <a:cxn ang="0">
                      <a:pos x="51" y="4"/>
                    </a:cxn>
                    <a:cxn ang="0">
                      <a:pos x="46" y="1"/>
                    </a:cxn>
                    <a:cxn ang="0">
                      <a:pos x="38" y="0"/>
                    </a:cxn>
                    <a:cxn ang="0">
                      <a:pos x="33" y="1"/>
                    </a:cxn>
                    <a:cxn ang="0">
                      <a:pos x="27" y="2"/>
                    </a:cxn>
                    <a:cxn ang="0">
                      <a:pos x="19" y="9"/>
                    </a:cxn>
                    <a:cxn ang="0">
                      <a:pos x="15" y="9"/>
                    </a:cxn>
                    <a:cxn ang="0">
                      <a:pos x="13" y="15"/>
                    </a:cxn>
                    <a:cxn ang="0">
                      <a:pos x="13" y="21"/>
                    </a:cxn>
                    <a:cxn ang="0">
                      <a:pos x="11" y="25"/>
                    </a:cxn>
                    <a:cxn ang="0">
                      <a:pos x="8" y="28"/>
                    </a:cxn>
                    <a:cxn ang="0">
                      <a:pos x="15" y="32"/>
                    </a:cxn>
                    <a:cxn ang="0">
                      <a:pos x="10" y="34"/>
                    </a:cxn>
                    <a:cxn ang="0">
                      <a:pos x="10" y="36"/>
                    </a:cxn>
                    <a:cxn ang="0">
                      <a:pos x="13" y="38"/>
                    </a:cxn>
                    <a:cxn ang="0">
                      <a:pos x="7" y="35"/>
                    </a:cxn>
                    <a:cxn ang="0">
                      <a:pos x="2" y="35"/>
                    </a:cxn>
                    <a:cxn ang="0">
                      <a:pos x="6" y="36"/>
                    </a:cxn>
                    <a:cxn ang="0">
                      <a:pos x="8" y="39"/>
                    </a:cxn>
                    <a:cxn ang="0">
                      <a:pos x="8" y="39"/>
                    </a:cxn>
                    <a:cxn ang="0">
                      <a:pos x="3" y="38"/>
                    </a:cxn>
                    <a:cxn ang="0">
                      <a:pos x="0" y="38"/>
                    </a:cxn>
                    <a:cxn ang="0">
                      <a:pos x="3" y="40"/>
                    </a:cxn>
                    <a:cxn ang="0">
                      <a:pos x="7" y="43"/>
                    </a:cxn>
                    <a:cxn ang="0">
                      <a:pos x="11" y="40"/>
                    </a:cxn>
                    <a:cxn ang="0">
                      <a:pos x="14" y="39"/>
                    </a:cxn>
                    <a:cxn ang="0">
                      <a:pos x="19" y="38"/>
                    </a:cxn>
                    <a:cxn ang="0">
                      <a:pos x="23" y="39"/>
                    </a:cxn>
                    <a:cxn ang="0">
                      <a:pos x="29" y="40"/>
                    </a:cxn>
                    <a:cxn ang="0">
                      <a:pos x="30" y="44"/>
                    </a:cxn>
                    <a:cxn ang="0">
                      <a:pos x="32" y="46"/>
                    </a:cxn>
                    <a:cxn ang="0">
                      <a:pos x="7" y="32"/>
                    </a:cxn>
                    <a:cxn ang="0">
                      <a:pos x="7" y="35"/>
                    </a:cxn>
                    <a:cxn ang="0">
                      <a:pos x="4" y="34"/>
                    </a:cxn>
                    <a:cxn ang="0">
                      <a:pos x="6" y="31"/>
                    </a:cxn>
                    <a:cxn ang="0">
                      <a:pos x="11" y="32"/>
                    </a:cxn>
                    <a:cxn ang="0">
                      <a:pos x="8" y="32"/>
                    </a:cxn>
                    <a:cxn ang="0">
                      <a:pos x="7" y="32"/>
                    </a:cxn>
                  </a:cxnLst>
                  <a:rect l="0" t="0" r="r" b="b"/>
                  <a:pathLst>
                    <a:path w="51" h="46">
                      <a:moveTo>
                        <a:pt x="32" y="46"/>
                      </a:moveTo>
                      <a:lnTo>
                        <a:pt x="33" y="43"/>
                      </a:lnTo>
                      <a:lnTo>
                        <a:pt x="34" y="38"/>
                      </a:lnTo>
                      <a:lnTo>
                        <a:pt x="33" y="34"/>
                      </a:lnTo>
                      <a:lnTo>
                        <a:pt x="36" y="31"/>
                      </a:lnTo>
                      <a:lnTo>
                        <a:pt x="37" y="28"/>
                      </a:lnTo>
                      <a:lnTo>
                        <a:pt x="41" y="28"/>
                      </a:lnTo>
                      <a:lnTo>
                        <a:pt x="44" y="28"/>
                      </a:lnTo>
                      <a:lnTo>
                        <a:pt x="46" y="27"/>
                      </a:lnTo>
                      <a:lnTo>
                        <a:pt x="45" y="24"/>
                      </a:lnTo>
                      <a:lnTo>
                        <a:pt x="46" y="24"/>
                      </a:lnTo>
                      <a:lnTo>
                        <a:pt x="46" y="20"/>
                      </a:lnTo>
                      <a:lnTo>
                        <a:pt x="48" y="19"/>
                      </a:lnTo>
                      <a:lnTo>
                        <a:pt x="46" y="17"/>
                      </a:lnTo>
                      <a:lnTo>
                        <a:pt x="42" y="17"/>
                      </a:lnTo>
                      <a:lnTo>
                        <a:pt x="42" y="16"/>
                      </a:lnTo>
                      <a:lnTo>
                        <a:pt x="44" y="13"/>
                      </a:lnTo>
                      <a:lnTo>
                        <a:pt x="46" y="15"/>
                      </a:lnTo>
                      <a:lnTo>
                        <a:pt x="49" y="13"/>
                      </a:lnTo>
                      <a:lnTo>
                        <a:pt x="49" y="9"/>
                      </a:lnTo>
                      <a:lnTo>
                        <a:pt x="49" y="8"/>
                      </a:lnTo>
                      <a:lnTo>
                        <a:pt x="51" y="5"/>
                      </a:lnTo>
                      <a:lnTo>
                        <a:pt x="51" y="5"/>
                      </a:lnTo>
                      <a:lnTo>
                        <a:pt x="51" y="4"/>
                      </a:lnTo>
                      <a:lnTo>
                        <a:pt x="48" y="4"/>
                      </a:lnTo>
                      <a:lnTo>
                        <a:pt x="46" y="1"/>
                      </a:lnTo>
                      <a:lnTo>
                        <a:pt x="42" y="0"/>
                      </a:lnTo>
                      <a:lnTo>
                        <a:pt x="38" y="0"/>
                      </a:lnTo>
                      <a:lnTo>
                        <a:pt x="36" y="2"/>
                      </a:lnTo>
                      <a:lnTo>
                        <a:pt x="33" y="1"/>
                      </a:lnTo>
                      <a:lnTo>
                        <a:pt x="32" y="2"/>
                      </a:lnTo>
                      <a:lnTo>
                        <a:pt x="27" y="2"/>
                      </a:lnTo>
                      <a:lnTo>
                        <a:pt x="25" y="5"/>
                      </a:lnTo>
                      <a:lnTo>
                        <a:pt x="19" y="9"/>
                      </a:lnTo>
                      <a:lnTo>
                        <a:pt x="18" y="8"/>
                      </a:lnTo>
                      <a:lnTo>
                        <a:pt x="15" y="9"/>
                      </a:lnTo>
                      <a:lnTo>
                        <a:pt x="15" y="12"/>
                      </a:lnTo>
                      <a:lnTo>
                        <a:pt x="13" y="15"/>
                      </a:lnTo>
                      <a:lnTo>
                        <a:pt x="14" y="17"/>
                      </a:lnTo>
                      <a:lnTo>
                        <a:pt x="13" y="21"/>
                      </a:lnTo>
                      <a:lnTo>
                        <a:pt x="11" y="23"/>
                      </a:lnTo>
                      <a:lnTo>
                        <a:pt x="11" y="25"/>
                      </a:lnTo>
                      <a:lnTo>
                        <a:pt x="8" y="27"/>
                      </a:lnTo>
                      <a:lnTo>
                        <a:pt x="8" y="28"/>
                      </a:lnTo>
                      <a:lnTo>
                        <a:pt x="11" y="32"/>
                      </a:lnTo>
                      <a:lnTo>
                        <a:pt x="15" y="32"/>
                      </a:lnTo>
                      <a:lnTo>
                        <a:pt x="11" y="32"/>
                      </a:lnTo>
                      <a:lnTo>
                        <a:pt x="10" y="34"/>
                      </a:lnTo>
                      <a:lnTo>
                        <a:pt x="8" y="35"/>
                      </a:lnTo>
                      <a:lnTo>
                        <a:pt x="10" y="36"/>
                      </a:lnTo>
                      <a:lnTo>
                        <a:pt x="13" y="36"/>
                      </a:lnTo>
                      <a:lnTo>
                        <a:pt x="13" y="38"/>
                      </a:lnTo>
                      <a:lnTo>
                        <a:pt x="10" y="38"/>
                      </a:lnTo>
                      <a:lnTo>
                        <a:pt x="7" y="35"/>
                      </a:lnTo>
                      <a:lnTo>
                        <a:pt x="4" y="35"/>
                      </a:lnTo>
                      <a:lnTo>
                        <a:pt x="2" y="35"/>
                      </a:lnTo>
                      <a:lnTo>
                        <a:pt x="3" y="36"/>
                      </a:lnTo>
                      <a:lnTo>
                        <a:pt x="6" y="36"/>
                      </a:lnTo>
                      <a:lnTo>
                        <a:pt x="7" y="39"/>
                      </a:lnTo>
                      <a:lnTo>
                        <a:pt x="8" y="39"/>
                      </a:lnTo>
                      <a:lnTo>
                        <a:pt x="11" y="40"/>
                      </a:lnTo>
                      <a:lnTo>
                        <a:pt x="8" y="39"/>
                      </a:lnTo>
                      <a:lnTo>
                        <a:pt x="7" y="39"/>
                      </a:lnTo>
                      <a:lnTo>
                        <a:pt x="3" y="38"/>
                      </a:lnTo>
                      <a:lnTo>
                        <a:pt x="0" y="38"/>
                      </a:lnTo>
                      <a:lnTo>
                        <a:pt x="0" y="38"/>
                      </a:lnTo>
                      <a:lnTo>
                        <a:pt x="2" y="39"/>
                      </a:lnTo>
                      <a:lnTo>
                        <a:pt x="3" y="40"/>
                      </a:lnTo>
                      <a:lnTo>
                        <a:pt x="6" y="40"/>
                      </a:lnTo>
                      <a:lnTo>
                        <a:pt x="7" y="43"/>
                      </a:lnTo>
                      <a:lnTo>
                        <a:pt x="8" y="40"/>
                      </a:lnTo>
                      <a:lnTo>
                        <a:pt x="11" y="40"/>
                      </a:lnTo>
                      <a:lnTo>
                        <a:pt x="11" y="39"/>
                      </a:lnTo>
                      <a:lnTo>
                        <a:pt x="14" y="39"/>
                      </a:lnTo>
                      <a:lnTo>
                        <a:pt x="14" y="38"/>
                      </a:lnTo>
                      <a:lnTo>
                        <a:pt x="19" y="38"/>
                      </a:lnTo>
                      <a:lnTo>
                        <a:pt x="21" y="39"/>
                      </a:lnTo>
                      <a:lnTo>
                        <a:pt x="23" y="39"/>
                      </a:lnTo>
                      <a:lnTo>
                        <a:pt x="25" y="40"/>
                      </a:lnTo>
                      <a:lnTo>
                        <a:pt x="29" y="40"/>
                      </a:lnTo>
                      <a:lnTo>
                        <a:pt x="30" y="43"/>
                      </a:lnTo>
                      <a:lnTo>
                        <a:pt x="30" y="44"/>
                      </a:lnTo>
                      <a:lnTo>
                        <a:pt x="32" y="46"/>
                      </a:lnTo>
                      <a:lnTo>
                        <a:pt x="32" y="46"/>
                      </a:lnTo>
                      <a:close/>
                      <a:moveTo>
                        <a:pt x="4" y="34"/>
                      </a:moveTo>
                      <a:lnTo>
                        <a:pt x="7" y="32"/>
                      </a:lnTo>
                      <a:lnTo>
                        <a:pt x="8" y="34"/>
                      </a:lnTo>
                      <a:lnTo>
                        <a:pt x="7" y="35"/>
                      </a:lnTo>
                      <a:lnTo>
                        <a:pt x="7" y="34"/>
                      </a:lnTo>
                      <a:lnTo>
                        <a:pt x="4" y="34"/>
                      </a:lnTo>
                      <a:lnTo>
                        <a:pt x="4" y="34"/>
                      </a:lnTo>
                      <a:close/>
                      <a:moveTo>
                        <a:pt x="6" y="31"/>
                      </a:moveTo>
                      <a:lnTo>
                        <a:pt x="8" y="31"/>
                      </a:lnTo>
                      <a:lnTo>
                        <a:pt x="11" y="32"/>
                      </a:lnTo>
                      <a:lnTo>
                        <a:pt x="10" y="32"/>
                      </a:lnTo>
                      <a:lnTo>
                        <a:pt x="8" y="32"/>
                      </a:lnTo>
                      <a:lnTo>
                        <a:pt x="8" y="31"/>
                      </a:lnTo>
                      <a:lnTo>
                        <a:pt x="7" y="32"/>
                      </a:lnTo>
                      <a:lnTo>
                        <a:pt x="6" y="3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1" name="Freeform 811"/>
                <p:cNvSpPr>
                  <a:spLocks/>
                </p:cNvSpPr>
                <p:nvPr/>
              </p:nvSpPr>
              <p:spPr bwMode="auto">
                <a:xfrm>
                  <a:off x="5233988" y="3233738"/>
                  <a:ext cx="65088" cy="53975"/>
                </a:xfrm>
                <a:custGeom>
                  <a:avLst/>
                  <a:gdLst/>
                  <a:ahLst/>
                  <a:cxnLst>
                    <a:cxn ang="0">
                      <a:pos x="39" y="23"/>
                    </a:cxn>
                    <a:cxn ang="0">
                      <a:pos x="41" y="19"/>
                    </a:cxn>
                    <a:cxn ang="0">
                      <a:pos x="38" y="16"/>
                    </a:cxn>
                    <a:cxn ang="0">
                      <a:pos x="39" y="15"/>
                    </a:cxn>
                    <a:cxn ang="0">
                      <a:pos x="37" y="11"/>
                    </a:cxn>
                    <a:cxn ang="0">
                      <a:pos x="38" y="8"/>
                    </a:cxn>
                    <a:cxn ang="0">
                      <a:pos x="35" y="6"/>
                    </a:cxn>
                    <a:cxn ang="0">
                      <a:pos x="35" y="5"/>
                    </a:cxn>
                    <a:cxn ang="0">
                      <a:pos x="34" y="2"/>
                    </a:cxn>
                    <a:cxn ang="0">
                      <a:pos x="30" y="2"/>
                    </a:cxn>
                    <a:cxn ang="0">
                      <a:pos x="28" y="1"/>
                    </a:cxn>
                    <a:cxn ang="0">
                      <a:pos x="26" y="1"/>
                    </a:cxn>
                    <a:cxn ang="0">
                      <a:pos x="24" y="0"/>
                    </a:cxn>
                    <a:cxn ang="0">
                      <a:pos x="19" y="0"/>
                    </a:cxn>
                    <a:cxn ang="0">
                      <a:pos x="19" y="1"/>
                    </a:cxn>
                    <a:cxn ang="0">
                      <a:pos x="16" y="1"/>
                    </a:cxn>
                    <a:cxn ang="0">
                      <a:pos x="16" y="2"/>
                    </a:cxn>
                    <a:cxn ang="0">
                      <a:pos x="13" y="2"/>
                    </a:cxn>
                    <a:cxn ang="0">
                      <a:pos x="12" y="5"/>
                    </a:cxn>
                    <a:cxn ang="0">
                      <a:pos x="11" y="2"/>
                    </a:cxn>
                    <a:cxn ang="0">
                      <a:pos x="8" y="2"/>
                    </a:cxn>
                    <a:cxn ang="0">
                      <a:pos x="7" y="1"/>
                    </a:cxn>
                    <a:cxn ang="0">
                      <a:pos x="5" y="0"/>
                    </a:cxn>
                    <a:cxn ang="0">
                      <a:pos x="3" y="2"/>
                    </a:cxn>
                    <a:cxn ang="0">
                      <a:pos x="0" y="6"/>
                    </a:cxn>
                    <a:cxn ang="0">
                      <a:pos x="3" y="8"/>
                    </a:cxn>
                    <a:cxn ang="0">
                      <a:pos x="3" y="12"/>
                    </a:cxn>
                    <a:cxn ang="0">
                      <a:pos x="5" y="13"/>
                    </a:cxn>
                    <a:cxn ang="0">
                      <a:pos x="7" y="16"/>
                    </a:cxn>
                    <a:cxn ang="0">
                      <a:pos x="11" y="19"/>
                    </a:cxn>
                    <a:cxn ang="0">
                      <a:pos x="12" y="19"/>
                    </a:cxn>
                    <a:cxn ang="0">
                      <a:pos x="13" y="20"/>
                    </a:cxn>
                    <a:cxn ang="0">
                      <a:pos x="16" y="21"/>
                    </a:cxn>
                    <a:cxn ang="0">
                      <a:pos x="16" y="25"/>
                    </a:cxn>
                    <a:cxn ang="0">
                      <a:pos x="19" y="27"/>
                    </a:cxn>
                    <a:cxn ang="0">
                      <a:pos x="20" y="25"/>
                    </a:cxn>
                    <a:cxn ang="0">
                      <a:pos x="23" y="25"/>
                    </a:cxn>
                    <a:cxn ang="0">
                      <a:pos x="23" y="27"/>
                    </a:cxn>
                    <a:cxn ang="0">
                      <a:pos x="26" y="28"/>
                    </a:cxn>
                    <a:cxn ang="0">
                      <a:pos x="28" y="32"/>
                    </a:cxn>
                    <a:cxn ang="0">
                      <a:pos x="31" y="32"/>
                    </a:cxn>
                    <a:cxn ang="0">
                      <a:pos x="34" y="34"/>
                    </a:cxn>
                    <a:cxn ang="0">
                      <a:pos x="35" y="32"/>
                    </a:cxn>
                    <a:cxn ang="0">
                      <a:pos x="38" y="32"/>
                    </a:cxn>
                    <a:cxn ang="0">
                      <a:pos x="38" y="31"/>
                    </a:cxn>
                    <a:cxn ang="0">
                      <a:pos x="37" y="31"/>
                    </a:cxn>
                    <a:cxn ang="0">
                      <a:pos x="37" y="28"/>
                    </a:cxn>
                    <a:cxn ang="0">
                      <a:pos x="35" y="27"/>
                    </a:cxn>
                    <a:cxn ang="0">
                      <a:pos x="37" y="25"/>
                    </a:cxn>
                    <a:cxn ang="0">
                      <a:pos x="38" y="23"/>
                    </a:cxn>
                    <a:cxn ang="0">
                      <a:pos x="39" y="23"/>
                    </a:cxn>
                  </a:cxnLst>
                  <a:rect l="0" t="0" r="r" b="b"/>
                  <a:pathLst>
                    <a:path w="41" h="34">
                      <a:moveTo>
                        <a:pt x="39" y="23"/>
                      </a:moveTo>
                      <a:lnTo>
                        <a:pt x="41" y="19"/>
                      </a:lnTo>
                      <a:lnTo>
                        <a:pt x="38" y="16"/>
                      </a:lnTo>
                      <a:lnTo>
                        <a:pt x="39" y="15"/>
                      </a:lnTo>
                      <a:lnTo>
                        <a:pt x="37" y="11"/>
                      </a:lnTo>
                      <a:lnTo>
                        <a:pt x="38" y="8"/>
                      </a:lnTo>
                      <a:lnTo>
                        <a:pt x="35" y="6"/>
                      </a:lnTo>
                      <a:lnTo>
                        <a:pt x="35" y="5"/>
                      </a:lnTo>
                      <a:lnTo>
                        <a:pt x="34" y="2"/>
                      </a:lnTo>
                      <a:lnTo>
                        <a:pt x="30" y="2"/>
                      </a:lnTo>
                      <a:lnTo>
                        <a:pt x="28" y="1"/>
                      </a:lnTo>
                      <a:lnTo>
                        <a:pt x="26" y="1"/>
                      </a:lnTo>
                      <a:lnTo>
                        <a:pt x="24" y="0"/>
                      </a:lnTo>
                      <a:lnTo>
                        <a:pt x="19" y="0"/>
                      </a:lnTo>
                      <a:lnTo>
                        <a:pt x="19" y="1"/>
                      </a:lnTo>
                      <a:lnTo>
                        <a:pt x="16" y="1"/>
                      </a:lnTo>
                      <a:lnTo>
                        <a:pt x="16" y="2"/>
                      </a:lnTo>
                      <a:lnTo>
                        <a:pt x="13" y="2"/>
                      </a:lnTo>
                      <a:lnTo>
                        <a:pt x="12" y="5"/>
                      </a:lnTo>
                      <a:lnTo>
                        <a:pt x="11" y="2"/>
                      </a:lnTo>
                      <a:lnTo>
                        <a:pt x="8" y="2"/>
                      </a:lnTo>
                      <a:lnTo>
                        <a:pt x="7" y="1"/>
                      </a:lnTo>
                      <a:lnTo>
                        <a:pt x="5" y="0"/>
                      </a:lnTo>
                      <a:lnTo>
                        <a:pt x="3" y="2"/>
                      </a:lnTo>
                      <a:lnTo>
                        <a:pt x="0" y="6"/>
                      </a:lnTo>
                      <a:lnTo>
                        <a:pt x="3" y="8"/>
                      </a:lnTo>
                      <a:lnTo>
                        <a:pt x="3" y="12"/>
                      </a:lnTo>
                      <a:lnTo>
                        <a:pt x="5" y="13"/>
                      </a:lnTo>
                      <a:lnTo>
                        <a:pt x="7" y="16"/>
                      </a:lnTo>
                      <a:lnTo>
                        <a:pt x="11" y="19"/>
                      </a:lnTo>
                      <a:lnTo>
                        <a:pt x="12" y="19"/>
                      </a:lnTo>
                      <a:lnTo>
                        <a:pt x="13" y="20"/>
                      </a:lnTo>
                      <a:lnTo>
                        <a:pt x="16" y="21"/>
                      </a:lnTo>
                      <a:lnTo>
                        <a:pt x="16" y="25"/>
                      </a:lnTo>
                      <a:lnTo>
                        <a:pt x="19" y="27"/>
                      </a:lnTo>
                      <a:lnTo>
                        <a:pt x="20" y="25"/>
                      </a:lnTo>
                      <a:lnTo>
                        <a:pt x="23" y="25"/>
                      </a:lnTo>
                      <a:lnTo>
                        <a:pt x="23" y="27"/>
                      </a:lnTo>
                      <a:lnTo>
                        <a:pt x="26" y="28"/>
                      </a:lnTo>
                      <a:lnTo>
                        <a:pt x="28" y="32"/>
                      </a:lnTo>
                      <a:lnTo>
                        <a:pt x="31" y="32"/>
                      </a:lnTo>
                      <a:lnTo>
                        <a:pt x="34" y="34"/>
                      </a:lnTo>
                      <a:lnTo>
                        <a:pt x="35" y="32"/>
                      </a:lnTo>
                      <a:lnTo>
                        <a:pt x="38" y="32"/>
                      </a:lnTo>
                      <a:lnTo>
                        <a:pt x="38" y="31"/>
                      </a:lnTo>
                      <a:lnTo>
                        <a:pt x="37" y="31"/>
                      </a:lnTo>
                      <a:lnTo>
                        <a:pt x="37" y="28"/>
                      </a:lnTo>
                      <a:lnTo>
                        <a:pt x="35" y="27"/>
                      </a:lnTo>
                      <a:lnTo>
                        <a:pt x="37" y="25"/>
                      </a:lnTo>
                      <a:lnTo>
                        <a:pt x="38" y="23"/>
                      </a:lnTo>
                      <a:lnTo>
                        <a:pt x="39" y="2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2" name="Freeform 813"/>
                <p:cNvSpPr>
                  <a:spLocks/>
                </p:cNvSpPr>
                <p:nvPr/>
              </p:nvSpPr>
              <p:spPr bwMode="auto">
                <a:xfrm>
                  <a:off x="5289551" y="3270250"/>
                  <a:ext cx="15875" cy="20638"/>
                </a:xfrm>
                <a:custGeom>
                  <a:avLst/>
                  <a:gdLst/>
                  <a:ahLst/>
                  <a:cxnLst>
                    <a:cxn ang="0">
                      <a:pos x="3" y="9"/>
                    </a:cxn>
                    <a:cxn ang="0">
                      <a:pos x="3" y="8"/>
                    </a:cxn>
                    <a:cxn ang="0">
                      <a:pos x="2" y="8"/>
                    </a:cxn>
                    <a:cxn ang="0">
                      <a:pos x="2" y="5"/>
                    </a:cxn>
                    <a:cxn ang="0">
                      <a:pos x="0" y="4"/>
                    </a:cxn>
                    <a:cxn ang="0">
                      <a:pos x="2" y="2"/>
                    </a:cxn>
                    <a:cxn ang="0">
                      <a:pos x="3" y="0"/>
                    </a:cxn>
                    <a:cxn ang="0">
                      <a:pos x="4" y="0"/>
                    </a:cxn>
                    <a:cxn ang="0">
                      <a:pos x="8" y="4"/>
                    </a:cxn>
                    <a:cxn ang="0">
                      <a:pos x="8" y="7"/>
                    </a:cxn>
                    <a:cxn ang="0">
                      <a:pos x="10" y="8"/>
                    </a:cxn>
                    <a:cxn ang="0">
                      <a:pos x="10" y="13"/>
                    </a:cxn>
                    <a:cxn ang="0">
                      <a:pos x="8" y="13"/>
                    </a:cxn>
                    <a:cxn ang="0">
                      <a:pos x="4" y="12"/>
                    </a:cxn>
                    <a:cxn ang="0">
                      <a:pos x="3" y="9"/>
                    </a:cxn>
                    <a:cxn ang="0">
                      <a:pos x="3" y="9"/>
                    </a:cxn>
                  </a:cxnLst>
                  <a:rect l="0" t="0" r="r" b="b"/>
                  <a:pathLst>
                    <a:path w="10" h="13">
                      <a:moveTo>
                        <a:pt x="3" y="9"/>
                      </a:moveTo>
                      <a:lnTo>
                        <a:pt x="3" y="8"/>
                      </a:lnTo>
                      <a:lnTo>
                        <a:pt x="2" y="8"/>
                      </a:lnTo>
                      <a:lnTo>
                        <a:pt x="2" y="5"/>
                      </a:lnTo>
                      <a:lnTo>
                        <a:pt x="0" y="4"/>
                      </a:lnTo>
                      <a:lnTo>
                        <a:pt x="2" y="2"/>
                      </a:lnTo>
                      <a:lnTo>
                        <a:pt x="3" y="0"/>
                      </a:lnTo>
                      <a:lnTo>
                        <a:pt x="4" y="0"/>
                      </a:lnTo>
                      <a:lnTo>
                        <a:pt x="8" y="4"/>
                      </a:lnTo>
                      <a:lnTo>
                        <a:pt x="8" y="7"/>
                      </a:lnTo>
                      <a:lnTo>
                        <a:pt x="10" y="8"/>
                      </a:lnTo>
                      <a:lnTo>
                        <a:pt x="10" y="13"/>
                      </a:lnTo>
                      <a:lnTo>
                        <a:pt x="8" y="13"/>
                      </a:lnTo>
                      <a:lnTo>
                        <a:pt x="4" y="12"/>
                      </a:lnTo>
                      <a:lnTo>
                        <a:pt x="3" y="9"/>
                      </a:lnTo>
                      <a:lnTo>
                        <a:pt x="3" y="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3" name="Freeform 815"/>
                <p:cNvSpPr>
                  <a:spLocks/>
                </p:cNvSpPr>
                <p:nvPr/>
              </p:nvSpPr>
              <p:spPr bwMode="auto">
                <a:xfrm>
                  <a:off x="4968876" y="3108325"/>
                  <a:ext cx="90488" cy="120650"/>
                </a:xfrm>
                <a:custGeom>
                  <a:avLst/>
                  <a:gdLst/>
                  <a:ahLst/>
                  <a:cxnLst>
                    <a:cxn ang="0">
                      <a:pos x="23" y="73"/>
                    </a:cxn>
                    <a:cxn ang="0">
                      <a:pos x="28" y="69"/>
                    </a:cxn>
                    <a:cxn ang="0">
                      <a:pos x="32" y="68"/>
                    </a:cxn>
                    <a:cxn ang="0">
                      <a:pos x="43" y="64"/>
                    </a:cxn>
                    <a:cxn ang="0">
                      <a:pos x="47" y="62"/>
                    </a:cxn>
                    <a:cxn ang="0">
                      <a:pos x="50" y="60"/>
                    </a:cxn>
                    <a:cxn ang="0">
                      <a:pos x="54" y="54"/>
                    </a:cxn>
                    <a:cxn ang="0">
                      <a:pos x="55" y="42"/>
                    </a:cxn>
                    <a:cxn ang="0">
                      <a:pos x="55" y="37"/>
                    </a:cxn>
                    <a:cxn ang="0">
                      <a:pos x="53" y="30"/>
                    </a:cxn>
                    <a:cxn ang="0">
                      <a:pos x="53" y="26"/>
                    </a:cxn>
                    <a:cxn ang="0">
                      <a:pos x="43" y="19"/>
                    </a:cxn>
                    <a:cxn ang="0">
                      <a:pos x="39" y="24"/>
                    </a:cxn>
                    <a:cxn ang="0">
                      <a:pos x="39" y="12"/>
                    </a:cxn>
                    <a:cxn ang="0">
                      <a:pos x="43" y="7"/>
                    </a:cxn>
                    <a:cxn ang="0">
                      <a:pos x="47" y="4"/>
                    </a:cxn>
                    <a:cxn ang="0">
                      <a:pos x="43" y="1"/>
                    </a:cxn>
                    <a:cxn ang="0">
                      <a:pos x="38" y="8"/>
                    </a:cxn>
                    <a:cxn ang="0">
                      <a:pos x="38" y="3"/>
                    </a:cxn>
                    <a:cxn ang="0">
                      <a:pos x="35" y="4"/>
                    </a:cxn>
                    <a:cxn ang="0">
                      <a:pos x="30" y="5"/>
                    </a:cxn>
                    <a:cxn ang="0">
                      <a:pos x="30" y="9"/>
                    </a:cxn>
                    <a:cxn ang="0">
                      <a:pos x="28" y="11"/>
                    </a:cxn>
                    <a:cxn ang="0">
                      <a:pos x="28" y="15"/>
                    </a:cxn>
                    <a:cxn ang="0">
                      <a:pos x="32" y="15"/>
                    </a:cxn>
                    <a:cxn ang="0">
                      <a:pos x="27" y="20"/>
                    </a:cxn>
                    <a:cxn ang="0">
                      <a:pos x="19" y="23"/>
                    </a:cxn>
                    <a:cxn ang="0">
                      <a:pos x="11" y="20"/>
                    </a:cxn>
                    <a:cxn ang="0">
                      <a:pos x="9" y="22"/>
                    </a:cxn>
                    <a:cxn ang="0">
                      <a:pos x="11" y="26"/>
                    </a:cxn>
                    <a:cxn ang="0">
                      <a:pos x="5" y="26"/>
                    </a:cxn>
                    <a:cxn ang="0">
                      <a:pos x="13" y="30"/>
                    </a:cxn>
                    <a:cxn ang="0">
                      <a:pos x="11" y="34"/>
                    </a:cxn>
                    <a:cxn ang="0">
                      <a:pos x="5" y="37"/>
                    </a:cxn>
                    <a:cxn ang="0">
                      <a:pos x="8" y="38"/>
                    </a:cxn>
                    <a:cxn ang="0">
                      <a:pos x="20" y="41"/>
                    </a:cxn>
                    <a:cxn ang="0">
                      <a:pos x="13" y="47"/>
                    </a:cxn>
                    <a:cxn ang="0">
                      <a:pos x="7" y="54"/>
                    </a:cxn>
                    <a:cxn ang="0">
                      <a:pos x="13" y="53"/>
                    </a:cxn>
                    <a:cxn ang="0">
                      <a:pos x="19" y="51"/>
                    </a:cxn>
                    <a:cxn ang="0">
                      <a:pos x="11" y="54"/>
                    </a:cxn>
                    <a:cxn ang="0">
                      <a:pos x="8" y="58"/>
                    </a:cxn>
                    <a:cxn ang="0">
                      <a:pos x="7" y="61"/>
                    </a:cxn>
                    <a:cxn ang="0">
                      <a:pos x="2" y="60"/>
                    </a:cxn>
                    <a:cxn ang="0">
                      <a:pos x="8" y="62"/>
                    </a:cxn>
                    <a:cxn ang="0">
                      <a:pos x="1" y="68"/>
                    </a:cxn>
                    <a:cxn ang="0">
                      <a:pos x="11" y="68"/>
                    </a:cxn>
                    <a:cxn ang="0">
                      <a:pos x="7" y="73"/>
                    </a:cxn>
                    <a:cxn ang="0">
                      <a:pos x="7" y="73"/>
                    </a:cxn>
                    <a:cxn ang="0">
                      <a:pos x="12" y="75"/>
                    </a:cxn>
                  </a:cxnLst>
                  <a:rect l="0" t="0" r="r" b="b"/>
                  <a:pathLst>
                    <a:path w="57" h="76">
                      <a:moveTo>
                        <a:pt x="13" y="76"/>
                      </a:moveTo>
                      <a:lnTo>
                        <a:pt x="19" y="75"/>
                      </a:lnTo>
                      <a:lnTo>
                        <a:pt x="23" y="73"/>
                      </a:lnTo>
                      <a:lnTo>
                        <a:pt x="27" y="70"/>
                      </a:lnTo>
                      <a:lnTo>
                        <a:pt x="26" y="68"/>
                      </a:lnTo>
                      <a:lnTo>
                        <a:pt x="28" y="69"/>
                      </a:lnTo>
                      <a:lnTo>
                        <a:pt x="27" y="70"/>
                      </a:lnTo>
                      <a:lnTo>
                        <a:pt x="30" y="70"/>
                      </a:lnTo>
                      <a:lnTo>
                        <a:pt x="32" y="68"/>
                      </a:lnTo>
                      <a:lnTo>
                        <a:pt x="35" y="68"/>
                      </a:lnTo>
                      <a:lnTo>
                        <a:pt x="35" y="65"/>
                      </a:lnTo>
                      <a:lnTo>
                        <a:pt x="43" y="64"/>
                      </a:lnTo>
                      <a:lnTo>
                        <a:pt x="45" y="62"/>
                      </a:lnTo>
                      <a:lnTo>
                        <a:pt x="45" y="64"/>
                      </a:lnTo>
                      <a:lnTo>
                        <a:pt x="47" y="62"/>
                      </a:lnTo>
                      <a:lnTo>
                        <a:pt x="49" y="64"/>
                      </a:lnTo>
                      <a:lnTo>
                        <a:pt x="53" y="64"/>
                      </a:lnTo>
                      <a:lnTo>
                        <a:pt x="50" y="60"/>
                      </a:lnTo>
                      <a:lnTo>
                        <a:pt x="51" y="58"/>
                      </a:lnTo>
                      <a:lnTo>
                        <a:pt x="54" y="56"/>
                      </a:lnTo>
                      <a:lnTo>
                        <a:pt x="54" y="54"/>
                      </a:lnTo>
                      <a:lnTo>
                        <a:pt x="55" y="51"/>
                      </a:lnTo>
                      <a:lnTo>
                        <a:pt x="57" y="49"/>
                      </a:lnTo>
                      <a:lnTo>
                        <a:pt x="55" y="42"/>
                      </a:lnTo>
                      <a:lnTo>
                        <a:pt x="54" y="41"/>
                      </a:lnTo>
                      <a:lnTo>
                        <a:pt x="55" y="39"/>
                      </a:lnTo>
                      <a:lnTo>
                        <a:pt x="55" y="37"/>
                      </a:lnTo>
                      <a:lnTo>
                        <a:pt x="54" y="34"/>
                      </a:lnTo>
                      <a:lnTo>
                        <a:pt x="54" y="31"/>
                      </a:lnTo>
                      <a:lnTo>
                        <a:pt x="53" y="30"/>
                      </a:lnTo>
                      <a:lnTo>
                        <a:pt x="54" y="28"/>
                      </a:lnTo>
                      <a:lnTo>
                        <a:pt x="55" y="28"/>
                      </a:lnTo>
                      <a:lnTo>
                        <a:pt x="53" y="26"/>
                      </a:lnTo>
                      <a:lnTo>
                        <a:pt x="50" y="26"/>
                      </a:lnTo>
                      <a:lnTo>
                        <a:pt x="47" y="20"/>
                      </a:lnTo>
                      <a:lnTo>
                        <a:pt x="43" y="19"/>
                      </a:lnTo>
                      <a:lnTo>
                        <a:pt x="42" y="20"/>
                      </a:lnTo>
                      <a:lnTo>
                        <a:pt x="40" y="23"/>
                      </a:lnTo>
                      <a:lnTo>
                        <a:pt x="39" y="24"/>
                      </a:lnTo>
                      <a:lnTo>
                        <a:pt x="32" y="19"/>
                      </a:lnTo>
                      <a:lnTo>
                        <a:pt x="36" y="12"/>
                      </a:lnTo>
                      <a:lnTo>
                        <a:pt x="39" y="12"/>
                      </a:lnTo>
                      <a:lnTo>
                        <a:pt x="39" y="9"/>
                      </a:lnTo>
                      <a:lnTo>
                        <a:pt x="42" y="8"/>
                      </a:lnTo>
                      <a:lnTo>
                        <a:pt x="43" y="7"/>
                      </a:lnTo>
                      <a:lnTo>
                        <a:pt x="42" y="7"/>
                      </a:lnTo>
                      <a:lnTo>
                        <a:pt x="45" y="5"/>
                      </a:lnTo>
                      <a:lnTo>
                        <a:pt x="47" y="4"/>
                      </a:lnTo>
                      <a:lnTo>
                        <a:pt x="43" y="1"/>
                      </a:lnTo>
                      <a:lnTo>
                        <a:pt x="42" y="0"/>
                      </a:lnTo>
                      <a:lnTo>
                        <a:pt x="43" y="1"/>
                      </a:lnTo>
                      <a:lnTo>
                        <a:pt x="40" y="1"/>
                      </a:lnTo>
                      <a:lnTo>
                        <a:pt x="40" y="5"/>
                      </a:lnTo>
                      <a:lnTo>
                        <a:pt x="38" y="8"/>
                      </a:lnTo>
                      <a:lnTo>
                        <a:pt x="39" y="7"/>
                      </a:lnTo>
                      <a:lnTo>
                        <a:pt x="39" y="5"/>
                      </a:lnTo>
                      <a:lnTo>
                        <a:pt x="38" y="3"/>
                      </a:lnTo>
                      <a:lnTo>
                        <a:pt x="36" y="3"/>
                      </a:lnTo>
                      <a:lnTo>
                        <a:pt x="38" y="4"/>
                      </a:lnTo>
                      <a:lnTo>
                        <a:pt x="35" y="4"/>
                      </a:lnTo>
                      <a:lnTo>
                        <a:pt x="34" y="3"/>
                      </a:lnTo>
                      <a:lnTo>
                        <a:pt x="30" y="4"/>
                      </a:lnTo>
                      <a:lnTo>
                        <a:pt x="30" y="5"/>
                      </a:lnTo>
                      <a:lnTo>
                        <a:pt x="30" y="7"/>
                      </a:lnTo>
                      <a:lnTo>
                        <a:pt x="28" y="8"/>
                      </a:lnTo>
                      <a:lnTo>
                        <a:pt x="30" y="9"/>
                      </a:lnTo>
                      <a:lnTo>
                        <a:pt x="30" y="11"/>
                      </a:lnTo>
                      <a:lnTo>
                        <a:pt x="27" y="11"/>
                      </a:lnTo>
                      <a:lnTo>
                        <a:pt x="28" y="11"/>
                      </a:lnTo>
                      <a:lnTo>
                        <a:pt x="26" y="12"/>
                      </a:lnTo>
                      <a:lnTo>
                        <a:pt x="26" y="15"/>
                      </a:lnTo>
                      <a:lnTo>
                        <a:pt x="28" y="15"/>
                      </a:lnTo>
                      <a:lnTo>
                        <a:pt x="28" y="15"/>
                      </a:lnTo>
                      <a:lnTo>
                        <a:pt x="31" y="15"/>
                      </a:lnTo>
                      <a:lnTo>
                        <a:pt x="32" y="15"/>
                      </a:lnTo>
                      <a:lnTo>
                        <a:pt x="30" y="17"/>
                      </a:lnTo>
                      <a:lnTo>
                        <a:pt x="26" y="19"/>
                      </a:lnTo>
                      <a:lnTo>
                        <a:pt x="27" y="20"/>
                      </a:lnTo>
                      <a:lnTo>
                        <a:pt x="23" y="22"/>
                      </a:lnTo>
                      <a:lnTo>
                        <a:pt x="20" y="20"/>
                      </a:lnTo>
                      <a:lnTo>
                        <a:pt x="19" y="23"/>
                      </a:lnTo>
                      <a:lnTo>
                        <a:pt x="17" y="20"/>
                      </a:lnTo>
                      <a:lnTo>
                        <a:pt x="11" y="19"/>
                      </a:lnTo>
                      <a:lnTo>
                        <a:pt x="11" y="20"/>
                      </a:lnTo>
                      <a:lnTo>
                        <a:pt x="8" y="19"/>
                      </a:lnTo>
                      <a:lnTo>
                        <a:pt x="7" y="23"/>
                      </a:lnTo>
                      <a:lnTo>
                        <a:pt x="9" y="22"/>
                      </a:lnTo>
                      <a:lnTo>
                        <a:pt x="9" y="23"/>
                      </a:lnTo>
                      <a:lnTo>
                        <a:pt x="11" y="24"/>
                      </a:lnTo>
                      <a:lnTo>
                        <a:pt x="11" y="26"/>
                      </a:lnTo>
                      <a:lnTo>
                        <a:pt x="9" y="27"/>
                      </a:lnTo>
                      <a:lnTo>
                        <a:pt x="9" y="26"/>
                      </a:lnTo>
                      <a:lnTo>
                        <a:pt x="5" y="26"/>
                      </a:lnTo>
                      <a:lnTo>
                        <a:pt x="9" y="28"/>
                      </a:lnTo>
                      <a:lnTo>
                        <a:pt x="12" y="27"/>
                      </a:lnTo>
                      <a:lnTo>
                        <a:pt x="13" y="30"/>
                      </a:lnTo>
                      <a:lnTo>
                        <a:pt x="9" y="30"/>
                      </a:lnTo>
                      <a:lnTo>
                        <a:pt x="9" y="32"/>
                      </a:lnTo>
                      <a:lnTo>
                        <a:pt x="11" y="34"/>
                      </a:lnTo>
                      <a:lnTo>
                        <a:pt x="7" y="34"/>
                      </a:lnTo>
                      <a:lnTo>
                        <a:pt x="7" y="35"/>
                      </a:lnTo>
                      <a:lnTo>
                        <a:pt x="5" y="37"/>
                      </a:lnTo>
                      <a:lnTo>
                        <a:pt x="8" y="38"/>
                      </a:lnTo>
                      <a:lnTo>
                        <a:pt x="9" y="37"/>
                      </a:lnTo>
                      <a:lnTo>
                        <a:pt x="8" y="38"/>
                      </a:lnTo>
                      <a:lnTo>
                        <a:pt x="12" y="38"/>
                      </a:lnTo>
                      <a:lnTo>
                        <a:pt x="12" y="41"/>
                      </a:lnTo>
                      <a:lnTo>
                        <a:pt x="20" y="41"/>
                      </a:lnTo>
                      <a:lnTo>
                        <a:pt x="17" y="43"/>
                      </a:lnTo>
                      <a:lnTo>
                        <a:pt x="16" y="42"/>
                      </a:lnTo>
                      <a:lnTo>
                        <a:pt x="13" y="47"/>
                      </a:lnTo>
                      <a:lnTo>
                        <a:pt x="15" y="47"/>
                      </a:lnTo>
                      <a:lnTo>
                        <a:pt x="12" y="50"/>
                      </a:lnTo>
                      <a:lnTo>
                        <a:pt x="7" y="54"/>
                      </a:lnTo>
                      <a:lnTo>
                        <a:pt x="9" y="54"/>
                      </a:lnTo>
                      <a:lnTo>
                        <a:pt x="12" y="51"/>
                      </a:lnTo>
                      <a:lnTo>
                        <a:pt x="13" y="53"/>
                      </a:lnTo>
                      <a:lnTo>
                        <a:pt x="17" y="53"/>
                      </a:lnTo>
                      <a:lnTo>
                        <a:pt x="19" y="51"/>
                      </a:lnTo>
                      <a:lnTo>
                        <a:pt x="19" y="51"/>
                      </a:lnTo>
                      <a:lnTo>
                        <a:pt x="21" y="53"/>
                      </a:lnTo>
                      <a:lnTo>
                        <a:pt x="16" y="54"/>
                      </a:lnTo>
                      <a:lnTo>
                        <a:pt x="11" y="54"/>
                      </a:lnTo>
                      <a:lnTo>
                        <a:pt x="11" y="56"/>
                      </a:lnTo>
                      <a:lnTo>
                        <a:pt x="7" y="57"/>
                      </a:lnTo>
                      <a:lnTo>
                        <a:pt x="8" y="58"/>
                      </a:lnTo>
                      <a:lnTo>
                        <a:pt x="8" y="60"/>
                      </a:lnTo>
                      <a:lnTo>
                        <a:pt x="9" y="60"/>
                      </a:lnTo>
                      <a:lnTo>
                        <a:pt x="7" y="61"/>
                      </a:lnTo>
                      <a:lnTo>
                        <a:pt x="4" y="58"/>
                      </a:lnTo>
                      <a:lnTo>
                        <a:pt x="4" y="60"/>
                      </a:lnTo>
                      <a:lnTo>
                        <a:pt x="2" y="60"/>
                      </a:lnTo>
                      <a:lnTo>
                        <a:pt x="0" y="61"/>
                      </a:lnTo>
                      <a:lnTo>
                        <a:pt x="0" y="62"/>
                      </a:lnTo>
                      <a:lnTo>
                        <a:pt x="8" y="62"/>
                      </a:lnTo>
                      <a:lnTo>
                        <a:pt x="5" y="64"/>
                      </a:lnTo>
                      <a:lnTo>
                        <a:pt x="2" y="65"/>
                      </a:lnTo>
                      <a:lnTo>
                        <a:pt x="1" y="68"/>
                      </a:lnTo>
                      <a:lnTo>
                        <a:pt x="2" y="68"/>
                      </a:lnTo>
                      <a:lnTo>
                        <a:pt x="4" y="69"/>
                      </a:lnTo>
                      <a:lnTo>
                        <a:pt x="11" y="68"/>
                      </a:lnTo>
                      <a:lnTo>
                        <a:pt x="5" y="70"/>
                      </a:lnTo>
                      <a:lnTo>
                        <a:pt x="2" y="73"/>
                      </a:lnTo>
                      <a:lnTo>
                        <a:pt x="7" y="73"/>
                      </a:lnTo>
                      <a:lnTo>
                        <a:pt x="11" y="70"/>
                      </a:lnTo>
                      <a:lnTo>
                        <a:pt x="11" y="72"/>
                      </a:lnTo>
                      <a:lnTo>
                        <a:pt x="7" y="73"/>
                      </a:lnTo>
                      <a:lnTo>
                        <a:pt x="9" y="73"/>
                      </a:lnTo>
                      <a:lnTo>
                        <a:pt x="8" y="75"/>
                      </a:lnTo>
                      <a:lnTo>
                        <a:pt x="12" y="75"/>
                      </a:lnTo>
                      <a:lnTo>
                        <a:pt x="13" y="7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4" name="Freeform 817"/>
                <p:cNvSpPr>
                  <a:spLocks noEditPoints="1"/>
                </p:cNvSpPr>
                <p:nvPr/>
              </p:nvSpPr>
              <p:spPr bwMode="auto">
                <a:xfrm>
                  <a:off x="5019676" y="2922588"/>
                  <a:ext cx="196850" cy="358775"/>
                </a:xfrm>
                <a:custGeom>
                  <a:avLst/>
                  <a:gdLst/>
                  <a:ahLst/>
                  <a:cxnLst>
                    <a:cxn ang="0">
                      <a:pos x="7" y="129"/>
                    </a:cxn>
                    <a:cxn ang="0">
                      <a:pos x="29" y="130"/>
                    </a:cxn>
                    <a:cxn ang="0">
                      <a:pos x="28" y="141"/>
                    </a:cxn>
                    <a:cxn ang="0">
                      <a:pos x="89" y="4"/>
                    </a:cxn>
                    <a:cxn ang="0">
                      <a:pos x="82" y="10"/>
                    </a:cxn>
                    <a:cxn ang="0">
                      <a:pos x="79" y="14"/>
                    </a:cxn>
                    <a:cxn ang="0">
                      <a:pos x="85" y="15"/>
                    </a:cxn>
                    <a:cxn ang="0">
                      <a:pos x="82" y="211"/>
                    </a:cxn>
                    <a:cxn ang="0">
                      <a:pos x="36" y="110"/>
                    </a:cxn>
                    <a:cxn ang="0">
                      <a:pos x="15" y="95"/>
                    </a:cxn>
                    <a:cxn ang="0">
                      <a:pos x="25" y="87"/>
                    </a:cxn>
                    <a:cxn ang="0">
                      <a:pos x="60" y="42"/>
                    </a:cxn>
                    <a:cxn ang="0">
                      <a:pos x="57" y="45"/>
                    </a:cxn>
                    <a:cxn ang="0">
                      <a:pos x="15" y="65"/>
                    </a:cxn>
                    <a:cxn ang="0">
                      <a:pos x="21" y="67"/>
                    </a:cxn>
                    <a:cxn ang="0">
                      <a:pos x="15" y="69"/>
                    </a:cxn>
                    <a:cxn ang="0">
                      <a:pos x="11" y="75"/>
                    </a:cxn>
                    <a:cxn ang="0">
                      <a:pos x="13" y="80"/>
                    </a:cxn>
                    <a:cxn ang="0">
                      <a:pos x="23" y="82"/>
                    </a:cxn>
                    <a:cxn ang="0">
                      <a:pos x="23" y="72"/>
                    </a:cxn>
                    <a:cxn ang="0">
                      <a:pos x="28" y="99"/>
                    </a:cxn>
                    <a:cxn ang="0">
                      <a:pos x="22" y="99"/>
                    </a:cxn>
                    <a:cxn ang="0">
                      <a:pos x="21" y="113"/>
                    </a:cxn>
                    <a:cxn ang="0">
                      <a:pos x="42" y="159"/>
                    </a:cxn>
                    <a:cxn ang="0">
                      <a:pos x="45" y="137"/>
                    </a:cxn>
                    <a:cxn ang="0">
                      <a:pos x="38" y="220"/>
                    </a:cxn>
                    <a:cxn ang="0">
                      <a:pos x="55" y="219"/>
                    </a:cxn>
                    <a:cxn ang="0">
                      <a:pos x="75" y="212"/>
                    </a:cxn>
                    <a:cxn ang="0">
                      <a:pos x="95" y="208"/>
                    </a:cxn>
                    <a:cxn ang="0">
                      <a:pos x="119" y="201"/>
                    </a:cxn>
                    <a:cxn ang="0">
                      <a:pos x="112" y="194"/>
                    </a:cxn>
                    <a:cxn ang="0">
                      <a:pos x="116" y="187"/>
                    </a:cxn>
                    <a:cxn ang="0">
                      <a:pos x="123" y="177"/>
                    </a:cxn>
                    <a:cxn ang="0">
                      <a:pos x="105" y="162"/>
                    </a:cxn>
                    <a:cxn ang="0">
                      <a:pos x="94" y="149"/>
                    </a:cxn>
                    <a:cxn ang="0">
                      <a:pos x="95" y="140"/>
                    </a:cxn>
                    <a:cxn ang="0">
                      <a:pos x="75" y="113"/>
                    </a:cxn>
                    <a:cxn ang="0">
                      <a:pos x="53" y="105"/>
                    </a:cxn>
                    <a:cxn ang="0">
                      <a:pos x="60" y="95"/>
                    </a:cxn>
                    <a:cxn ang="0">
                      <a:pos x="75" y="76"/>
                    </a:cxn>
                    <a:cxn ang="0">
                      <a:pos x="52" y="73"/>
                    </a:cxn>
                    <a:cxn ang="0">
                      <a:pos x="55" y="62"/>
                    </a:cxn>
                    <a:cxn ang="0">
                      <a:pos x="49" y="54"/>
                    </a:cxn>
                    <a:cxn ang="0">
                      <a:pos x="37" y="58"/>
                    </a:cxn>
                    <a:cxn ang="0">
                      <a:pos x="32" y="67"/>
                    </a:cxn>
                    <a:cxn ang="0">
                      <a:pos x="29" y="75"/>
                    </a:cxn>
                    <a:cxn ang="0">
                      <a:pos x="32" y="80"/>
                    </a:cxn>
                    <a:cxn ang="0">
                      <a:pos x="28" y="90"/>
                    </a:cxn>
                    <a:cxn ang="0">
                      <a:pos x="36" y="90"/>
                    </a:cxn>
                    <a:cxn ang="0">
                      <a:pos x="30" y="110"/>
                    </a:cxn>
                    <a:cxn ang="0">
                      <a:pos x="33" y="105"/>
                    </a:cxn>
                    <a:cxn ang="0">
                      <a:pos x="40" y="102"/>
                    </a:cxn>
                    <a:cxn ang="0">
                      <a:pos x="36" y="125"/>
                    </a:cxn>
                    <a:cxn ang="0">
                      <a:pos x="52" y="128"/>
                    </a:cxn>
                    <a:cxn ang="0">
                      <a:pos x="63" y="144"/>
                    </a:cxn>
                    <a:cxn ang="0">
                      <a:pos x="60" y="158"/>
                    </a:cxn>
                    <a:cxn ang="0">
                      <a:pos x="42" y="168"/>
                    </a:cxn>
                    <a:cxn ang="0">
                      <a:pos x="42" y="183"/>
                    </a:cxn>
                    <a:cxn ang="0">
                      <a:pos x="40" y="192"/>
                    </a:cxn>
                    <a:cxn ang="0">
                      <a:pos x="56" y="197"/>
                    </a:cxn>
                    <a:cxn ang="0">
                      <a:pos x="60" y="202"/>
                    </a:cxn>
                    <a:cxn ang="0">
                      <a:pos x="37" y="217"/>
                    </a:cxn>
                  </a:cxnLst>
                  <a:rect l="0" t="0" r="r" b="b"/>
                  <a:pathLst>
                    <a:path w="124" h="226">
                      <a:moveTo>
                        <a:pt x="23" y="145"/>
                      </a:moveTo>
                      <a:lnTo>
                        <a:pt x="21" y="143"/>
                      </a:lnTo>
                      <a:lnTo>
                        <a:pt x="18" y="143"/>
                      </a:lnTo>
                      <a:lnTo>
                        <a:pt x="15" y="137"/>
                      </a:lnTo>
                      <a:lnTo>
                        <a:pt x="11" y="136"/>
                      </a:lnTo>
                      <a:lnTo>
                        <a:pt x="10" y="137"/>
                      </a:lnTo>
                      <a:lnTo>
                        <a:pt x="8" y="140"/>
                      </a:lnTo>
                      <a:lnTo>
                        <a:pt x="7" y="141"/>
                      </a:lnTo>
                      <a:lnTo>
                        <a:pt x="0" y="136"/>
                      </a:lnTo>
                      <a:lnTo>
                        <a:pt x="4" y="129"/>
                      </a:lnTo>
                      <a:lnTo>
                        <a:pt x="7" y="129"/>
                      </a:lnTo>
                      <a:lnTo>
                        <a:pt x="7" y="126"/>
                      </a:lnTo>
                      <a:lnTo>
                        <a:pt x="10" y="125"/>
                      </a:lnTo>
                      <a:lnTo>
                        <a:pt x="11" y="124"/>
                      </a:lnTo>
                      <a:lnTo>
                        <a:pt x="14" y="124"/>
                      </a:lnTo>
                      <a:lnTo>
                        <a:pt x="14" y="122"/>
                      </a:lnTo>
                      <a:lnTo>
                        <a:pt x="15" y="122"/>
                      </a:lnTo>
                      <a:lnTo>
                        <a:pt x="18" y="121"/>
                      </a:lnTo>
                      <a:lnTo>
                        <a:pt x="23" y="121"/>
                      </a:lnTo>
                      <a:lnTo>
                        <a:pt x="25" y="122"/>
                      </a:lnTo>
                      <a:lnTo>
                        <a:pt x="25" y="125"/>
                      </a:lnTo>
                      <a:lnTo>
                        <a:pt x="29" y="130"/>
                      </a:lnTo>
                      <a:lnTo>
                        <a:pt x="28" y="132"/>
                      </a:lnTo>
                      <a:lnTo>
                        <a:pt x="32" y="132"/>
                      </a:lnTo>
                      <a:lnTo>
                        <a:pt x="32" y="139"/>
                      </a:lnTo>
                      <a:lnTo>
                        <a:pt x="30" y="133"/>
                      </a:lnTo>
                      <a:lnTo>
                        <a:pt x="29" y="133"/>
                      </a:lnTo>
                      <a:lnTo>
                        <a:pt x="30" y="136"/>
                      </a:lnTo>
                      <a:lnTo>
                        <a:pt x="29" y="137"/>
                      </a:lnTo>
                      <a:lnTo>
                        <a:pt x="32" y="139"/>
                      </a:lnTo>
                      <a:lnTo>
                        <a:pt x="30" y="140"/>
                      </a:lnTo>
                      <a:lnTo>
                        <a:pt x="28" y="140"/>
                      </a:lnTo>
                      <a:lnTo>
                        <a:pt x="28" y="141"/>
                      </a:lnTo>
                      <a:lnTo>
                        <a:pt x="25" y="144"/>
                      </a:lnTo>
                      <a:lnTo>
                        <a:pt x="23" y="143"/>
                      </a:lnTo>
                      <a:lnTo>
                        <a:pt x="23" y="145"/>
                      </a:lnTo>
                      <a:lnTo>
                        <a:pt x="23" y="145"/>
                      </a:lnTo>
                      <a:lnTo>
                        <a:pt x="23" y="145"/>
                      </a:lnTo>
                      <a:close/>
                      <a:moveTo>
                        <a:pt x="83" y="20"/>
                      </a:moveTo>
                      <a:lnTo>
                        <a:pt x="85" y="18"/>
                      </a:lnTo>
                      <a:lnTo>
                        <a:pt x="85" y="19"/>
                      </a:lnTo>
                      <a:lnTo>
                        <a:pt x="83" y="20"/>
                      </a:lnTo>
                      <a:lnTo>
                        <a:pt x="83" y="20"/>
                      </a:lnTo>
                      <a:close/>
                      <a:moveTo>
                        <a:pt x="89" y="4"/>
                      </a:moveTo>
                      <a:lnTo>
                        <a:pt x="87" y="3"/>
                      </a:lnTo>
                      <a:lnTo>
                        <a:pt x="89" y="0"/>
                      </a:lnTo>
                      <a:lnTo>
                        <a:pt x="89" y="4"/>
                      </a:lnTo>
                      <a:lnTo>
                        <a:pt x="89" y="4"/>
                      </a:lnTo>
                      <a:close/>
                      <a:moveTo>
                        <a:pt x="82" y="10"/>
                      </a:moveTo>
                      <a:lnTo>
                        <a:pt x="82" y="7"/>
                      </a:lnTo>
                      <a:lnTo>
                        <a:pt x="80" y="7"/>
                      </a:lnTo>
                      <a:lnTo>
                        <a:pt x="80" y="10"/>
                      </a:lnTo>
                      <a:lnTo>
                        <a:pt x="80" y="10"/>
                      </a:lnTo>
                      <a:lnTo>
                        <a:pt x="82" y="10"/>
                      </a:lnTo>
                      <a:lnTo>
                        <a:pt x="82" y="10"/>
                      </a:lnTo>
                      <a:close/>
                      <a:moveTo>
                        <a:pt x="86" y="8"/>
                      </a:moveTo>
                      <a:lnTo>
                        <a:pt x="83" y="7"/>
                      </a:lnTo>
                      <a:lnTo>
                        <a:pt x="85" y="5"/>
                      </a:lnTo>
                      <a:lnTo>
                        <a:pt x="85" y="3"/>
                      </a:lnTo>
                      <a:lnTo>
                        <a:pt x="86" y="4"/>
                      </a:lnTo>
                      <a:lnTo>
                        <a:pt x="86" y="7"/>
                      </a:lnTo>
                      <a:lnTo>
                        <a:pt x="86" y="8"/>
                      </a:lnTo>
                      <a:lnTo>
                        <a:pt x="86" y="8"/>
                      </a:lnTo>
                      <a:close/>
                      <a:moveTo>
                        <a:pt x="85" y="16"/>
                      </a:moveTo>
                      <a:lnTo>
                        <a:pt x="83" y="15"/>
                      </a:lnTo>
                      <a:lnTo>
                        <a:pt x="79" y="14"/>
                      </a:lnTo>
                      <a:lnTo>
                        <a:pt x="78" y="12"/>
                      </a:lnTo>
                      <a:lnTo>
                        <a:pt x="80" y="12"/>
                      </a:lnTo>
                      <a:lnTo>
                        <a:pt x="83" y="12"/>
                      </a:lnTo>
                      <a:lnTo>
                        <a:pt x="83" y="11"/>
                      </a:lnTo>
                      <a:lnTo>
                        <a:pt x="83" y="10"/>
                      </a:lnTo>
                      <a:lnTo>
                        <a:pt x="83" y="10"/>
                      </a:lnTo>
                      <a:lnTo>
                        <a:pt x="85" y="10"/>
                      </a:lnTo>
                      <a:lnTo>
                        <a:pt x="87" y="11"/>
                      </a:lnTo>
                      <a:lnTo>
                        <a:pt x="86" y="12"/>
                      </a:lnTo>
                      <a:lnTo>
                        <a:pt x="86" y="14"/>
                      </a:lnTo>
                      <a:lnTo>
                        <a:pt x="85" y="15"/>
                      </a:lnTo>
                      <a:lnTo>
                        <a:pt x="86" y="18"/>
                      </a:lnTo>
                      <a:lnTo>
                        <a:pt x="85" y="16"/>
                      </a:lnTo>
                      <a:lnTo>
                        <a:pt x="85" y="16"/>
                      </a:lnTo>
                      <a:close/>
                      <a:moveTo>
                        <a:pt x="112" y="196"/>
                      </a:moveTo>
                      <a:lnTo>
                        <a:pt x="113" y="196"/>
                      </a:lnTo>
                      <a:lnTo>
                        <a:pt x="114" y="196"/>
                      </a:lnTo>
                      <a:lnTo>
                        <a:pt x="114" y="194"/>
                      </a:lnTo>
                      <a:lnTo>
                        <a:pt x="113" y="194"/>
                      </a:lnTo>
                      <a:lnTo>
                        <a:pt x="112" y="196"/>
                      </a:lnTo>
                      <a:lnTo>
                        <a:pt x="112" y="196"/>
                      </a:lnTo>
                      <a:close/>
                      <a:moveTo>
                        <a:pt x="82" y="211"/>
                      </a:moveTo>
                      <a:lnTo>
                        <a:pt x="86" y="209"/>
                      </a:lnTo>
                      <a:lnTo>
                        <a:pt x="87" y="211"/>
                      </a:lnTo>
                      <a:lnTo>
                        <a:pt x="89" y="211"/>
                      </a:lnTo>
                      <a:lnTo>
                        <a:pt x="89" y="212"/>
                      </a:lnTo>
                      <a:lnTo>
                        <a:pt x="89" y="213"/>
                      </a:lnTo>
                      <a:lnTo>
                        <a:pt x="86" y="213"/>
                      </a:lnTo>
                      <a:lnTo>
                        <a:pt x="85" y="212"/>
                      </a:lnTo>
                      <a:lnTo>
                        <a:pt x="82" y="211"/>
                      </a:lnTo>
                      <a:lnTo>
                        <a:pt x="82" y="211"/>
                      </a:lnTo>
                      <a:close/>
                      <a:moveTo>
                        <a:pt x="36" y="107"/>
                      </a:moveTo>
                      <a:lnTo>
                        <a:pt x="36" y="110"/>
                      </a:lnTo>
                      <a:lnTo>
                        <a:pt x="37" y="111"/>
                      </a:lnTo>
                      <a:lnTo>
                        <a:pt x="37" y="109"/>
                      </a:lnTo>
                      <a:lnTo>
                        <a:pt x="36" y="107"/>
                      </a:lnTo>
                      <a:lnTo>
                        <a:pt x="36" y="107"/>
                      </a:lnTo>
                      <a:close/>
                      <a:moveTo>
                        <a:pt x="23" y="106"/>
                      </a:moveTo>
                      <a:lnTo>
                        <a:pt x="23" y="103"/>
                      </a:lnTo>
                      <a:lnTo>
                        <a:pt x="25" y="105"/>
                      </a:lnTo>
                      <a:lnTo>
                        <a:pt x="23" y="106"/>
                      </a:lnTo>
                      <a:lnTo>
                        <a:pt x="23" y="106"/>
                      </a:lnTo>
                      <a:close/>
                      <a:moveTo>
                        <a:pt x="15" y="96"/>
                      </a:moveTo>
                      <a:lnTo>
                        <a:pt x="15" y="95"/>
                      </a:lnTo>
                      <a:lnTo>
                        <a:pt x="18" y="95"/>
                      </a:lnTo>
                      <a:lnTo>
                        <a:pt x="15" y="96"/>
                      </a:lnTo>
                      <a:lnTo>
                        <a:pt x="15" y="96"/>
                      </a:lnTo>
                      <a:close/>
                      <a:moveTo>
                        <a:pt x="18" y="94"/>
                      </a:moveTo>
                      <a:lnTo>
                        <a:pt x="21" y="91"/>
                      </a:lnTo>
                      <a:lnTo>
                        <a:pt x="21" y="92"/>
                      </a:lnTo>
                      <a:lnTo>
                        <a:pt x="18" y="94"/>
                      </a:lnTo>
                      <a:lnTo>
                        <a:pt x="18" y="94"/>
                      </a:lnTo>
                      <a:close/>
                      <a:moveTo>
                        <a:pt x="25" y="88"/>
                      </a:moveTo>
                      <a:lnTo>
                        <a:pt x="26" y="87"/>
                      </a:lnTo>
                      <a:lnTo>
                        <a:pt x="25" y="87"/>
                      </a:lnTo>
                      <a:lnTo>
                        <a:pt x="25" y="88"/>
                      </a:lnTo>
                      <a:lnTo>
                        <a:pt x="25" y="88"/>
                      </a:lnTo>
                      <a:close/>
                      <a:moveTo>
                        <a:pt x="22" y="84"/>
                      </a:moveTo>
                      <a:lnTo>
                        <a:pt x="23" y="87"/>
                      </a:lnTo>
                      <a:lnTo>
                        <a:pt x="23" y="86"/>
                      </a:lnTo>
                      <a:lnTo>
                        <a:pt x="23" y="84"/>
                      </a:lnTo>
                      <a:lnTo>
                        <a:pt x="22" y="84"/>
                      </a:lnTo>
                      <a:lnTo>
                        <a:pt x="22" y="84"/>
                      </a:lnTo>
                      <a:close/>
                      <a:moveTo>
                        <a:pt x="59" y="42"/>
                      </a:moveTo>
                      <a:lnTo>
                        <a:pt x="60" y="43"/>
                      </a:lnTo>
                      <a:lnTo>
                        <a:pt x="60" y="42"/>
                      </a:lnTo>
                      <a:lnTo>
                        <a:pt x="59" y="42"/>
                      </a:lnTo>
                      <a:lnTo>
                        <a:pt x="59" y="42"/>
                      </a:lnTo>
                      <a:close/>
                      <a:moveTo>
                        <a:pt x="56" y="43"/>
                      </a:moveTo>
                      <a:lnTo>
                        <a:pt x="57" y="43"/>
                      </a:lnTo>
                      <a:lnTo>
                        <a:pt x="60" y="45"/>
                      </a:lnTo>
                      <a:lnTo>
                        <a:pt x="59" y="46"/>
                      </a:lnTo>
                      <a:lnTo>
                        <a:pt x="61" y="46"/>
                      </a:lnTo>
                      <a:lnTo>
                        <a:pt x="61" y="48"/>
                      </a:lnTo>
                      <a:lnTo>
                        <a:pt x="60" y="48"/>
                      </a:lnTo>
                      <a:lnTo>
                        <a:pt x="57" y="48"/>
                      </a:lnTo>
                      <a:lnTo>
                        <a:pt x="57" y="45"/>
                      </a:lnTo>
                      <a:lnTo>
                        <a:pt x="56" y="48"/>
                      </a:lnTo>
                      <a:lnTo>
                        <a:pt x="56" y="46"/>
                      </a:lnTo>
                      <a:lnTo>
                        <a:pt x="56" y="43"/>
                      </a:lnTo>
                      <a:lnTo>
                        <a:pt x="56" y="43"/>
                      </a:lnTo>
                      <a:close/>
                      <a:moveTo>
                        <a:pt x="56" y="48"/>
                      </a:moveTo>
                      <a:lnTo>
                        <a:pt x="57" y="50"/>
                      </a:lnTo>
                      <a:lnTo>
                        <a:pt x="57" y="49"/>
                      </a:lnTo>
                      <a:lnTo>
                        <a:pt x="57" y="48"/>
                      </a:lnTo>
                      <a:lnTo>
                        <a:pt x="56" y="48"/>
                      </a:lnTo>
                      <a:lnTo>
                        <a:pt x="56" y="48"/>
                      </a:lnTo>
                      <a:close/>
                      <a:moveTo>
                        <a:pt x="15" y="65"/>
                      </a:moveTo>
                      <a:lnTo>
                        <a:pt x="17" y="64"/>
                      </a:lnTo>
                      <a:lnTo>
                        <a:pt x="15" y="62"/>
                      </a:lnTo>
                      <a:lnTo>
                        <a:pt x="17" y="61"/>
                      </a:lnTo>
                      <a:lnTo>
                        <a:pt x="19" y="62"/>
                      </a:lnTo>
                      <a:lnTo>
                        <a:pt x="18" y="60"/>
                      </a:lnTo>
                      <a:lnTo>
                        <a:pt x="25" y="56"/>
                      </a:lnTo>
                      <a:lnTo>
                        <a:pt x="25" y="58"/>
                      </a:lnTo>
                      <a:lnTo>
                        <a:pt x="23" y="61"/>
                      </a:lnTo>
                      <a:lnTo>
                        <a:pt x="22" y="64"/>
                      </a:lnTo>
                      <a:lnTo>
                        <a:pt x="23" y="64"/>
                      </a:lnTo>
                      <a:lnTo>
                        <a:pt x="21" y="67"/>
                      </a:lnTo>
                      <a:lnTo>
                        <a:pt x="18" y="65"/>
                      </a:lnTo>
                      <a:lnTo>
                        <a:pt x="17" y="67"/>
                      </a:lnTo>
                      <a:lnTo>
                        <a:pt x="15" y="65"/>
                      </a:lnTo>
                      <a:lnTo>
                        <a:pt x="15" y="65"/>
                      </a:lnTo>
                      <a:close/>
                      <a:moveTo>
                        <a:pt x="15" y="69"/>
                      </a:moveTo>
                      <a:lnTo>
                        <a:pt x="17" y="71"/>
                      </a:lnTo>
                      <a:lnTo>
                        <a:pt x="19" y="68"/>
                      </a:lnTo>
                      <a:lnTo>
                        <a:pt x="18" y="67"/>
                      </a:lnTo>
                      <a:lnTo>
                        <a:pt x="17" y="68"/>
                      </a:lnTo>
                      <a:lnTo>
                        <a:pt x="15" y="68"/>
                      </a:lnTo>
                      <a:lnTo>
                        <a:pt x="15" y="69"/>
                      </a:lnTo>
                      <a:lnTo>
                        <a:pt x="15" y="69"/>
                      </a:lnTo>
                      <a:close/>
                      <a:moveTo>
                        <a:pt x="14" y="73"/>
                      </a:moveTo>
                      <a:lnTo>
                        <a:pt x="11" y="75"/>
                      </a:lnTo>
                      <a:lnTo>
                        <a:pt x="10" y="72"/>
                      </a:lnTo>
                      <a:lnTo>
                        <a:pt x="11" y="72"/>
                      </a:lnTo>
                      <a:lnTo>
                        <a:pt x="14" y="72"/>
                      </a:lnTo>
                      <a:lnTo>
                        <a:pt x="14" y="73"/>
                      </a:lnTo>
                      <a:lnTo>
                        <a:pt x="14" y="73"/>
                      </a:lnTo>
                      <a:close/>
                      <a:moveTo>
                        <a:pt x="13" y="77"/>
                      </a:moveTo>
                      <a:lnTo>
                        <a:pt x="11" y="76"/>
                      </a:lnTo>
                      <a:lnTo>
                        <a:pt x="11" y="75"/>
                      </a:lnTo>
                      <a:lnTo>
                        <a:pt x="14" y="75"/>
                      </a:lnTo>
                      <a:lnTo>
                        <a:pt x="13" y="77"/>
                      </a:lnTo>
                      <a:lnTo>
                        <a:pt x="13" y="77"/>
                      </a:lnTo>
                      <a:close/>
                      <a:moveTo>
                        <a:pt x="10" y="84"/>
                      </a:moveTo>
                      <a:lnTo>
                        <a:pt x="11" y="86"/>
                      </a:lnTo>
                      <a:lnTo>
                        <a:pt x="8" y="87"/>
                      </a:lnTo>
                      <a:lnTo>
                        <a:pt x="8" y="86"/>
                      </a:lnTo>
                      <a:lnTo>
                        <a:pt x="10" y="84"/>
                      </a:lnTo>
                      <a:lnTo>
                        <a:pt x="10" y="84"/>
                      </a:lnTo>
                      <a:close/>
                      <a:moveTo>
                        <a:pt x="13" y="83"/>
                      </a:moveTo>
                      <a:lnTo>
                        <a:pt x="13" y="80"/>
                      </a:lnTo>
                      <a:lnTo>
                        <a:pt x="13" y="79"/>
                      </a:lnTo>
                      <a:lnTo>
                        <a:pt x="13" y="77"/>
                      </a:lnTo>
                      <a:lnTo>
                        <a:pt x="11" y="77"/>
                      </a:lnTo>
                      <a:lnTo>
                        <a:pt x="11" y="79"/>
                      </a:lnTo>
                      <a:lnTo>
                        <a:pt x="10" y="80"/>
                      </a:lnTo>
                      <a:lnTo>
                        <a:pt x="11" y="83"/>
                      </a:lnTo>
                      <a:lnTo>
                        <a:pt x="13" y="83"/>
                      </a:lnTo>
                      <a:lnTo>
                        <a:pt x="13" y="83"/>
                      </a:lnTo>
                      <a:close/>
                      <a:moveTo>
                        <a:pt x="26" y="84"/>
                      </a:moveTo>
                      <a:lnTo>
                        <a:pt x="26" y="82"/>
                      </a:lnTo>
                      <a:lnTo>
                        <a:pt x="23" y="82"/>
                      </a:lnTo>
                      <a:lnTo>
                        <a:pt x="21" y="79"/>
                      </a:lnTo>
                      <a:lnTo>
                        <a:pt x="22" y="77"/>
                      </a:lnTo>
                      <a:lnTo>
                        <a:pt x="21" y="77"/>
                      </a:lnTo>
                      <a:lnTo>
                        <a:pt x="21" y="79"/>
                      </a:lnTo>
                      <a:lnTo>
                        <a:pt x="18" y="76"/>
                      </a:lnTo>
                      <a:lnTo>
                        <a:pt x="19" y="75"/>
                      </a:lnTo>
                      <a:lnTo>
                        <a:pt x="19" y="76"/>
                      </a:lnTo>
                      <a:lnTo>
                        <a:pt x="19" y="73"/>
                      </a:lnTo>
                      <a:lnTo>
                        <a:pt x="23" y="76"/>
                      </a:lnTo>
                      <a:lnTo>
                        <a:pt x="22" y="72"/>
                      </a:lnTo>
                      <a:lnTo>
                        <a:pt x="23" y="72"/>
                      </a:lnTo>
                      <a:lnTo>
                        <a:pt x="25" y="75"/>
                      </a:lnTo>
                      <a:lnTo>
                        <a:pt x="25" y="79"/>
                      </a:lnTo>
                      <a:lnTo>
                        <a:pt x="28" y="80"/>
                      </a:lnTo>
                      <a:lnTo>
                        <a:pt x="29" y="80"/>
                      </a:lnTo>
                      <a:lnTo>
                        <a:pt x="30" y="80"/>
                      </a:lnTo>
                      <a:lnTo>
                        <a:pt x="29" y="82"/>
                      </a:lnTo>
                      <a:lnTo>
                        <a:pt x="28" y="84"/>
                      </a:lnTo>
                      <a:lnTo>
                        <a:pt x="26" y="84"/>
                      </a:lnTo>
                      <a:lnTo>
                        <a:pt x="26" y="84"/>
                      </a:lnTo>
                      <a:close/>
                      <a:moveTo>
                        <a:pt x="22" y="99"/>
                      </a:moveTo>
                      <a:lnTo>
                        <a:pt x="28" y="99"/>
                      </a:lnTo>
                      <a:lnTo>
                        <a:pt x="28" y="99"/>
                      </a:lnTo>
                      <a:lnTo>
                        <a:pt x="30" y="98"/>
                      </a:lnTo>
                      <a:lnTo>
                        <a:pt x="29" y="95"/>
                      </a:lnTo>
                      <a:lnTo>
                        <a:pt x="28" y="95"/>
                      </a:lnTo>
                      <a:lnTo>
                        <a:pt x="25" y="92"/>
                      </a:lnTo>
                      <a:lnTo>
                        <a:pt x="22" y="94"/>
                      </a:lnTo>
                      <a:lnTo>
                        <a:pt x="26" y="96"/>
                      </a:lnTo>
                      <a:lnTo>
                        <a:pt x="23" y="96"/>
                      </a:lnTo>
                      <a:lnTo>
                        <a:pt x="25" y="98"/>
                      </a:lnTo>
                      <a:lnTo>
                        <a:pt x="22" y="99"/>
                      </a:lnTo>
                      <a:lnTo>
                        <a:pt x="22" y="99"/>
                      </a:lnTo>
                      <a:close/>
                      <a:moveTo>
                        <a:pt x="26" y="110"/>
                      </a:moveTo>
                      <a:lnTo>
                        <a:pt x="25" y="107"/>
                      </a:lnTo>
                      <a:lnTo>
                        <a:pt x="30" y="102"/>
                      </a:lnTo>
                      <a:lnTo>
                        <a:pt x="28" y="107"/>
                      </a:lnTo>
                      <a:lnTo>
                        <a:pt x="26" y="110"/>
                      </a:lnTo>
                      <a:lnTo>
                        <a:pt x="26" y="110"/>
                      </a:lnTo>
                      <a:close/>
                      <a:moveTo>
                        <a:pt x="22" y="113"/>
                      </a:moveTo>
                      <a:lnTo>
                        <a:pt x="25" y="111"/>
                      </a:lnTo>
                      <a:lnTo>
                        <a:pt x="25" y="107"/>
                      </a:lnTo>
                      <a:lnTo>
                        <a:pt x="21" y="109"/>
                      </a:lnTo>
                      <a:lnTo>
                        <a:pt x="21" y="113"/>
                      </a:lnTo>
                      <a:lnTo>
                        <a:pt x="23" y="110"/>
                      </a:lnTo>
                      <a:lnTo>
                        <a:pt x="22" y="113"/>
                      </a:lnTo>
                      <a:lnTo>
                        <a:pt x="22" y="113"/>
                      </a:lnTo>
                      <a:close/>
                      <a:moveTo>
                        <a:pt x="33" y="113"/>
                      </a:moveTo>
                      <a:lnTo>
                        <a:pt x="34" y="117"/>
                      </a:lnTo>
                      <a:lnTo>
                        <a:pt x="37" y="118"/>
                      </a:lnTo>
                      <a:lnTo>
                        <a:pt x="37" y="115"/>
                      </a:lnTo>
                      <a:lnTo>
                        <a:pt x="36" y="111"/>
                      </a:lnTo>
                      <a:lnTo>
                        <a:pt x="33" y="113"/>
                      </a:lnTo>
                      <a:lnTo>
                        <a:pt x="33" y="113"/>
                      </a:lnTo>
                      <a:close/>
                      <a:moveTo>
                        <a:pt x="42" y="159"/>
                      </a:moveTo>
                      <a:lnTo>
                        <a:pt x="47" y="162"/>
                      </a:lnTo>
                      <a:lnTo>
                        <a:pt x="49" y="159"/>
                      </a:lnTo>
                      <a:lnTo>
                        <a:pt x="47" y="159"/>
                      </a:lnTo>
                      <a:lnTo>
                        <a:pt x="47" y="156"/>
                      </a:lnTo>
                      <a:lnTo>
                        <a:pt x="42" y="158"/>
                      </a:lnTo>
                      <a:lnTo>
                        <a:pt x="42" y="158"/>
                      </a:lnTo>
                      <a:lnTo>
                        <a:pt x="42" y="159"/>
                      </a:lnTo>
                      <a:lnTo>
                        <a:pt x="42" y="159"/>
                      </a:lnTo>
                      <a:close/>
                      <a:moveTo>
                        <a:pt x="40" y="144"/>
                      </a:moveTo>
                      <a:lnTo>
                        <a:pt x="41" y="141"/>
                      </a:lnTo>
                      <a:lnTo>
                        <a:pt x="45" y="137"/>
                      </a:lnTo>
                      <a:lnTo>
                        <a:pt x="45" y="139"/>
                      </a:lnTo>
                      <a:lnTo>
                        <a:pt x="45" y="140"/>
                      </a:lnTo>
                      <a:lnTo>
                        <a:pt x="42" y="144"/>
                      </a:lnTo>
                      <a:lnTo>
                        <a:pt x="40" y="144"/>
                      </a:lnTo>
                      <a:lnTo>
                        <a:pt x="40" y="144"/>
                      </a:lnTo>
                      <a:close/>
                      <a:moveTo>
                        <a:pt x="34" y="226"/>
                      </a:moveTo>
                      <a:lnTo>
                        <a:pt x="36" y="224"/>
                      </a:lnTo>
                      <a:lnTo>
                        <a:pt x="36" y="223"/>
                      </a:lnTo>
                      <a:lnTo>
                        <a:pt x="37" y="221"/>
                      </a:lnTo>
                      <a:lnTo>
                        <a:pt x="37" y="221"/>
                      </a:lnTo>
                      <a:lnTo>
                        <a:pt x="38" y="220"/>
                      </a:lnTo>
                      <a:lnTo>
                        <a:pt x="40" y="220"/>
                      </a:lnTo>
                      <a:lnTo>
                        <a:pt x="41" y="217"/>
                      </a:lnTo>
                      <a:lnTo>
                        <a:pt x="44" y="219"/>
                      </a:lnTo>
                      <a:lnTo>
                        <a:pt x="45" y="217"/>
                      </a:lnTo>
                      <a:lnTo>
                        <a:pt x="48" y="217"/>
                      </a:lnTo>
                      <a:lnTo>
                        <a:pt x="48" y="217"/>
                      </a:lnTo>
                      <a:lnTo>
                        <a:pt x="49" y="219"/>
                      </a:lnTo>
                      <a:lnTo>
                        <a:pt x="51" y="219"/>
                      </a:lnTo>
                      <a:lnTo>
                        <a:pt x="53" y="220"/>
                      </a:lnTo>
                      <a:lnTo>
                        <a:pt x="55" y="220"/>
                      </a:lnTo>
                      <a:lnTo>
                        <a:pt x="55" y="219"/>
                      </a:lnTo>
                      <a:lnTo>
                        <a:pt x="56" y="219"/>
                      </a:lnTo>
                      <a:lnTo>
                        <a:pt x="57" y="216"/>
                      </a:lnTo>
                      <a:lnTo>
                        <a:pt x="56" y="215"/>
                      </a:lnTo>
                      <a:lnTo>
                        <a:pt x="59" y="213"/>
                      </a:lnTo>
                      <a:lnTo>
                        <a:pt x="60" y="212"/>
                      </a:lnTo>
                      <a:lnTo>
                        <a:pt x="60" y="212"/>
                      </a:lnTo>
                      <a:lnTo>
                        <a:pt x="66" y="211"/>
                      </a:lnTo>
                      <a:lnTo>
                        <a:pt x="68" y="211"/>
                      </a:lnTo>
                      <a:lnTo>
                        <a:pt x="71" y="213"/>
                      </a:lnTo>
                      <a:lnTo>
                        <a:pt x="72" y="212"/>
                      </a:lnTo>
                      <a:lnTo>
                        <a:pt x="75" y="212"/>
                      </a:lnTo>
                      <a:lnTo>
                        <a:pt x="76" y="213"/>
                      </a:lnTo>
                      <a:lnTo>
                        <a:pt x="78" y="211"/>
                      </a:lnTo>
                      <a:lnTo>
                        <a:pt x="80" y="209"/>
                      </a:lnTo>
                      <a:lnTo>
                        <a:pt x="83" y="211"/>
                      </a:lnTo>
                      <a:lnTo>
                        <a:pt x="86" y="208"/>
                      </a:lnTo>
                      <a:lnTo>
                        <a:pt x="89" y="208"/>
                      </a:lnTo>
                      <a:lnTo>
                        <a:pt x="89" y="208"/>
                      </a:lnTo>
                      <a:lnTo>
                        <a:pt x="90" y="208"/>
                      </a:lnTo>
                      <a:lnTo>
                        <a:pt x="91" y="208"/>
                      </a:lnTo>
                      <a:lnTo>
                        <a:pt x="93" y="209"/>
                      </a:lnTo>
                      <a:lnTo>
                        <a:pt x="95" y="208"/>
                      </a:lnTo>
                      <a:lnTo>
                        <a:pt x="100" y="208"/>
                      </a:lnTo>
                      <a:lnTo>
                        <a:pt x="102" y="208"/>
                      </a:lnTo>
                      <a:lnTo>
                        <a:pt x="105" y="208"/>
                      </a:lnTo>
                      <a:lnTo>
                        <a:pt x="106" y="208"/>
                      </a:lnTo>
                      <a:lnTo>
                        <a:pt x="109" y="207"/>
                      </a:lnTo>
                      <a:lnTo>
                        <a:pt x="110" y="207"/>
                      </a:lnTo>
                      <a:lnTo>
                        <a:pt x="113" y="204"/>
                      </a:lnTo>
                      <a:lnTo>
                        <a:pt x="114" y="204"/>
                      </a:lnTo>
                      <a:lnTo>
                        <a:pt x="116" y="205"/>
                      </a:lnTo>
                      <a:lnTo>
                        <a:pt x="116" y="202"/>
                      </a:lnTo>
                      <a:lnTo>
                        <a:pt x="119" y="201"/>
                      </a:lnTo>
                      <a:lnTo>
                        <a:pt x="121" y="200"/>
                      </a:lnTo>
                      <a:lnTo>
                        <a:pt x="121" y="198"/>
                      </a:lnTo>
                      <a:lnTo>
                        <a:pt x="120" y="197"/>
                      </a:lnTo>
                      <a:lnTo>
                        <a:pt x="121" y="196"/>
                      </a:lnTo>
                      <a:lnTo>
                        <a:pt x="117" y="196"/>
                      </a:lnTo>
                      <a:lnTo>
                        <a:pt x="114" y="196"/>
                      </a:lnTo>
                      <a:lnTo>
                        <a:pt x="113" y="197"/>
                      </a:lnTo>
                      <a:lnTo>
                        <a:pt x="110" y="196"/>
                      </a:lnTo>
                      <a:lnTo>
                        <a:pt x="110" y="196"/>
                      </a:lnTo>
                      <a:lnTo>
                        <a:pt x="110" y="194"/>
                      </a:lnTo>
                      <a:lnTo>
                        <a:pt x="112" y="194"/>
                      </a:lnTo>
                      <a:lnTo>
                        <a:pt x="112" y="194"/>
                      </a:lnTo>
                      <a:lnTo>
                        <a:pt x="109" y="193"/>
                      </a:lnTo>
                      <a:lnTo>
                        <a:pt x="108" y="194"/>
                      </a:lnTo>
                      <a:lnTo>
                        <a:pt x="110" y="192"/>
                      </a:lnTo>
                      <a:lnTo>
                        <a:pt x="112" y="193"/>
                      </a:lnTo>
                      <a:lnTo>
                        <a:pt x="114" y="192"/>
                      </a:lnTo>
                      <a:lnTo>
                        <a:pt x="113" y="189"/>
                      </a:lnTo>
                      <a:lnTo>
                        <a:pt x="112" y="189"/>
                      </a:lnTo>
                      <a:lnTo>
                        <a:pt x="113" y="187"/>
                      </a:lnTo>
                      <a:lnTo>
                        <a:pt x="114" y="187"/>
                      </a:lnTo>
                      <a:lnTo>
                        <a:pt x="116" y="187"/>
                      </a:lnTo>
                      <a:lnTo>
                        <a:pt x="117" y="186"/>
                      </a:lnTo>
                      <a:lnTo>
                        <a:pt x="119" y="185"/>
                      </a:lnTo>
                      <a:lnTo>
                        <a:pt x="117" y="185"/>
                      </a:lnTo>
                      <a:lnTo>
                        <a:pt x="119" y="185"/>
                      </a:lnTo>
                      <a:lnTo>
                        <a:pt x="116" y="183"/>
                      </a:lnTo>
                      <a:lnTo>
                        <a:pt x="117" y="182"/>
                      </a:lnTo>
                      <a:lnTo>
                        <a:pt x="119" y="182"/>
                      </a:lnTo>
                      <a:lnTo>
                        <a:pt x="119" y="183"/>
                      </a:lnTo>
                      <a:lnTo>
                        <a:pt x="120" y="182"/>
                      </a:lnTo>
                      <a:lnTo>
                        <a:pt x="121" y="181"/>
                      </a:lnTo>
                      <a:lnTo>
                        <a:pt x="123" y="177"/>
                      </a:lnTo>
                      <a:lnTo>
                        <a:pt x="124" y="173"/>
                      </a:lnTo>
                      <a:lnTo>
                        <a:pt x="123" y="171"/>
                      </a:lnTo>
                      <a:lnTo>
                        <a:pt x="121" y="168"/>
                      </a:lnTo>
                      <a:lnTo>
                        <a:pt x="117" y="164"/>
                      </a:lnTo>
                      <a:lnTo>
                        <a:pt x="110" y="164"/>
                      </a:lnTo>
                      <a:lnTo>
                        <a:pt x="106" y="164"/>
                      </a:lnTo>
                      <a:lnTo>
                        <a:pt x="106" y="167"/>
                      </a:lnTo>
                      <a:lnTo>
                        <a:pt x="105" y="168"/>
                      </a:lnTo>
                      <a:lnTo>
                        <a:pt x="102" y="167"/>
                      </a:lnTo>
                      <a:lnTo>
                        <a:pt x="100" y="166"/>
                      </a:lnTo>
                      <a:lnTo>
                        <a:pt x="105" y="162"/>
                      </a:lnTo>
                      <a:lnTo>
                        <a:pt x="105" y="159"/>
                      </a:lnTo>
                      <a:lnTo>
                        <a:pt x="101" y="154"/>
                      </a:lnTo>
                      <a:lnTo>
                        <a:pt x="100" y="154"/>
                      </a:lnTo>
                      <a:lnTo>
                        <a:pt x="97" y="152"/>
                      </a:lnTo>
                      <a:lnTo>
                        <a:pt x="95" y="149"/>
                      </a:lnTo>
                      <a:lnTo>
                        <a:pt x="94" y="151"/>
                      </a:lnTo>
                      <a:lnTo>
                        <a:pt x="93" y="151"/>
                      </a:lnTo>
                      <a:lnTo>
                        <a:pt x="91" y="149"/>
                      </a:lnTo>
                      <a:lnTo>
                        <a:pt x="90" y="149"/>
                      </a:lnTo>
                      <a:lnTo>
                        <a:pt x="93" y="149"/>
                      </a:lnTo>
                      <a:lnTo>
                        <a:pt x="94" y="149"/>
                      </a:lnTo>
                      <a:lnTo>
                        <a:pt x="95" y="149"/>
                      </a:lnTo>
                      <a:lnTo>
                        <a:pt x="97" y="149"/>
                      </a:lnTo>
                      <a:lnTo>
                        <a:pt x="98" y="151"/>
                      </a:lnTo>
                      <a:lnTo>
                        <a:pt x="100" y="151"/>
                      </a:lnTo>
                      <a:lnTo>
                        <a:pt x="101" y="151"/>
                      </a:lnTo>
                      <a:lnTo>
                        <a:pt x="97" y="147"/>
                      </a:lnTo>
                      <a:lnTo>
                        <a:pt x="95" y="144"/>
                      </a:lnTo>
                      <a:lnTo>
                        <a:pt x="97" y="143"/>
                      </a:lnTo>
                      <a:lnTo>
                        <a:pt x="98" y="143"/>
                      </a:lnTo>
                      <a:lnTo>
                        <a:pt x="95" y="141"/>
                      </a:lnTo>
                      <a:lnTo>
                        <a:pt x="95" y="140"/>
                      </a:lnTo>
                      <a:lnTo>
                        <a:pt x="94" y="140"/>
                      </a:lnTo>
                      <a:lnTo>
                        <a:pt x="91" y="136"/>
                      </a:lnTo>
                      <a:lnTo>
                        <a:pt x="89" y="133"/>
                      </a:lnTo>
                      <a:lnTo>
                        <a:pt x="83" y="133"/>
                      </a:lnTo>
                      <a:lnTo>
                        <a:pt x="83" y="130"/>
                      </a:lnTo>
                      <a:lnTo>
                        <a:pt x="82" y="130"/>
                      </a:lnTo>
                      <a:lnTo>
                        <a:pt x="80" y="125"/>
                      </a:lnTo>
                      <a:lnTo>
                        <a:pt x="79" y="122"/>
                      </a:lnTo>
                      <a:lnTo>
                        <a:pt x="78" y="115"/>
                      </a:lnTo>
                      <a:lnTo>
                        <a:pt x="76" y="113"/>
                      </a:lnTo>
                      <a:lnTo>
                        <a:pt x="75" y="113"/>
                      </a:lnTo>
                      <a:lnTo>
                        <a:pt x="71" y="107"/>
                      </a:lnTo>
                      <a:lnTo>
                        <a:pt x="70" y="107"/>
                      </a:lnTo>
                      <a:lnTo>
                        <a:pt x="67" y="106"/>
                      </a:lnTo>
                      <a:lnTo>
                        <a:pt x="64" y="105"/>
                      </a:lnTo>
                      <a:lnTo>
                        <a:pt x="63" y="105"/>
                      </a:lnTo>
                      <a:lnTo>
                        <a:pt x="60" y="107"/>
                      </a:lnTo>
                      <a:lnTo>
                        <a:pt x="57" y="106"/>
                      </a:lnTo>
                      <a:lnTo>
                        <a:pt x="56" y="106"/>
                      </a:lnTo>
                      <a:lnTo>
                        <a:pt x="53" y="105"/>
                      </a:lnTo>
                      <a:lnTo>
                        <a:pt x="52" y="103"/>
                      </a:lnTo>
                      <a:lnTo>
                        <a:pt x="53" y="105"/>
                      </a:lnTo>
                      <a:lnTo>
                        <a:pt x="57" y="105"/>
                      </a:lnTo>
                      <a:lnTo>
                        <a:pt x="60" y="103"/>
                      </a:lnTo>
                      <a:lnTo>
                        <a:pt x="60" y="102"/>
                      </a:lnTo>
                      <a:lnTo>
                        <a:pt x="63" y="102"/>
                      </a:lnTo>
                      <a:lnTo>
                        <a:pt x="66" y="101"/>
                      </a:lnTo>
                      <a:lnTo>
                        <a:pt x="63" y="99"/>
                      </a:lnTo>
                      <a:lnTo>
                        <a:pt x="63" y="98"/>
                      </a:lnTo>
                      <a:lnTo>
                        <a:pt x="61" y="96"/>
                      </a:lnTo>
                      <a:lnTo>
                        <a:pt x="59" y="98"/>
                      </a:lnTo>
                      <a:lnTo>
                        <a:pt x="57" y="98"/>
                      </a:lnTo>
                      <a:lnTo>
                        <a:pt x="60" y="95"/>
                      </a:lnTo>
                      <a:lnTo>
                        <a:pt x="64" y="96"/>
                      </a:lnTo>
                      <a:lnTo>
                        <a:pt x="66" y="94"/>
                      </a:lnTo>
                      <a:lnTo>
                        <a:pt x="66" y="92"/>
                      </a:lnTo>
                      <a:lnTo>
                        <a:pt x="67" y="92"/>
                      </a:lnTo>
                      <a:lnTo>
                        <a:pt x="70" y="88"/>
                      </a:lnTo>
                      <a:lnTo>
                        <a:pt x="71" y="87"/>
                      </a:lnTo>
                      <a:lnTo>
                        <a:pt x="70" y="86"/>
                      </a:lnTo>
                      <a:lnTo>
                        <a:pt x="71" y="83"/>
                      </a:lnTo>
                      <a:lnTo>
                        <a:pt x="71" y="82"/>
                      </a:lnTo>
                      <a:lnTo>
                        <a:pt x="72" y="79"/>
                      </a:lnTo>
                      <a:lnTo>
                        <a:pt x="75" y="76"/>
                      </a:lnTo>
                      <a:lnTo>
                        <a:pt x="75" y="75"/>
                      </a:lnTo>
                      <a:lnTo>
                        <a:pt x="71" y="72"/>
                      </a:lnTo>
                      <a:lnTo>
                        <a:pt x="71" y="72"/>
                      </a:lnTo>
                      <a:lnTo>
                        <a:pt x="64" y="72"/>
                      </a:lnTo>
                      <a:lnTo>
                        <a:pt x="61" y="72"/>
                      </a:lnTo>
                      <a:lnTo>
                        <a:pt x="60" y="72"/>
                      </a:lnTo>
                      <a:lnTo>
                        <a:pt x="59" y="72"/>
                      </a:lnTo>
                      <a:lnTo>
                        <a:pt x="56" y="72"/>
                      </a:lnTo>
                      <a:lnTo>
                        <a:pt x="55" y="72"/>
                      </a:lnTo>
                      <a:lnTo>
                        <a:pt x="55" y="72"/>
                      </a:lnTo>
                      <a:lnTo>
                        <a:pt x="52" y="73"/>
                      </a:lnTo>
                      <a:lnTo>
                        <a:pt x="51" y="75"/>
                      </a:lnTo>
                      <a:lnTo>
                        <a:pt x="49" y="75"/>
                      </a:lnTo>
                      <a:lnTo>
                        <a:pt x="48" y="76"/>
                      </a:lnTo>
                      <a:lnTo>
                        <a:pt x="48" y="75"/>
                      </a:lnTo>
                      <a:lnTo>
                        <a:pt x="49" y="72"/>
                      </a:lnTo>
                      <a:lnTo>
                        <a:pt x="52" y="69"/>
                      </a:lnTo>
                      <a:lnTo>
                        <a:pt x="51" y="69"/>
                      </a:lnTo>
                      <a:lnTo>
                        <a:pt x="48" y="69"/>
                      </a:lnTo>
                      <a:lnTo>
                        <a:pt x="49" y="68"/>
                      </a:lnTo>
                      <a:lnTo>
                        <a:pt x="49" y="67"/>
                      </a:lnTo>
                      <a:lnTo>
                        <a:pt x="55" y="62"/>
                      </a:lnTo>
                      <a:lnTo>
                        <a:pt x="57" y="60"/>
                      </a:lnTo>
                      <a:lnTo>
                        <a:pt x="59" y="60"/>
                      </a:lnTo>
                      <a:lnTo>
                        <a:pt x="60" y="57"/>
                      </a:lnTo>
                      <a:lnTo>
                        <a:pt x="59" y="56"/>
                      </a:lnTo>
                      <a:lnTo>
                        <a:pt x="60" y="54"/>
                      </a:lnTo>
                      <a:lnTo>
                        <a:pt x="60" y="53"/>
                      </a:lnTo>
                      <a:lnTo>
                        <a:pt x="57" y="53"/>
                      </a:lnTo>
                      <a:lnTo>
                        <a:pt x="56" y="54"/>
                      </a:lnTo>
                      <a:lnTo>
                        <a:pt x="53" y="53"/>
                      </a:lnTo>
                      <a:lnTo>
                        <a:pt x="51" y="54"/>
                      </a:lnTo>
                      <a:lnTo>
                        <a:pt x="49" y="54"/>
                      </a:lnTo>
                      <a:lnTo>
                        <a:pt x="47" y="56"/>
                      </a:lnTo>
                      <a:lnTo>
                        <a:pt x="45" y="56"/>
                      </a:lnTo>
                      <a:lnTo>
                        <a:pt x="44" y="57"/>
                      </a:lnTo>
                      <a:lnTo>
                        <a:pt x="44" y="56"/>
                      </a:lnTo>
                      <a:lnTo>
                        <a:pt x="44" y="54"/>
                      </a:lnTo>
                      <a:lnTo>
                        <a:pt x="41" y="57"/>
                      </a:lnTo>
                      <a:lnTo>
                        <a:pt x="41" y="54"/>
                      </a:lnTo>
                      <a:lnTo>
                        <a:pt x="38" y="53"/>
                      </a:lnTo>
                      <a:lnTo>
                        <a:pt x="38" y="56"/>
                      </a:lnTo>
                      <a:lnTo>
                        <a:pt x="37" y="56"/>
                      </a:lnTo>
                      <a:lnTo>
                        <a:pt x="37" y="58"/>
                      </a:lnTo>
                      <a:lnTo>
                        <a:pt x="37" y="58"/>
                      </a:lnTo>
                      <a:lnTo>
                        <a:pt x="37" y="60"/>
                      </a:lnTo>
                      <a:lnTo>
                        <a:pt x="34" y="61"/>
                      </a:lnTo>
                      <a:lnTo>
                        <a:pt x="36" y="62"/>
                      </a:lnTo>
                      <a:lnTo>
                        <a:pt x="34" y="65"/>
                      </a:lnTo>
                      <a:lnTo>
                        <a:pt x="33" y="65"/>
                      </a:lnTo>
                      <a:lnTo>
                        <a:pt x="36" y="67"/>
                      </a:lnTo>
                      <a:lnTo>
                        <a:pt x="37" y="69"/>
                      </a:lnTo>
                      <a:lnTo>
                        <a:pt x="34" y="68"/>
                      </a:lnTo>
                      <a:lnTo>
                        <a:pt x="33" y="68"/>
                      </a:lnTo>
                      <a:lnTo>
                        <a:pt x="32" y="67"/>
                      </a:lnTo>
                      <a:lnTo>
                        <a:pt x="32" y="68"/>
                      </a:lnTo>
                      <a:lnTo>
                        <a:pt x="32" y="69"/>
                      </a:lnTo>
                      <a:lnTo>
                        <a:pt x="32" y="71"/>
                      </a:lnTo>
                      <a:lnTo>
                        <a:pt x="30" y="68"/>
                      </a:lnTo>
                      <a:lnTo>
                        <a:pt x="29" y="71"/>
                      </a:lnTo>
                      <a:lnTo>
                        <a:pt x="30" y="72"/>
                      </a:lnTo>
                      <a:lnTo>
                        <a:pt x="29" y="73"/>
                      </a:lnTo>
                      <a:lnTo>
                        <a:pt x="30" y="75"/>
                      </a:lnTo>
                      <a:lnTo>
                        <a:pt x="33" y="75"/>
                      </a:lnTo>
                      <a:lnTo>
                        <a:pt x="30" y="76"/>
                      </a:lnTo>
                      <a:lnTo>
                        <a:pt x="29" y="75"/>
                      </a:lnTo>
                      <a:lnTo>
                        <a:pt x="29" y="77"/>
                      </a:lnTo>
                      <a:lnTo>
                        <a:pt x="29" y="79"/>
                      </a:lnTo>
                      <a:lnTo>
                        <a:pt x="33" y="77"/>
                      </a:lnTo>
                      <a:lnTo>
                        <a:pt x="30" y="79"/>
                      </a:lnTo>
                      <a:lnTo>
                        <a:pt x="30" y="80"/>
                      </a:lnTo>
                      <a:lnTo>
                        <a:pt x="30" y="80"/>
                      </a:lnTo>
                      <a:lnTo>
                        <a:pt x="33" y="79"/>
                      </a:lnTo>
                      <a:lnTo>
                        <a:pt x="33" y="80"/>
                      </a:lnTo>
                      <a:lnTo>
                        <a:pt x="33" y="82"/>
                      </a:lnTo>
                      <a:lnTo>
                        <a:pt x="32" y="80"/>
                      </a:lnTo>
                      <a:lnTo>
                        <a:pt x="32" y="80"/>
                      </a:lnTo>
                      <a:lnTo>
                        <a:pt x="30" y="83"/>
                      </a:lnTo>
                      <a:lnTo>
                        <a:pt x="32" y="83"/>
                      </a:lnTo>
                      <a:lnTo>
                        <a:pt x="30" y="83"/>
                      </a:lnTo>
                      <a:lnTo>
                        <a:pt x="29" y="84"/>
                      </a:lnTo>
                      <a:lnTo>
                        <a:pt x="30" y="86"/>
                      </a:lnTo>
                      <a:lnTo>
                        <a:pt x="32" y="86"/>
                      </a:lnTo>
                      <a:lnTo>
                        <a:pt x="29" y="86"/>
                      </a:lnTo>
                      <a:lnTo>
                        <a:pt x="28" y="87"/>
                      </a:lnTo>
                      <a:lnTo>
                        <a:pt x="29" y="88"/>
                      </a:lnTo>
                      <a:lnTo>
                        <a:pt x="29" y="88"/>
                      </a:lnTo>
                      <a:lnTo>
                        <a:pt x="28" y="90"/>
                      </a:lnTo>
                      <a:lnTo>
                        <a:pt x="25" y="90"/>
                      </a:lnTo>
                      <a:lnTo>
                        <a:pt x="23" y="91"/>
                      </a:lnTo>
                      <a:lnTo>
                        <a:pt x="25" y="91"/>
                      </a:lnTo>
                      <a:lnTo>
                        <a:pt x="28" y="91"/>
                      </a:lnTo>
                      <a:lnTo>
                        <a:pt x="29" y="92"/>
                      </a:lnTo>
                      <a:lnTo>
                        <a:pt x="28" y="92"/>
                      </a:lnTo>
                      <a:lnTo>
                        <a:pt x="26" y="92"/>
                      </a:lnTo>
                      <a:lnTo>
                        <a:pt x="29" y="95"/>
                      </a:lnTo>
                      <a:lnTo>
                        <a:pt x="29" y="94"/>
                      </a:lnTo>
                      <a:lnTo>
                        <a:pt x="30" y="95"/>
                      </a:lnTo>
                      <a:lnTo>
                        <a:pt x="36" y="90"/>
                      </a:lnTo>
                      <a:lnTo>
                        <a:pt x="36" y="91"/>
                      </a:lnTo>
                      <a:lnTo>
                        <a:pt x="36" y="92"/>
                      </a:lnTo>
                      <a:lnTo>
                        <a:pt x="34" y="92"/>
                      </a:lnTo>
                      <a:lnTo>
                        <a:pt x="33" y="95"/>
                      </a:lnTo>
                      <a:lnTo>
                        <a:pt x="33" y="96"/>
                      </a:lnTo>
                      <a:lnTo>
                        <a:pt x="32" y="101"/>
                      </a:lnTo>
                      <a:lnTo>
                        <a:pt x="32" y="101"/>
                      </a:lnTo>
                      <a:lnTo>
                        <a:pt x="30" y="105"/>
                      </a:lnTo>
                      <a:lnTo>
                        <a:pt x="32" y="107"/>
                      </a:lnTo>
                      <a:lnTo>
                        <a:pt x="30" y="109"/>
                      </a:lnTo>
                      <a:lnTo>
                        <a:pt x="30" y="110"/>
                      </a:lnTo>
                      <a:lnTo>
                        <a:pt x="32" y="110"/>
                      </a:lnTo>
                      <a:lnTo>
                        <a:pt x="30" y="113"/>
                      </a:lnTo>
                      <a:lnTo>
                        <a:pt x="30" y="117"/>
                      </a:lnTo>
                      <a:lnTo>
                        <a:pt x="29" y="118"/>
                      </a:lnTo>
                      <a:lnTo>
                        <a:pt x="29" y="118"/>
                      </a:lnTo>
                      <a:lnTo>
                        <a:pt x="32" y="118"/>
                      </a:lnTo>
                      <a:lnTo>
                        <a:pt x="30" y="117"/>
                      </a:lnTo>
                      <a:lnTo>
                        <a:pt x="32" y="114"/>
                      </a:lnTo>
                      <a:lnTo>
                        <a:pt x="32" y="111"/>
                      </a:lnTo>
                      <a:lnTo>
                        <a:pt x="34" y="110"/>
                      </a:lnTo>
                      <a:lnTo>
                        <a:pt x="33" y="105"/>
                      </a:lnTo>
                      <a:lnTo>
                        <a:pt x="33" y="105"/>
                      </a:lnTo>
                      <a:lnTo>
                        <a:pt x="37" y="101"/>
                      </a:lnTo>
                      <a:lnTo>
                        <a:pt x="34" y="105"/>
                      </a:lnTo>
                      <a:lnTo>
                        <a:pt x="34" y="107"/>
                      </a:lnTo>
                      <a:lnTo>
                        <a:pt x="36" y="109"/>
                      </a:lnTo>
                      <a:lnTo>
                        <a:pt x="36" y="106"/>
                      </a:lnTo>
                      <a:lnTo>
                        <a:pt x="37" y="105"/>
                      </a:lnTo>
                      <a:lnTo>
                        <a:pt x="38" y="107"/>
                      </a:lnTo>
                      <a:lnTo>
                        <a:pt x="40" y="105"/>
                      </a:lnTo>
                      <a:lnTo>
                        <a:pt x="40" y="102"/>
                      </a:lnTo>
                      <a:lnTo>
                        <a:pt x="40" y="102"/>
                      </a:lnTo>
                      <a:lnTo>
                        <a:pt x="40" y="105"/>
                      </a:lnTo>
                      <a:lnTo>
                        <a:pt x="42" y="107"/>
                      </a:lnTo>
                      <a:lnTo>
                        <a:pt x="40" y="106"/>
                      </a:lnTo>
                      <a:lnTo>
                        <a:pt x="40" y="110"/>
                      </a:lnTo>
                      <a:lnTo>
                        <a:pt x="40" y="113"/>
                      </a:lnTo>
                      <a:lnTo>
                        <a:pt x="41" y="113"/>
                      </a:lnTo>
                      <a:lnTo>
                        <a:pt x="42" y="115"/>
                      </a:lnTo>
                      <a:lnTo>
                        <a:pt x="40" y="118"/>
                      </a:lnTo>
                      <a:lnTo>
                        <a:pt x="38" y="124"/>
                      </a:lnTo>
                      <a:lnTo>
                        <a:pt x="38" y="126"/>
                      </a:lnTo>
                      <a:lnTo>
                        <a:pt x="36" y="125"/>
                      </a:lnTo>
                      <a:lnTo>
                        <a:pt x="36" y="129"/>
                      </a:lnTo>
                      <a:lnTo>
                        <a:pt x="40" y="132"/>
                      </a:lnTo>
                      <a:lnTo>
                        <a:pt x="38" y="129"/>
                      </a:lnTo>
                      <a:lnTo>
                        <a:pt x="40" y="128"/>
                      </a:lnTo>
                      <a:lnTo>
                        <a:pt x="45" y="132"/>
                      </a:lnTo>
                      <a:lnTo>
                        <a:pt x="45" y="129"/>
                      </a:lnTo>
                      <a:lnTo>
                        <a:pt x="44" y="128"/>
                      </a:lnTo>
                      <a:lnTo>
                        <a:pt x="45" y="126"/>
                      </a:lnTo>
                      <a:lnTo>
                        <a:pt x="48" y="129"/>
                      </a:lnTo>
                      <a:lnTo>
                        <a:pt x="52" y="129"/>
                      </a:lnTo>
                      <a:lnTo>
                        <a:pt x="52" y="128"/>
                      </a:lnTo>
                      <a:lnTo>
                        <a:pt x="53" y="128"/>
                      </a:lnTo>
                      <a:lnTo>
                        <a:pt x="55" y="125"/>
                      </a:lnTo>
                      <a:lnTo>
                        <a:pt x="61" y="126"/>
                      </a:lnTo>
                      <a:lnTo>
                        <a:pt x="57" y="126"/>
                      </a:lnTo>
                      <a:lnTo>
                        <a:pt x="55" y="134"/>
                      </a:lnTo>
                      <a:lnTo>
                        <a:pt x="57" y="141"/>
                      </a:lnTo>
                      <a:lnTo>
                        <a:pt x="59" y="140"/>
                      </a:lnTo>
                      <a:lnTo>
                        <a:pt x="59" y="144"/>
                      </a:lnTo>
                      <a:lnTo>
                        <a:pt x="61" y="141"/>
                      </a:lnTo>
                      <a:lnTo>
                        <a:pt x="64" y="141"/>
                      </a:lnTo>
                      <a:lnTo>
                        <a:pt x="63" y="144"/>
                      </a:lnTo>
                      <a:lnTo>
                        <a:pt x="64" y="145"/>
                      </a:lnTo>
                      <a:lnTo>
                        <a:pt x="61" y="147"/>
                      </a:lnTo>
                      <a:lnTo>
                        <a:pt x="63" y="151"/>
                      </a:lnTo>
                      <a:lnTo>
                        <a:pt x="61" y="154"/>
                      </a:lnTo>
                      <a:lnTo>
                        <a:pt x="63" y="156"/>
                      </a:lnTo>
                      <a:lnTo>
                        <a:pt x="64" y="158"/>
                      </a:lnTo>
                      <a:lnTo>
                        <a:pt x="67" y="158"/>
                      </a:lnTo>
                      <a:lnTo>
                        <a:pt x="66" y="159"/>
                      </a:lnTo>
                      <a:lnTo>
                        <a:pt x="63" y="159"/>
                      </a:lnTo>
                      <a:lnTo>
                        <a:pt x="61" y="156"/>
                      </a:lnTo>
                      <a:lnTo>
                        <a:pt x="60" y="158"/>
                      </a:lnTo>
                      <a:lnTo>
                        <a:pt x="61" y="160"/>
                      </a:lnTo>
                      <a:lnTo>
                        <a:pt x="63" y="160"/>
                      </a:lnTo>
                      <a:lnTo>
                        <a:pt x="60" y="160"/>
                      </a:lnTo>
                      <a:lnTo>
                        <a:pt x="59" y="159"/>
                      </a:lnTo>
                      <a:lnTo>
                        <a:pt x="55" y="160"/>
                      </a:lnTo>
                      <a:lnTo>
                        <a:pt x="52" y="159"/>
                      </a:lnTo>
                      <a:lnTo>
                        <a:pt x="48" y="162"/>
                      </a:lnTo>
                      <a:lnTo>
                        <a:pt x="45" y="166"/>
                      </a:lnTo>
                      <a:lnTo>
                        <a:pt x="42" y="167"/>
                      </a:lnTo>
                      <a:lnTo>
                        <a:pt x="40" y="170"/>
                      </a:lnTo>
                      <a:lnTo>
                        <a:pt x="42" y="168"/>
                      </a:lnTo>
                      <a:lnTo>
                        <a:pt x="44" y="170"/>
                      </a:lnTo>
                      <a:lnTo>
                        <a:pt x="44" y="168"/>
                      </a:lnTo>
                      <a:lnTo>
                        <a:pt x="49" y="167"/>
                      </a:lnTo>
                      <a:lnTo>
                        <a:pt x="48" y="170"/>
                      </a:lnTo>
                      <a:lnTo>
                        <a:pt x="51" y="171"/>
                      </a:lnTo>
                      <a:lnTo>
                        <a:pt x="48" y="173"/>
                      </a:lnTo>
                      <a:lnTo>
                        <a:pt x="49" y="174"/>
                      </a:lnTo>
                      <a:lnTo>
                        <a:pt x="51" y="175"/>
                      </a:lnTo>
                      <a:lnTo>
                        <a:pt x="47" y="181"/>
                      </a:lnTo>
                      <a:lnTo>
                        <a:pt x="45" y="181"/>
                      </a:lnTo>
                      <a:lnTo>
                        <a:pt x="42" y="183"/>
                      </a:lnTo>
                      <a:lnTo>
                        <a:pt x="41" y="183"/>
                      </a:lnTo>
                      <a:lnTo>
                        <a:pt x="38" y="185"/>
                      </a:lnTo>
                      <a:lnTo>
                        <a:pt x="37" y="185"/>
                      </a:lnTo>
                      <a:lnTo>
                        <a:pt x="33" y="187"/>
                      </a:lnTo>
                      <a:lnTo>
                        <a:pt x="36" y="187"/>
                      </a:lnTo>
                      <a:lnTo>
                        <a:pt x="36" y="189"/>
                      </a:lnTo>
                      <a:lnTo>
                        <a:pt x="34" y="190"/>
                      </a:lnTo>
                      <a:lnTo>
                        <a:pt x="37" y="192"/>
                      </a:lnTo>
                      <a:lnTo>
                        <a:pt x="37" y="192"/>
                      </a:lnTo>
                      <a:lnTo>
                        <a:pt x="38" y="193"/>
                      </a:lnTo>
                      <a:lnTo>
                        <a:pt x="40" y="192"/>
                      </a:lnTo>
                      <a:lnTo>
                        <a:pt x="42" y="190"/>
                      </a:lnTo>
                      <a:lnTo>
                        <a:pt x="47" y="189"/>
                      </a:lnTo>
                      <a:lnTo>
                        <a:pt x="47" y="192"/>
                      </a:lnTo>
                      <a:lnTo>
                        <a:pt x="49" y="192"/>
                      </a:lnTo>
                      <a:lnTo>
                        <a:pt x="47" y="193"/>
                      </a:lnTo>
                      <a:lnTo>
                        <a:pt x="47" y="194"/>
                      </a:lnTo>
                      <a:lnTo>
                        <a:pt x="51" y="194"/>
                      </a:lnTo>
                      <a:lnTo>
                        <a:pt x="51" y="193"/>
                      </a:lnTo>
                      <a:lnTo>
                        <a:pt x="52" y="193"/>
                      </a:lnTo>
                      <a:lnTo>
                        <a:pt x="55" y="194"/>
                      </a:lnTo>
                      <a:lnTo>
                        <a:pt x="56" y="197"/>
                      </a:lnTo>
                      <a:lnTo>
                        <a:pt x="61" y="197"/>
                      </a:lnTo>
                      <a:lnTo>
                        <a:pt x="61" y="196"/>
                      </a:lnTo>
                      <a:lnTo>
                        <a:pt x="64" y="194"/>
                      </a:lnTo>
                      <a:lnTo>
                        <a:pt x="67" y="193"/>
                      </a:lnTo>
                      <a:lnTo>
                        <a:pt x="68" y="192"/>
                      </a:lnTo>
                      <a:lnTo>
                        <a:pt x="71" y="190"/>
                      </a:lnTo>
                      <a:lnTo>
                        <a:pt x="67" y="194"/>
                      </a:lnTo>
                      <a:lnTo>
                        <a:pt x="64" y="197"/>
                      </a:lnTo>
                      <a:lnTo>
                        <a:pt x="64" y="201"/>
                      </a:lnTo>
                      <a:lnTo>
                        <a:pt x="61" y="201"/>
                      </a:lnTo>
                      <a:lnTo>
                        <a:pt x="60" y="202"/>
                      </a:lnTo>
                      <a:lnTo>
                        <a:pt x="57" y="201"/>
                      </a:lnTo>
                      <a:lnTo>
                        <a:pt x="52" y="200"/>
                      </a:lnTo>
                      <a:lnTo>
                        <a:pt x="48" y="201"/>
                      </a:lnTo>
                      <a:lnTo>
                        <a:pt x="48" y="204"/>
                      </a:lnTo>
                      <a:lnTo>
                        <a:pt x="45" y="205"/>
                      </a:lnTo>
                      <a:lnTo>
                        <a:pt x="44" y="205"/>
                      </a:lnTo>
                      <a:lnTo>
                        <a:pt x="42" y="211"/>
                      </a:lnTo>
                      <a:lnTo>
                        <a:pt x="41" y="212"/>
                      </a:lnTo>
                      <a:lnTo>
                        <a:pt x="40" y="213"/>
                      </a:lnTo>
                      <a:lnTo>
                        <a:pt x="37" y="215"/>
                      </a:lnTo>
                      <a:lnTo>
                        <a:pt x="37" y="217"/>
                      </a:lnTo>
                      <a:lnTo>
                        <a:pt x="36" y="217"/>
                      </a:lnTo>
                      <a:lnTo>
                        <a:pt x="34" y="219"/>
                      </a:lnTo>
                      <a:lnTo>
                        <a:pt x="32" y="220"/>
                      </a:lnTo>
                      <a:lnTo>
                        <a:pt x="30" y="220"/>
                      </a:lnTo>
                      <a:lnTo>
                        <a:pt x="28" y="221"/>
                      </a:lnTo>
                      <a:lnTo>
                        <a:pt x="28" y="224"/>
                      </a:lnTo>
                      <a:lnTo>
                        <a:pt x="30" y="224"/>
                      </a:lnTo>
                      <a:lnTo>
                        <a:pt x="30" y="223"/>
                      </a:lnTo>
                      <a:lnTo>
                        <a:pt x="33" y="223"/>
                      </a:lnTo>
                      <a:lnTo>
                        <a:pt x="34" y="22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5" name="Freeform 819"/>
                <p:cNvSpPr>
                  <a:spLocks noEditPoints="1"/>
                </p:cNvSpPr>
                <p:nvPr/>
              </p:nvSpPr>
              <p:spPr bwMode="auto">
                <a:xfrm>
                  <a:off x="5084763" y="3243263"/>
                  <a:ext cx="293688" cy="273050"/>
                </a:xfrm>
                <a:custGeom>
                  <a:avLst/>
                  <a:gdLst/>
                  <a:ahLst/>
                  <a:cxnLst>
                    <a:cxn ang="0">
                      <a:pos x="145" y="85"/>
                    </a:cxn>
                    <a:cxn ang="0">
                      <a:pos x="133" y="90"/>
                    </a:cxn>
                    <a:cxn ang="0">
                      <a:pos x="137" y="81"/>
                    </a:cxn>
                    <a:cxn ang="0">
                      <a:pos x="148" y="66"/>
                    </a:cxn>
                    <a:cxn ang="0">
                      <a:pos x="154" y="64"/>
                    </a:cxn>
                    <a:cxn ang="0">
                      <a:pos x="155" y="49"/>
                    </a:cxn>
                    <a:cxn ang="0">
                      <a:pos x="159" y="36"/>
                    </a:cxn>
                    <a:cxn ang="0">
                      <a:pos x="147" y="34"/>
                    </a:cxn>
                    <a:cxn ang="0">
                      <a:pos x="137" y="30"/>
                    </a:cxn>
                    <a:cxn ang="0">
                      <a:pos x="125" y="26"/>
                    </a:cxn>
                    <a:cxn ang="0">
                      <a:pos x="114" y="19"/>
                    </a:cxn>
                    <a:cxn ang="0">
                      <a:pos x="106" y="13"/>
                    </a:cxn>
                    <a:cxn ang="0">
                      <a:pos x="97" y="2"/>
                    </a:cxn>
                    <a:cxn ang="0">
                      <a:pos x="83" y="5"/>
                    </a:cxn>
                    <a:cxn ang="0">
                      <a:pos x="79" y="21"/>
                    </a:cxn>
                    <a:cxn ang="0">
                      <a:pos x="63" y="26"/>
                    </a:cxn>
                    <a:cxn ang="0">
                      <a:pos x="53" y="32"/>
                    </a:cxn>
                    <a:cxn ang="0">
                      <a:pos x="46" y="26"/>
                    </a:cxn>
                    <a:cxn ang="0">
                      <a:pos x="38" y="29"/>
                    </a:cxn>
                    <a:cxn ang="0">
                      <a:pos x="41" y="40"/>
                    </a:cxn>
                    <a:cxn ang="0">
                      <a:pos x="34" y="44"/>
                    </a:cxn>
                    <a:cxn ang="0">
                      <a:pos x="20" y="40"/>
                    </a:cxn>
                    <a:cxn ang="0">
                      <a:pos x="11" y="44"/>
                    </a:cxn>
                    <a:cxn ang="0">
                      <a:pos x="1" y="49"/>
                    </a:cxn>
                    <a:cxn ang="0">
                      <a:pos x="1" y="51"/>
                    </a:cxn>
                    <a:cxn ang="0">
                      <a:pos x="4" y="55"/>
                    </a:cxn>
                    <a:cxn ang="0">
                      <a:pos x="6" y="60"/>
                    </a:cxn>
                    <a:cxn ang="0">
                      <a:pos x="18" y="63"/>
                    </a:cxn>
                    <a:cxn ang="0">
                      <a:pos x="26" y="64"/>
                    </a:cxn>
                    <a:cxn ang="0">
                      <a:pos x="30" y="70"/>
                    </a:cxn>
                    <a:cxn ang="0">
                      <a:pos x="37" y="70"/>
                    </a:cxn>
                    <a:cxn ang="0">
                      <a:pos x="34" y="78"/>
                    </a:cxn>
                    <a:cxn ang="0">
                      <a:pos x="46" y="87"/>
                    </a:cxn>
                    <a:cxn ang="0">
                      <a:pos x="46" y="97"/>
                    </a:cxn>
                    <a:cxn ang="0">
                      <a:pos x="50" y="102"/>
                    </a:cxn>
                    <a:cxn ang="0">
                      <a:pos x="48" y="116"/>
                    </a:cxn>
                    <a:cxn ang="0">
                      <a:pos x="42" y="138"/>
                    </a:cxn>
                    <a:cxn ang="0">
                      <a:pos x="48" y="144"/>
                    </a:cxn>
                    <a:cxn ang="0">
                      <a:pos x="67" y="151"/>
                    </a:cxn>
                    <a:cxn ang="0">
                      <a:pos x="83" y="150"/>
                    </a:cxn>
                    <a:cxn ang="0">
                      <a:pos x="101" y="154"/>
                    </a:cxn>
                    <a:cxn ang="0">
                      <a:pos x="109" y="135"/>
                    </a:cxn>
                    <a:cxn ang="0">
                      <a:pos x="121" y="138"/>
                    </a:cxn>
                    <a:cxn ang="0">
                      <a:pos x="143" y="143"/>
                    </a:cxn>
                    <a:cxn ang="0">
                      <a:pos x="156" y="131"/>
                    </a:cxn>
                    <a:cxn ang="0">
                      <a:pos x="148" y="112"/>
                    </a:cxn>
                    <a:cxn ang="0">
                      <a:pos x="148" y="98"/>
                    </a:cxn>
                    <a:cxn ang="0">
                      <a:pos x="179" y="172"/>
                    </a:cxn>
                    <a:cxn ang="0">
                      <a:pos x="175" y="166"/>
                    </a:cxn>
                    <a:cxn ang="0">
                      <a:pos x="173" y="161"/>
                    </a:cxn>
                    <a:cxn ang="0">
                      <a:pos x="173" y="155"/>
                    </a:cxn>
                    <a:cxn ang="0">
                      <a:pos x="181" y="150"/>
                    </a:cxn>
                    <a:cxn ang="0">
                      <a:pos x="184" y="143"/>
                    </a:cxn>
                    <a:cxn ang="0">
                      <a:pos x="184" y="166"/>
                    </a:cxn>
                  </a:cxnLst>
                  <a:rect l="0" t="0" r="r" b="b"/>
                  <a:pathLst>
                    <a:path w="185" h="172">
                      <a:moveTo>
                        <a:pt x="150" y="94"/>
                      </a:moveTo>
                      <a:lnTo>
                        <a:pt x="150" y="91"/>
                      </a:lnTo>
                      <a:lnTo>
                        <a:pt x="147" y="90"/>
                      </a:lnTo>
                      <a:lnTo>
                        <a:pt x="147" y="87"/>
                      </a:lnTo>
                      <a:lnTo>
                        <a:pt x="145" y="85"/>
                      </a:lnTo>
                      <a:lnTo>
                        <a:pt x="140" y="83"/>
                      </a:lnTo>
                      <a:lnTo>
                        <a:pt x="139" y="86"/>
                      </a:lnTo>
                      <a:lnTo>
                        <a:pt x="140" y="89"/>
                      </a:lnTo>
                      <a:lnTo>
                        <a:pt x="136" y="90"/>
                      </a:lnTo>
                      <a:lnTo>
                        <a:pt x="133" y="90"/>
                      </a:lnTo>
                      <a:lnTo>
                        <a:pt x="133" y="87"/>
                      </a:lnTo>
                      <a:lnTo>
                        <a:pt x="135" y="87"/>
                      </a:lnTo>
                      <a:lnTo>
                        <a:pt x="136" y="87"/>
                      </a:lnTo>
                      <a:lnTo>
                        <a:pt x="136" y="85"/>
                      </a:lnTo>
                      <a:lnTo>
                        <a:pt x="137" y="81"/>
                      </a:lnTo>
                      <a:lnTo>
                        <a:pt x="141" y="74"/>
                      </a:lnTo>
                      <a:lnTo>
                        <a:pt x="143" y="74"/>
                      </a:lnTo>
                      <a:lnTo>
                        <a:pt x="145" y="70"/>
                      </a:lnTo>
                      <a:lnTo>
                        <a:pt x="148" y="68"/>
                      </a:lnTo>
                      <a:lnTo>
                        <a:pt x="148" y="66"/>
                      </a:lnTo>
                      <a:lnTo>
                        <a:pt x="144" y="64"/>
                      </a:lnTo>
                      <a:lnTo>
                        <a:pt x="147" y="63"/>
                      </a:lnTo>
                      <a:lnTo>
                        <a:pt x="150" y="62"/>
                      </a:lnTo>
                      <a:lnTo>
                        <a:pt x="151" y="64"/>
                      </a:lnTo>
                      <a:lnTo>
                        <a:pt x="154" y="64"/>
                      </a:lnTo>
                      <a:lnTo>
                        <a:pt x="158" y="63"/>
                      </a:lnTo>
                      <a:lnTo>
                        <a:pt x="156" y="60"/>
                      </a:lnTo>
                      <a:lnTo>
                        <a:pt x="154" y="59"/>
                      </a:lnTo>
                      <a:lnTo>
                        <a:pt x="154" y="55"/>
                      </a:lnTo>
                      <a:lnTo>
                        <a:pt x="155" y="49"/>
                      </a:lnTo>
                      <a:lnTo>
                        <a:pt x="158" y="48"/>
                      </a:lnTo>
                      <a:lnTo>
                        <a:pt x="158" y="45"/>
                      </a:lnTo>
                      <a:lnTo>
                        <a:pt x="159" y="41"/>
                      </a:lnTo>
                      <a:lnTo>
                        <a:pt x="162" y="38"/>
                      </a:lnTo>
                      <a:lnTo>
                        <a:pt x="159" y="36"/>
                      </a:lnTo>
                      <a:lnTo>
                        <a:pt x="156" y="36"/>
                      </a:lnTo>
                      <a:lnTo>
                        <a:pt x="154" y="34"/>
                      </a:lnTo>
                      <a:lnTo>
                        <a:pt x="151" y="36"/>
                      </a:lnTo>
                      <a:lnTo>
                        <a:pt x="148" y="34"/>
                      </a:lnTo>
                      <a:lnTo>
                        <a:pt x="147" y="34"/>
                      </a:lnTo>
                      <a:lnTo>
                        <a:pt x="144" y="36"/>
                      </a:lnTo>
                      <a:lnTo>
                        <a:pt x="141" y="33"/>
                      </a:lnTo>
                      <a:lnTo>
                        <a:pt x="141" y="32"/>
                      </a:lnTo>
                      <a:lnTo>
                        <a:pt x="139" y="30"/>
                      </a:lnTo>
                      <a:lnTo>
                        <a:pt x="137" y="30"/>
                      </a:lnTo>
                      <a:lnTo>
                        <a:pt x="133" y="29"/>
                      </a:lnTo>
                      <a:lnTo>
                        <a:pt x="132" y="26"/>
                      </a:lnTo>
                      <a:lnTo>
                        <a:pt x="129" y="26"/>
                      </a:lnTo>
                      <a:lnTo>
                        <a:pt x="128" y="28"/>
                      </a:lnTo>
                      <a:lnTo>
                        <a:pt x="125" y="26"/>
                      </a:lnTo>
                      <a:lnTo>
                        <a:pt x="122" y="26"/>
                      </a:lnTo>
                      <a:lnTo>
                        <a:pt x="120" y="22"/>
                      </a:lnTo>
                      <a:lnTo>
                        <a:pt x="117" y="21"/>
                      </a:lnTo>
                      <a:lnTo>
                        <a:pt x="117" y="19"/>
                      </a:lnTo>
                      <a:lnTo>
                        <a:pt x="114" y="19"/>
                      </a:lnTo>
                      <a:lnTo>
                        <a:pt x="113" y="21"/>
                      </a:lnTo>
                      <a:lnTo>
                        <a:pt x="110" y="19"/>
                      </a:lnTo>
                      <a:lnTo>
                        <a:pt x="110" y="15"/>
                      </a:lnTo>
                      <a:lnTo>
                        <a:pt x="107" y="14"/>
                      </a:lnTo>
                      <a:lnTo>
                        <a:pt x="106" y="13"/>
                      </a:lnTo>
                      <a:lnTo>
                        <a:pt x="105" y="13"/>
                      </a:lnTo>
                      <a:lnTo>
                        <a:pt x="101" y="10"/>
                      </a:lnTo>
                      <a:lnTo>
                        <a:pt x="99" y="7"/>
                      </a:lnTo>
                      <a:lnTo>
                        <a:pt x="97" y="6"/>
                      </a:lnTo>
                      <a:lnTo>
                        <a:pt x="97" y="2"/>
                      </a:lnTo>
                      <a:lnTo>
                        <a:pt x="94" y="0"/>
                      </a:lnTo>
                      <a:lnTo>
                        <a:pt x="94" y="0"/>
                      </a:lnTo>
                      <a:lnTo>
                        <a:pt x="88" y="3"/>
                      </a:lnTo>
                      <a:lnTo>
                        <a:pt x="87" y="2"/>
                      </a:lnTo>
                      <a:lnTo>
                        <a:pt x="83" y="5"/>
                      </a:lnTo>
                      <a:lnTo>
                        <a:pt x="83" y="7"/>
                      </a:lnTo>
                      <a:lnTo>
                        <a:pt x="83" y="10"/>
                      </a:lnTo>
                      <a:lnTo>
                        <a:pt x="83" y="15"/>
                      </a:lnTo>
                      <a:lnTo>
                        <a:pt x="79" y="19"/>
                      </a:lnTo>
                      <a:lnTo>
                        <a:pt x="79" y="21"/>
                      </a:lnTo>
                      <a:lnTo>
                        <a:pt x="73" y="22"/>
                      </a:lnTo>
                      <a:lnTo>
                        <a:pt x="72" y="22"/>
                      </a:lnTo>
                      <a:lnTo>
                        <a:pt x="69" y="22"/>
                      </a:lnTo>
                      <a:lnTo>
                        <a:pt x="64" y="25"/>
                      </a:lnTo>
                      <a:lnTo>
                        <a:pt x="63" y="26"/>
                      </a:lnTo>
                      <a:lnTo>
                        <a:pt x="63" y="29"/>
                      </a:lnTo>
                      <a:lnTo>
                        <a:pt x="65" y="29"/>
                      </a:lnTo>
                      <a:lnTo>
                        <a:pt x="63" y="32"/>
                      </a:lnTo>
                      <a:lnTo>
                        <a:pt x="59" y="33"/>
                      </a:lnTo>
                      <a:lnTo>
                        <a:pt x="53" y="32"/>
                      </a:lnTo>
                      <a:lnTo>
                        <a:pt x="50" y="30"/>
                      </a:lnTo>
                      <a:lnTo>
                        <a:pt x="48" y="32"/>
                      </a:lnTo>
                      <a:lnTo>
                        <a:pt x="48" y="30"/>
                      </a:lnTo>
                      <a:lnTo>
                        <a:pt x="45" y="29"/>
                      </a:lnTo>
                      <a:lnTo>
                        <a:pt x="46" y="26"/>
                      </a:lnTo>
                      <a:lnTo>
                        <a:pt x="44" y="25"/>
                      </a:lnTo>
                      <a:lnTo>
                        <a:pt x="42" y="26"/>
                      </a:lnTo>
                      <a:lnTo>
                        <a:pt x="38" y="26"/>
                      </a:lnTo>
                      <a:lnTo>
                        <a:pt x="37" y="25"/>
                      </a:lnTo>
                      <a:lnTo>
                        <a:pt x="38" y="29"/>
                      </a:lnTo>
                      <a:lnTo>
                        <a:pt x="37" y="30"/>
                      </a:lnTo>
                      <a:lnTo>
                        <a:pt x="42" y="34"/>
                      </a:lnTo>
                      <a:lnTo>
                        <a:pt x="41" y="36"/>
                      </a:lnTo>
                      <a:lnTo>
                        <a:pt x="42" y="38"/>
                      </a:lnTo>
                      <a:lnTo>
                        <a:pt x="41" y="40"/>
                      </a:lnTo>
                      <a:lnTo>
                        <a:pt x="42" y="43"/>
                      </a:lnTo>
                      <a:lnTo>
                        <a:pt x="44" y="44"/>
                      </a:lnTo>
                      <a:lnTo>
                        <a:pt x="38" y="44"/>
                      </a:lnTo>
                      <a:lnTo>
                        <a:pt x="35" y="44"/>
                      </a:lnTo>
                      <a:lnTo>
                        <a:pt x="34" y="44"/>
                      </a:lnTo>
                      <a:lnTo>
                        <a:pt x="31" y="45"/>
                      </a:lnTo>
                      <a:lnTo>
                        <a:pt x="30" y="44"/>
                      </a:lnTo>
                      <a:lnTo>
                        <a:pt x="27" y="47"/>
                      </a:lnTo>
                      <a:lnTo>
                        <a:pt x="23" y="41"/>
                      </a:lnTo>
                      <a:lnTo>
                        <a:pt x="20" y="40"/>
                      </a:lnTo>
                      <a:lnTo>
                        <a:pt x="18" y="41"/>
                      </a:lnTo>
                      <a:lnTo>
                        <a:pt x="15" y="44"/>
                      </a:lnTo>
                      <a:lnTo>
                        <a:pt x="14" y="43"/>
                      </a:lnTo>
                      <a:lnTo>
                        <a:pt x="12" y="44"/>
                      </a:lnTo>
                      <a:lnTo>
                        <a:pt x="11" y="44"/>
                      </a:lnTo>
                      <a:lnTo>
                        <a:pt x="8" y="44"/>
                      </a:lnTo>
                      <a:lnTo>
                        <a:pt x="6" y="45"/>
                      </a:lnTo>
                      <a:lnTo>
                        <a:pt x="1" y="45"/>
                      </a:lnTo>
                      <a:lnTo>
                        <a:pt x="0" y="48"/>
                      </a:lnTo>
                      <a:lnTo>
                        <a:pt x="1" y="49"/>
                      </a:lnTo>
                      <a:lnTo>
                        <a:pt x="3" y="49"/>
                      </a:lnTo>
                      <a:lnTo>
                        <a:pt x="6" y="49"/>
                      </a:lnTo>
                      <a:lnTo>
                        <a:pt x="7" y="51"/>
                      </a:lnTo>
                      <a:lnTo>
                        <a:pt x="4" y="51"/>
                      </a:lnTo>
                      <a:lnTo>
                        <a:pt x="1" y="51"/>
                      </a:lnTo>
                      <a:lnTo>
                        <a:pt x="3" y="53"/>
                      </a:lnTo>
                      <a:lnTo>
                        <a:pt x="4" y="51"/>
                      </a:lnTo>
                      <a:lnTo>
                        <a:pt x="6" y="52"/>
                      </a:lnTo>
                      <a:lnTo>
                        <a:pt x="6" y="53"/>
                      </a:lnTo>
                      <a:lnTo>
                        <a:pt x="4" y="55"/>
                      </a:lnTo>
                      <a:lnTo>
                        <a:pt x="1" y="55"/>
                      </a:lnTo>
                      <a:lnTo>
                        <a:pt x="1" y="56"/>
                      </a:lnTo>
                      <a:lnTo>
                        <a:pt x="4" y="56"/>
                      </a:lnTo>
                      <a:lnTo>
                        <a:pt x="6" y="59"/>
                      </a:lnTo>
                      <a:lnTo>
                        <a:pt x="6" y="60"/>
                      </a:lnTo>
                      <a:lnTo>
                        <a:pt x="8" y="59"/>
                      </a:lnTo>
                      <a:lnTo>
                        <a:pt x="10" y="59"/>
                      </a:lnTo>
                      <a:lnTo>
                        <a:pt x="12" y="59"/>
                      </a:lnTo>
                      <a:lnTo>
                        <a:pt x="16" y="60"/>
                      </a:lnTo>
                      <a:lnTo>
                        <a:pt x="18" y="63"/>
                      </a:lnTo>
                      <a:lnTo>
                        <a:pt x="19" y="63"/>
                      </a:lnTo>
                      <a:lnTo>
                        <a:pt x="22" y="64"/>
                      </a:lnTo>
                      <a:lnTo>
                        <a:pt x="25" y="63"/>
                      </a:lnTo>
                      <a:lnTo>
                        <a:pt x="26" y="63"/>
                      </a:lnTo>
                      <a:lnTo>
                        <a:pt x="26" y="64"/>
                      </a:lnTo>
                      <a:lnTo>
                        <a:pt x="26" y="66"/>
                      </a:lnTo>
                      <a:lnTo>
                        <a:pt x="29" y="64"/>
                      </a:lnTo>
                      <a:lnTo>
                        <a:pt x="30" y="66"/>
                      </a:lnTo>
                      <a:lnTo>
                        <a:pt x="29" y="68"/>
                      </a:lnTo>
                      <a:lnTo>
                        <a:pt x="30" y="70"/>
                      </a:lnTo>
                      <a:lnTo>
                        <a:pt x="31" y="70"/>
                      </a:lnTo>
                      <a:lnTo>
                        <a:pt x="34" y="68"/>
                      </a:lnTo>
                      <a:lnTo>
                        <a:pt x="38" y="68"/>
                      </a:lnTo>
                      <a:lnTo>
                        <a:pt x="39" y="71"/>
                      </a:lnTo>
                      <a:lnTo>
                        <a:pt x="37" y="70"/>
                      </a:lnTo>
                      <a:lnTo>
                        <a:pt x="34" y="70"/>
                      </a:lnTo>
                      <a:lnTo>
                        <a:pt x="33" y="72"/>
                      </a:lnTo>
                      <a:lnTo>
                        <a:pt x="34" y="72"/>
                      </a:lnTo>
                      <a:lnTo>
                        <a:pt x="35" y="75"/>
                      </a:lnTo>
                      <a:lnTo>
                        <a:pt x="34" y="78"/>
                      </a:lnTo>
                      <a:lnTo>
                        <a:pt x="34" y="81"/>
                      </a:lnTo>
                      <a:lnTo>
                        <a:pt x="37" y="81"/>
                      </a:lnTo>
                      <a:lnTo>
                        <a:pt x="39" y="85"/>
                      </a:lnTo>
                      <a:lnTo>
                        <a:pt x="44" y="85"/>
                      </a:lnTo>
                      <a:lnTo>
                        <a:pt x="46" y="87"/>
                      </a:lnTo>
                      <a:lnTo>
                        <a:pt x="46" y="90"/>
                      </a:lnTo>
                      <a:lnTo>
                        <a:pt x="48" y="91"/>
                      </a:lnTo>
                      <a:lnTo>
                        <a:pt x="46" y="94"/>
                      </a:lnTo>
                      <a:lnTo>
                        <a:pt x="46" y="94"/>
                      </a:lnTo>
                      <a:lnTo>
                        <a:pt x="46" y="97"/>
                      </a:lnTo>
                      <a:lnTo>
                        <a:pt x="48" y="98"/>
                      </a:lnTo>
                      <a:lnTo>
                        <a:pt x="52" y="101"/>
                      </a:lnTo>
                      <a:lnTo>
                        <a:pt x="56" y="109"/>
                      </a:lnTo>
                      <a:lnTo>
                        <a:pt x="52" y="105"/>
                      </a:lnTo>
                      <a:lnTo>
                        <a:pt x="50" y="102"/>
                      </a:lnTo>
                      <a:lnTo>
                        <a:pt x="48" y="101"/>
                      </a:lnTo>
                      <a:lnTo>
                        <a:pt x="46" y="102"/>
                      </a:lnTo>
                      <a:lnTo>
                        <a:pt x="45" y="109"/>
                      </a:lnTo>
                      <a:lnTo>
                        <a:pt x="45" y="115"/>
                      </a:lnTo>
                      <a:lnTo>
                        <a:pt x="48" y="116"/>
                      </a:lnTo>
                      <a:lnTo>
                        <a:pt x="46" y="117"/>
                      </a:lnTo>
                      <a:lnTo>
                        <a:pt x="45" y="127"/>
                      </a:lnTo>
                      <a:lnTo>
                        <a:pt x="42" y="135"/>
                      </a:lnTo>
                      <a:lnTo>
                        <a:pt x="39" y="136"/>
                      </a:lnTo>
                      <a:lnTo>
                        <a:pt x="42" y="138"/>
                      </a:lnTo>
                      <a:lnTo>
                        <a:pt x="42" y="139"/>
                      </a:lnTo>
                      <a:lnTo>
                        <a:pt x="44" y="139"/>
                      </a:lnTo>
                      <a:lnTo>
                        <a:pt x="44" y="142"/>
                      </a:lnTo>
                      <a:lnTo>
                        <a:pt x="44" y="144"/>
                      </a:lnTo>
                      <a:lnTo>
                        <a:pt x="48" y="144"/>
                      </a:lnTo>
                      <a:lnTo>
                        <a:pt x="53" y="146"/>
                      </a:lnTo>
                      <a:lnTo>
                        <a:pt x="56" y="149"/>
                      </a:lnTo>
                      <a:lnTo>
                        <a:pt x="60" y="147"/>
                      </a:lnTo>
                      <a:lnTo>
                        <a:pt x="63" y="151"/>
                      </a:lnTo>
                      <a:lnTo>
                        <a:pt x="67" y="151"/>
                      </a:lnTo>
                      <a:lnTo>
                        <a:pt x="68" y="153"/>
                      </a:lnTo>
                      <a:lnTo>
                        <a:pt x="71" y="150"/>
                      </a:lnTo>
                      <a:lnTo>
                        <a:pt x="78" y="149"/>
                      </a:lnTo>
                      <a:lnTo>
                        <a:pt x="80" y="150"/>
                      </a:lnTo>
                      <a:lnTo>
                        <a:pt x="83" y="150"/>
                      </a:lnTo>
                      <a:lnTo>
                        <a:pt x="87" y="153"/>
                      </a:lnTo>
                      <a:lnTo>
                        <a:pt x="94" y="151"/>
                      </a:lnTo>
                      <a:lnTo>
                        <a:pt x="99" y="154"/>
                      </a:lnTo>
                      <a:lnTo>
                        <a:pt x="101" y="155"/>
                      </a:lnTo>
                      <a:lnTo>
                        <a:pt x="101" y="154"/>
                      </a:lnTo>
                      <a:lnTo>
                        <a:pt x="99" y="150"/>
                      </a:lnTo>
                      <a:lnTo>
                        <a:pt x="101" y="144"/>
                      </a:lnTo>
                      <a:lnTo>
                        <a:pt x="101" y="143"/>
                      </a:lnTo>
                      <a:lnTo>
                        <a:pt x="105" y="139"/>
                      </a:lnTo>
                      <a:lnTo>
                        <a:pt x="109" y="135"/>
                      </a:lnTo>
                      <a:lnTo>
                        <a:pt x="110" y="134"/>
                      </a:lnTo>
                      <a:lnTo>
                        <a:pt x="113" y="135"/>
                      </a:lnTo>
                      <a:lnTo>
                        <a:pt x="116" y="136"/>
                      </a:lnTo>
                      <a:lnTo>
                        <a:pt x="120" y="138"/>
                      </a:lnTo>
                      <a:lnTo>
                        <a:pt x="121" y="138"/>
                      </a:lnTo>
                      <a:lnTo>
                        <a:pt x="124" y="136"/>
                      </a:lnTo>
                      <a:lnTo>
                        <a:pt x="125" y="136"/>
                      </a:lnTo>
                      <a:lnTo>
                        <a:pt x="135" y="142"/>
                      </a:lnTo>
                      <a:lnTo>
                        <a:pt x="136" y="143"/>
                      </a:lnTo>
                      <a:lnTo>
                        <a:pt x="143" y="143"/>
                      </a:lnTo>
                      <a:lnTo>
                        <a:pt x="145" y="142"/>
                      </a:lnTo>
                      <a:lnTo>
                        <a:pt x="145" y="140"/>
                      </a:lnTo>
                      <a:lnTo>
                        <a:pt x="147" y="136"/>
                      </a:lnTo>
                      <a:lnTo>
                        <a:pt x="156" y="131"/>
                      </a:lnTo>
                      <a:lnTo>
                        <a:pt x="156" y="131"/>
                      </a:lnTo>
                      <a:lnTo>
                        <a:pt x="156" y="127"/>
                      </a:lnTo>
                      <a:lnTo>
                        <a:pt x="158" y="123"/>
                      </a:lnTo>
                      <a:lnTo>
                        <a:pt x="154" y="123"/>
                      </a:lnTo>
                      <a:lnTo>
                        <a:pt x="150" y="120"/>
                      </a:lnTo>
                      <a:lnTo>
                        <a:pt x="148" y="112"/>
                      </a:lnTo>
                      <a:lnTo>
                        <a:pt x="145" y="109"/>
                      </a:lnTo>
                      <a:lnTo>
                        <a:pt x="147" y="106"/>
                      </a:lnTo>
                      <a:lnTo>
                        <a:pt x="150" y="106"/>
                      </a:lnTo>
                      <a:lnTo>
                        <a:pt x="151" y="101"/>
                      </a:lnTo>
                      <a:lnTo>
                        <a:pt x="148" y="98"/>
                      </a:lnTo>
                      <a:lnTo>
                        <a:pt x="148" y="96"/>
                      </a:lnTo>
                      <a:lnTo>
                        <a:pt x="150" y="94"/>
                      </a:lnTo>
                      <a:lnTo>
                        <a:pt x="150" y="94"/>
                      </a:lnTo>
                      <a:lnTo>
                        <a:pt x="150" y="94"/>
                      </a:lnTo>
                      <a:close/>
                      <a:moveTo>
                        <a:pt x="179" y="172"/>
                      </a:moveTo>
                      <a:lnTo>
                        <a:pt x="175" y="170"/>
                      </a:lnTo>
                      <a:lnTo>
                        <a:pt x="174" y="169"/>
                      </a:lnTo>
                      <a:lnTo>
                        <a:pt x="175" y="168"/>
                      </a:lnTo>
                      <a:lnTo>
                        <a:pt x="177" y="168"/>
                      </a:lnTo>
                      <a:lnTo>
                        <a:pt x="175" y="166"/>
                      </a:lnTo>
                      <a:lnTo>
                        <a:pt x="174" y="166"/>
                      </a:lnTo>
                      <a:lnTo>
                        <a:pt x="174" y="165"/>
                      </a:lnTo>
                      <a:lnTo>
                        <a:pt x="173" y="163"/>
                      </a:lnTo>
                      <a:lnTo>
                        <a:pt x="171" y="162"/>
                      </a:lnTo>
                      <a:lnTo>
                        <a:pt x="173" y="161"/>
                      </a:lnTo>
                      <a:lnTo>
                        <a:pt x="173" y="161"/>
                      </a:lnTo>
                      <a:lnTo>
                        <a:pt x="171" y="159"/>
                      </a:lnTo>
                      <a:lnTo>
                        <a:pt x="170" y="157"/>
                      </a:lnTo>
                      <a:lnTo>
                        <a:pt x="171" y="157"/>
                      </a:lnTo>
                      <a:lnTo>
                        <a:pt x="173" y="155"/>
                      </a:lnTo>
                      <a:lnTo>
                        <a:pt x="171" y="154"/>
                      </a:lnTo>
                      <a:lnTo>
                        <a:pt x="173" y="151"/>
                      </a:lnTo>
                      <a:lnTo>
                        <a:pt x="177" y="150"/>
                      </a:lnTo>
                      <a:lnTo>
                        <a:pt x="178" y="147"/>
                      </a:lnTo>
                      <a:lnTo>
                        <a:pt x="181" y="150"/>
                      </a:lnTo>
                      <a:lnTo>
                        <a:pt x="182" y="150"/>
                      </a:lnTo>
                      <a:lnTo>
                        <a:pt x="182" y="147"/>
                      </a:lnTo>
                      <a:lnTo>
                        <a:pt x="181" y="144"/>
                      </a:lnTo>
                      <a:lnTo>
                        <a:pt x="182" y="143"/>
                      </a:lnTo>
                      <a:lnTo>
                        <a:pt x="184" y="143"/>
                      </a:lnTo>
                      <a:lnTo>
                        <a:pt x="184" y="147"/>
                      </a:lnTo>
                      <a:lnTo>
                        <a:pt x="184" y="150"/>
                      </a:lnTo>
                      <a:lnTo>
                        <a:pt x="185" y="157"/>
                      </a:lnTo>
                      <a:lnTo>
                        <a:pt x="184" y="162"/>
                      </a:lnTo>
                      <a:lnTo>
                        <a:pt x="184" y="166"/>
                      </a:lnTo>
                      <a:lnTo>
                        <a:pt x="182" y="170"/>
                      </a:lnTo>
                      <a:lnTo>
                        <a:pt x="179" y="17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6" name="Freeform 821"/>
                <p:cNvSpPr>
                  <a:spLocks noEditPoints="1"/>
                </p:cNvSpPr>
                <p:nvPr/>
              </p:nvSpPr>
              <p:spPr bwMode="auto">
                <a:xfrm>
                  <a:off x="5314951" y="3357563"/>
                  <a:ext cx="257175" cy="288925"/>
                </a:xfrm>
                <a:custGeom>
                  <a:avLst/>
                  <a:gdLst/>
                  <a:ahLst/>
                  <a:cxnLst>
                    <a:cxn ang="0">
                      <a:pos x="5" y="48"/>
                    </a:cxn>
                    <a:cxn ang="0">
                      <a:pos x="6" y="29"/>
                    </a:cxn>
                    <a:cxn ang="0">
                      <a:pos x="13" y="19"/>
                    </a:cxn>
                    <a:cxn ang="0">
                      <a:pos x="29" y="19"/>
                    </a:cxn>
                    <a:cxn ang="0">
                      <a:pos x="43" y="14"/>
                    </a:cxn>
                    <a:cxn ang="0">
                      <a:pos x="52" y="2"/>
                    </a:cxn>
                    <a:cxn ang="0">
                      <a:pos x="72" y="3"/>
                    </a:cxn>
                    <a:cxn ang="0">
                      <a:pos x="91" y="15"/>
                    </a:cxn>
                    <a:cxn ang="0">
                      <a:pos x="86" y="25"/>
                    </a:cxn>
                    <a:cxn ang="0">
                      <a:pos x="74" y="33"/>
                    </a:cxn>
                    <a:cxn ang="0">
                      <a:pos x="75" y="45"/>
                    </a:cxn>
                    <a:cxn ang="0">
                      <a:pos x="89" y="60"/>
                    </a:cxn>
                    <a:cxn ang="0">
                      <a:pos x="101" y="78"/>
                    </a:cxn>
                    <a:cxn ang="0">
                      <a:pos x="115" y="89"/>
                    </a:cxn>
                    <a:cxn ang="0">
                      <a:pos x="130" y="91"/>
                    </a:cxn>
                    <a:cxn ang="0">
                      <a:pos x="130" y="100"/>
                    </a:cxn>
                    <a:cxn ang="0">
                      <a:pos x="158" y="115"/>
                    </a:cxn>
                    <a:cxn ang="0">
                      <a:pos x="161" y="125"/>
                    </a:cxn>
                    <a:cxn ang="0">
                      <a:pos x="154" y="121"/>
                    </a:cxn>
                    <a:cxn ang="0">
                      <a:pos x="144" y="116"/>
                    </a:cxn>
                    <a:cxn ang="0">
                      <a:pos x="139" y="123"/>
                    </a:cxn>
                    <a:cxn ang="0">
                      <a:pos x="139" y="131"/>
                    </a:cxn>
                    <a:cxn ang="0">
                      <a:pos x="143" y="143"/>
                    </a:cxn>
                    <a:cxn ang="0">
                      <a:pos x="134" y="159"/>
                    </a:cxn>
                    <a:cxn ang="0">
                      <a:pos x="125" y="155"/>
                    </a:cxn>
                    <a:cxn ang="0">
                      <a:pos x="130" y="147"/>
                    </a:cxn>
                    <a:cxn ang="0">
                      <a:pos x="130" y="135"/>
                    </a:cxn>
                    <a:cxn ang="0">
                      <a:pos x="123" y="124"/>
                    </a:cxn>
                    <a:cxn ang="0">
                      <a:pos x="115" y="117"/>
                    </a:cxn>
                    <a:cxn ang="0">
                      <a:pos x="108" y="110"/>
                    </a:cxn>
                    <a:cxn ang="0">
                      <a:pos x="96" y="104"/>
                    </a:cxn>
                    <a:cxn ang="0">
                      <a:pos x="86" y="100"/>
                    </a:cxn>
                    <a:cxn ang="0">
                      <a:pos x="70" y="85"/>
                    </a:cxn>
                    <a:cxn ang="0">
                      <a:pos x="56" y="72"/>
                    </a:cxn>
                    <a:cxn ang="0">
                      <a:pos x="48" y="59"/>
                    </a:cxn>
                    <a:cxn ang="0">
                      <a:pos x="39" y="49"/>
                    </a:cxn>
                    <a:cxn ang="0">
                      <a:pos x="11" y="59"/>
                    </a:cxn>
                    <a:cxn ang="0">
                      <a:pos x="25" y="104"/>
                    </a:cxn>
                    <a:cxn ang="0">
                      <a:pos x="22" y="106"/>
                    </a:cxn>
                    <a:cxn ang="0">
                      <a:pos x="59" y="83"/>
                    </a:cxn>
                    <a:cxn ang="0">
                      <a:pos x="52" y="75"/>
                    </a:cxn>
                    <a:cxn ang="0">
                      <a:pos x="47" y="75"/>
                    </a:cxn>
                    <a:cxn ang="0">
                      <a:pos x="34" y="140"/>
                    </a:cxn>
                    <a:cxn ang="0">
                      <a:pos x="43" y="138"/>
                    </a:cxn>
                    <a:cxn ang="0">
                      <a:pos x="40" y="117"/>
                    </a:cxn>
                    <a:cxn ang="0">
                      <a:pos x="39" y="104"/>
                    </a:cxn>
                    <a:cxn ang="0">
                      <a:pos x="25" y="109"/>
                    </a:cxn>
                    <a:cxn ang="0">
                      <a:pos x="25" y="117"/>
                    </a:cxn>
                    <a:cxn ang="0">
                      <a:pos x="28" y="127"/>
                    </a:cxn>
                    <a:cxn ang="0">
                      <a:pos x="28" y="142"/>
                    </a:cxn>
                    <a:cxn ang="0">
                      <a:pos x="121" y="177"/>
                    </a:cxn>
                    <a:cxn ang="0">
                      <a:pos x="124" y="157"/>
                    </a:cxn>
                    <a:cxn ang="0">
                      <a:pos x="111" y="159"/>
                    </a:cxn>
                    <a:cxn ang="0">
                      <a:pos x="89" y="158"/>
                    </a:cxn>
                    <a:cxn ang="0">
                      <a:pos x="86" y="168"/>
                    </a:cxn>
                    <a:cxn ang="0">
                      <a:pos x="106" y="176"/>
                    </a:cxn>
                    <a:cxn ang="0">
                      <a:pos x="120" y="182"/>
                    </a:cxn>
                  </a:cxnLst>
                  <a:rect l="0" t="0" r="r" b="b"/>
                  <a:pathLst>
                    <a:path w="162" h="182">
                      <a:moveTo>
                        <a:pt x="11" y="59"/>
                      </a:moveTo>
                      <a:lnTo>
                        <a:pt x="11" y="55"/>
                      </a:lnTo>
                      <a:lnTo>
                        <a:pt x="13" y="51"/>
                      </a:lnTo>
                      <a:lnTo>
                        <a:pt x="9" y="51"/>
                      </a:lnTo>
                      <a:lnTo>
                        <a:pt x="5" y="48"/>
                      </a:lnTo>
                      <a:lnTo>
                        <a:pt x="3" y="40"/>
                      </a:lnTo>
                      <a:lnTo>
                        <a:pt x="0" y="37"/>
                      </a:lnTo>
                      <a:lnTo>
                        <a:pt x="2" y="34"/>
                      </a:lnTo>
                      <a:lnTo>
                        <a:pt x="5" y="34"/>
                      </a:lnTo>
                      <a:lnTo>
                        <a:pt x="6" y="29"/>
                      </a:lnTo>
                      <a:lnTo>
                        <a:pt x="3" y="26"/>
                      </a:lnTo>
                      <a:lnTo>
                        <a:pt x="3" y="24"/>
                      </a:lnTo>
                      <a:lnTo>
                        <a:pt x="5" y="22"/>
                      </a:lnTo>
                      <a:lnTo>
                        <a:pt x="7" y="24"/>
                      </a:lnTo>
                      <a:lnTo>
                        <a:pt x="13" y="19"/>
                      </a:lnTo>
                      <a:lnTo>
                        <a:pt x="17" y="21"/>
                      </a:lnTo>
                      <a:lnTo>
                        <a:pt x="22" y="11"/>
                      </a:lnTo>
                      <a:lnTo>
                        <a:pt x="25" y="14"/>
                      </a:lnTo>
                      <a:lnTo>
                        <a:pt x="25" y="17"/>
                      </a:lnTo>
                      <a:lnTo>
                        <a:pt x="29" y="19"/>
                      </a:lnTo>
                      <a:lnTo>
                        <a:pt x="30" y="22"/>
                      </a:lnTo>
                      <a:lnTo>
                        <a:pt x="33" y="17"/>
                      </a:lnTo>
                      <a:lnTo>
                        <a:pt x="33" y="13"/>
                      </a:lnTo>
                      <a:lnTo>
                        <a:pt x="40" y="15"/>
                      </a:lnTo>
                      <a:lnTo>
                        <a:pt x="43" y="14"/>
                      </a:lnTo>
                      <a:lnTo>
                        <a:pt x="44" y="17"/>
                      </a:lnTo>
                      <a:lnTo>
                        <a:pt x="45" y="11"/>
                      </a:lnTo>
                      <a:lnTo>
                        <a:pt x="51" y="10"/>
                      </a:lnTo>
                      <a:lnTo>
                        <a:pt x="49" y="6"/>
                      </a:lnTo>
                      <a:lnTo>
                        <a:pt x="52" y="2"/>
                      </a:lnTo>
                      <a:lnTo>
                        <a:pt x="58" y="5"/>
                      </a:lnTo>
                      <a:lnTo>
                        <a:pt x="64" y="0"/>
                      </a:lnTo>
                      <a:lnTo>
                        <a:pt x="67" y="0"/>
                      </a:lnTo>
                      <a:lnTo>
                        <a:pt x="72" y="0"/>
                      </a:lnTo>
                      <a:lnTo>
                        <a:pt x="72" y="3"/>
                      </a:lnTo>
                      <a:lnTo>
                        <a:pt x="79" y="7"/>
                      </a:lnTo>
                      <a:lnTo>
                        <a:pt x="87" y="9"/>
                      </a:lnTo>
                      <a:lnTo>
                        <a:pt x="93" y="9"/>
                      </a:lnTo>
                      <a:lnTo>
                        <a:pt x="94" y="10"/>
                      </a:lnTo>
                      <a:lnTo>
                        <a:pt x="91" y="15"/>
                      </a:lnTo>
                      <a:lnTo>
                        <a:pt x="91" y="17"/>
                      </a:lnTo>
                      <a:lnTo>
                        <a:pt x="90" y="21"/>
                      </a:lnTo>
                      <a:lnTo>
                        <a:pt x="91" y="25"/>
                      </a:lnTo>
                      <a:lnTo>
                        <a:pt x="87" y="25"/>
                      </a:lnTo>
                      <a:lnTo>
                        <a:pt x="86" y="25"/>
                      </a:lnTo>
                      <a:lnTo>
                        <a:pt x="83" y="28"/>
                      </a:lnTo>
                      <a:lnTo>
                        <a:pt x="81" y="28"/>
                      </a:lnTo>
                      <a:lnTo>
                        <a:pt x="78" y="30"/>
                      </a:lnTo>
                      <a:lnTo>
                        <a:pt x="75" y="30"/>
                      </a:lnTo>
                      <a:lnTo>
                        <a:pt x="74" y="33"/>
                      </a:lnTo>
                      <a:lnTo>
                        <a:pt x="75" y="36"/>
                      </a:lnTo>
                      <a:lnTo>
                        <a:pt x="77" y="38"/>
                      </a:lnTo>
                      <a:lnTo>
                        <a:pt x="75" y="41"/>
                      </a:lnTo>
                      <a:lnTo>
                        <a:pt x="74" y="43"/>
                      </a:lnTo>
                      <a:lnTo>
                        <a:pt x="75" y="45"/>
                      </a:lnTo>
                      <a:lnTo>
                        <a:pt x="75" y="49"/>
                      </a:lnTo>
                      <a:lnTo>
                        <a:pt x="77" y="52"/>
                      </a:lnTo>
                      <a:lnTo>
                        <a:pt x="83" y="55"/>
                      </a:lnTo>
                      <a:lnTo>
                        <a:pt x="86" y="57"/>
                      </a:lnTo>
                      <a:lnTo>
                        <a:pt x="89" y="60"/>
                      </a:lnTo>
                      <a:lnTo>
                        <a:pt x="98" y="68"/>
                      </a:lnTo>
                      <a:lnTo>
                        <a:pt x="98" y="71"/>
                      </a:lnTo>
                      <a:lnTo>
                        <a:pt x="100" y="72"/>
                      </a:lnTo>
                      <a:lnTo>
                        <a:pt x="100" y="75"/>
                      </a:lnTo>
                      <a:lnTo>
                        <a:pt x="101" y="78"/>
                      </a:lnTo>
                      <a:lnTo>
                        <a:pt x="104" y="81"/>
                      </a:lnTo>
                      <a:lnTo>
                        <a:pt x="105" y="83"/>
                      </a:lnTo>
                      <a:lnTo>
                        <a:pt x="111" y="87"/>
                      </a:lnTo>
                      <a:lnTo>
                        <a:pt x="112" y="89"/>
                      </a:lnTo>
                      <a:lnTo>
                        <a:pt x="115" y="89"/>
                      </a:lnTo>
                      <a:lnTo>
                        <a:pt x="116" y="90"/>
                      </a:lnTo>
                      <a:lnTo>
                        <a:pt x="121" y="90"/>
                      </a:lnTo>
                      <a:lnTo>
                        <a:pt x="124" y="91"/>
                      </a:lnTo>
                      <a:lnTo>
                        <a:pt x="127" y="90"/>
                      </a:lnTo>
                      <a:lnTo>
                        <a:pt x="130" y="91"/>
                      </a:lnTo>
                      <a:lnTo>
                        <a:pt x="130" y="94"/>
                      </a:lnTo>
                      <a:lnTo>
                        <a:pt x="125" y="97"/>
                      </a:lnTo>
                      <a:lnTo>
                        <a:pt x="125" y="97"/>
                      </a:lnTo>
                      <a:lnTo>
                        <a:pt x="127" y="100"/>
                      </a:lnTo>
                      <a:lnTo>
                        <a:pt x="130" y="100"/>
                      </a:lnTo>
                      <a:lnTo>
                        <a:pt x="135" y="101"/>
                      </a:lnTo>
                      <a:lnTo>
                        <a:pt x="147" y="108"/>
                      </a:lnTo>
                      <a:lnTo>
                        <a:pt x="151" y="110"/>
                      </a:lnTo>
                      <a:lnTo>
                        <a:pt x="154" y="113"/>
                      </a:lnTo>
                      <a:lnTo>
                        <a:pt x="158" y="115"/>
                      </a:lnTo>
                      <a:lnTo>
                        <a:pt x="161" y="116"/>
                      </a:lnTo>
                      <a:lnTo>
                        <a:pt x="162" y="119"/>
                      </a:lnTo>
                      <a:lnTo>
                        <a:pt x="161" y="121"/>
                      </a:lnTo>
                      <a:lnTo>
                        <a:pt x="161" y="124"/>
                      </a:lnTo>
                      <a:lnTo>
                        <a:pt x="161" y="125"/>
                      </a:lnTo>
                      <a:lnTo>
                        <a:pt x="159" y="127"/>
                      </a:lnTo>
                      <a:lnTo>
                        <a:pt x="159" y="127"/>
                      </a:lnTo>
                      <a:lnTo>
                        <a:pt x="157" y="127"/>
                      </a:lnTo>
                      <a:lnTo>
                        <a:pt x="155" y="124"/>
                      </a:lnTo>
                      <a:lnTo>
                        <a:pt x="154" y="121"/>
                      </a:lnTo>
                      <a:lnTo>
                        <a:pt x="154" y="119"/>
                      </a:lnTo>
                      <a:lnTo>
                        <a:pt x="153" y="119"/>
                      </a:lnTo>
                      <a:lnTo>
                        <a:pt x="149" y="119"/>
                      </a:lnTo>
                      <a:lnTo>
                        <a:pt x="147" y="117"/>
                      </a:lnTo>
                      <a:lnTo>
                        <a:pt x="144" y="116"/>
                      </a:lnTo>
                      <a:lnTo>
                        <a:pt x="143" y="116"/>
                      </a:lnTo>
                      <a:lnTo>
                        <a:pt x="142" y="116"/>
                      </a:lnTo>
                      <a:lnTo>
                        <a:pt x="140" y="120"/>
                      </a:lnTo>
                      <a:lnTo>
                        <a:pt x="139" y="121"/>
                      </a:lnTo>
                      <a:lnTo>
                        <a:pt x="139" y="123"/>
                      </a:lnTo>
                      <a:lnTo>
                        <a:pt x="139" y="125"/>
                      </a:lnTo>
                      <a:lnTo>
                        <a:pt x="136" y="127"/>
                      </a:lnTo>
                      <a:lnTo>
                        <a:pt x="136" y="129"/>
                      </a:lnTo>
                      <a:lnTo>
                        <a:pt x="138" y="131"/>
                      </a:lnTo>
                      <a:lnTo>
                        <a:pt x="139" y="131"/>
                      </a:lnTo>
                      <a:lnTo>
                        <a:pt x="143" y="135"/>
                      </a:lnTo>
                      <a:lnTo>
                        <a:pt x="144" y="136"/>
                      </a:lnTo>
                      <a:lnTo>
                        <a:pt x="144" y="140"/>
                      </a:lnTo>
                      <a:lnTo>
                        <a:pt x="144" y="142"/>
                      </a:lnTo>
                      <a:lnTo>
                        <a:pt x="143" y="143"/>
                      </a:lnTo>
                      <a:lnTo>
                        <a:pt x="142" y="144"/>
                      </a:lnTo>
                      <a:lnTo>
                        <a:pt x="139" y="146"/>
                      </a:lnTo>
                      <a:lnTo>
                        <a:pt x="139" y="153"/>
                      </a:lnTo>
                      <a:lnTo>
                        <a:pt x="135" y="155"/>
                      </a:lnTo>
                      <a:lnTo>
                        <a:pt x="134" y="159"/>
                      </a:lnTo>
                      <a:lnTo>
                        <a:pt x="132" y="162"/>
                      </a:lnTo>
                      <a:lnTo>
                        <a:pt x="128" y="162"/>
                      </a:lnTo>
                      <a:lnTo>
                        <a:pt x="125" y="159"/>
                      </a:lnTo>
                      <a:lnTo>
                        <a:pt x="125" y="157"/>
                      </a:lnTo>
                      <a:lnTo>
                        <a:pt x="125" y="155"/>
                      </a:lnTo>
                      <a:lnTo>
                        <a:pt x="127" y="155"/>
                      </a:lnTo>
                      <a:lnTo>
                        <a:pt x="130" y="153"/>
                      </a:lnTo>
                      <a:lnTo>
                        <a:pt x="130" y="150"/>
                      </a:lnTo>
                      <a:lnTo>
                        <a:pt x="130" y="147"/>
                      </a:lnTo>
                      <a:lnTo>
                        <a:pt x="130" y="147"/>
                      </a:lnTo>
                      <a:lnTo>
                        <a:pt x="131" y="147"/>
                      </a:lnTo>
                      <a:lnTo>
                        <a:pt x="132" y="144"/>
                      </a:lnTo>
                      <a:lnTo>
                        <a:pt x="132" y="142"/>
                      </a:lnTo>
                      <a:lnTo>
                        <a:pt x="131" y="140"/>
                      </a:lnTo>
                      <a:lnTo>
                        <a:pt x="130" y="135"/>
                      </a:lnTo>
                      <a:lnTo>
                        <a:pt x="128" y="134"/>
                      </a:lnTo>
                      <a:lnTo>
                        <a:pt x="128" y="128"/>
                      </a:lnTo>
                      <a:lnTo>
                        <a:pt x="127" y="124"/>
                      </a:lnTo>
                      <a:lnTo>
                        <a:pt x="124" y="123"/>
                      </a:lnTo>
                      <a:lnTo>
                        <a:pt x="123" y="124"/>
                      </a:lnTo>
                      <a:lnTo>
                        <a:pt x="119" y="123"/>
                      </a:lnTo>
                      <a:lnTo>
                        <a:pt x="117" y="120"/>
                      </a:lnTo>
                      <a:lnTo>
                        <a:pt x="115" y="120"/>
                      </a:lnTo>
                      <a:lnTo>
                        <a:pt x="113" y="119"/>
                      </a:lnTo>
                      <a:lnTo>
                        <a:pt x="115" y="117"/>
                      </a:lnTo>
                      <a:lnTo>
                        <a:pt x="115" y="115"/>
                      </a:lnTo>
                      <a:lnTo>
                        <a:pt x="113" y="113"/>
                      </a:lnTo>
                      <a:lnTo>
                        <a:pt x="111" y="112"/>
                      </a:lnTo>
                      <a:lnTo>
                        <a:pt x="108" y="113"/>
                      </a:lnTo>
                      <a:lnTo>
                        <a:pt x="108" y="110"/>
                      </a:lnTo>
                      <a:lnTo>
                        <a:pt x="105" y="109"/>
                      </a:lnTo>
                      <a:lnTo>
                        <a:pt x="104" y="110"/>
                      </a:lnTo>
                      <a:lnTo>
                        <a:pt x="102" y="109"/>
                      </a:lnTo>
                      <a:lnTo>
                        <a:pt x="98" y="104"/>
                      </a:lnTo>
                      <a:lnTo>
                        <a:pt x="96" y="104"/>
                      </a:lnTo>
                      <a:lnTo>
                        <a:pt x="93" y="102"/>
                      </a:lnTo>
                      <a:lnTo>
                        <a:pt x="91" y="104"/>
                      </a:lnTo>
                      <a:lnTo>
                        <a:pt x="89" y="104"/>
                      </a:lnTo>
                      <a:lnTo>
                        <a:pt x="89" y="101"/>
                      </a:lnTo>
                      <a:lnTo>
                        <a:pt x="86" y="100"/>
                      </a:lnTo>
                      <a:lnTo>
                        <a:pt x="83" y="100"/>
                      </a:lnTo>
                      <a:lnTo>
                        <a:pt x="78" y="96"/>
                      </a:lnTo>
                      <a:lnTo>
                        <a:pt x="72" y="87"/>
                      </a:lnTo>
                      <a:lnTo>
                        <a:pt x="70" y="87"/>
                      </a:lnTo>
                      <a:lnTo>
                        <a:pt x="70" y="85"/>
                      </a:lnTo>
                      <a:lnTo>
                        <a:pt x="67" y="82"/>
                      </a:lnTo>
                      <a:lnTo>
                        <a:pt x="63" y="82"/>
                      </a:lnTo>
                      <a:lnTo>
                        <a:pt x="63" y="79"/>
                      </a:lnTo>
                      <a:lnTo>
                        <a:pt x="59" y="75"/>
                      </a:lnTo>
                      <a:lnTo>
                        <a:pt x="56" y="72"/>
                      </a:lnTo>
                      <a:lnTo>
                        <a:pt x="53" y="71"/>
                      </a:lnTo>
                      <a:lnTo>
                        <a:pt x="53" y="67"/>
                      </a:lnTo>
                      <a:lnTo>
                        <a:pt x="51" y="66"/>
                      </a:lnTo>
                      <a:lnTo>
                        <a:pt x="51" y="63"/>
                      </a:lnTo>
                      <a:lnTo>
                        <a:pt x="48" y="59"/>
                      </a:lnTo>
                      <a:lnTo>
                        <a:pt x="47" y="56"/>
                      </a:lnTo>
                      <a:lnTo>
                        <a:pt x="47" y="55"/>
                      </a:lnTo>
                      <a:lnTo>
                        <a:pt x="45" y="53"/>
                      </a:lnTo>
                      <a:lnTo>
                        <a:pt x="41" y="52"/>
                      </a:lnTo>
                      <a:lnTo>
                        <a:pt x="39" y="49"/>
                      </a:lnTo>
                      <a:lnTo>
                        <a:pt x="29" y="48"/>
                      </a:lnTo>
                      <a:lnTo>
                        <a:pt x="21" y="52"/>
                      </a:lnTo>
                      <a:lnTo>
                        <a:pt x="21" y="53"/>
                      </a:lnTo>
                      <a:lnTo>
                        <a:pt x="18" y="57"/>
                      </a:lnTo>
                      <a:lnTo>
                        <a:pt x="11" y="59"/>
                      </a:lnTo>
                      <a:lnTo>
                        <a:pt x="11" y="59"/>
                      </a:lnTo>
                      <a:close/>
                      <a:moveTo>
                        <a:pt x="22" y="106"/>
                      </a:moveTo>
                      <a:lnTo>
                        <a:pt x="24" y="106"/>
                      </a:lnTo>
                      <a:lnTo>
                        <a:pt x="24" y="105"/>
                      </a:lnTo>
                      <a:lnTo>
                        <a:pt x="25" y="104"/>
                      </a:lnTo>
                      <a:lnTo>
                        <a:pt x="24" y="102"/>
                      </a:lnTo>
                      <a:lnTo>
                        <a:pt x="24" y="104"/>
                      </a:lnTo>
                      <a:lnTo>
                        <a:pt x="22" y="104"/>
                      </a:lnTo>
                      <a:lnTo>
                        <a:pt x="22" y="106"/>
                      </a:lnTo>
                      <a:lnTo>
                        <a:pt x="22" y="106"/>
                      </a:lnTo>
                      <a:close/>
                      <a:moveTo>
                        <a:pt x="59" y="83"/>
                      </a:moveTo>
                      <a:lnTo>
                        <a:pt x="60" y="83"/>
                      </a:lnTo>
                      <a:lnTo>
                        <a:pt x="60" y="82"/>
                      </a:lnTo>
                      <a:lnTo>
                        <a:pt x="59" y="83"/>
                      </a:lnTo>
                      <a:lnTo>
                        <a:pt x="59" y="83"/>
                      </a:lnTo>
                      <a:close/>
                      <a:moveTo>
                        <a:pt x="47" y="75"/>
                      </a:moveTo>
                      <a:lnTo>
                        <a:pt x="47" y="77"/>
                      </a:lnTo>
                      <a:lnTo>
                        <a:pt x="48" y="77"/>
                      </a:lnTo>
                      <a:lnTo>
                        <a:pt x="51" y="75"/>
                      </a:lnTo>
                      <a:lnTo>
                        <a:pt x="52" y="75"/>
                      </a:lnTo>
                      <a:lnTo>
                        <a:pt x="52" y="74"/>
                      </a:lnTo>
                      <a:lnTo>
                        <a:pt x="51" y="72"/>
                      </a:lnTo>
                      <a:lnTo>
                        <a:pt x="51" y="74"/>
                      </a:lnTo>
                      <a:lnTo>
                        <a:pt x="47" y="75"/>
                      </a:lnTo>
                      <a:lnTo>
                        <a:pt x="47" y="75"/>
                      </a:lnTo>
                      <a:close/>
                      <a:moveTo>
                        <a:pt x="30" y="144"/>
                      </a:moveTo>
                      <a:lnTo>
                        <a:pt x="30" y="144"/>
                      </a:lnTo>
                      <a:lnTo>
                        <a:pt x="32" y="144"/>
                      </a:lnTo>
                      <a:lnTo>
                        <a:pt x="34" y="143"/>
                      </a:lnTo>
                      <a:lnTo>
                        <a:pt x="34" y="140"/>
                      </a:lnTo>
                      <a:lnTo>
                        <a:pt x="36" y="139"/>
                      </a:lnTo>
                      <a:lnTo>
                        <a:pt x="39" y="139"/>
                      </a:lnTo>
                      <a:lnTo>
                        <a:pt x="40" y="140"/>
                      </a:lnTo>
                      <a:lnTo>
                        <a:pt x="41" y="140"/>
                      </a:lnTo>
                      <a:lnTo>
                        <a:pt x="43" y="138"/>
                      </a:lnTo>
                      <a:lnTo>
                        <a:pt x="43" y="134"/>
                      </a:lnTo>
                      <a:lnTo>
                        <a:pt x="43" y="131"/>
                      </a:lnTo>
                      <a:lnTo>
                        <a:pt x="43" y="125"/>
                      </a:lnTo>
                      <a:lnTo>
                        <a:pt x="44" y="120"/>
                      </a:lnTo>
                      <a:lnTo>
                        <a:pt x="40" y="117"/>
                      </a:lnTo>
                      <a:lnTo>
                        <a:pt x="43" y="116"/>
                      </a:lnTo>
                      <a:lnTo>
                        <a:pt x="43" y="113"/>
                      </a:lnTo>
                      <a:lnTo>
                        <a:pt x="43" y="110"/>
                      </a:lnTo>
                      <a:lnTo>
                        <a:pt x="41" y="108"/>
                      </a:lnTo>
                      <a:lnTo>
                        <a:pt x="39" y="104"/>
                      </a:lnTo>
                      <a:lnTo>
                        <a:pt x="37" y="105"/>
                      </a:lnTo>
                      <a:lnTo>
                        <a:pt x="34" y="104"/>
                      </a:lnTo>
                      <a:lnTo>
                        <a:pt x="33" y="104"/>
                      </a:lnTo>
                      <a:lnTo>
                        <a:pt x="28" y="109"/>
                      </a:lnTo>
                      <a:lnTo>
                        <a:pt x="25" y="109"/>
                      </a:lnTo>
                      <a:lnTo>
                        <a:pt x="22" y="108"/>
                      </a:lnTo>
                      <a:lnTo>
                        <a:pt x="22" y="110"/>
                      </a:lnTo>
                      <a:lnTo>
                        <a:pt x="22" y="113"/>
                      </a:lnTo>
                      <a:lnTo>
                        <a:pt x="24" y="115"/>
                      </a:lnTo>
                      <a:lnTo>
                        <a:pt x="25" y="117"/>
                      </a:lnTo>
                      <a:lnTo>
                        <a:pt x="26" y="119"/>
                      </a:lnTo>
                      <a:lnTo>
                        <a:pt x="26" y="123"/>
                      </a:lnTo>
                      <a:lnTo>
                        <a:pt x="25" y="124"/>
                      </a:lnTo>
                      <a:lnTo>
                        <a:pt x="25" y="127"/>
                      </a:lnTo>
                      <a:lnTo>
                        <a:pt x="28" y="127"/>
                      </a:lnTo>
                      <a:lnTo>
                        <a:pt x="28" y="128"/>
                      </a:lnTo>
                      <a:lnTo>
                        <a:pt x="26" y="129"/>
                      </a:lnTo>
                      <a:lnTo>
                        <a:pt x="25" y="135"/>
                      </a:lnTo>
                      <a:lnTo>
                        <a:pt x="26" y="136"/>
                      </a:lnTo>
                      <a:lnTo>
                        <a:pt x="28" y="142"/>
                      </a:lnTo>
                      <a:lnTo>
                        <a:pt x="30" y="144"/>
                      </a:lnTo>
                      <a:lnTo>
                        <a:pt x="30" y="144"/>
                      </a:lnTo>
                      <a:close/>
                      <a:moveTo>
                        <a:pt x="120" y="182"/>
                      </a:moveTo>
                      <a:lnTo>
                        <a:pt x="120" y="178"/>
                      </a:lnTo>
                      <a:lnTo>
                        <a:pt x="121" y="177"/>
                      </a:lnTo>
                      <a:lnTo>
                        <a:pt x="120" y="173"/>
                      </a:lnTo>
                      <a:lnTo>
                        <a:pt x="117" y="170"/>
                      </a:lnTo>
                      <a:lnTo>
                        <a:pt x="120" y="163"/>
                      </a:lnTo>
                      <a:lnTo>
                        <a:pt x="123" y="161"/>
                      </a:lnTo>
                      <a:lnTo>
                        <a:pt x="124" y="157"/>
                      </a:lnTo>
                      <a:lnTo>
                        <a:pt x="121" y="154"/>
                      </a:lnTo>
                      <a:lnTo>
                        <a:pt x="117" y="158"/>
                      </a:lnTo>
                      <a:lnTo>
                        <a:pt x="116" y="158"/>
                      </a:lnTo>
                      <a:lnTo>
                        <a:pt x="113" y="155"/>
                      </a:lnTo>
                      <a:lnTo>
                        <a:pt x="111" y="159"/>
                      </a:lnTo>
                      <a:lnTo>
                        <a:pt x="104" y="158"/>
                      </a:lnTo>
                      <a:lnTo>
                        <a:pt x="98" y="161"/>
                      </a:lnTo>
                      <a:lnTo>
                        <a:pt x="94" y="159"/>
                      </a:lnTo>
                      <a:lnTo>
                        <a:pt x="93" y="158"/>
                      </a:lnTo>
                      <a:lnTo>
                        <a:pt x="89" y="158"/>
                      </a:lnTo>
                      <a:lnTo>
                        <a:pt x="87" y="159"/>
                      </a:lnTo>
                      <a:lnTo>
                        <a:pt x="86" y="158"/>
                      </a:lnTo>
                      <a:lnTo>
                        <a:pt x="83" y="159"/>
                      </a:lnTo>
                      <a:lnTo>
                        <a:pt x="82" y="165"/>
                      </a:lnTo>
                      <a:lnTo>
                        <a:pt x="86" y="168"/>
                      </a:lnTo>
                      <a:lnTo>
                        <a:pt x="89" y="166"/>
                      </a:lnTo>
                      <a:lnTo>
                        <a:pt x="94" y="170"/>
                      </a:lnTo>
                      <a:lnTo>
                        <a:pt x="97" y="172"/>
                      </a:lnTo>
                      <a:lnTo>
                        <a:pt x="100" y="174"/>
                      </a:lnTo>
                      <a:lnTo>
                        <a:pt x="106" y="176"/>
                      </a:lnTo>
                      <a:lnTo>
                        <a:pt x="108" y="176"/>
                      </a:lnTo>
                      <a:lnTo>
                        <a:pt x="111" y="177"/>
                      </a:lnTo>
                      <a:lnTo>
                        <a:pt x="111" y="180"/>
                      </a:lnTo>
                      <a:lnTo>
                        <a:pt x="117" y="182"/>
                      </a:lnTo>
                      <a:lnTo>
                        <a:pt x="120" y="18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7" name="Freeform 823"/>
                <p:cNvSpPr>
                  <a:spLocks noEditPoints="1"/>
                </p:cNvSpPr>
                <p:nvPr/>
              </p:nvSpPr>
              <p:spPr bwMode="auto">
                <a:xfrm>
                  <a:off x="4987926" y="3451225"/>
                  <a:ext cx="280988" cy="209550"/>
                </a:xfrm>
                <a:custGeom>
                  <a:avLst/>
                  <a:gdLst/>
                  <a:ahLst/>
                  <a:cxnLst>
                    <a:cxn ang="0">
                      <a:pos x="103" y="8"/>
                    </a:cxn>
                    <a:cxn ang="0">
                      <a:pos x="105" y="13"/>
                    </a:cxn>
                    <a:cxn ang="0">
                      <a:pos x="117" y="18"/>
                    </a:cxn>
                    <a:cxn ang="0">
                      <a:pos x="128" y="20"/>
                    </a:cxn>
                    <a:cxn ang="0">
                      <a:pos x="139" y="18"/>
                    </a:cxn>
                    <a:cxn ang="0">
                      <a:pos x="148" y="22"/>
                    </a:cxn>
                    <a:cxn ang="0">
                      <a:pos x="162" y="24"/>
                    </a:cxn>
                    <a:cxn ang="0">
                      <a:pos x="160" y="31"/>
                    </a:cxn>
                    <a:cxn ang="0">
                      <a:pos x="153" y="41"/>
                    </a:cxn>
                    <a:cxn ang="0">
                      <a:pos x="151" y="45"/>
                    </a:cxn>
                    <a:cxn ang="0">
                      <a:pos x="137" y="49"/>
                    </a:cxn>
                    <a:cxn ang="0">
                      <a:pos x="134" y="54"/>
                    </a:cxn>
                    <a:cxn ang="0">
                      <a:pos x="133" y="56"/>
                    </a:cxn>
                    <a:cxn ang="0">
                      <a:pos x="125" y="62"/>
                    </a:cxn>
                    <a:cxn ang="0">
                      <a:pos x="120" y="79"/>
                    </a:cxn>
                    <a:cxn ang="0">
                      <a:pos x="126" y="87"/>
                    </a:cxn>
                    <a:cxn ang="0">
                      <a:pos x="118" y="95"/>
                    </a:cxn>
                    <a:cxn ang="0">
                      <a:pos x="114" y="106"/>
                    </a:cxn>
                    <a:cxn ang="0">
                      <a:pos x="100" y="113"/>
                    </a:cxn>
                    <a:cxn ang="0">
                      <a:pos x="94" y="119"/>
                    </a:cxn>
                    <a:cxn ang="0">
                      <a:pos x="87" y="121"/>
                    </a:cxn>
                    <a:cxn ang="0">
                      <a:pos x="81" y="121"/>
                    </a:cxn>
                    <a:cxn ang="0">
                      <a:pos x="69" y="119"/>
                    </a:cxn>
                    <a:cxn ang="0">
                      <a:pos x="54" y="126"/>
                    </a:cxn>
                    <a:cxn ang="0">
                      <a:pos x="49" y="132"/>
                    </a:cxn>
                    <a:cxn ang="0">
                      <a:pos x="37" y="119"/>
                    </a:cxn>
                    <a:cxn ang="0">
                      <a:pos x="27" y="113"/>
                    </a:cxn>
                    <a:cxn ang="0">
                      <a:pos x="23" y="106"/>
                    </a:cxn>
                    <a:cxn ang="0">
                      <a:pos x="30" y="94"/>
                    </a:cxn>
                    <a:cxn ang="0">
                      <a:pos x="28" y="85"/>
                    </a:cxn>
                    <a:cxn ang="0">
                      <a:pos x="22" y="70"/>
                    </a:cxn>
                    <a:cxn ang="0">
                      <a:pos x="31" y="65"/>
                    </a:cxn>
                    <a:cxn ang="0">
                      <a:pos x="33" y="50"/>
                    </a:cxn>
                    <a:cxn ang="0">
                      <a:pos x="39" y="42"/>
                    </a:cxn>
                    <a:cxn ang="0">
                      <a:pos x="37" y="31"/>
                    </a:cxn>
                    <a:cxn ang="0">
                      <a:pos x="19" y="31"/>
                    </a:cxn>
                    <a:cxn ang="0">
                      <a:pos x="14" y="28"/>
                    </a:cxn>
                    <a:cxn ang="0">
                      <a:pos x="5" y="28"/>
                    </a:cxn>
                    <a:cxn ang="0">
                      <a:pos x="8" y="23"/>
                    </a:cxn>
                    <a:cxn ang="0">
                      <a:pos x="5" y="22"/>
                    </a:cxn>
                    <a:cxn ang="0">
                      <a:pos x="4" y="16"/>
                    </a:cxn>
                    <a:cxn ang="0">
                      <a:pos x="0" y="12"/>
                    </a:cxn>
                    <a:cxn ang="0">
                      <a:pos x="9" y="8"/>
                    </a:cxn>
                    <a:cxn ang="0">
                      <a:pos x="15" y="5"/>
                    </a:cxn>
                    <a:cxn ang="0">
                      <a:pos x="20" y="1"/>
                    </a:cxn>
                    <a:cxn ang="0">
                      <a:pos x="28" y="4"/>
                    </a:cxn>
                    <a:cxn ang="0">
                      <a:pos x="38" y="3"/>
                    </a:cxn>
                    <a:cxn ang="0">
                      <a:pos x="46" y="1"/>
                    </a:cxn>
                    <a:cxn ang="0">
                      <a:pos x="65" y="7"/>
                    </a:cxn>
                    <a:cxn ang="0">
                      <a:pos x="77" y="7"/>
                    </a:cxn>
                    <a:cxn ang="0">
                      <a:pos x="88" y="4"/>
                    </a:cxn>
                    <a:cxn ang="0">
                      <a:pos x="99" y="7"/>
                    </a:cxn>
                    <a:cxn ang="0">
                      <a:pos x="168" y="68"/>
                    </a:cxn>
                    <a:cxn ang="0">
                      <a:pos x="177" y="68"/>
                    </a:cxn>
                    <a:cxn ang="0">
                      <a:pos x="168" y="68"/>
                    </a:cxn>
                    <a:cxn ang="0">
                      <a:pos x="162" y="75"/>
                    </a:cxn>
                    <a:cxn ang="0">
                      <a:pos x="159" y="70"/>
                    </a:cxn>
                    <a:cxn ang="0">
                      <a:pos x="159" y="76"/>
                    </a:cxn>
                    <a:cxn ang="0">
                      <a:pos x="144" y="87"/>
                    </a:cxn>
                    <a:cxn ang="0">
                      <a:pos x="145" y="81"/>
                    </a:cxn>
                    <a:cxn ang="0">
                      <a:pos x="144" y="87"/>
                    </a:cxn>
                  </a:cxnLst>
                  <a:rect l="0" t="0" r="r" b="b"/>
                  <a:pathLst>
                    <a:path w="177" h="132">
                      <a:moveTo>
                        <a:pt x="100" y="5"/>
                      </a:moveTo>
                      <a:lnTo>
                        <a:pt x="103" y="7"/>
                      </a:lnTo>
                      <a:lnTo>
                        <a:pt x="103" y="8"/>
                      </a:lnTo>
                      <a:lnTo>
                        <a:pt x="105" y="8"/>
                      </a:lnTo>
                      <a:lnTo>
                        <a:pt x="105" y="11"/>
                      </a:lnTo>
                      <a:lnTo>
                        <a:pt x="105" y="13"/>
                      </a:lnTo>
                      <a:lnTo>
                        <a:pt x="109" y="13"/>
                      </a:lnTo>
                      <a:lnTo>
                        <a:pt x="114" y="15"/>
                      </a:lnTo>
                      <a:lnTo>
                        <a:pt x="117" y="18"/>
                      </a:lnTo>
                      <a:lnTo>
                        <a:pt x="121" y="16"/>
                      </a:lnTo>
                      <a:lnTo>
                        <a:pt x="124" y="20"/>
                      </a:lnTo>
                      <a:lnTo>
                        <a:pt x="128" y="20"/>
                      </a:lnTo>
                      <a:lnTo>
                        <a:pt x="129" y="22"/>
                      </a:lnTo>
                      <a:lnTo>
                        <a:pt x="132" y="19"/>
                      </a:lnTo>
                      <a:lnTo>
                        <a:pt x="139" y="18"/>
                      </a:lnTo>
                      <a:lnTo>
                        <a:pt x="141" y="19"/>
                      </a:lnTo>
                      <a:lnTo>
                        <a:pt x="144" y="19"/>
                      </a:lnTo>
                      <a:lnTo>
                        <a:pt x="148" y="22"/>
                      </a:lnTo>
                      <a:lnTo>
                        <a:pt x="155" y="20"/>
                      </a:lnTo>
                      <a:lnTo>
                        <a:pt x="160" y="23"/>
                      </a:lnTo>
                      <a:lnTo>
                        <a:pt x="162" y="24"/>
                      </a:lnTo>
                      <a:lnTo>
                        <a:pt x="162" y="26"/>
                      </a:lnTo>
                      <a:lnTo>
                        <a:pt x="160" y="27"/>
                      </a:lnTo>
                      <a:lnTo>
                        <a:pt x="160" y="31"/>
                      </a:lnTo>
                      <a:lnTo>
                        <a:pt x="160" y="35"/>
                      </a:lnTo>
                      <a:lnTo>
                        <a:pt x="159" y="38"/>
                      </a:lnTo>
                      <a:lnTo>
                        <a:pt x="153" y="41"/>
                      </a:lnTo>
                      <a:lnTo>
                        <a:pt x="153" y="41"/>
                      </a:lnTo>
                      <a:lnTo>
                        <a:pt x="151" y="45"/>
                      </a:lnTo>
                      <a:lnTo>
                        <a:pt x="151" y="45"/>
                      </a:lnTo>
                      <a:lnTo>
                        <a:pt x="147" y="46"/>
                      </a:lnTo>
                      <a:lnTo>
                        <a:pt x="141" y="46"/>
                      </a:lnTo>
                      <a:lnTo>
                        <a:pt x="137" y="49"/>
                      </a:lnTo>
                      <a:lnTo>
                        <a:pt x="134" y="50"/>
                      </a:lnTo>
                      <a:lnTo>
                        <a:pt x="136" y="51"/>
                      </a:lnTo>
                      <a:lnTo>
                        <a:pt x="134" y="54"/>
                      </a:lnTo>
                      <a:lnTo>
                        <a:pt x="133" y="56"/>
                      </a:lnTo>
                      <a:lnTo>
                        <a:pt x="133" y="56"/>
                      </a:lnTo>
                      <a:lnTo>
                        <a:pt x="133" y="56"/>
                      </a:lnTo>
                      <a:lnTo>
                        <a:pt x="132" y="54"/>
                      </a:lnTo>
                      <a:lnTo>
                        <a:pt x="128" y="61"/>
                      </a:lnTo>
                      <a:lnTo>
                        <a:pt x="125" y="62"/>
                      </a:lnTo>
                      <a:lnTo>
                        <a:pt x="120" y="72"/>
                      </a:lnTo>
                      <a:lnTo>
                        <a:pt x="118" y="75"/>
                      </a:lnTo>
                      <a:lnTo>
                        <a:pt x="120" y="79"/>
                      </a:lnTo>
                      <a:lnTo>
                        <a:pt x="121" y="81"/>
                      </a:lnTo>
                      <a:lnTo>
                        <a:pt x="122" y="83"/>
                      </a:lnTo>
                      <a:lnTo>
                        <a:pt x="126" y="87"/>
                      </a:lnTo>
                      <a:lnTo>
                        <a:pt x="124" y="90"/>
                      </a:lnTo>
                      <a:lnTo>
                        <a:pt x="118" y="91"/>
                      </a:lnTo>
                      <a:lnTo>
                        <a:pt x="118" y="95"/>
                      </a:lnTo>
                      <a:lnTo>
                        <a:pt x="114" y="100"/>
                      </a:lnTo>
                      <a:lnTo>
                        <a:pt x="114" y="104"/>
                      </a:lnTo>
                      <a:lnTo>
                        <a:pt x="114" y="106"/>
                      </a:lnTo>
                      <a:lnTo>
                        <a:pt x="114" y="109"/>
                      </a:lnTo>
                      <a:lnTo>
                        <a:pt x="109" y="109"/>
                      </a:lnTo>
                      <a:lnTo>
                        <a:pt x="100" y="113"/>
                      </a:lnTo>
                      <a:lnTo>
                        <a:pt x="100" y="115"/>
                      </a:lnTo>
                      <a:lnTo>
                        <a:pt x="96" y="121"/>
                      </a:lnTo>
                      <a:lnTo>
                        <a:pt x="94" y="119"/>
                      </a:lnTo>
                      <a:lnTo>
                        <a:pt x="91" y="117"/>
                      </a:lnTo>
                      <a:lnTo>
                        <a:pt x="90" y="119"/>
                      </a:lnTo>
                      <a:lnTo>
                        <a:pt x="87" y="121"/>
                      </a:lnTo>
                      <a:lnTo>
                        <a:pt x="86" y="119"/>
                      </a:lnTo>
                      <a:lnTo>
                        <a:pt x="83" y="119"/>
                      </a:lnTo>
                      <a:lnTo>
                        <a:pt x="81" y="121"/>
                      </a:lnTo>
                      <a:lnTo>
                        <a:pt x="77" y="121"/>
                      </a:lnTo>
                      <a:lnTo>
                        <a:pt x="72" y="118"/>
                      </a:lnTo>
                      <a:lnTo>
                        <a:pt x="69" y="119"/>
                      </a:lnTo>
                      <a:lnTo>
                        <a:pt x="64" y="121"/>
                      </a:lnTo>
                      <a:lnTo>
                        <a:pt x="60" y="125"/>
                      </a:lnTo>
                      <a:lnTo>
                        <a:pt x="54" y="126"/>
                      </a:lnTo>
                      <a:lnTo>
                        <a:pt x="53" y="128"/>
                      </a:lnTo>
                      <a:lnTo>
                        <a:pt x="53" y="130"/>
                      </a:lnTo>
                      <a:lnTo>
                        <a:pt x="49" y="132"/>
                      </a:lnTo>
                      <a:lnTo>
                        <a:pt x="43" y="132"/>
                      </a:lnTo>
                      <a:lnTo>
                        <a:pt x="39" y="126"/>
                      </a:lnTo>
                      <a:lnTo>
                        <a:pt x="37" y="119"/>
                      </a:lnTo>
                      <a:lnTo>
                        <a:pt x="37" y="119"/>
                      </a:lnTo>
                      <a:lnTo>
                        <a:pt x="31" y="114"/>
                      </a:lnTo>
                      <a:lnTo>
                        <a:pt x="27" y="113"/>
                      </a:lnTo>
                      <a:lnTo>
                        <a:pt x="24" y="113"/>
                      </a:lnTo>
                      <a:lnTo>
                        <a:pt x="24" y="109"/>
                      </a:lnTo>
                      <a:lnTo>
                        <a:pt x="23" y="106"/>
                      </a:lnTo>
                      <a:lnTo>
                        <a:pt x="26" y="99"/>
                      </a:lnTo>
                      <a:lnTo>
                        <a:pt x="30" y="96"/>
                      </a:lnTo>
                      <a:lnTo>
                        <a:pt x="30" y="94"/>
                      </a:lnTo>
                      <a:lnTo>
                        <a:pt x="27" y="94"/>
                      </a:lnTo>
                      <a:lnTo>
                        <a:pt x="24" y="90"/>
                      </a:lnTo>
                      <a:lnTo>
                        <a:pt x="28" y="85"/>
                      </a:lnTo>
                      <a:lnTo>
                        <a:pt x="28" y="80"/>
                      </a:lnTo>
                      <a:lnTo>
                        <a:pt x="26" y="77"/>
                      </a:lnTo>
                      <a:lnTo>
                        <a:pt x="22" y="70"/>
                      </a:lnTo>
                      <a:lnTo>
                        <a:pt x="26" y="69"/>
                      </a:lnTo>
                      <a:lnTo>
                        <a:pt x="27" y="70"/>
                      </a:lnTo>
                      <a:lnTo>
                        <a:pt x="31" y="65"/>
                      </a:lnTo>
                      <a:lnTo>
                        <a:pt x="28" y="62"/>
                      </a:lnTo>
                      <a:lnTo>
                        <a:pt x="33" y="60"/>
                      </a:lnTo>
                      <a:lnTo>
                        <a:pt x="33" y="50"/>
                      </a:lnTo>
                      <a:lnTo>
                        <a:pt x="31" y="46"/>
                      </a:lnTo>
                      <a:lnTo>
                        <a:pt x="37" y="42"/>
                      </a:lnTo>
                      <a:lnTo>
                        <a:pt x="39" y="42"/>
                      </a:lnTo>
                      <a:lnTo>
                        <a:pt x="41" y="39"/>
                      </a:lnTo>
                      <a:lnTo>
                        <a:pt x="37" y="34"/>
                      </a:lnTo>
                      <a:lnTo>
                        <a:pt x="37" y="31"/>
                      </a:lnTo>
                      <a:lnTo>
                        <a:pt x="30" y="30"/>
                      </a:lnTo>
                      <a:lnTo>
                        <a:pt x="27" y="32"/>
                      </a:lnTo>
                      <a:lnTo>
                        <a:pt x="19" y="31"/>
                      </a:lnTo>
                      <a:lnTo>
                        <a:pt x="15" y="34"/>
                      </a:lnTo>
                      <a:lnTo>
                        <a:pt x="14" y="31"/>
                      </a:lnTo>
                      <a:lnTo>
                        <a:pt x="14" y="28"/>
                      </a:lnTo>
                      <a:lnTo>
                        <a:pt x="12" y="28"/>
                      </a:lnTo>
                      <a:lnTo>
                        <a:pt x="5" y="28"/>
                      </a:lnTo>
                      <a:lnTo>
                        <a:pt x="5" y="28"/>
                      </a:lnTo>
                      <a:lnTo>
                        <a:pt x="8" y="26"/>
                      </a:lnTo>
                      <a:lnTo>
                        <a:pt x="7" y="24"/>
                      </a:lnTo>
                      <a:lnTo>
                        <a:pt x="8" y="23"/>
                      </a:lnTo>
                      <a:lnTo>
                        <a:pt x="7" y="22"/>
                      </a:lnTo>
                      <a:lnTo>
                        <a:pt x="7" y="19"/>
                      </a:lnTo>
                      <a:lnTo>
                        <a:pt x="5" y="22"/>
                      </a:lnTo>
                      <a:lnTo>
                        <a:pt x="4" y="20"/>
                      </a:lnTo>
                      <a:lnTo>
                        <a:pt x="5" y="16"/>
                      </a:lnTo>
                      <a:lnTo>
                        <a:pt x="4" y="16"/>
                      </a:lnTo>
                      <a:lnTo>
                        <a:pt x="4" y="15"/>
                      </a:lnTo>
                      <a:lnTo>
                        <a:pt x="1" y="15"/>
                      </a:lnTo>
                      <a:lnTo>
                        <a:pt x="0" y="12"/>
                      </a:lnTo>
                      <a:lnTo>
                        <a:pt x="3" y="9"/>
                      </a:lnTo>
                      <a:lnTo>
                        <a:pt x="8" y="7"/>
                      </a:lnTo>
                      <a:lnTo>
                        <a:pt x="9" y="8"/>
                      </a:lnTo>
                      <a:lnTo>
                        <a:pt x="14" y="8"/>
                      </a:lnTo>
                      <a:lnTo>
                        <a:pt x="16" y="5"/>
                      </a:lnTo>
                      <a:lnTo>
                        <a:pt x="15" y="5"/>
                      </a:lnTo>
                      <a:lnTo>
                        <a:pt x="14" y="3"/>
                      </a:lnTo>
                      <a:lnTo>
                        <a:pt x="19" y="0"/>
                      </a:lnTo>
                      <a:lnTo>
                        <a:pt x="20" y="1"/>
                      </a:lnTo>
                      <a:lnTo>
                        <a:pt x="22" y="0"/>
                      </a:lnTo>
                      <a:lnTo>
                        <a:pt x="26" y="0"/>
                      </a:lnTo>
                      <a:lnTo>
                        <a:pt x="28" y="4"/>
                      </a:lnTo>
                      <a:lnTo>
                        <a:pt x="31" y="1"/>
                      </a:lnTo>
                      <a:lnTo>
                        <a:pt x="34" y="1"/>
                      </a:lnTo>
                      <a:lnTo>
                        <a:pt x="38" y="3"/>
                      </a:lnTo>
                      <a:lnTo>
                        <a:pt x="41" y="1"/>
                      </a:lnTo>
                      <a:lnTo>
                        <a:pt x="46" y="0"/>
                      </a:lnTo>
                      <a:lnTo>
                        <a:pt x="46" y="1"/>
                      </a:lnTo>
                      <a:lnTo>
                        <a:pt x="50" y="4"/>
                      </a:lnTo>
                      <a:lnTo>
                        <a:pt x="60" y="5"/>
                      </a:lnTo>
                      <a:lnTo>
                        <a:pt x="65" y="7"/>
                      </a:lnTo>
                      <a:lnTo>
                        <a:pt x="72" y="4"/>
                      </a:lnTo>
                      <a:lnTo>
                        <a:pt x="77" y="4"/>
                      </a:lnTo>
                      <a:lnTo>
                        <a:pt x="77" y="7"/>
                      </a:lnTo>
                      <a:lnTo>
                        <a:pt x="83" y="7"/>
                      </a:lnTo>
                      <a:lnTo>
                        <a:pt x="86" y="4"/>
                      </a:lnTo>
                      <a:lnTo>
                        <a:pt x="88" y="4"/>
                      </a:lnTo>
                      <a:lnTo>
                        <a:pt x="95" y="9"/>
                      </a:lnTo>
                      <a:lnTo>
                        <a:pt x="96" y="7"/>
                      </a:lnTo>
                      <a:lnTo>
                        <a:pt x="99" y="7"/>
                      </a:lnTo>
                      <a:lnTo>
                        <a:pt x="100" y="5"/>
                      </a:lnTo>
                      <a:lnTo>
                        <a:pt x="100" y="5"/>
                      </a:lnTo>
                      <a:close/>
                      <a:moveTo>
                        <a:pt x="168" y="68"/>
                      </a:moveTo>
                      <a:lnTo>
                        <a:pt x="174" y="69"/>
                      </a:lnTo>
                      <a:lnTo>
                        <a:pt x="175" y="69"/>
                      </a:lnTo>
                      <a:lnTo>
                        <a:pt x="177" y="68"/>
                      </a:lnTo>
                      <a:lnTo>
                        <a:pt x="174" y="65"/>
                      </a:lnTo>
                      <a:lnTo>
                        <a:pt x="170" y="66"/>
                      </a:lnTo>
                      <a:lnTo>
                        <a:pt x="168" y="68"/>
                      </a:lnTo>
                      <a:lnTo>
                        <a:pt x="168" y="68"/>
                      </a:lnTo>
                      <a:close/>
                      <a:moveTo>
                        <a:pt x="160" y="77"/>
                      </a:moveTo>
                      <a:lnTo>
                        <a:pt x="162" y="75"/>
                      </a:lnTo>
                      <a:lnTo>
                        <a:pt x="166" y="70"/>
                      </a:lnTo>
                      <a:lnTo>
                        <a:pt x="162" y="70"/>
                      </a:lnTo>
                      <a:lnTo>
                        <a:pt x="159" y="70"/>
                      </a:lnTo>
                      <a:lnTo>
                        <a:pt x="156" y="72"/>
                      </a:lnTo>
                      <a:lnTo>
                        <a:pt x="156" y="75"/>
                      </a:lnTo>
                      <a:lnTo>
                        <a:pt x="159" y="76"/>
                      </a:lnTo>
                      <a:lnTo>
                        <a:pt x="160" y="77"/>
                      </a:lnTo>
                      <a:lnTo>
                        <a:pt x="160" y="77"/>
                      </a:lnTo>
                      <a:close/>
                      <a:moveTo>
                        <a:pt x="144" y="87"/>
                      </a:moveTo>
                      <a:lnTo>
                        <a:pt x="145" y="85"/>
                      </a:lnTo>
                      <a:lnTo>
                        <a:pt x="147" y="83"/>
                      </a:lnTo>
                      <a:lnTo>
                        <a:pt x="145" y="81"/>
                      </a:lnTo>
                      <a:lnTo>
                        <a:pt x="141" y="83"/>
                      </a:lnTo>
                      <a:lnTo>
                        <a:pt x="141" y="85"/>
                      </a:lnTo>
                      <a:lnTo>
                        <a:pt x="144" y="87"/>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48" name="Freeform 825"/>
                <p:cNvSpPr>
                  <a:spLocks/>
                </p:cNvSpPr>
                <p:nvPr/>
              </p:nvSpPr>
              <p:spPr bwMode="auto">
                <a:xfrm>
                  <a:off x="4981576" y="3495675"/>
                  <a:ext cx="71438" cy="141288"/>
                </a:xfrm>
                <a:custGeom>
                  <a:avLst/>
                  <a:gdLst/>
                  <a:ahLst/>
                  <a:cxnLst>
                    <a:cxn ang="0">
                      <a:pos x="28" y="81"/>
                    </a:cxn>
                    <a:cxn ang="0">
                      <a:pos x="30" y="71"/>
                    </a:cxn>
                    <a:cxn ang="0">
                      <a:pos x="34" y="66"/>
                    </a:cxn>
                    <a:cxn ang="0">
                      <a:pos x="28" y="62"/>
                    </a:cxn>
                    <a:cxn ang="0">
                      <a:pos x="32" y="52"/>
                    </a:cxn>
                    <a:cxn ang="0">
                      <a:pos x="26" y="42"/>
                    </a:cxn>
                    <a:cxn ang="0">
                      <a:pos x="31" y="42"/>
                    </a:cxn>
                    <a:cxn ang="0">
                      <a:pos x="32" y="34"/>
                    </a:cxn>
                    <a:cxn ang="0">
                      <a:pos x="37" y="22"/>
                    </a:cxn>
                    <a:cxn ang="0">
                      <a:pos x="41" y="14"/>
                    </a:cxn>
                    <a:cxn ang="0">
                      <a:pos x="45" y="11"/>
                    </a:cxn>
                    <a:cxn ang="0">
                      <a:pos x="41" y="3"/>
                    </a:cxn>
                    <a:cxn ang="0">
                      <a:pos x="31" y="4"/>
                    </a:cxn>
                    <a:cxn ang="0">
                      <a:pos x="19" y="6"/>
                    </a:cxn>
                    <a:cxn ang="0">
                      <a:pos x="18" y="0"/>
                    </a:cxn>
                    <a:cxn ang="0">
                      <a:pos x="9" y="0"/>
                    </a:cxn>
                    <a:cxn ang="0">
                      <a:pos x="12" y="9"/>
                    </a:cxn>
                    <a:cxn ang="0">
                      <a:pos x="11" y="19"/>
                    </a:cxn>
                    <a:cxn ang="0">
                      <a:pos x="12" y="25"/>
                    </a:cxn>
                    <a:cxn ang="0">
                      <a:pos x="9" y="32"/>
                    </a:cxn>
                    <a:cxn ang="0">
                      <a:pos x="5" y="40"/>
                    </a:cxn>
                    <a:cxn ang="0">
                      <a:pos x="1" y="48"/>
                    </a:cxn>
                    <a:cxn ang="0">
                      <a:pos x="0" y="59"/>
                    </a:cxn>
                    <a:cxn ang="0">
                      <a:pos x="4" y="56"/>
                    </a:cxn>
                    <a:cxn ang="0">
                      <a:pos x="7" y="56"/>
                    </a:cxn>
                    <a:cxn ang="0">
                      <a:pos x="4" y="60"/>
                    </a:cxn>
                    <a:cxn ang="0">
                      <a:pos x="4" y="64"/>
                    </a:cxn>
                    <a:cxn ang="0">
                      <a:pos x="11" y="63"/>
                    </a:cxn>
                    <a:cxn ang="0">
                      <a:pos x="9" y="68"/>
                    </a:cxn>
                    <a:cxn ang="0">
                      <a:pos x="8" y="79"/>
                    </a:cxn>
                    <a:cxn ang="0">
                      <a:pos x="5" y="86"/>
                    </a:cxn>
                    <a:cxn ang="0">
                      <a:pos x="11" y="85"/>
                    </a:cxn>
                    <a:cxn ang="0">
                      <a:pos x="20" y="89"/>
                    </a:cxn>
                    <a:cxn ang="0">
                      <a:pos x="28" y="86"/>
                    </a:cxn>
                    <a:cxn ang="0">
                      <a:pos x="28" y="85"/>
                    </a:cxn>
                  </a:cxnLst>
                  <a:rect l="0" t="0" r="r" b="b"/>
                  <a:pathLst>
                    <a:path w="45" h="89">
                      <a:moveTo>
                        <a:pt x="28" y="85"/>
                      </a:moveTo>
                      <a:lnTo>
                        <a:pt x="28" y="81"/>
                      </a:lnTo>
                      <a:lnTo>
                        <a:pt x="27" y="78"/>
                      </a:lnTo>
                      <a:lnTo>
                        <a:pt x="30" y="71"/>
                      </a:lnTo>
                      <a:lnTo>
                        <a:pt x="34" y="68"/>
                      </a:lnTo>
                      <a:lnTo>
                        <a:pt x="34" y="66"/>
                      </a:lnTo>
                      <a:lnTo>
                        <a:pt x="31" y="66"/>
                      </a:lnTo>
                      <a:lnTo>
                        <a:pt x="28" y="62"/>
                      </a:lnTo>
                      <a:lnTo>
                        <a:pt x="32" y="57"/>
                      </a:lnTo>
                      <a:lnTo>
                        <a:pt x="32" y="52"/>
                      </a:lnTo>
                      <a:lnTo>
                        <a:pt x="30" y="49"/>
                      </a:lnTo>
                      <a:lnTo>
                        <a:pt x="26" y="42"/>
                      </a:lnTo>
                      <a:lnTo>
                        <a:pt x="30" y="41"/>
                      </a:lnTo>
                      <a:lnTo>
                        <a:pt x="31" y="42"/>
                      </a:lnTo>
                      <a:lnTo>
                        <a:pt x="35" y="37"/>
                      </a:lnTo>
                      <a:lnTo>
                        <a:pt x="32" y="34"/>
                      </a:lnTo>
                      <a:lnTo>
                        <a:pt x="37" y="32"/>
                      </a:lnTo>
                      <a:lnTo>
                        <a:pt x="37" y="22"/>
                      </a:lnTo>
                      <a:lnTo>
                        <a:pt x="35" y="18"/>
                      </a:lnTo>
                      <a:lnTo>
                        <a:pt x="41" y="14"/>
                      </a:lnTo>
                      <a:lnTo>
                        <a:pt x="43" y="14"/>
                      </a:lnTo>
                      <a:lnTo>
                        <a:pt x="45" y="11"/>
                      </a:lnTo>
                      <a:lnTo>
                        <a:pt x="41" y="6"/>
                      </a:lnTo>
                      <a:lnTo>
                        <a:pt x="41" y="3"/>
                      </a:lnTo>
                      <a:lnTo>
                        <a:pt x="34" y="2"/>
                      </a:lnTo>
                      <a:lnTo>
                        <a:pt x="31" y="4"/>
                      </a:lnTo>
                      <a:lnTo>
                        <a:pt x="23" y="3"/>
                      </a:lnTo>
                      <a:lnTo>
                        <a:pt x="19" y="6"/>
                      </a:lnTo>
                      <a:lnTo>
                        <a:pt x="18" y="3"/>
                      </a:lnTo>
                      <a:lnTo>
                        <a:pt x="18" y="0"/>
                      </a:lnTo>
                      <a:lnTo>
                        <a:pt x="16" y="0"/>
                      </a:lnTo>
                      <a:lnTo>
                        <a:pt x="9" y="0"/>
                      </a:lnTo>
                      <a:lnTo>
                        <a:pt x="9" y="4"/>
                      </a:lnTo>
                      <a:lnTo>
                        <a:pt x="12" y="9"/>
                      </a:lnTo>
                      <a:lnTo>
                        <a:pt x="11" y="18"/>
                      </a:lnTo>
                      <a:lnTo>
                        <a:pt x="11" y="19"/>
                      </a:lnTo>
                      <a:lnTo>
                        <a:pt x="11" y="23"/>
                      </a:lnTo>
                      <a:lnTo>
                        <a:pt x="12" y="25"/>
                      </a:lnTo>
                      <a:lnTo>
                        <a:pt x="11" y="28"/>
                      </a:lnTo>
                      <a:lnTo>
                        <a:pt x="9" y="32"/>
                      </a:lnTo>
                      <a:lnTo>
                        <a:pt x="9" y="36"/>
                      </a:lnTo>
                      <a:lnTo>
                        <a:pt x="5" y="40"/>
                      </a:lnTo>
                      <a:lnTo>
                        <a:pt x="5" y="42"/>
                      </a:lnTo>
                      <a:lnTo>
                        <a:pt x="1" y="48"/>
                      </a:lnTo>
                      <a:lnTo>
                        <a:pt x="0" y="56"/>
                      </a:lnTo>
                      <a:lnTo>
                        <a:pt x="0" y="59"/>
                      </a:lnTo>
                      <a:lnTo>
                        <a:pt x="3" y="59"/>
                      </a:lnTo>
                      <a:lnTo>
                        <a:pt x="4" y="56"/>
                      </a:lnTo>
                      <a:lnTo>
                        <a:pt x="7" y="55"/>
                      </a:lnTo>
                      <a:lnTo>
                        <a:pt x="7" y="56"/>
                      </a:lnTo>
                      <a:lnTo>
                        <a:pt x="8" y="59"/>
                      </a:lnTo>
                      <a:lnTo>
                        <a:pt x="4" y="60"/>
                      </a:lnTo>
                      <a:lnTo>
                        <a:pt x="3" y="63"/>
                      </a:lnTo>
                      <a:lnTo>
                        <a:pt x="4" y="64"/>
                      </a:lnTo>
                      <a:lnTo>
                        <a:pt x="7" y="63"/>
                      </a:lnTo>
                      <a:lnTo>
                        <a:pt x="11" y="63"/>
                      </a:lnTo>
                      <a:lnTo>
                        <a:pt x="8" y="64"/>
                      </a:lnTo>
                      <a:lnTo>
                        <a:pt x="9" y="68"/>
                      </a:lnTo>
                      <a:lnTo>
                        <a:pt x="8" y="72"/>
                      </a:lnTo>
                      <a:lnTo>
                        <a:pt x="8" y="79"/>
                      </a:lnTo>
                      <a:lnTo>
                        <a:pt x="7" y="85"/>
                      </a:lnTo>
                      <a:lnTo>
                        <a:pt x="5" y="86"/>
                      </a:lnTo>
                      <a:lnTo>
                        <a:pt x="7" y="87"/>
                      </a:lnTo>
                      <a:lnTo>
                        <a:pt x="11" y="85"/>
                      </a:lnTo>
                      <a:lnTo>
                        <a:pt x="18" y="86"/>
                      </a:lnTo>
                      <a:lnTo>
                        <a:pt x="20" y="89"/>
                      </a:lnTo>
                      <a:lnTo>
                        <a:pt x="24" y="86"/>
                      </a:lnTo>
                      <a:lnTo>
                        <a:pt x="28" y="86"/>
                      </a:lnTo>
                      <a:lnTo>
                        <a:pt x="28" y="85"/>
                      </a:lnTo>
                      <a:lnTo>
                        <a:pt x="28" y="8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grpSp>
        </p:grpSp>
        <p:grpSp>
          <p:nvGrpSpPr>
            <p:cNvPr id="16" name="Groupe 1552"/>
            <p:cNvGrpSpPr/>
            <p:nvPr/>
          </p:nvGrpSpPr>
          <p:grpSpPr>
            <a:xfrm>
              <a:off x="4146586" y="3587933"/>
              <a:ext cx="1925163" cy="1973949"/>
              <a:chOff x="4808538" y="3663950"/>
              <a:chExt cx="1628775" cy="1670050"/>
            </a:xfrm>
            <a:grpFill/>
          </p:grpSpPr>
          <p:sp>
            <p:nvSpPr>
              <p:cNvPr id="423" name="Freeform 896"/>
              <p:cNvSpPr>
                <a:spLocks/>
              </p:cNvSpPr>
              <p:nvPr/>
            </p:nvSpPr>
            <p:spPr bwMode="auto">
              <a:xfrm>
                <a:off x="6329363" y="3903663"/>
                <a:ext cx="107950" cy="84138"/>
              </a:xfrm>
              <a:custGeom>
                <a:avLst/>
                <a:gdLst/>
                <a:ahLst/>
                <a:cxnLst>
                  <a:cxn ang="0">
                    <a:pos x="0" y="27"/>
                  </a:cxn>
                  <a:cxn ang="0">
                    <a:pos x="0" y="33"/>
                  </a:cxn>
                  <a:cxn ang="0">
                    <a:pos x="3" y="37"/>
                  </a:cxn>
                  <a:cxn ang="0">
                    <a:pos x="5" y="48"/>
                  </a:cxn>
                  <a:cxn ang="0">
                    <a:pos x="48" y="53"/>
                  </a:cxn>
                  <a:cxn ang="0">
                    <a:pos x="53" y="49"/>
                  </a:cxn>
                  <a:cxn ang="0">
                    <a:pos x="65" y="12"/>
                  </a:cxn>
                  <a:cxn ang="0">
                    <a:pos x="68" y="11"/>
                  </a:cxn>
                  <a:cxn ang="0">
                    <a:pos x="67" y="8"/>
                  </a:cxn>
                  <a:cxn ang="0">
                    <a:pos x="67" y="6"/>
                  </a:cxn>
                  <a:cxn ang="0">
                    <a:pos x="65" y="7"/>
                  </a:cxn>
                  <a:cxn ang="0">
                    <a:pos x="65" y="6"/>
                  </a:cxn>
                  <a:cxn ang="0">
                    <a:pos x="65" y="6"/>
                  </a:cxn>
                  <a:cxn ang="0">
                    <a:pos x="64" y="6"/>
                  </a:cxn>
                  <a:cxn ang="0">
                    <a:pos x="63" y="0"/>
                  </a:cxn>
                  <a:cxn ang="0">
                    <a:pos x="61" y="0"/>
                  </a:cxn>
                  <a:cxn ang="0">
                    <a:pos x="61" y="2"/>
                  </a:cxn>
                  <a:cxn ang="0">
                    <a:pos x="60" y="3"/>
                  </a:cxn>
                  <a:cxn ang="0">
                    <a:pos x="52" y="8"/>
                  </a:cxn>
                  <a:cxn ang="0">
                    <a:pos x="52" y="12"/>
                  </a:cxn>
                  <a:cxn ang="0">
                    <a:pos x="43" y="19"/>
                  </a:cxn>
                  <a:cxn ang="0">
                    <a:pos x="42" y="22"/>
                  </a:cxn>
                  <a:cxn ang="0">
                    <a:pos x="43" y="22"/>
                  </a:cxn>
                  <a:cxn ang="0">
                    <a:pos x="43" y="23"/>
                  </a:cxn>
                  <a:cxn ang="0">
                    <a:pos x="41" y="27"/>
                  </a:cxn>
                  <a:cxn ang="0">
                    <a:pos x="39" y="26"/>
                  </a:cxn>
                  <a:cxn ang="0">
                    <a:pos x="38" y="26"/>
                  </a:cxn>
                  <a:cxn ang="0">
                    <a:pos x="35" y="26"/>
                  </a:cxn>
                  <a:cxn ang="0">
                    <a:pos x="37" y="29"/>
                  </a:cxn>
                  <a:cxn ang="0">
                    <a:pos x="35" y="29"/>
                  </a:cxn>
                  <a:cxn ang="0">
                    <a:pos x="35" y="30"/>
                  </a:cxn>
                  <a:cxn ang="0">
                    <a:pos x="30" y="31"/>
                  </a:cxn>
                  <a:cxn ang="0">
                    <a:pos x="27" y="31"/>
                  </a:cxn>
                  <a:cxn ang="0">
                    <a:pos x="26" y="30"/>
                  </a:cxn>
                  <a:cxn ang="0">
                    <a:pos x="23" y="30"/>
                  </a:cxn>
                  <a:cxn ang="0">
                    <a:pos x="22" y="29"/>
                  </a:cxn>
                  <a:cxn ang="0">
                    <a:pos x="20" y="30"/>
                  </a:cxn>
                  <a:cxn ang="0">
                    <a:pos x="15" y="29"/>
                  </a:cxn>
                  <a:cxn ang="0">
                    <a:pos x="10" y="33"/>
                  </a:cxn>
                  <a:cxn ang="0">
                    <a:pos x="7" y="33"/>
                  </a:cxn>
                  <a:cxn ang="0">
                    <a:pos x="5" y="33"/>
                  </a:cxn>
                  <a:cxn ang="0">
                    <a:pos x="3" y="33"/>
                  </a:cxn>
                  <a:cxn ang="0">
                    <a:pos x="1" y="27"/>
                  </a:cxn>
                  <a:cxn ang="0">
                    <a:pos x="1" y="27"/>
                  </a:cxn>
                  <a:cxn ang="0">
                    <a:pos x="0" y="27"/>
                  </a:cxn>
                </a:cxnLst>
                <a:rect l="0" t="0" r="r" b="b"/>
                <a:pathLst>
                  <a:path w="68" h="53">
                    <a:moveTo>
                      <a:pt x="0" y="27"/>
                    </a:moveTo>
                    <a:lnTo>
                      <a:pt x="0" y="33"/>
                    </a:lnTo>
                    <a:lnTo>
                      <a:pt x="3" y="37"/>
                    </a:lnTo>
                    <a:lnTo>
                      <a:pt x="5" y="48"/>
                    </a:lnTo>
                    <a:lnTo>
                      <a:pt x="48" y="53"/>
                    </a:lnTo>
                    <a:lnTo>
                      <a:pt x="53" y="49"/>
                    </a:lnTo>
                    <a:lnTo>
                      <a:pt x="65" y="12"/>
                    </a:lnTo>
                    <a:lnTo>
                      <a:pt x="68" y="11"/>
                    </a:lnTo>
                    <a:lnTo>
                      <a:pt x="67" y="8"/>
                    </a:lnTo>
                    <a:lnTo>
                      <a:pt x="67" y="6"/>
                    </a:lnTo>
                    <a:lnTo>
                      <a:pt x="65" y="7"/>
                    </a:lnTo>
                    <a:lnTo>
                      <a:pt x="65" y="6"/>
                    </a:lnTo>
                    <a:lnTo>
                      <a:pt x="65" y="6"/>
                    </a:lnTo>
                    <a:lnTo>
                      <a:pt x="64" y="6"/>
                    </a:lnTo>
                    <a:lnTo>
                      <a:pt x="63" y="0"/>
                    </a:lnTo>
                    <a:lnTo>
                      <a:pt x="61" y="0"/>
                    </a:lnTo>
                    <a:lnTo>
                      <a:pt x="61" y="2"/>
                    </a:lnTo>
                    <a:lnTo>
                      <a:pt x="60" y="3"/>
                    </a:lnTo>
                    <a:lnTo>
                      <a:pt x="52" y="8"/>
                    </a:lnTo>
                    <a:lnTo>
                      <a:pt x="52" y="12"/>
                    </a:lnTo>
                    <a:lnTo>
                      <a:pt x="43" y="19"/>
                    </a:lnTo>
                    <a:lnTo>
                      <a:pt x="42" y="22"/>
                    </a:lnTo>
                    <a:lnTo>
                      <a:pt x="43" y="22"/>
                    </a:lnTo>
                    <a:lnTo>
                      <a:pt x="43" y="23"/>
                    </a:lnTo>
                    <a:lnTo>
                      <a:pt x="41" y="27"/>
                    </a:lnTo>
                    <a:lnTo>
                      <a:pt x="39" y="26"/>
                    </a:lnTo>
                    <a:lnTo>
                      <a:pt x="38" y="26"/>
                    </a:lnTo>
                    <a:lnTo>
                      <a:pt x="35" y="26"/>
                    </a:lnTo>
                    <a:lnTo>
                      <a:pt x="37" y="29"/>
                    </a:lnTo>
                    <a:lnTo>
                      <a:pt x="35" y="29"/>
                    </a:lnTo>
                    <a:lnTo>
                      <a:pt x="35" y="30"/>
                    </a:lnTo>
                    <a:lnTo>
                      <a:pt x="30" y="31"/>
                    </a:lnTo>
                    <a:lnTo>
                      <a:pt x="27" y="31"/>
                    </a:lnTo>
                    <a:lnTo>
                      <a:pt x="26" y="30"/>
                    </a:lnTo>
                    <a:lnTo>
                      <a:pt x="23" y="30"/>
                    </a:lnTo>
                    <a:lnTo>
                      <a:pt x="22" y="29"/>
                    </a:lnTo>
                    <a:lnTo>
                      <a:pt x="20" y="30"/>
                    </a:lnTo>
                    <a:lnTo>
                      <a:pt x="15" y="29"/>
                    </a:lnTo>
                    <a:lnTo>
                      <a:pt x="10" y="33"/>
                    </a:lnTo>
                    <a:lnTo>
                      <a:pt x="7" y="33"/>
                    </a:lnTo>
                    <a:lnTo>
                      <a:pt x="5" y="33"/>
                    </a:lnTo>
                    <a:lnTo>
                      <a:pt x="3" y="33"/>
                    </a:lnTo>
                    <a:lnTo>
                      <a:pt x="1" y="27"/>
                    </a:lnTo>
                    <a:lnTo>
                      <a:pt x="1" y="27"/>
                    </a:lnTo>
                    <a:lnTo>
                      <a:pt x="0" y="27"/>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4" name="Freeform 898"/>
              <p:cNvSpPr>
                <a:spLocks/>
              </p:cNvSpPr>
              <p:nvPr/>
            </p:nvSpPr>
            <p:spPr bwMode="auto">
              <a:xfrm>
                <a:off x="5948363" y="3752850"/>
                <a:ext cx="469900" cy="396875"/>
              </a:xfrm>
              <a:custGeom>
                <a:avLst/>
                <a:gdLst/>
                <a:ahLst/>
                <a:cxnLst>
                  <a:cxn ang="0">
                    <a:pos x="180" y="53"/>
                  </a:cxn>
                  <a:cxn ang="0">
                    <a:pos x="72" y="3"/>
                  </a:cxn>
                  <a:cxn ang="0">
                    <a:pos x="32" y="12"/>
                  </a:cxn>
                  <a:cxn ang="0">
                    <a:pos x="42" y="41"/>
                  </a:cxn>
                  <a:cxn ang="0">
                    <a:pos x="6" y="49"/>
                  </a:cxn>
                  <a:cxn ang="0">
                    <a:pos x="1" y="60"/>
                  </a:cxn>
                  <a:cxn ang="0">
                    <a:pos x="2" y="65"/>
                  </a:cxn>
                  <a:cxn ang="0">
                    <a:pos x="8" y="67"/>
                  </a:cxn>
                  <a:cxn ang="0">
                    <a:pos x="14" y="77"/>
                  </a:cxn>
                  <a:cxn ang="0">
                    <a:pos x="19" y="83"/>
                  </a:cxn>
                  <a:cxn ang="0">
                    <a:pos x="25" y="92"/>
                  </a:cxn>
                  <a:cxn ang="0">
                    <a:pos x="28" y="99"/>
                  </a:cxn>
                  <a:cxn ang="0">
                    <a:pos x="36" y="109"/>
                  </a:cxn>
                  <a:cxn ang="0">
                    <a:pos x="38" y="117"/>
                  </a:cxn>
                  <a:cxn ang="0">
                    <a:pos x="42" y="124"/>
                  </a:cxn>
                  <a:cxn ang="0">
                    <a:pos x="48" y="125"/>
                  </a:cxn>
                  <a:cxn ang="0">
                    <a:pos x="58" y="133"/>
                  </a:cxn>
                  <a:cxn ang="0">
                    <a:pos x="61" y="139"/>
                  </a:cxn>
                  <a:cxn ang="0">
                    <a:pos x="65" y="151"/>
                  </a:cxn>
                  <a:cxn ang="0">
                    <a:pos x="63" y="158"/>
                  </a:cxn>
                  <a:cxn ang="0">
                    <a:pos x="67" y="171"/>
                  </a:cxn>
                  <a:cxn ang="0">
                    <a:pos x="77" y="183"/>
                  </a:cxn>
                  <a:cxn ang="0">
                    <a:pos x="84" y="188"/>
                  </a:cxn>
                  <a:cxn ang="0">
                    <a:pos x="91" y="193"/>
                  </a:cxn>
                  <a:cxn ang="0">
                    <a:pos x="95" y="196"/>
                  </a:cxn>
                  <a:cxn ang="0">
                    <a:pos x="101" y="213"/>
                  </a:cxn>
                  <a:cxn ang="0">
                    <a:pos x="115" y="231"/>
                  </a:cxn>
                  <a:cxn ang="0">
                    <a:pos x="125" y="239"/>
                  </a:cxn>
                  <a:cxn ang="0">
                    <a:pos x="131" y="235"/>
                  </a:cxn>
                  <a:cxn ang="0">
                    <a:pos x="135" y="222"/>
                  </a:cxn>
                  <a:cxn ang="0">
                    <a:pos x="160" y="231"/>
                  </a:cxn>
                  <a:cxn ang="0">
                    <a:pos x="199" y="215"/>
                  </a:cxn>
                  <a:cxn ang="0">
                    <a:pos x="293" y="144"/>
                  </a:cxn>
                  <a:cxn ang="0">
                    <a:pos x="245" y="143"/>
                  </a:cxn>
                  <a:cxn ang="0">
                    <a:pos x="240" y="122"/>
                  </a:cxn>
                  <a:cxn ang="0">
                    <a:pos x="237" y="120"/>
                  </a:cxn>
                  <a:cxn ang="0">
                    <a:pos x="236" y="117"/>
                  </a:cxn>
                  <a:cxn ang="0">
                    <a:pos x="229" y="114"/>
                  </a:cxn>
                  <a:cxn ang="0">
                    <a:pos x="225" y="110"/>
                  </a:cxn>
                  <a:cxn ang="0">
                    <a:pos x="216" y="94"/>
                  </a:cxn>
                  <a:cxn ang="0">
                    <a:pos x="214" y="86"/>
                  </a:cxn>
                  <a:cxn ang="0">
                    <a:pos x="211" y="82"/>
                  </a:cxn>
                  <a:cxn ang="0">
                    <a:pos x="203" y="72"/>
                  </a:cxn>
                  <a:cxn ang="0">
                    <a:pos x="206" y="72"/>
                  </a:cxn>
                  <a:cxn ang="0">
                    <a:pos x="198" y="69"/>
                  </a:cxn>
                  <a:cxn ang="0">
                    <a:pos x="191" y="57"/>
                  </a:cxn>
                  <a:cxn ang="0">
                    <a:pos x="190" y="54"/>
                  </a:cxn>
                </a:cxnLst>
                <a:rect l="0" t="0" r="r" b="b"/>
                <a:pathLst>
                  <a:path w="296" h="250">
                    <a:moveTo>
                      <a:pt x="190" y="54"/>
                    </a:moveTo>
                    <a:lnTo>
                      <a:pt x="180" y="58"/>
                    </a:lnTo>
                    <a:lnTo>
                      <a:pt x="180" y="53"/>
                    </a:lnTo>
                    <a:lnTo>
                      <a:pt x="167" y="49"/>
                    </a:lnTo>
                    <a:lnTo>
                      <a:pt x="138" y="48"/>
                    </a:lnTo>
                    <a:lnTo>
                      <a:pt x="72" y="3"/>
                    </a:lnTo>
                    <a:lnTo>
                      <a:pt x="58" y="0"/>
                    </a:lnTo>
                    <a:lnTo>
                      <a:pt x="53" y="5"/>
                    </a:lnTo>
                    <a:lnTo>
                      <a:pt x="32" y="12"/>
                    </a:lnTo>
                    <a:lnTo>
                      <a:pt x="48" y="30"/>
                    </a:lnTo>
                    <a:lnTo>
                      <a:pt x="42" y="37"/>
                    </a:lnTo>
                    <a:lnTo>
                      <a:pt x="42" y="41"/>
                    </a:lnTo>
                    <a:lnTo>
                      <a:pt x="31" y="42"/>
                    </a:lnTo>
                    <a:lnTo>
                      <a:pt x="20" y="53"/>
                    </a:lnTo>
                    <a:lnTo>
                      <a:pt x="6" y="49"/>
                    </a:lnTo>
                    <a:lnTo>
                      <a:pt x="1" y="49"/>
                    </a:lnTo>
                    <a:lnTo>
                      <a:pt x="1" y="54"/>
                    </a:lnTo>
                    <a:lnTo>
                      <a:pt x="1" y="60"/>
                    </a:lnTo>
                    <a:lnTo>
                      <a:pt x="0" y="64"/>
                    </a:lnTo>
                    <a:lnTo>
                      <a:pt x="0" y="65"/>
                    </a:lnTo>
                    <a:lnTo>
                      <a:pt x="2" y="65"/>
                    </a:lnTo>
                    <a:lnTo>
                      <a:pt x="2" y="67"/>
                    </a:lnTo>
                    <a:lnTo>
                      <a:pt x="5" y="65"/>
                    </a:lnTo>
                    <a:lnTo>
                      <a:pt x="8" y="67"/>
                    </a:lnTo>
                    <a:lnTo>
                      <a:pt x="8" y="67"/>
                    </a:lnTo>
                    <a:lnTo>
                      <a:pt x="13" y="75"/>
                    </a:lnTo>
                    <a:lnTo>
                      <a:pt x="14" y="77"/>
                    </a:lnTo>
                    <a:lnTo>
                      <a:pt x="16" y="77"/>
                    </a:lnTo>
                    <a:lnTo>
                      <a:pt x="16" y="80"/>
                    </a:lnTo>
                    <a:lnTo>
                      <a:pt x="19" y="83"/>
                    </a:lnTo>
                    <a:lnTo>
                      <a:pt x="20" y="83"/>
                    </a:lnTo>
                    <a:lnTo>
                      <a:pt x="24" y="91"/>
                    </a:lnTo>
                    <a:lnTo>
                      <a:pt x="25" y="92"/>
                    </a:lnTo>
                    <a:lnTo>
                      <a:pt x="25" y="95"/>
                    </a:lnTo>
                    <a:lnTo>
                      <a:pt x="28" y="95"/>
                    </a:lnTo>
                    <a:lnTo>
                      <a:pt x="28" y="99"/>
                    </a:lnTo>
                    <a:lnTo>
                      <a:pt x="31" y="101"/>
                    </a:lnTo>
                    <a:lnTo>
                      <a:pt x="34" y="102"/>
                    </a:lnTo>
                    <a:lnTo>
                      <a:pt x="36" y="109"/>
                    </a:lnTo>
                    <a:lnTo>
                      <a:pt x="38" y="111"/>
                    </a:lnTo>
                    <a:lnTo>
                      <a:pt x="39" y="116"/>
                    </a:lnTo>
                    <a:lnTo>
                      <a:pt x="38" y="117"/>
                    </a:lnTo>
                    <a:lnTo>
                      <a:pt x="38" y="120"/>
                    </a:lnTo>
                    <a:lnTo>
                      <a:pt x="40" y="121"/>
                    </a:lnTo>
                    <a:lnTo>
                      <a:pt x="42" y="124"/>
                    </a:lnTo>
                    <a:lnTo>
                      <a:pt x="43" y="125"/>
                    </a:lnTo>
                    <a:lnTo>
                      <a:pt x="46" y="122"/>
                    </a:lnTo>
                    <a:lnTo>
                      <a:pt x="48" y="125"/>
                    </a:lnTo>
                    <a:lnTo>
                      <a:pt x="53" y="126"/>
                    </a:lnTo>
                    <a:lnTo>
                      <a:pt x="57" y="130"/>
                    </a:lnTo>
                    <a:lnTo>
                      <a:pt x="58" y="133"/>
                    </a:lnTo>
                    <a:lnTo>
                      <a:pt x="58" y="135"/>
                    </a:lnTo>
                    <a:lnTo>
                      <a:pt x="59" y="137"/>
                    </a:lnTo>
                    <a:lnTo>
                      <a:pt x="61" y="139"/>
                    </a:lnTo>
                    <a:lnTo>
                      <a:pt x="62" y="144"/>
                    </a:lnTo>
                    <a:lnTo>
                      <a:pt x="65" y="145"/>
                    </a:lnTo>
                    <a:lnTo>
                      <a:pt x="65" y="151"/>
                    </a:lnTo>
                    <a:lnTo>
                      <a:pt x="66" y="152"/>
                    </a:lnTo>
                    <a:lnTo>
                      <a:pt x="65" y="158"/>
                    </a:lnTo>
                    <a:lnTo>
                      <a:pt x="63" y="158"/>
                    </a:lnTo>
                    <a:lnTo>
                      <a:pt x="65" y="160"/>
                    </a:lnTo>
                    <a:lnTo>
                      <a:pt x="66" y="166"/>
                    </a:lnTo>
                    <a:lnTo>
                      <a:pt x="67" y="171"/>
                    </a:lnTo>
                    <a:lnTo>
                      <a:pt x="69" y="174"/>
                    </a:lnTo>
                    <a:lnTo>
                      <a:pt x="70" y="175"/>
                    </a:lnTo>
                    <a:lnTo>
                      <a:pt x="77" y="183"/>
                    </a:lnTo>
                    <a:lnTo>
                      <a:pt x="80" y="183"/>
                    </a:lnTo>
                    <a:lnTo>
                      <a:pt x="82" y="185"/>
                    </a:lnTo>
                    <a:lnTo>
                      <a:pt x="84" y="188"/>
                    </a:lnTo>
                    <a:lnTo>
                      <a:pt x="85" y="188"/>
                    </a:lnTo>
                    <a:lnTo>
                      <a:pt x="91" y="190"/>
                    </a:lnTo>
                    <a:lnTo>
                      <a:pt x="91" y="193"/>
                    </a:lnTo>
                    <a:lnTo>
                      <a:pt x="93" y="193"/>
                    </a:lnTo>
                    <a:lnTo>
                      <a:pt x="93" y="196"/>
                    </a:lnTo>
                    <a:lnTo>
                      <a:pt x="95" y="196"/>
                    </a:lnTo>
                    <a:lnTo>
                      <a:pt x="99" y="208"/>
                    </a:lnTo>
                    <a:lnTo>
                      <a:pt x="101" y="211"/>
                    </a:lnTo>
                    <a:lnTo>
                      <a:pt x="101" y="213"/>
                    </a:lnTo>
                    <a:lnTo>
                      <a:pt x="112" y="224"/>
                    </a:lnTo>
                    <a:lnTo>
                      <a:pt x="114" y="224"/>
                    </a:lnTo>
                    <a:lnTo>
                      <a:pt x="115" y="231"/>
                    </a:lnTo>
                    <a:lnTo>
                      <a:pt x="119" y="232"/>
                    </a:lnTo>
                    <a:lnTo>
                      <a:pt x="122" y="239"/>
                    </a:lnTo>
                    <a:lnTo>
                      <a:pt x="125" y="239"/>
                    </a:lnTo>
                    <a:lnTo>
                      <a:pt x="127" y="241"/>
                    </a:lnTo>
                    <a:lnTo>
                      <a:pt x="129" y="238"/>
                    </a:lnTo>
                    <a:lnTo>
                      <a:pt x="131" y="235"/>
                    </a:lnTo>
                    <a:lnTo>
                      <a:pt x="130" y="231"/>
                    </a:lnTo>
                    <a:lnTo>
                      <a:pt x="131" y="224"/>
                    </a:lnTo>
                    <a:lnTo>
                      <a:pt x="135" y="222"/>
                    </a:lnTo>
                    <a:lnTo>
                      <a:pt x="139" y="226"/>
                    </a:lnTo>
                    <a:lnTo>
                      <a:pt x="148" y="226"/>
                    </a:lnTo>
                    <a:lnTo>
                      <a:pt x="160" y="231"/>
                    </a:lnTo>
                    <a:lnTo>
                      <a:pt x="173" y="236"/>
                    </a:lnTo>
                    <a:lnTo>
                      <a:pt x="173" y="250"/>
                    </a:lnTo>
                    <a:lnTo>
                      <a:pt x="199" y="215"/>
                    </a:lnTo>
                    <a:lnTo>
                      <a:pt x="294" y="186"/>
                    </a:lnTo>
                    <a:lnTo>
                      <a:pt x="296" y="156"/>
                    </a:lnTo>
                    <a:lnTo>
                      <a:pt x="293" y="144"/>
                    </a:lnTo>
                    <a:lnTo>
                      <a:pt x="293" y="144"/>
                    </a:lnTo>
                    <a:lnTo>
                      <a:pt x="288" y="148"/>
                    </a:lnTo>
                    <a:lnTo>
                      <a:pt x="245" y="143"/>
                    </a:lnTo>
                    <a:lnTo>
                      <a:pt x="243" y="132"/>
                    </a:lnTo>
                    <a:lnTo>
                      <a:pt x="240" y="128"/>
                    </a:lnTo>
                    <a:lnTo>
                      <a:pt x="240" y="122"/>
                    </a:lnTo>
                    <a:lnTo>
                      <a:pt x="240" y="122"/>
                    </a:lnTo>
                    <a:lnTo>
                      <a:pt x="239" y="122"/>
                    </a:lnTo>
                    <a:lnTo>
                      <a:pt x="237" y="120"/>
                    </a:lnTo>
                    <a:lnTo>
                      <a:pt x="237" y="118"/>
                    </a:lnTo>
                    <a:lnTo>
                      <a:pt x="239" y="117"/>
                    </a:lnTo>
                    <a:lnTo>
                      <a:pt x="236" y="117"/>
                    </a:lnTo>
                    <a:lnTo>
                      <a:pt x="236" y="117"/>
                    </a:lnTo>
                    <a:lnTo>
                      <a:pt x="233" y="117"/>
                    </a:lnTo>
                    <a:lnTo>
                      <a:pt x="229" y="114"/>
                    </a:lnTo>
                    <a:lnTo>
                      <a:pt x="229" y="113"/>
                    </a:lnTo>
                    <a:lnTo>
                      <a:pt x="228" y="113"/>
                    </a:lnTo>
                    <a:lnTo>
                      <a:pt x="225" y="110"/>
                    </a:lnTo>
                    <a:lnTo>
                      <a:pt x="225" y="106"/>
                    </a:lnTo>
                    <a:lnTo>
                      <a:pt x="218" y="98"/>
                    </a:lnTo>
                    <a:lnTo>
                      <a:pt x="216" y="94"/>
                    </a:lnTo>
                    <a:lnTo>
                      <a:pt x="217" y="94"/>
                    </a:lnTo>
                    <a:lnTo>
                      <a:pt x="217" y="92"/>
                    </a:lnTo>
                    <a:lnTo>
                      <a:pt x="214" y="86"/>
                    </a:lnTo>
                    <a:lnTo>
                      <a:pt x="214" y="84"/>
                    </a:lnTo>
                    <a:lnTo>
                      <a:pt x="213" y="82"/>
                    </a:lnTo>
                    <a:lnTo>
                      <a:pt x="211" y="82"/>
                    </a:lnTo>
                    <a:lnTo>
                      <a:pt x="207" y="75"/>
                    </a:lnTo>
                    <a:lnTo>
                      <a:pt x="206" y="75"/>
                    </a:lnTo>
                    <a:lnTo>
                      <a:pt x="203" y="72"/>
                    </a:lnTo>
                    <a:lnTo>
                      <a:pt x="203" y="72"/>
                    </a:lnTo>
                    <a:lnTo>
                      <a:pt x="205" y="71"/>
                    </a:lnTo>
                    <a:lnTo>
                      <a:pt x="206" y="72"/>
                    </a:lnTo>
                    <a:lnTo>
                      <a:pt x="205" y="71"/>
                    </a:lnTo>
                    <a:lnTo>
                      <a:pt x="202" y="69"/>
                    </a:lnTo>
                    <a:lnTo>
                      <a:pt x="198" y="69"/>
                    </a:lnTo>
                    <a:lnTo>
                      <a:pt x="195" y="61"/>
                    </a:lnTo>
                    <a:lnTo>
                      <a:pt x="192" y="58"/>
                    </a:lnTo>
                    <a:lnTo>
                      <a:pt x="191" y="57"/>
                    </a:lnTo>
                    <a:lnTo>
                      <a:pt x="191" y="54"/>
                    </a:lnTo>
                    <a:lnTo>
                      <a:pt x="190" y="56"/>
                    </a:lnTo>
                    <a:lnTo>
                      <a:pt x="190" y="5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5" name="Freeform 900"/>
              <p:cNvSpPr>
                <a:spLocks noEditPoints="1"/>
              </p:cNvSpPr>
              <p:nvPr/>
            </p:nvSpPr>
            <p:spPr bwMode="auto">
              <a:xfrm>
                <a:off x="5535613" y="5022850"/>
                <a:ext cx="366713" cy="311150"/>
              </a:xfrm>
              <a:custGeom>
                <a:avLst/>
                <a:gdLst/>
                <a:ahLst/>
                <a:cxnLst>
                  <a:cxn ang="0">
                    <a:pos x="5" y="93"/>
                  </a:cxn>
                  <a:cxn ang="0">
                    <a:pos x="12" y="95"/>
                  </a:cxn>
                  <a:cxn ang="0">
                    <a:pos x="27" y="102"/>
                  </a:cxn>
                  <a:cxn ang="0">
                    <a:pos x="35" y="104"/>
                  </a:cxn>
                  <a:cxn ang="0">
                    <a:pos x="42" y="95"/>
                  </a:cxn>
                  <a:cxn ang="0">
                    <a:pos x="58" y="46"/>
                  </a:cxn>
                  <a:cxn ang="0">
                    <a:pos x="61" y="70"/>
                  </a:cxn>
                  <a:cxn ang="0">
                    <a:pos x="76" y="67"/>
                  </a:cxn>
                  <a:cxn ang="0">
                    <a:pos x="90" y="59"/>
                  </a:cxn>
                  <a:cxn ang="0">
                    <a:pos x="106" y="52"/>
                  </a:cxn>
                  <a:cxn ang="0">
                    <a:pos x="121" y="55"/>
                  </a:cxn>
                  <a:cxn ang="0">
                    <a:pos x="132" y="53"/>
                  </a:cxn>
                  <a:cxn ang="0">
                    <a:pos x="133" y="44"/>
                  </a:cxn>
                  <a:cxn ang="0">
                    <a:pos x="143" y="37"/>
                  </a:cxn>
                  <a:cxn ang="0">
                    <a:pos x="148" y="32"/>
                  </a:cxn>
                  <a:cxn ang="0">
                    <a:pos x="154" y="19"/>
                  </a:cxn>
                  <a:cxn ang="0">
                    <a:pos x="162" y="15"/>
                  </a:cxn>
                  <a:cxn ang="0">
                    <a:pos x="171" y="10"/>
                  </a:cxn>
                  <a:cxn ang="0">
                    <a:pos x="179" y="4"/>
                  </a:cxn>
                  <a:cxn ang="0">
                    <a:pos x="192" y="0"/>
                  </a:cxn>
                  <a:cxn ang="0">
                    <a:pos x="201" y="4"/>
                  </a:cxn>
                  <a:cxn ang="0">
                    <a:pos x="216" y="11"/>
                  </a:cxn>
                  <a:cxn ang="0">
                    <a:pos x="219" y="27"/>
                  </a:cxn>
                  <a:cxn ang="0">
                    <a:pos x="219" y="53"/>
                  </a:cxn>
                  <a:cxn ang="0">
                    <a:pos x="208" y="55"/>
                  </a:cxn>
                  <a:cxn ang="0">
                    <a:pos x="205" y="71"/>
                  </a:cxn>
                  <a:cxn ang="0">
                    <a:pos x="220" y="72"/>
                  </a:cxn>
                  <a:cxn ang="0">
                    <a:pos x="231" y="70"/>
                  </a:cxn>
                  <a:cxn ang="0">
                    <a:pos x="228" y="83"/>
                  </a:cxn>
                  <a:cxn ang="0">
                    <a:pos x="219" y="102"/>
                  </a:cxn>
                  <a:cxn ang="0">
                    <a:pos x="208" y="109"/>
                  </a:cxn>
                  <a:cxn ang="0">
                    <a:pos x="200" y="120"/>
                  </a:cxn>
                  <a:cxn ang="0">
                    <a:pos x="183" y="143"/>
                  </a:cxn>
                  <a:cxn ang="0">
                    <a:pos x="162" y="162"/>
                  </a:cxn>
                  <a:cxn ang="0">
                    <a:pos x="145" y="176"/>
                  </a:cxn>
                  <a:cxn ang="0">
                    <a:pos x="132" y="178"/>
                  </a:cxn>
                  <a:cxn ang="0">
                    <a:pos x="124" y="185"/>
                  </a:cxn>
                  <a:cxn ang="0">
                    <a:pos x="113" y="188"/>
                  </a:cxn>
                  <a:cxn ang="0">
                    <a:pos x="92" y="185"/>
                  </a:cxn>
                  <a:cxn ang="0">
                    <a:pos x="76" y="185"/>
                  </a:cxn>
                  <a:cxn ang="0">
                    <a:pos x="71" y="190"/>
                  </a:cxn>
                  <a:cxn ang="0">
                    <a:pos x="56" y="190"/>
                  </a:cxn>
                  <a:cxn ang="0">
                    <a:pos x="45" y="196"/>
                  </a:cxn>
                  <a:cxn ang="0">
                    <a:pos x="33" y="189"/>
                  </a:cxn>
                  <a:cxn ang="0">
                    <a:pos x="26" y="185"/>
                  </a:cxn>
                  <a:cxn ang="0">
                    <a:pos x="23" y="184"/>
                  </a:cxn>
                  <a:cxn ang="0">
                    <a:pos x="16" y="166"/>
                  </a:cxn>
                  <a:cxn ang="0">
                    <a:pos x="23" y="161"/>
                  </a:cxn>
                  <a:cxn ang="0">
                    <a:pos x="18" y="139"/>
                  </a:cxn>
                  <a:cxn ang="0">
                    <a:pos x="7" y="105"/>
                  </a:cxn>
                  <a:cxn ang="0">
                    <a:pos x="152" y="125"/>
                  </a:cxn>
                  <a:cxn ang="0">
                    <a:pos x="163" y="128"/>
                  </a:cxn>
                  <a:cxn ang="0">
                    <a:pos x="171" y="121"/>
                  </a:cxn>
                  <a:cxn ang="0">
                    <a:pos x="175" y="116"/>
                  </a:cxn>
                  <a:cxn ang="0">
                    <a:pos x="175" y="101"/>
                  </a:cxn>
                  <a:cxn ang="0">
                    <a:pos x="166" y="99"/>
                  </a:cxn>
                  <a:cxn ang="0">
                    <a:pos x="155" y="106"/>
                  </a:cxn>
                  <a:cxn ang="0">
                    <a:pos x="151" y="118"/>
                  </a:cxn>
                </a:cxnLst>
                <a:rect l="0" t="0" r="r" b="b"/>
                <a:pathLst>
                  <a:path w="231" h="196">
                    <a:moveTo>
                      <a:pt x="0" y="97"/>
                    </a:moveTo>
                    <a:lnTo>
                      <a:pt x="3" y="97"/>
                    </a:lnTo>
                    <a:lnTo>
                      <a:pt x="5" y="95"/>
                    </a:lnTo>
                    <a:lnTo>
                      <a:pt x="5" y="94"/>
                    </a:lnTo>
                    <a:lnTo>
                      <a:pt x="5" y="93"/>
                    </a:lnTo>
                    <a:lnTo>
                      <a:pt x="7" y="90"/>
                    </a:lnTo>
                    <a:lnTo>
                      <a:pt x="10" y="89"/>
                    </a:lnTo>
                    <a:lnTo>
                      <a:pt x="11" y="93"/>
                    </a:lnTo>
                    <a:lnTo>
                      <a:pt x="14" y="93"/>
                    </a:lnTo>
                    <a:lnTo>
                      <a:pt x="12" y="95"/>
                    </a:lnTo>
                    <a:lnTo>
                      <a:pt x="15" y="99"/>
                    </a:lnTo>
                    <a:lnTo>
                      <a:pt x="20" y="101"/>
                    </a:lnTo>
                    <a:lnTo>
                      <a:pt x="23" y="102"/>
                    </a:lnTo>
                    <a:lnTo>
                      <a:pt x="24" y="102"/>
                    </a:lnTo>
                    <a:lnTo>
                      <a:pt x="27" y="102"/>
                    </a:lnTo>
                    <a:lnTo>
                      <a:pt x="29" y="102"/>
                    </a:lnTo>
                    <a:lnTo>
                      <a:pt x="30" y="101"/>
                    </a:lnTo>
                    <a:lnTo>
                      <a:pt x="33" y="101"/>
                    </a:lnTo>
                    <a:lnTo>
                      <a:pt x="34" y="104"/>
                    </a:lnTo>
                    <a:lnTo>
                      <a:pt x="35" y="104"/>
                    </a:lnTo>
                    <a:lnTo>
                      <a:pt x="37" y="104"/>
                    </a:lnTo>
                    <a:lnTo>
                      <a:pt x="37" y="101"/>
                    </a:lnTo>
                    <a:lnTo>
                      <a:pt x="38" y="99"/>
                    </a:lnTo>
                    <a:lnTo>
                      <a:pt x="41" y="98"/>
                    </a:lnTo>
                    <a:lnTo>
                      <a:pt x="42" y="95"/>
                    </a:lnTo>
                    <a:lnTo>
                      <a:pt x="45" y="94"/>
                    </a:lnTo>
                    <a:lnTo>
                      <a:pt x="50" y="94"/>
                    </a:lnTo>
                    <a:lnTo>
                      <a:pt x="52" y="94"/>
                    </a:lnTo>
                    <a:lnTo>
                      <a:pt x="53" y="42"/>
                    </a:lnTo>
                    <a:lnTo>
                      <a:pt x="58" y="46"/>
                    </a:lnTo>
                    <a:lnTo>
                      <a:pt x="60" y="51"/>
                    </a:lnTo>
                    <a:lnTo>
                      <a:pt x="63" y="59"/>
                    </a:lnTo>
                    <a:lnTo>
                      <a:pt x="63" y="61"/>
                    </a:lnTo>
                    <a:lnTo>
                      <a:pt x="61" y="67"/>
                    </a:lnTo>
                    <a:lnTo>
                      <a:pt x="61" y="70"/>
                    </a:lnTo>
                    <a:lnTo>
                      <a:pt x="65" y="68"/>
                    </a:lnTo>
                    <a:lnTo>
                      <a:pt x="68" y="70"/>
                    </a:lnTo>
                    <a:lnTo>
                      <a:pt x="71" y="68"/>
                    </a:lnTo>
                    <a:lnTo>
                      <a:pt x="73" y="70"/>
                    </a:lnTo>
                    <a:lnTo>
                      <a:pt x="76" y="67"/>
                    </a:lnTo>
                    <a:lnTo>
                      <a:pt x="79" y="67"/>
                    </a:lnTo>
                    <a:lnTo>
                      <a:pt x="82" y="64"/>
                    </a:lnTo>
                    <a:lnTo>
                      <a:pt x="83" y="63"/>
                    </a:lnTo>
                    <a:lnTo>
                      <a:pt x="88" y="61"/>
                    </a:lnTo>
                    <a:lnTo>
                      <a:pt x="90" y="59"/>
                    </a:lnTo>
                    <a:lnTo>
                      <a:pt x="92" y="52"/>
                    </a:lnTo>
                    <a:lnTo>
                      <a:pt x="97" y="49"/>
                    </a:lnTo>
                    <a:lnTo>
                      <a:pt x="99" y="49"/>
                    </a:lnTo>
                    <a:lnTo>
                      <a:pt x="105" y="49"/>
                    </a:lnTo>
                    <a:lnTo>
                      <a:pt x="106" y="52"/>
                    </a:lnTo>
                    <a:lnTo>
                      <a:pt x="107" y="52"/>
                    </a:lnTo>
                    <a:lnTo>
                      <a:pt x="113" y="55"/>
                    </a:lnTo>
                    <a:lnTo>
                      <a:pt x="116" y="55"/>
                    </a:lnTo>
                    <a:lnTo>
                      <a:pt x="118" y="55"/>
                    </a:lnTo>
                    <a:lnTo>
                      <a:pt x="121" y="55"/>
                    </a:lnTo>
                    <a:lnTo>
                      <a:pt x="124" y="55"/>
                    </a:lnTo>
                    <a:lnTo>
                      <a:pt x="126" y="53"/>
                    </a:lnTo>
                    <a:lnTo>
                      <a:pt x="128" y="55"/>
                    </a:lnTo>
                    <a:lnTo>
                      <a:pt x="129" y="56"/>
                    </a:lnTo>
                    <a:lnTo>
                      <a:pt x="132" y="53"/>
                    </a:lnTo>
                    <a:lnTo>
                      <a:pt x="132" y="53"/>
                    </a:lnTo>
                    <a:lnTo>
                      <a:pt x="132" y="51"/>
                    </a:lnTo>
                    <a:lnTo>
                      <a:pt x="132" y="48"/>
                    </a:lnTo>
                    <a:lnTo>
                      <a:pt x="133" y="46"/>
                    </a:lnTo>
                    <a:lnTo>
                      <a:pt x="133" y="44"/>
                    </a:lnTo>
                    <a:lnTo>
                      <a:pt x="135" y="41"/>
                    </a:lnTo>
                    <a:lnTo>
                      <a:pt x="137" y="40"/>
                    </a:lnTo>
                    <a:lnTo>
                      <a:pt x="140" y="40"/>
                    </a:lnTo>
                    <a:lnTo>
                      <a:pt x="141" y="38"/>
                    </a:lnTo>
                    <a:lnTo>
                      <a:pt x="143" y="37"/>
                    </a:lnTo>
                    <a:lnTo>
                      <a:pt x="143" y="37"/>
                    </a:lnTo>
                    <a:lnTo>
                      <a:pt x="144" y="36"/>
                    </a:lnTo>
                    <a:lnTo>
                      <a:pt x="145" y="33"/>
                    </a:lnTo>
                    <a:lnTo>
                      <a:pt x="148" y="33"/>
                    </a:lnTo>
                    <a:lnTo>
                      <a:pt x="148" y="32"/>
                    </a:lnTo>
                    <a:lnTo>
                      <a:pt x="151" y="32"/>
                    </a:lnTo>
                    <a:lnTo>
                      <a:pt x="151" y="29"/>
                    </a:lnTo>
                    <a:lnTo>
                      <a:pt x="149" y="27"/>
                    </a:lnTo>
                    <a:lnTo>
                      <a:pt x="151" y="25"/>
                    </a:lnTo>
                    <a:lnTo>
                      <a:pt x="154" y="19"/>
                    </a:lnTo>
                    <a:lnTo>
                      <a:pt x="156" y="18"/>
                    </a:lnTo>
                    <a:lnTo>
                      <a:pt x="158" y="18"/>
                    </a:lnTo>
                    <a:lnTo>
                      <a:pt x="159" y="17"/>
                    </a:lnTo>
                    <a:lnTo>
                      <a:pt x="160" y="17"/>
                    </a:lnTo>
                    <a:lnTo>
                      <a:pt x="162" y="15"/>
                    </a:lnTo>
                    <a:lnTo>
                      <a:pt x="163" y="14"/>
                    </a:lnTo>
                    <a:lnTo>
                      <a:pt x="164" y="12"/>
                    </a:lnTo>
                    <a:lnTo>
                      <a:pt x="167" y="10"/>
                    </a:lnTo>
                    <a:lnTo>
                      <a:pt x="170" y="10"/>
                    </a:lnTo>
                    <a:lnTo>
                      <a:pt x="171" y="10"/>
                    </a:lnTo>
                    <a:lnTo>
                      <a:pt x="173" y="10"/>
                    </a:lnTo>
                    <a:lnTo>
                      <a:pt x="175" y="10"/>
                    </a:lnTo>
                    <a:lnTo>
                      <a:pt x="177" y="7"/>
                    </a:lnTo>
                    <a:lnTo>
                      <a:pt x="179" y="7"/>
                    </a:lnTo>
                    <a:lnTo>
                      <a:pt x="179" y="4"/>
                    </a:lnTo>
                    <a:lnTo>
                      <a:pt x="179" y="3"/>
                    </a:lnTo>
                    <a:lnTo>
                      <a:pt x="181" y="2"/>
                    </a:lnTo>
                    <a:lnTo>
                      <a:pt x="183" y="2"/>
                    </a:lnTo>
                    <a:lnTo>
                      <a:pt x="185" y="2"/>
                    </a:lnTo>
                    <a:lnTo>
                      <a:pt x="192" y="0"/>
                    </a:lnTo>
                    <a:lnTo>
                      <a:pt x="194" y="0"/>
                    </a:lnTo>
                    <a:lnTo>
                      <a:pt x="196" y="3"/>
                    </a:lnTo>
                    <a:lnTo>
                      <a:pt x="198" y="3"/>
                    </a:lnTo>
                    <a:lnTo>
                      <a:pt x="201" y="4"/>
                    </a:lnTo>
                    <a:lnTo>
                      <a:pt x="201" y="4"/>
                    </a:lnTo>
                    <a:lnTo>
                      <a:pt x="204" y="4"/>
                    </a:lnTo>
                    <a:lnTo>
                      <a:pt x="208" y="3"/>
                    </a:lnTo>
                    <a:lnTo>
                      <a:pt x="212" y="4"/>
                    </a:lnTo>
                    <a:lnTo>
                      <a:pt x="215" y="7"/>
                    </a:lnTo>
                    <a:lnTo>
                      <a:pt x="216" y="11"/>
                    </a:lnTo>
                    <a:lnTo>
                      <a:pt x="217" y="14"/>
                    </a:lnTo>
                    <a:lnTo>
                      <a:pt x="219" y="18"/>
                    </a:lnTo>
                    <a:lnTo>
                      <a:pt x="219" y="25"/>
                    </a:lnTo>
                    <a:lnTo>
                      <a:pt x="219" y="25"/>
                    </a:lnTo>
                    <a:lnTo>
                      <a:pt x="219" y="27"/>
                    </a:lnTo>
                    <a:lnTo>
                      <a:pt x="219" y="30"/>
                    </a:lnTo>
                    <a:lnTo>
                      <a:pt x="220" y="34"/>
                    </a:lnTo>
                    <a:lnTo>
                      <a:pt x="220" y="45"/>
                    </a:lnTo>
                    <a:lnTo>
                      <a:pt x="219" y="49"/>
                    </a:lnTo>
                    <a:lnTo>
                      <a:pt x="219" y="53"/>
                    </a:lnTo>
                    <a:lnTo>
                      <a:pt x="219" y="59"/>
                    </a:lnTo>
                    <a:lnTo>
                      <a:pt x="216" y="57"/>
                    </a:lnTo>
                    <a:lnTo>
                      <a:pt x="215" y="56"/>
                    </a:lnTo>
                    <a:lnTo>
                      <a:pt x="211" y="53"/>
                    </a:lnTo>
                    <a:lnTo>
                      <a:pt x="208" y="55"/>
                    </a:lnTo>
                    <a:lnTo>
                      <a:pt x="208" y="57"/>
                    </a:lnTo>
                    <a:lnTo>
                      <a:pt x="204" y="64"/>
                    </a:lnTo>
                    <a:lnTo>
                      <a:pt x="202" y="67"/>
                    </a:lnTo>
                    <a:lnTo>
                      <a:pt x="204" y="68"/>
                    </a:lnTo>
                    <a:lnTo>
                      <a:pt x="205" y="71"/>
                    </a:lnTo>
                    <a:lnTo>
                      <a:pt x="207" y="74"/>
                    </a:lnTo>
                    <a:lnTo>
                      <a:pt x="212" y="76"/>
                    </a:lnTo>
                    <a:lnTo>
                      <a:pt x="217" y="76"/>
                    </a:lnTo>
                    <a:lnTo>
                      <a:pt x="219" y="75"/>
                    </a:lnTo>
                    <a:lnTo>
                      <a:pt x="220" y="72"/>
                    </a:lnTo>
                    <a:lnTo>
                      <a:pt x="220" y="71"/>
                    </a:lnTo>
                    <a:lnTo>
                      <a:pt x="221" y="70"/>
                    </a:lnTo>
                    <a:lnTo>
                      <a:pt x="224" y="70"/>
                    </a:lnTo>
                    <a:lnTo>
                      <a:pt x="228" y="70"/>
                    </a:lnTo>
                    <a:lnTo>
                      <a:pt x="231" y="70"/>
                    </a:lnTo>
                    <a:lnTo>
                      <a:pt x="231" y="71"/>
                    </a:lnTo>
                    <a:lnTo>
                      <a:pt x="230" y="74"/>
                    </a:lnTo>
                    <a:lnTo>
                      <a:pt x="231" y="74"/>
                    </a:lnTo>
                    <a:lnTo>
                      <a:pt x="228" y="79"/>
                    </a:lnTo>
                    <a:lnTo>
                      <a:pt x="228" y="83"/>
                    </a:lnTo>
                    <a:lnTo>
                      <a:pt x="226" y="87"/>
                    </a:lnTo>
                    <a:lnTo>
                      <a:pt x="224" y="93"/>
                    </a:lnTo>
                    <a:lnTo>
                      <a:pt x="223" y="95"/>
                    </a:lnTo>
                    <a:lnTo>
                      <a:pt x="221" y="98"/>
                    </a:lnTo>
                    <a:lnTo>
                      <a:pt x="219" y="102"/>
                    </a:lnTo>
                    <a:lnTo>
                      <a:pt x="217" y="102"/>
                    </a:lnTo>
                    <a:lnTo>
                      <a:pt x="216" y="104"/>
                    </a:lnTo>
                    <a:lnTo>
                      <a:pt x="213" y="105"/>
                    </a:lnTo>
                    <a:lnTo>
                      <a:pt x="212" y="106"/>
                    </a:lnTo>
                    <a:lnTo>
                      <a:pt x="208" y="109"/>
                    </a:lnTo>
                    <a:lnTo>
                      <a:pt x="207" y="112"/>
                    </a:lnTo>
                    <a:lnTo>
                      <a:pt x="204" y="116"/>
                    </a:lnTo>
                    <a:lnTo>
                      <a:pt x="204" y="117"/>
                    </a:lnTo>
                    <a:lnTo>
                      <a:pt x="202" y="120"/>
                    </a:lnTo>
                    <a:lnTo>
                      <a:pt x="200" y="120"/>
                    </a:lnTo>
                    <a:lnTo>
                      <a:pt x="197" y="124"/>
                    </a:lnTo>
                    <a:lnTo>
                      <a:pt x="192" y="133"/>
                    </a:lnTo>
                    <a:lnTo>
                      <a:pt x="188" y="139"/>
                    </a:lnTo>
                    <a:lnTo>
                      <a:pt x="186" y="142"/>
                    </a:lnTo>
                    <a:lnTo>
                      <a:pt x="183" y="143"/>
                    </a:lnTo>
                    <a:lnTo>
                      <a:pt x="181" y="147"/>
                    </a:lnTo>
                    <a:lnTo>
                      <a:pt x="179" y="147"/>
                    </a:lnTo>
                    <a:lnTo>
                      <a:pt x="179" y="147"/>
                    </a:lnTo>
                    <a:lnTo>
                      <a:pt x="164" y="162"/>
                    </a:lnTo>
                    <a:lnTo>
                      <a:pt x="162" y="162"/>
                    </a:lnTo>
                    <a:lnTo>
                      <a:pt x="163" y="163"/>
                    </a:lnTo>
                    <a:lnTo>
                      <a:pt x="160" y="166"/>
                    </a:lnTo>
                    <a:lnTo>
                      <a:pt x="151" y="173"/>
                    </a:lnTo>
                    <a:lnTo>
                      <a:pt x="148" y="174"/>
                    </a:lnTo>
                    <a:lnTo>
                      <a:pt x="145" y="176"/>
                    </a:lnTo>
                    <a:lnTo>
                      <a:pt x="145" y="177"/>
                    </a:lnTo>
                    <a:lnTo>
                      <a:pt x="139" y="178"/>
                    </a:lnTo>
                    <a:lnTo>
                      <a:pt x="136" y="180"/>
                    </a:lnTo>
                    <a:lnTo>
                      <a:pt x="133" y="180"/>
                    </a:lnTo>
                    <a:lnTo>
                      <a:pt x="132" y="178"/>
                    </a:lnTo>
                    <a:lnTo>
                      <a:pt x="128" y="180"/>
                    </a:lnTo>
                    <a:lnTo>
                      <a:pt x="124" y="180"/>
                    </a:lnTo>
                    <a:lnTo>
                      <a:pt x="122" y="182"/>
                    </a:lnTo>
                    <a:lnTo>
                      <a:pt x="124" y="185"/>
                    </a:lnTo>
                    <a:lnTo>
                      <a:pt x="124" y="185"/>
                    </a:lnTo>
                    <a:lnTo>
                      <a:pt x="120" y="185"/>
                    </a:lnTo>
                    <a:lnTo>
                      <a:pt x="116" y="184"/>
                    </a:lnTo>
                    <a:lnTo>
                      <a:pt x="114" y="184"/>
                    </a:lnTo>
                    <a:lnTo>
                      <a:pt x="111" y="186"/>
                    </a:lnTo>
                    <a:lnTo>
                      <a:pt x="113" y="188"/>
                    </a:lnTo>
                    <a:lnTo>
                      <a:pt x="111" y="188"/>
                    </a:lnTo>
                    <a:lnTo>
                      <a:pt x="105" y="186"/>
                    </a:lnTo>
                    <a:lnTo>
                      <a:pt x="103" y="185"/>
                    </a:lnTo>
                    <a:lnTo>
                      <a:pt x="97" y="184"/>
                    </a:lnTo>
                    <a:lnTo>
                      <a:pt x="92" y="185"/>
                    </a:lnTo>
                    <a:lnTo>
                      <a:pt x="92" y="185"/>
                    </a:lnTo>
                    <a:lnTo>
                      <a:pt x="90" y="186"/>
                    </a:lnTo>
                    <a:lnTo>
                      <a:pt x="87" y="185"/>
                    </a:lnTo>
                    <a:lnTo>
                      <a:pt x="79" y="185"/>
                    </a:lnTo>
                    <a:lnTo>
                      <a:pt x="76" y="185"/>
                    </a:lnTo>
                    <a:lnTo>
                      <a:pt x="76" y="188"/>
                    </a:lnTo>
                    <a:lnTo>
                      <a:pt x="75" y="188"/>
                    </a:lnTo>
                    <a:lnTo>
                      <a:pt x="72" y="188"/>
                    </a:lnTo>
                    <a:lnTo>
                      <a:pt x="71" y="189"/>
                    </a:lnTo>
                    <a:lnTo>
                      <a:pt x="71" y="190"/>
                    </a:lnTo>
                    <a:lnTo>
                      <a:pt x="67" y="190"/>
                    </a:lnTo>
                    <a:lnTo>
                      <a:pt x="65" y="192"/>
                    </a:lnTo>
                    <a:lnTo>
                      <a:pt x="60" y="190"/>
                    </a:lnTo>
                    <a:lnTo>
                      <a:pt x="57" y="190"/>
                    </a:lnTo>
                    <a:lnTo>
                      <a:pt x="56" y="190"/>
                    </a:lnTo>
                    <a:lnTo>
                      <a:pt x="53" y="190"/>
                    </a:lnTo>
                    <a:lnTo>
                      <a:pt x="50" y="195"/>
                    </a:lnTo>
                    <a:lnTo>
                      <a:pt x="48" y="195"/>
                    </a:lnTo>
                    <a:lnTo>
                      <a:pt x="46" y="196"/>
                    </a:lnTo>
                    <a:lnTo>
                      <a:pt x="45" y="196"/>
                    </a:lnTo>
                    <a:lnTo>
                      <a:pt x="44" y="196"/>
                    </a:lnTo>
                    <a:lnTo>
                      <a:pt x="37" y="193"/>
                    </a:lnTo>
                    <a:lnTo>
                      <a:pt x="35" y="195"/>
                    </a:lnTo>
                    <a:lnTo>
                      <a:pt x="35" y="190"/>
                    </a:lnTo>
                    <a:lnTo>
                      <a:pt x="33" y="189"/>
                    </a:lnTo>
                    <a:lnTo>
                      <a:pt x="30" y="190"/>
                    </a:lnTo>
                    <a:lnTo>
                      <a:pt x="29" y="189"/>
                    </a:lnTo>
                    <a:lnTo>
                      <a:pt x="30" y="189"/>
                    </a:lnTo>
                    <a:lnTo>
                      <a:pt x="29" y="186"/>
                    </a:lnTo>
                    <a:lnTo>
                      <a:pt x="26" y="185"/>
                    </a:lnTo>
                    <a:lnTo>
                      <a:pt x="23" y="188"/>
                    </a:lnTo>
                    <a:lnTo>
                      <a:pt x="23" y="190"/>
                    </a:lnTo>
                    <a:lnTo>
                      <a:pt x="22" y="189"/>
                    </a:lnTo>
                    <a:lnTo>
                      <a:pt x="22" y="185"/>
                    </a:lnTo>
                    <a:lnTo>
                      <a:pt x="23" y="184"/>
                    </a:lnTo>
                    <a:lnTo>
                      <a:pt x="22" y="180"/>
                    </a:lnTo>
                    <a:lnTo>
                      <a:pt x="24" y="177"/>
                    </a:lnTo>
                    <a:lnTo>
                      <a:pt x="22" y="171"/>
                    </a:lnTo>
                    <a:lnTo>
                      <a:pt x="19" y="170"/>
                    </a:lnTo>
                    <a:lnTo>
                      <a:pt x="16" y="166"/>
                    </a:lnTo>
                    <a:lnTo>
                      <a:pt x="16" y="162"/>
                    </a:lnTo>
                    <a:lnTo>
                      <a:pt x="18" y="161"/>
                    </a:lnTo>
                    <a:lnTo>
                      <a:pt x="19" y="162"/>
                    </a:lnTo>
                    <a:lnTo>
                      <a:pt x="20" y="162"/>
                    </a:lnTo>
                    <a:lnTo>
                      <a:pt x="23" y="161"/>
                    </a:lnTo>
                    <a:lnTo>
                      <a:pt x="23" y="156"/>
                    </a:lnTo>
                    <a:lnTo>
                      <a:pt x="22" y="151"/>
                    </a:lnTo>
                    <a:lnTo>
                      <a:pt x="22" y="150"/>
                    </a:lnTo>
                    <a:lnTo>
                      <a:pt x="18" y="143"/>
                    </a:lnTo>
                    <a:lnTo>
                      <a:pt x="18" y="139"/>
                    </a:lnTo>
                    <a:lnTo>
                      <a:pt x="14" y="135"/>
                    </a:lnTo>
                    <a:lnTo>
                      <a:pt x="12" y="125"/>
                    </a:lnTo>
                    <a:lnTo>
                      <a:pt x="10" y="118"/>
                    </a:lnTo>
                    <a:lnTo>
                      <a:pt x="10" y="114"/>
                    </a:lnTo>
                    <a:lnTo>
                      <a:pt x="7" y="105"/>
                    </a:lnTo>
                    <a:lnTo>
                      <a:pt x="1" y="102"/>
                    </a:lnTo>
                    <a:lnTo>
                      <a:pt x="1" y="97"/>
                    </a:lnTo>
                    <a:lnTo>
                      <a:pt x="0" y="97"/>
                    </a:lnTo>
                    <a:lnTo>
                      <a:pt x="0" y="97"/>
                    </a:lnTo>
                    <a:close/>
                    <a:moveTo>
                      <a:pt x="152" y="125"/>
                    </a:moveTo>
                    <a:lnTo>
                      <a:pt x="155" y="127"/>
                    </a:lnTo>
                    <a:lnTo>
                      <a:pt x="156" y="129"/>
                    </a:lnTo>
                    <a:lnTo>
                      <a:pt x="159" y="131"/>
                    </a:lnTo>
                    <a:lnTo>
                      <a:pt x="162" y="129"/>
                    </a:lnTo>
                    <a:lnTo>
                      <a:pt x="163" y="128"/>
                    </a:lnTo>
                    <a:lnTo>
                      <a:pt x="163" y="127"/>
                    </a:lnTo>
                    <a:lnTo>
                      <a:pt x="164" y="124"/>
                    </a:lnTo>
                    <a:lnTo>
                      <a:pt x="167" y="123"/>
                    </a:lnTo>
                    <a:lnTo>
                      <a:pt x="170" y="123"/>
                    </a:lnTo>
                    <a:lnTo>
                      <a:pt x="171" y="121"/>
                    </a:lnTo>
                    <a:lnTo>
                      <a:pt x="174" y="123"/>
                    </a:lnTo>
                    <a:lnTo>
                      <a:pt x="177" y="120"/>
                    </a:lnTo>
                    <a:lnTo>
                      <a:pt x="177" y="118"/>
                    </a:lnTo>
                    <a:lnTo>
                      <a:pt x="175" y="117"/>
                    </a:lnTo>
                    <a:lnTo>
                      <a:pt x="175" y="116"/>
                    </a:lnTo>
                    <a:lnTo>
                      <a:pt x="178" y="114"/>
                    </a:lnTo>
                    <a:lnTo>
                      <a:pt x="181" y="112"/>
                    </a:lnTo>
                    <a:lnTo>
                      <a:pt x="181" y="108"/>
                    </a:lnTo>
                    <a:lnTo>
                      <a:pt x="178" y="102"/>
                    </a:lnTo>
                    <a:lnTo>
                      <a:pt x="175" y="101"/>
                    </a:lnTo>
                    <a:lnTo>
                      <a:pt x="173" y="101"/>
                    </a:lnTo>
                    <a:lnTo>
                      <a:pt x="171" y="99"/>
                    </a:lnTo>
                    <a:lnTo>
                      <a:pt x="170" y="101"/>
                    </a:lnTo>
                    <a:lnTo>
                      <a:pt x="169" y="99"/>
                    </a:lnTo>
                    <a:lnTo>
                      <a:pt x="166" y="99"/>
                    </a:lnTo>
                    <a:lnTo>
                      <a:pt x="166" y="101"/>
                    </a:lnTo>
                    <a:lnTo>
                      <a:pt x="164" y="101"/>
                    </a:lnTo>
                    <a:lnTo>
                      <a:pt x="163" y="102"/>
                    </a:lnTo>
                    <a:lnTo>
                      <a:pt x="158" y="104"/>
                    </a:lnTo>
                    <a:lnTo>
                      <a:pt x="155" y="106"/>
                    </a:lnTo>
                    <a:lnTo>
                      <a:pt x="154" y="110"/>
                    </a:lnTo>
                    <a:lnTo>
                      <a:pt x="149" y="113"/>
                    </a:lnTo>
                    <a:lnTo>
                      <a:pt x="148" y="114"/>
                    </a:lnTo>
                    <a:lnTo>
                      <a:pt x="148" y="117"/>
                    </a:lnTo>
                    <a:lnTo>
                      <a:pt x="151" y="118"/>
                    </a:lnTo>
                    <a:lnTo>
                      <a:pt x="151" y="120"/>
                    </a:lnTo>
                    <a:lnTo>
                      <a:pt x="152" y="123"/>
                    </a:lnTo>
                    <a:lnTo>
                      <a:pt x="152" y="125"/>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6" name="Freeform 901"/>
              <p:cNvSpPr>
                <a:spLocks/>
              </p:cNvSpPr>
              <p:nvPr/>
            </p:nvSpPr>
            <p:spPr bwMode="auto">
              <a:xfrm>
                <a:off x="4902201" y="3663950"/>
                <a:ext cx="261938" cy="209550"/>
              </a:xfrm>
              <a:custGeom>
                <a:avLst/>
                <a:gdLst/>
                <a:ahLst/>
                <a:cxnLst>
                  <a:cxn ang="0">
                    <a:pos x="58" y="120"/>
                  </a:cxn>
                  <a:cxn ang="0">
                    <a:pos x="68" y="110"/>
                  </a:cxn>
                  <a:cxn ang="0">
                    <a:pos x="78" y="106"/>
                  </a:cxn>
                  <a:cxn ang="0">
                    <a:pos x="85" y="106"/>
                  </a:cxn>
                  <a:cxn ang="0">
                    <a:pos x="96" y="105"/>
                  </a:cxn>
                  <a:cxn ang="0">
                    <a:pos x="123" y="89"/>
                  </a:cxn>
                  <a:cxn ang="0">
                    <a:pos x="134" y="79"/>
                  </a:cxn>
                  <a:cxn ang="0">
                    <a:pos x="135" y="71"/>
                  </a:cxn>
                  <a:cxn ang="0">
                    <a:pos x="142" y="64"/>
                  </a:cxn>
                  <a:cxn ang="0">
                    <a:pos x="163" y="63"/>
                  </a:cxn>
                  <a:cxn ang="0">
                    <a:pos x="164" y="59"/>
                  </a:cxn>
                  <a:cxn ang="0">
                    <a:pos x="164" y="55"/>
                  </a:cxn>
                  <a:cxn ang="0">
                    <a:pos x="161" y="53"/>
                  </a:cxn>
                  <a:cxn ang="0">
                    <a:pos x="159" y="49"/>
                  </a:cxn>
                  <a:cxn ang="0">
                    <a:pos x="154" y="34"/>
                  </a:cxn>
                  <a:cxn ang="0">
                    <a:pos x="154" y="28"/>
                  </a:cxn>
                  <a:cxn ang="0">
                    <a:pos x="154" y="22"/>
                  </a:cxn>
                  <a:cxn ang="0">
                    <a:pos x="152" y="17"/>
                  </a:cxn>
                  <a:cxn ang="0">
                    <a:pos x="150" y="14"/>
                  </a:cxn>
                  <a:cxn ang="0">
                    <a:pos x="140" y="13"/>
                  </a:cxn>
                  <a:cxn ang="0">
                    <a:pos x="138" y="9"/>
                  </a:cxn>
                  <a:cxn ang="0">
                    <a:pos x="137" y="9"/>
                  </a:cxn>
                  <a:cxn ang="0">
                    <a:pos x="130" y="11"/>
                  </a:cxn>
                  <a:cxn ang="0">
                    <a:pos x="122" y="10"/>
                  </a:cxn>
                  <a:cxn ang="0">
                    <a:pos x="115" y="13"/>
                  </a:cxn>
                  <a:cxn ang="0">
                    <a:pos x="108" y="9"/>
                  </a:cxn>
                  <a:cxn ang="0">
                    <a:pos x="106" y="4"/>
                  </a:cxn>
                  <a:cxn ang="0">
                    <a:pos x="107" y="2"/>
                  </a:cxn>
                  <a:cxn ang="0">
                    <a:pos x="103" y="2"/>
                  </a:cxn>
                  <a:cxn ang="0">
                    <a:pos x="99" y="3"/>
                  </a:cxn>
                  <a:cxn ang="0">
                    <a:pos x="96" y="14"/>
                  </a:cxn>
                  <a:cxn ang="0">
                    <a:pos x="92" y="23"/>
                  </a:cxn>
                  <a:cxn ang="0">
                    <a:pos x="84" y="33"/>
                  </a:cxn>
                  <a:cxn ang="0">
                    <a:pos x="80" y="36"/>
                  </a:cxn>
                  <a:cxn ang="0">
                    <a:pos x="70" y="41"/>
                  </a:cxn>
                  <a:cxn ang="0">
                    <a:pos x="63" y="45"/>
                  </a:cxn>
                  <a:cxn ang="0">
                    <a:pos x="58" y="49"/>
                  </a:cxn>
                  <a:cxn ang="0">
                    <a:pos x="54" y="59"/>
                  </a:cxn>
                  <a:cxn ang="0">
                    <a:pos x="47" y="67"/>
                  </a:cxn>
                  <a:cxn ang="0">
                    <a:pos x="43" y="78"/>
                  </a:cxn>
                  <a:cxn ang="0">
                    <a:pos x="44" y="89"/>
                  </a:cxn>
                  <a:cxn ang="0">
                    <a:pos x="47" y="91"/>
                  </a:cxn>
                  <a:cxn ang="0">
                    <a:pos x="36" y="105"/>
                  </a:cxn>
                  <a:cxn ang="0">
                    <a:pos x="32" y="114"/>
                  </a:cxn>
                  <a:cxn ang="0">
                    <a:pos x="17" y="124"/>
                  </a:cxn>
                  <a:cxn ang="0">
                    <a:pos x="0" y="131"/>
                  </a:cxn>
                  <a:cxn ang="0">
                    <a:pos x="58" y="132"/>
                  </a:cxn>
                </a:cxnLst>
                <a:rect l="0" t="0" r="r" b="b"/>
                <a:pathLst>
                  <a:path w="165" h="132">
                    <a:moveTo>
                      <a:pt x="58" y="131"/>
                    </a:moveTo>
                    <a:lnTo>
                      <a:pt x="58" y="120"/>
                    </a:lnTo>
                    <a:lnTo>
                      <a:pt x="65" y="114"/>
                    </a:lnTo>
                    <a:lnTo>
                      <a:pt x="68" y="110"/>
                    </a:lnTo>
                    <a:lnTo>
                      <a:pt x="72" y="108"/>
                    </a:lnTo>
                    <a:lnTo>
                      <a:pt x="78" y="106"/>
                    </a:lnTo>
                    <a:lnTo>
                      <a:pt x="82" y="106"/>
                    </a:lnTo>
                    <a:lnTo>
                      <a:pt x="85" y="106"/>
                    </a:lnTo>
                    <a:lnTo>
                      <a:pt x="91" y="106"/>
                    </a:lnTo>
                    <a:lnTo>
                      <a:pt x="96" y="105"/>
                    </a:lnTo>
                    <a:lnTo>
                      <a:pt x="108" y="98"/>
                    </a:lnTo>
                    <a:lnTo>
                      <a:pt x="123" y="89"/>
                    </a:lnTo>
                    <a:lnTo>
                      <a:pt x="133" y="82"/>
                    </a:lnTo>
                    <a:lnTo>
                      <a:pt x="134" y="79"/>
                    </a:lnTo>
                    <a:lnTo>
                      <a:pt x="134" y="75"/>
                    </a:lnTo>
                    <a:lnTo>
                      <a:pt x="135" y="71"/>
                    </a:lnTo>
                    <a:lnTo>
                      <a:pt x="138" y="70"/>
                    </a:lnTo>
                    <a:lnTo>
                      <a:pt x="142" y="64"/>
                    </a:lnTo>
                    <a:lnTo>
                      <a:pt x="145" y="63"/>
                    </a:lnTo>
                    <a:lnTo>
                      <a:pt x="163" y="63"/>
                    </a:lnTo>
                    <a:lnTo>
                      <a:pt x="164" y="60"/>
                    </a:lnTo>
                    <a:lnTo>
                      <a:pt x="164" y="59"/>
                    </a:lnTo>
                    <a:lnTo>
                      <a:pt x="165" y="55"/>
                    </a:lnTo>
                    <a:lnTo>
                      <a:pt x="164" y="55"/>
                    </a:lnTo>
                    <a:lnTo>
                      <a:pt x="163" y="55"/>
                    </a:lnTo>
                    <a:lnTo>
                      <a:pt x="161" y="53"/>
                    </a:lnTo>
                    <a:lnTo>
                      <a:pt x="159" y="52"/>
                    </a:lnTo>
                    <a:lnTo>
                      <a:pt x="159" y="49"/>
                    </a:lnTo>
                    <a:lnTo>
                      <a:pt x="156" y="45"/>
                    </a:lnTo>
                    <a:lnTo>
                      <a:pt x="154" y="34"/>
                    </a:lnTo>
                    <a:lnTo>
                      <a:pt x="154" y="33"/>
                    </a:lnTo>
                    <a:lnTo>
                      <a:pt x="154" y="28"/>
                    </a:lnTo>
                    <a:lnTo>
                      <a:pt x="154" y="22"/>
                    </a:lnTo>
                    <a:lnTo>
                      <a:pt x="154" y="22"/>
                    </a:lnTo>
                    <a:lnTo>
                      <a:pt x="153" y="19"/>
                    </a:lnTo>
                    <a:lnTo>
                      <a:pt x="152" y="17"/>
                    </a:lnTo>
                    <a:lnTo>
                      <a:pt x="152" y="15"/>
                    </a:lnTo>
                    <a:lnTo>
                      <a:pt x="150" y="14"/>
                    </a:lnTo>
                    <a:lnTo>
                      <a:pt x="148" y="14"/>
                    </a:lnTo>
                    <a:lnTo>
                      <a:pt x="140" y="13"/>
                    </a:lnTo>
                    <a:lnTo>
                      <a:pt x="138" y="11"/>
                    </a:lnTo>
                    <a:lnTo>
                      <a:pt x="138" y="9"/>
                    </a:lnTo>
                    <a:lnTo>
                      <a:pt x="137" y="9"/>
                    </a:lnTo>
                    <a:lnTo>
                      <a:pt x="137" y="9"/>
                    </a:lnTo>
                    <a:lnTo>
                      <a:pt x="134" y="11"/>
                    </a:lnTo>
                    <a:lnTo>
                      <a:pt x="130" y="11"/>
                    </a:lnTo>
                    <a:lnTo>
                      <a:pt x="125" y="11"/>
                    </a:lnTo>
                    <a:lnTo>
                      <a:pt x="122" y="10"/>
                    </a:lnTo>
                    <a:lnTo>
                      <a:pt x="119" y="13"/>
                    </a:lnTo>
                    <a:lnTo>
                      <a:pt x="115" y="13"/>
                    </a:lnTo>
                    <a:lnTo>
                      <a:pt x="112" y="13"/>
                    </a:lnTo>
                    <a:lnTo>
                      <a:pt x="108" y="9"/>
                    </a:lnTo>
                    <a:lnTo>
                      <a:pt x="107" y="7"/>
                    </a:lnTo>
                    <a:lnTo>
                      <a:pt x="106" y="4"/>
                    </a:lnTo>
                    <a:lnTo>
                      <a:pt x="106" y="3"/>
                    </a:lnTo>
                    <a:lnTo>
                      <a:pt x="107" y="2"/>
                    </a:lnTo>
                    <a:lnTo>
                      <a:pt x="106" y="0"/>
                    </a:lnTo>
                    <a:lnTo>
                      <a:pt x="103" y="2"/>
                    </a:lnTo>
                    <a:lnTo>
                      <a:pt x="102" y="3"/>
                    </a:lnTo>
                    <a:lnTo>
                      <a:pt x="99" y="3"/>
                    </a:lnTo>
                    <a:lnTo>
                      <a:pt x="96" y="6"/>
                    </a:lnTo>
                    <a:lnTo>
                      <a:pt x="96" y="14"/>
                    </a:lnTo>
                    <a:lnTo>
                      <a:pt x="93" y="18"/>
                    </a:lnTo>
                    <a:lnTo>
                      <a:pt x="92" y="23"/>
                    </a:lnTo>
                    <a:lnTo>
                      <a:pt x="91" y="28"/>
                    </a:lnTo>
                    <a:lnTo>
                      <a:pt x="84" y="33"/>
                    </a:lnTo>
                    <a:lnTo>
                      <a:pt x="82" y="33"/>
                    </a:lnTo>
                    <a:lnTo>
                      <a:pt x="80" y="36"/>
                    </a:lnTo>
                    <a:lnTo>
                      <a:pt x="74" y="37"/>
                    </a:lnTo>
                    <a:lnTo>
                      <a:pt x="70" y="41"/>
                    </a:lnTo>
                    <a:lnTo>
                      <a:pt x="69" y="41"/>
                    </a:lnTo>
                    <a:lnTo>
                      <a:pt x="63" y="45"/>
                    </a:lnTo>
                    <a:lnTo>
                      <a:pt x="59" y="47"/>
                    </a:lnTo>
                    <a:lnTo>
                      <a:pt x="58" y="49"/>
                    </a:lnTo>
                    <a:lnTo>
                      <a:pt x="51" y="53"/>
                    </a:lnTo>
                    <a:lnTo>
                      <a:pt x="54" y="59"/>
                    </a:lnTo>
                    <a:lnTo>
                      <a:pt x="53" y="63"/>
                    </a:lnTo>
                    <a:lnTo>
                      <a:pt x="47" y="67"/>
                    </a:lnTo>
                    <a:lnTo>
                      <a:pt x="43" y="75"/>
                    </a:lnTo>
                    <a:lnTo>
                      <a:pt x="43" y="78"/>
                    </a:lnTo>
                    <a:lnTo>
                      <a:pt x="46" y="83"/>
                    </a:lnTo>
                    <a:lnTo>
                      <a:pt x="44" y="89"/>
                    </a:lnTo>
                    <a:lnTo>
                      <a:pt x="46" y="90"/>
                    </a:lnTo>
                    <a:lnTo>
                      <a:pt x="47" y="91"/>
                    </a:lnTo>
                    <a:lnTo>
                      <a:pt x="46" y="95"/>
                    </a:lnTo>
                    <a:lnTo>
                      <a:pt x="36" y="105"/>
                    </a:lnTo>
                    <a:lnTo>
                      <a:pt x="36" y="109"/>
                    </a:lnTo>
                    <a:lnTo>
                      <a:pt x="32" y="114"/>
                    </a:lnTo>
                    <a:lnTo>
                      <a:pt x="27" y="114"/>
                    </a:lnTo>
                    <a:lnTo>
                      <a:pt x="17" y="124"/>
                    </a:lnTo>
                    <a:lnTo>
                      <a:pt x="4" y="125"/>
                    </a:lnTo>
                    <a:lnTo>
                      <a:pt x="0" y="131"/>
                    </a:lnTo>
                    <a:lnTo>
                      <a:pt x="58" y="131"/>
                    </a:lnTo>
                    <a:lnTo>
                      <a:pt x="58" y="132"/>
                    </a:lnTo>
                    <a:lnTo>
                      <a:pt x="58" y="13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solidFill>
                    <a:schemeClr val="tx2">
                      <a:lumMod val="60000"/>
                      <a:lumOff val="40000"/>
                    </a:schemeClr>
                  </a:solidFill>
                </a:endParaRPr>
              </a:p>
            </p:txBody>
          </p:sp>
          <p:sp>
            <p:nvSpPr>
              <p:cNvPr id="427" name="Freeform 902"/>
              <p:cNvSpPr>
                <a:spLocks/>
              </p:cNvSpPr>
              <p:nvPr/>
            </p:nvSpPr>
            <p:spPr bwMode="auto">
              <a:xfrm>
                <a:off x="4808538" y="3871913"/>
                <a:ext cx="185738" cy="150813"/>
              </a:xfrm>
              <a:custGeom>
                <a:avLst/>
                <a:gdLst/>
                <a:ahLst/>
                <a:cxnLst>
                  <a:cxn ang="0">
                    <a:pos x="117" y="4"/>
                  </a:cxn>
                  <a:cxn ang="0">
                    <a:pos x="117" y="0"/>
                  </a:cxn>
                  <a:cxn ang="0">
                    <a:pos x="59" y="0"/>
                  </a:cxn>
                  <a:cxn ang="0">
                    <a:pos x="53" y="8"/>
                  </a:cxn>
                  <a:cxn ang="0">
                    <a:pos x="53" y="13"/>
                  </a:cxn>
                  <a:cxn ang="0">
                    <a:pos x="50" y="13"/>
                  </a:cxn>
                  <a:cxn ang="0">
                    <a:pos x="41" y="19"/>
                  </a:cxn>
                  <a:cxn ang="0">
                    <a:pos x="40" y="22"/>
                  </a:cxn>
                  <a:cxn ang="0">
                    <a:pos x="37" y="23"/>
                  </a:cxn>
                  <a:cxn ang="0">
                    <a:pos x="37" y="27"/>
                  </a:cxn>
                  <a:cxn ang="0">
                    <a:pos x="29" y="39"/>
                  </a:cxn>
                  <a:cxn ang="0">
                    <a:pos x="29" y="43"/>
                  </a:cxn>
                  <a:cxn ang="0">
                    <a:pos x="22" y="50"/>
                  </a:cxn>
                  <a:cxn ang="0">
                    <a:pos x="19" y="51"/>
                  </a:cxn>
                  <a:cxn ang="0">
                    <a:pos x="17" y="58"/>
                  </a:cxn>
                  <a:cxn ang="0">
                    <a:pos x="17" y="61"/>
                  </a:cxn>
                  <a:cxn ang="0">
                    <a:pos x="11" y="69"/>
                  </a:cxn>
                  <a:cxn ang="0">
                    <a:pos x="11" y="70"/>
                  </a:cxn>
                  <a:cxn ang="0">
                    <a:pos x="12" y="72"/>
                  </a:cxn>
                  <a:cxn ang="0">
                    <a:pos x="10" y="72"/>
                  </a:cxn>
                  <a:cxn ang="0">
                    <a:pos x="6" y="80"/>
                  </a:cxn>
                  <a:cxn ang="0">
                    <a:pos x="3" y="81"/>
                  </a:cxn>
                  <a:cxn ang="0">
                    <a:pos x="2" y="83"/>
                  </a:cxn>
                  <a:cxn ang="0">
                    <a:pos x="2" y="87"/>
                  </a:cxn>
                  <a:cxn ang="0">
                    <a:pos x="0" y="89"/>
                  </a:cxn>
                  <a:cxn ang="0">
                    <a:pos x="0" y="95"/>
                  </a:cxn>
                  <a:cxn ang="0">
                    <a:pos x="57" y="94"/>
                  </a:cxn>
                  <a:cxn ang="0">
                    <a:pos x="57" y="68"/>
                  </a:cxn>
                  <a:cxn ang="0">
                    <a:pos x="59" y="64"/>
                  </a:cxn>
                  <a:cxn ang="0">
                    <a:pos x="61" y="62"/>
                  </a:cxn>
                  <a:cxn ang="0">
                    <a:pos x="65" y="61"/>
                  </a:cxn>
                  <a:cxn ang="0">
                    <a:pos x="71" y="61"/>
                  </a:cxn>
                  <a:cxn ang="0">
                    <a:pos x="71" y="24"/>
                  </a:cxn>
                  <a:cxn ang="0">
                    <a:pos x="116" y="24"/>
                  </a:cxn>
                  <a:cxn ang="0">
                    <a:pos x="117" y="5"/>
                  </a:cxn>
                  <a:cxn ang="0">
                    <a:pos x="117" y="4"/>
                  </a:cxn>
                </a:cxnLst>
                <a:rect l="0" t="0" r="r" b="b"/>
                <a:pathLst>
                  <a:path w="117" h="95">
                    <a:moveTo>
                      <a:pt x="117" y="4"/>
                    </a:moveTo>
                    <a:lnTo>
                      <a:pt x="117" y="0"/>
                    </a:lnTo>
                    <a:lnTo>
                      <a:pt x="59" y="0"/>
                    </a:lnTo>
                    <a:lnTo>
                      <a:pt x="53" y="8"/>
                    </a:lnTo>
                    <a:lnTo>
                      <a:pt x="53" y="13"/>
                    </a:lnTo>
                    <a:lnTo>
                      <a:pt x="50" y="13"/>
                    </a:lnTo>
                    <a:lnTo>
                      <a:pt x="41" y="19"/>
                    </a:lnTo>
                    <a:lnTo>
                      <a:pt x="40" y="22"/>
                    </a:lnTo>
                    <a:lnTo>
                      <a:pt x="37" y="23"/>
                    </a:lnTo>
                    <a:lnTo>
                      <a:pt x="37" y="27"/>
                    </a:lnTo>
                    <a:lnTo>
                      <a:pt x="29" y="39"/>
                    </a:lnTo>
                    <a:lnTo>
                      <a:pt x="29" y="43"/>
                    </a:lnTo>
                    <a:lnTo>
                      <a:pt x="22" y="50"/>
                    </a:lnTo>
                    <a:lnTo>
                      <a:pt x="19" y="51"/>
                    </a:lnTo>
                    <a:lnTo>
                      <a:pt x="17" y="58"/>
                    </a:lnTo>
                    <a:lnTo>
                      <a:pt x="17" y="61"/>
                    </a:lnTo>
                    <a:lnTo>
                      <a:pt x="11" y="69"/>
                    </a:lnTo>
                    <a:lnTo>
                      <a:pt x="11" y="70"/>
                    </a:lnTo>
                    <a:lnTo>
                      <a:pt x="12" y="72"/>
                    </a:lnTo>
                    <a:lnTo>
                      <a:pt x="10" y="72"/>
                    </a:lnTo>
                    <a:lnTo>
                      <a:pt x="6" y="80"/>
                    </a:lnTo>
                    <a:lnTo>
                      <a:pt x="3" y="81"/>
                    </a:lnTo>
                    <a:lnTo>
                      <a:pt x="2" y="83"/>
                    </a:lnTo>
                    <a:lnTo>
                      <a:pt x="2" y="87"/>
                    </a:lnTo>
                    <a:lnTo>
                      <a:pt x="0" y="89"/>
                    </a:lnTo>
                    <a:lnTo>
                      <a:pt x="0" y="95"/>
                    </a:lnTo>
                    <a:lnTo>
                      <a:pt x="57" y="94"/>
                    </a:lnTo>
                    <a:lnTo>
                      <a:pt x="57" y="68"/>
                    </a:lnTo>
                    <a:lnTo>
                      <a:pt x="59" y="64"/>
                    </a:lnTo>
                    <a:lnTo>
                      <a:pt x="61" y="62"/>
                    </a:lnTo>
                    <a:lnTo>
                      <a:pt x="65" y="61"/>
                    </a:lnTo>
                    <a:lnTo>
                      <a:pt x="71" y="61"/>
                    </a:lnTo>
                    <a:lnTo>
                      <a:pt x="71" y="24"/>
                    </a:lnTo>
                    <a:lnTo>
                      <a:pt x="116" y="24"/>
                    </a:lnTo>
                    <a:lnTo>
                      <a:pt x="117" y="5"/>
                    </a:lnTo>
                    <a:lnTo>
                      <a:pt x="117" y="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solidFill>
                    <a:schemeClr val="tx2">
                      <a:lumMod val="60000"/>
                      <a:lumOff val="40000"/>
                    </a:schemeClr>
                  </a:solidFill>
                </a:endParaRPr>
              </a:p>
            </p:txBody>
          </p:sp>
        </p:grpSp>
        <p:sp>
          <p:nvSpPr>
            <p:cNvPr id="249" name="Freeform 976"/>
            <p:cNvSpPr>
              <a:spLocks noEditPoints="1"/>
            </p:cNvSpPr>
            <p:nvPr/>
          </p:nvSpPr>
          <p:spPr bwMode="auto">
            <a:xfrm>
              <a:off x="1317009" y="1197429"/>
              <a:ext cx="2319202" cy="2152205"/>
            </a:xfrm>
            <a:custGeom>
              <a:avLst/>
              <a:gdLst/>
              <a:ahLst/>
              <a:cxnLst>
                <a:cxn ang="0">
                  <a:pos x="900" y="83"/>
                </a:cxn>
                <a:cxn ang="0">
                  <a:pos x="906" y="197"/>
                </a:cxn>
                <a:cxn ang="0">
                  <a:pos x="902" y="215"/>
                </a:cxn>
                <a:cxn ang="0">
                  <a:pos x="967" y="134"/>
                </a:cxn>
                <a:cxn ang="0">
                  <a:pos x="991" y="79"/>
                </a:cxn>
                <a:cxn ang="0">
                  <a:pos x="1059" y="27"/>
                </a:cxn>
                <a:cxn ang="0">
                  <a:pos x="1228" y="42"/>
                </a:cxn>
                <a:cxn ang="0">
                  <a:pos x="1050" y="177"/>
                </a:cxn>
                <a:cxn ang="0">
                  <a:pos x="951" y="254"/>
                </a:cxn>
                <a:cxn ang="0">
                  <a:pos x="988" y="579"/>
                </a:cxn>
                <a:cxn ang="0">
                  <a:pos x="863" y="219"/>
                </a:cxn>
                <a:cxn ang="0">
                  <a:pos x="773" y="154"/>
                </a:cxn>
                <a:cxn ang="0">
                  <a:pos x="644" y="130"/>
                </a:cxn>
                <a:cxn ang="0">
                  <a:pos x="844" y="259"/>
                </a:cxn>
                <a:cxn ang="0">
                  <a:pos x="879" y="346"/>
                </a:cxn>
                <a:cxn ang="0">
                  <a:pos x="512" y="175"/>
                </a:cxn>
                <a:cxn ang="0">
                  <a:pos x="802" y="348"/>
                </a:cxn>
                <a:cxn ang="0">
                  <a:pos x="742" y="266"/>
                </a:cxn>
                <a:cxn ang="0">
                  <a:pos x="564" y="198"/>
                </a:cxn>
                <a:cxn ang="0">
                  <a:pos x="621" y="238"/>
                </a:cxn>
                <a:cxn ang="0">
                  <a:pos x="424" y="285"/>
                </a:cxn>
                <a:cxn ang="0">
                  <a:pos x="645" y="379"/>
                </a:cxn>
                <a:cxn ang="0">
                  <a:pos x="719" y="357"/>
                </a:cxn>
                <a:cxn ang="0">
                  <a:pos x="738" y="397"/>
                </a:cxn>
                <a:cxn ang="0">
                  <a:pos x="852" y="554"/>
                </a:cxn>
                <a:cxn ang="0">
                  <a:pos x="761" y="610"/>
                </a:cxn>
                <a:cxn ang="0">
                  <a:pos x="602" y="461"/>
                </a:cxn>
                <a:cxn ang="0">
                  <a:pos x="548" y="348"/>
                </a:cxn>
                <a:cxn ang="0">
                  <a:pos x="492" y="420"/>
                </a:cxn>
                <a:cxn ang="0">
                  <a:pos x="864" y="569"/>
                </a:cxn>
                <a:cxn ang="0">
                  <a:pos x="957" y="486"/>
                </a:cxn>
                <a:cxn ang="0">
                  <a:pos x="901" y="611"/>
                </a:cxn>
                <a:cxn ang="0">
                  <a:pos x="821" y="489"/>
                </a:cxn>
                <a:cxn ang="0">
                  <a:pos x="811" y="446"/>
                </a:cxn>
                <a:cxn ang="0">
                  <a:pos x="886" y="432"/>
                </a:cxn>
                <a:cxn ang="0">
                  <a:pos x="959" y="485"/>
                </a:cxn>
                <a:cxn ang="0">
                  <a:pos x="993" y="550"/>
                </a:cxn>
                <a:cxn ang="0">
                  <a:pos x="1014" y="618"/>
                </a:cxn>
                <a:cxn ang="0">
                  <a:pos x="982" y="651"/>
                </a:cxn>
                <a:cxn ang="0">
                  <a:pos x="976" y="701"/>
                </a:cxn>
                <a:cxn ang="0">
                  <a:pos x="777" y="683"/>
                </a:cxn>
                <a:cxn ang="0">
                  <a:pos x="957" y="759"/>
                </a:cxn>
                <a:cxn ang="0">
                  <a:pos x="750" y="864"/>
                </a:cxn>
                <a:cxn ang="0">
                  <a:pos x="999" y="1005"/>
                </a:cxn>
                <a:cxn ang="0">
                  <a:pos x="1037" y="1068"/>
                </a:cxn>
                <a:cxn ang="0">
                  <a:pos x="1015" y="1016"/>
                </a:cxn>
                <a:cxn ang="0">
                  <a:pos x="953" y="1079"/>
                </a:cxn>
                <a:cxn ang="0">
                  <a:pos x="78" y="887"/>
                </a:cxn>
                <a:cxn ang="0">
                  <a:pos x="330" y="359"/>
                </a:cxn>
                <a:cxn ang="0">
                  <a:pos x="87" y="910"/>
                </a:cxn>
                <a:cxn ang="0">
                  <a:pos x="74" y="751"/>
                </a:cxn>
                <a:cxn ang="0">
                  <a:pos x="273" y="393"/>
                </a:cxn>
                <a:cxn ang="0">
                  <a:pos x="488" y="515"/>
                </a:cxn>
                <a:cxn ang="0">
                  <a:pos x="625" y="535"/>
                </a:cxn>
                <a:cxn ang="0">
                  <a:pos x="670" y="459"/>
                </a:cxn>
                <a:cxn ang="0">
                  <a:pos x="757" y="554"/>
                </a:cxn>
                <a:cxn ang="0">
                  <a:pos x="742" y="592"/>
                </a:cxn>
                <a:cxn ang="0">
                  <a:pos x="609" y="711"/>
                </a:cxn>
                <a:cxn ang="0">
                  <a:pos x="734" y="908"/>
                </a:cxn>
                <a:cxn ang="0">
                  <a:pos x="890" y="814"/>
                </a:cxn>
                <a:cxn ang="0">
                  <a:pos x="973" y="889"/>
                </a:cxn>
                <a:cxn ang="0">
                  <a:pos x="988" y="985"/>
                </a:cxn>
                <a:cxn ang="0">
                  <a:pos x="913" y="1103"/>
                </a:cxn>
              </a:cxnLst>
              <a:rect l="0" t="0" r="r" b="b"/>
              <a:pathLst>
                <a:path w="1236" h="1147">
                  <a:moveTo>
                    <a:pt x="894" y="201"/>
                  </a:moveTo>
                  <a:lnTo>
                    <a:pt x="895" y="200"/>
                  </a:lnTo>
                  <a:lnTo>
                    <a:pt x="898" y="197"/>
                  </a:lnTo>
                  <a:lnTo>
                    <a:pt x="902" y="192"/>
                  </a:lnTo>
                  <a:lnTo>
                    <a:pt x="904" y="185"/>
                  </a:lnTo>
                  <a:lnTo>
                    <a:pt x="906" y="183"/>
                  </a:lnTo>
                  <a:lnTo>
                    <a:pt x="906" y="186"/>
                  </a:lnTo>
                  <a:lnTo>
                    <a:pt x="905" y="190"/>
                  </a:lnTo>
                  <a:lnTo>
                    <a:pt x="905" y="192"/>
                  </a:lnTo>
                  <a:lnTo>
                    <a:pt x="908" y="192"/>
                  </a:lnTo>
                  <a:lnTo>
                    <a:pt x="910" y="189"/>
                  </a:lnTo>
                  <a:lnTo>
                    <a:pt x="913" y="187"/>
                  </a:lnTo>
                  <a:lnTo>
                    <a:pt x="912" y="185"/>
                  </a:lnTo>
                  <a:lnTo>
                    <a:pt x="909" y="183"/>
                  </a:lnTo>
                  <a:lnTo>
                    <a:pt x="909" y="183"/>
                  </a:lnTo>
                  <a:lnTo>
                    <a:pt x="913" y="182"/>
                  </a:lnTo>
                  <a:lnTo>
                    <a:pt x="913" y="178"/>
                  </a:lnTo>
                  <a:lnTo>
                    <a:pt x="912" y="177"/>
                  </a:lnTo>
                  <a:lnTo>
                    <a:pt x="912" y="174"/>
                  </a:lnTo>
                  <a:lnTo>
                    <a:pt x="916" y="171"/>
                  </a:lnTo>
                  <a:lnTo>
                    <a:pt x="917" y="166"/>
                  </a:lnTo>
                  <a:lnTo>
                    <a:pt x="920" y="166"/>
                  </a:lnTo>
                  <a:lnTo>
                    <a:pt x="921" y="163"/>
                  </a:lnTo>
                  <a:lnTo>
                    <a:pt x="920" y="166"/>
                  </a:lnTo>
                  <a:lnTo>
                    <a:pt x="921" y="167"/>
                  </a:lnTo>
                  <a:lnTo>
                    <a:pt x="919" y="167"/>
                  </a:lnTo>
                  <a:lnTo>
                    <a:pt x="917" y="173"/>
                  </a:lnTo>
                  <a:lnTo>
                    <a:pt x="914" y="175"/>
                  </a:lnTo>
                  <a:lnTo>
                    <a:pt x="914" y="179"/>
                  </a:lnTo>
                  <a:lnTo>
                    <a:pt x="916" y="182"/>
                  </a:lnTo>
                  <a:lnTo>
                    <a:pt x="916" y="185"/>
                  </a:lnTo>
                  <a:lnTo>
                    <a:pt x="917" y="183"/>
                  </a:lnTo>
                  <a:lnTo>
                    <a:pt x="920" y="179"/>
                  </a:lnTo>
                  <a:lnTo>
                    <a:pt x="925" y="175"/>
                  </a:lnTo>
                  <a:lnTo>
                    <a:pt x="927" y="171"/>
                  </a:lnTo>
                  <a:lnTo>
                    <a:pt x="927" y="168"/>
                  </a:lnTo>
                  <a:lnTo>
                    <a:pt x="929" y="164"/>
                  </a:lnTo>
                  <a:lnTo>
                    <a:pt x="931" y="164"/>
                  </a:lnTo>
                  <a:lnTo>
                    <a:pt x="931" y="166"/>
                  </a:lnTo>
                  <a:lnTo>
                    <a:pt x="931" y="167"/>
                  </a:lnTo>
                  <a:lnTo>
                    <a:pt x="931" y="170"/>
                  </a:lnTo>
                  <a:lnTo>
                    <a:pt x="932" y="170"/>
                  </a:lnTo>
                  <a:lnTo>
                    <a:pt x="935" y="166"/>
                  </a:lnTo>
                  <a:lnTo>
                    <a:pt x="938" y="166"/>
                  </a:lnTo>
                  <a:lnTo>
                    <a:pt x="942" y="166"/>
                  </a:lnTo>
                  <a:lnTo>
                    <a:pt x="947" y="164"/>
                  </a:lnTo>
                  <a:lnTo>
                    <a:pt x="950" y="164"/>
                  </a:lnTo>
                  <a:lnTo>
                    <a:pt x="951" y="162"/>
                  </a:lnTo>
                  <a:lnTo>
                    <a:pt x="954" y="162"/>
                  </a:lnTo>
                  <a:lnTo>
                    <a:pt x="955" y="159"/>
                  </a:lnTo>
                  <a:lnTo>
                    <a:pt x="955" y="156"/>
                  </a:lnTo>
                  <a:lnTo>
                    <a:pt x="955" y="155"/>
                  </a:lnTo>
                  <a:lnTo>
                    <a:pt x="954" y="152"/>
                  </a:lnTo>
                  <a:lnTo>
                    <a:pt x="955" y="149"/>
                  </a:lnTo>
                  <a:lnTo>
                    <a:pt x="955" y="143"/>
                  </a:lnTo>
                  <a:lnTo>
                    <a:pt x="954" y="143"/>
                  </a:lnTo>
                  <a:lnTo>
                    <a:pt x="953" y="147"/>
                  </a:lnTo>
                  <a:lnTo>
                    <a:pt x="948" y="151"/>
                  </a:lnTo>
                  <a:lnTo>
                    <a:pt x="947" y="151"/>
                  </a:lnTo>
                  <a:lnTo>
                    <a:pt x="947" y="148"/>
                  </a:lnTo>
                  <a:lnTo>
                    <a:pt x="950" y="145"/>
                  </a:lnTo>
                  <a:lnTo>
                    <a:pt x="953" y="144"/>
                  </a:lnTo>
                  <a:lnTo>
                    <a:pt x="953" y="141"/>
                  </a:lnTo>
                  <a:lnTo>
                    <a:pt x="950" y="139"/>
                  </a:lnTo>
                  <a:lnTo>
                    <a:pt x="948" y="137"/>
                  </a:lnTo>
                  <a:lnTo>
                    <a:pt x="947" y="137"/>
                  </a:lnTo>
                  <a:lnTo>
                    <a:pt x="946" y="137"/>
                  </a:lnTo>
                  <a:lnTo>
                    <a:pt x="946" y="140"/>
                  </a:lnTo>
                  <a:lnTo>
                    <a:pt x="943" y="139"/>
                  </a:lnTo>
                  <a:lnTo>
                    <a:pt x="940" y="139"/>
                  </a:lnTo>
                  <a:lnTo>
                    <a:pt x="939" y="140"/>
                  </a:lnTo>
                  <a:lnTo>
                    <a:pt x="936" y="140"/>
                  </a:lnTo>
                  <a:lnTo>
                    <a:pt x="938" y="139"/>
                  </a:lnTo>
                  <a:lnTo>
                    <a:pt x="944" y="136"/>
                  </a:lnTo>
                  <a:lnTo>
                    <a:pt x="947" y="134"/>
                  </a:lnTo>
                  <a:lnTo>
                    <a:pt x="951" y="129"/>
                  </a:lnTo>
                  <a:lnTo>
                    <a:pt x="953" y="129"/>
                  </a:lnTo>
                  <a:lnTo>
                    <a:pt x="957" y="122"/>
                  </a:lnTo>
                  <a:lnTo>
                    <a:pt x="958" y="118"/>
                  </a:lnTo>
                  <a:lnTo>
                    <a:pt x="957" y="117"/>
                  </a:lnTo>
                  <a:lnTo>
                    <a:pt x="954" y="118"/>
                  </a:lnTo>
                  <a:lnTo>
                    <a:pt x="953" y="120"/>
                  </a:lnTo>
                  <a:lnTo>
                    <a:pt x="951" y="118"/>
                  </a:lnTo>
                  <a:lnTo>
                    <a:pt x="953" y="115"/>
                  </a:lnTo>
                  <a:lnTo>
                    <a:pt x="954" y="115"/>
                  </a:lnTo>
                  <a:lnTo>
                    <a:pt x="957" y="115"/>
                  </a:lnTo>
                  <a:lnTo>
                    <a:pt x="958" y="114"/>
                  </a:lnTo>
                  <a:lnTo>
                    <a:pt x="958" y="110"/>
                  </a:lnTo>
                  <a:lnTo>
                    <a:pt x="961" y="107"/>
                  </a:lnTo>
                  <a:lnTo>
                    <a:pt x="961" y="105"/>
                  </a:lnTo>
                  <a:lnTo>
                    <a:pt x="959" y="103"/>
                  </a:lnTo>
                  <a:lnTo>
                    <a:pt x="959" y="101"/>
                  </a:lnTo>
                  <a:lnTo>
                    <a:pt x="957" y="101"/>
                  </a:lnTo>
                  <a:lnTo>
                    <a:pt x="954" y="102"/>
                  </a:lnTo>
                  <a:lnTo>
                    <a:pt x="951" y="107"/>
                  </a:lnTo>
                  <a:lnTo>
                    <a:pt x="951" y="111"/>
                  </a:lnTo>
                  <a:lnTo>
                    <a:pt x="953" y="113"/>
                  </a:lnTo>
                  <a:lnTo>
                    <a:pt x="950" y="115"/>
                  </a:lnTo>
                  <a:lnTo>
                    <a:pt x="948" y="115"/>
                  </a:lnTo>
                  <a:lnTo>
                    <a:pt x="948" y="115"/>
                  </a:lnTo>
                  <a:lnTo>
                    <a:pt x="948" y="114"/>
                  </a:lnTo>
                  <a:lnTo>
                    <a:pt x="947" y="113"/>
                  </a:lnTo>
                  <a:lnTo>
                    <a:pt x="947" y="110"/>
                  </a:lnTo>
                  <a:lnTo>
                    <a:pt x="950" y="106"/>
                  </a:lnTo>
                  <a:lnTo>
                    <a:pt x="948" y="103"/>
                  </a:lnTo>
                  <a:lnTo>
                    <a:pt x="950" y="102"/>
                  </a:lnTo>
                  <a:lnTo>
                    <a:pt x="951" y="102"/>
                  </a:lnTo>
                  <a:lnTo>
                    <a:pt x="953" y="101"/>
                  </a:lnTo>
                  <a:lnTo>
                    <a:pt x="951" y="98"/>
                  </a:lnTo>
                  <a:lnTo>
                    <a:pt x="950" y="95"/>
                  </a:lnTo>
                  <a:lnTo>
                    <a:pt x="947" y="95"/>
                  </a:lnTo>
                  <a:lnTo>
                    <a:pt x="944" y="95"/>
                  </a:lnTo>
                  <a:lnTo>
                    <a:pt x="943" y="98"/>
                  </a:lnTo>
                  <a:lnTo>
                    <a:pt x="942" y="96"/>
                  </a:lnTo>
                  <a:lnTo>
                    <a:pt x="942" y="95"/>
                  </a:lnTo>
                  <a:lnTo>
                    <a:pt x="942" y="91"/>
                  </a:lnTo>
                  <a:lnTo>
                    <a:pt x="940" y="88"/>
                  </a:lnTo>
                  <a:lnTo>
                    <a:pt x="940" y="82"/>
                  </a:lnTo>
                  <a:lnTo>
                    <a:pt x="940" y="77"/>
                  </a:lnTo>
                  <a:lnTo>
                    <a:pt x="942" y="73"/>
                  </a:lnTo>
                  <a:lnTo>
                    <a:pt x="943" y="69"/>
                  </a:lnTo>
                  <a:lnTo>
                    <a:pt x="942" y="67"/>
                  </a:lnTo>
                  <a:lnTo>
                    <a:pt x="944" y="61"/>
                  </a:lnTo>
                  <a:lnTo>
                    <a:pt x="944" y="57"/>
                  </a:lnTo>
                  <a:lnTo>
                    <a:pt x="942" y="54"/>
                  </a:lnTo>
                  <a:lnTo>
                    <a:pt x="942" y="52"/>
                  </a:lnTo>
                  <a:lnTo>
                    <a:pt x="938" y="49"/>
                  </a:lnTo>
                  <a:lnTo>
                    <a:pt x="936" y="46"/>
                  </a:lnTo>
                  <a:lnTo>
                    <a:pt x="932" y="45"/>
                  </a:lnTo>
                  <a:lnTo>
                    <a:pt x="931" y="45"/>
                  </a:lnTo>
                  <a:lnTo>
                    <a:pt x="931" y="48"/>
                  </a:lnTo>
                  <a:lnTo>
                    <a:pt x="931" y="48"/>
                  </a:lnTo>
                  <a:lnTo>
                    <a:pt x="927" y="45"/>
                  </a:lnTo>
                  <a:lnTo>
                    <a:pt x="924" y="45"/>
                  </a:lnTo>
                  <a:lnTo>
                    <a:pt x="924" y="48"/>
                  </a:lnTo>
                  <a:lnTo>
                    <a:pt x="921" y="52"/>
                  </a:lnTo>
                  <a:lnTo>
                    <a:pt x="923" y="53"/>
                  </a:lnTo>
                  <a:lnTo>
                    <a:pt x="927" y="53"/>
                  </a:lnTo>
                  <a:lnTo>
                    <a:pt x="928" y="53"/>
                  </a:lnTo>
                  <a:lnTo>
                    <a:pt x="932" y="54"/>
                  </a:lnTo>
                  <a:lnTo>
                    <a:pt x="934" y="56"/>
                  </a:lnTo>
                  <a:lnTo>
                    <a:pt x="935" y="57"/>
                  </a:lnTo>
                  <a:lnTo>
                    <a:pt x="935" y="58"/>
                  </a:lnTo>
                  <a:lnTo>
                    <a:pt x="931" y="62"/>
                  </a:lnTo>
                  <a:lnTo>
                    <a:pt x="929" y="62"/>
                  </a:lnTo>
                  <a:lnTo>
                    <a:pt x="927" y="61"/>
                  </a:lnTo>
                  <a:lnTo>
                    <a:pt x="924" y="61"/>
                  </a:lnTo>
                  <a:lnTo>
                    <a:pt x="921" y="60"/>
                  </a:lnTo>
                  <a:lnTo>
                    <a:pt x="923" y="62"/>
                  </a:lnTo>
                  <a:lnTo>
                    <a:pt x="924" y="62"/>
                  </a:lnTo>
                  <a:lnTo>
                    <a:pt x="921" y="65"/>
                  </a:lnTo>
                  <a:lnTo>
                    <a:pt x="920" y="67"/>
                  </a:lnTo>
                  <a:lnTo>
                    <a:pt x="916" y="62"/>
                  </a:lnTo>
                  <a:lnTo>
                    <a:pt x="912" y="64"/>
                  </a:lnTo>
                  <a:lnTo>
                    <a:pt x="910" y="68"/>
                  </a:lnTo>
                  <a:lnTo>
                    <a:pt x="908" y="69"/>
                  </a:lnTo>
                  <a:lnTo>
                    <a:pt x="909" y="72"/>
                  </a:lnTo>
                  <a:lnTo>
                    <a:pt x="910" y="72"/>
                  </a:lnTo>
                  <a:lnTo>
                    <a:pt x="912" y="76"/>
                  </a:lnTo>
                  <a:lnTo>
                    <a:pt x="914" y="77"/>
                  </a:lnTo>
                  <a:lnTo>
                    <a:pt x="914" y="79"/>
                  </a:lnTo>
                  <a:lnTo>
                    <a:pt x="913" y="79"/>
                  </a:lnTo>
                  <a:lnTo>
                    <a:pt x="912" y="80"/>
                  </a:lnTo>
                  <a:lnTo>
                    <a:pt x="913" y="83"/>
                  </a:lnTo>
                  <a:lnTo>
                    <a:pt x="913" y="84"/>
                  </a:lnTo>
                  <a:lnTo>
                    <a:pt x="912" y="84"/>
                  </a:lnTo>
                  <a:lnTo>
                    <a:pt x="909" y="83"/>
                  </a:lnTo>
                  <a:lnTo>
                    <a:pt x="906" y="82"/>
                  </a:lnTo>
                  <a:lnTo>
                    <a:pt x="904" y="80"/>
                  </a:lnTo>
                  <a:lnTo>
                    <a:pt x="902" y="80"/>
                  </a:lnTo>
                  <a:lnTo>
                    <a:pt x="900" y="82"/>
                  </a:lnTo>
                  <a:lnTo>
                    <a:pt x="900" y="83"/>
                  </a:lnTo>
                  <a:lnTo>
                    <a:pt x="901" y="86"/>
                  </a:lnTo>
                  <a:lnTo>
                    <a:pt x="900" y="88"/>
                  </a:lnTo>
                  <a:lnTo>
                    <a:pt x="898" y="87"/>
                  </a:lnTo>
                  <a:lnTo>
                    <a:pt x="898" y="86"/>
                  </a:lnTo>
                  <a:lnTo>
                    <a:pt x="895" y="84"/>
                  </a:lnTo>
                  <a:lnTo>
                    <a:pt x="893" y="83"/>
                  </a:lnTo>
                  <a:lnTo>
                    <a:pt x="891" y="83"/>
                  </a:lnTo>
                  <a:lnTo>
                    <a:pt x="890" y="82"/>
                  </a:lnTo>
                  <a:lnTo>
                    <a:pt x="889" y="80"/>
                  </a:lnTo>
                  <a:lnTo>
                    <a:pt x="887" y="83"/>
                  </a:lnTo>
                  <a:lnTo>
                    <a:pt x="889" y="86"/>
                  </a:lnTo>
                  <a:lnTo>
                    <a:pt x="889" y="88"/>
                  </a:lnTo>
                  <a:lnTo>
                    <a:pt x="890" y="92"/>
                  </a:lnTo>
                  <a:lnTo>
                    <a:pt x="891" y="94"/>
                  </a:lnTo>
                  <a:lnTo>
                    <a:pt x="895" y="95"/>
                  </a:lnTo>
                  <a:lnTo>
                    <a:pt x="897" y="96"/>
                  </a:lnTo>
                  <a:lnTo>
                    <a:pt x="895" y="96"/>
                  </a:lnTo>
                  <a:lnTo>
                    <a:pt x="893" y="96"/>
                  </a:lnTo>
                  <a:lnTo>
                    <a:pt x="895" y="99"/>
                  </a:lnTo>
                  <a:lnTo>
                    <a:pt x="897" y="101"/>
                  </a:lnTo>
                  <a:lnTo>
                    <a:pt x="900" y="103"/>
                  </a:lnTo>
                  <a:lnTo>
                    <a:pt x="904" y="102"/>
                  </a:lnTo>
                  <a:lnTo>
                    <a:pt x="905" y="101"/>
                  </a:lnTo>
                  <a:lnTo>
                    <a:pt x="906" y="101"/>
                  </a:lnTo>
                  <a:lnTo>
                    <a:pt x="906" y="103"/>
                  </a:lnTo>
                  <a:lnTo>
                    <a:pt x="904" y="105"/>
                  </a:lnTo>
                  <a:lnTo>
                    <a:pt x="902" y="109"/>
                  </a:lnTo>
                  <a:lnTo>
                    <a:pt x="901" y="109"/>
                  </a:lnTo>
                  <a:lnTo>
                    <a:pt x="898" y="106"/>
                  </a:lnTo>
                  <a:lnTo>
                    <a:pt x="890" y="105"/>
                  </a:lnTo>
                  <a:lnTo>
                    <a:pt x="887" y="101"/>
                  </a:lnTo>
                  <a:lnTo>
                    <a:pt x="885" y="99"/>
                  </a:lnTo>
                  <a:lnTo>
                    <a:pt x="885" y="98"/>
                  </a:lnTo>
                  <a:lnTo>
                    <a:pt x="883" y="98"/>
                  </a:lnTo>
                  <a:lnTo>
                    <a:pt x="882" y="102"/>
                  </a:lnTo>
                  <a:lnTo>
                    <a:pt x="882" y="103"/>
                  </a:lnTo>
                  <a:lnTo>
                    <a:pt x="881" y="105"/>
                  </a:lnTo>
                  <a:lnTo>
                    <a:pt x="882" y="109"/>
                  </a:lnTo>
                  <a:lnTo>
                    <a:pt x="881" y="110"/>
                  </a:lnTo>
                  <a:lnTo>
                    <a:pt x="878" y="109"/>
                  </a:lnTo>
                  <a:lnTo>
                    <a:pt x="878" y="113"/>
                  </a:lnTo>
                  <a:lnTo>
                    <a:pt x="876" y="114"/>
                  </a:lnTo>
                  <a:lnTo>
                    <a:pt x="876" y="120"/>
                  </a:lnTo>
                  <a:lnTo>
                    <a:pt x="879" y="121"/>
                  </a:lnTo>
                  <a:lnTo>
                    <a:pt x="883" y="121"/>
                  </a:lnTo>
                  <a:lnTo>
                    <a:pt x="886" y="122"/>
                  </a:lnTo>
                  <a:lnTo>
                    <a:pt x="889" y="122"/>
                  </a:lnTo>
                  <a:lnTo>
                    <a:pt x="889" y="124"/>
                  </a:lnTo>
                  <a:lnTo>
                    <a:pt x="886" y="125"/>
                  </a:lnTo>
                  <a:lnTo>
                    <a:pt x="883" y="124"/>
                  </a:lnTo>
                  <a:lnTo>
                    <a:pt x="879" y="124"/>
                  </a:lnTo>
                  <a:lnTo>
                    <a:pt x="878" y="122"/>
                  </a:lnTo>
                  <a:lnTo>
                    <a:pt x="875" y="124"/>
                  </a:lnTo>
                  <a:lnTo>
                    <a:pt x="871" y="128"/>
                  </a:lnTo>
                  <a:lnTo>
                    <a:pt x="871" y="130"/>
                  </a:lnTo>
                  <a:lnTo>
                    <a:pt x="872" y="132"/>
                  </a:lnTo>
                  <a:lnTo>
                    <a:pt x="872" y="133"/>
                  </a:lnTo>
                  <a:lnTo>
                    <a:pt x="870" y="134"/>
                  </a:lnTo>
                  <a:lnTo>
                    <a:pt x="870" y="136"/>
                  </a:lnTo>
                  <a:lnTo>
                    <a:pt x="871" y="139"/>
                  </a:lnTo>
                  <a:lnTo>
                    <a:pt x="874" y="137"/>
                  </a:lnTo>
                  <a:lnTo>
                    <a:pt x="876" y="137"/>
                  </a:lnTo>
                  <a:lnTo>
                    <a:pt x="879" y="134"/>
                  </a:lnTo>
                  <a:lnTo>
                    <a:pt x="881" y="136"/>
                  </a:lnTo>
                  <a:lnTo>
                    <a:pt x="881" y="139"/>
                  </a:lnTo>
                  <a:lnTo>
                    <a:pt x="878" y="139"/>
                  </a:lnTo>
                  <a:lnTo>
                    <a:pt x="876" y="141"/>
                  </a:lnTo>
                  <a:lnTo>
                    <a:pt x="876" y="143"/>
                  </a:lnTo>
                  <a:lnTo>
                    <a:pt x="879" y="143"/>
                  </a:lnTo>
                  <a:lnTo>
                    <a:pt x="882" y="140"/>
                  </a:lnTo>
                  <a:lnTo>
                    <a:pt x="883" y="140"/>
                  </a:lnTo>
                  <a:lnTo>
                    <a:pt x="886" y="139"/>
                  </a:lnTo>
                  <a:lnTo>
                    <a:pt x="886" y="140"/>
                  </a:lnTo>
                  <a:lnTo>
                    <a:pt x="885" y="141"/>
                  </a:lnTo>
                  <a:lnTo>
                    <a:pt x="886" y="143"/>
                  </a:lnTo>
                  <a:lnTo>
                    <a:pt x="890" y="143"/>
                  </a:lnTo>
                  <a:lnTo>
                    <a:pt x="891" y="144"/>
                  </a:lnTo>
                  <a:lnTo>
                    <a:pt x="889" y="144"/>
                  </a:lnTo>
                  <a:lnTo>
                    <a:pt x="889" y="147"/>
                  </a:lnTo>
                  <a:lnTo>
                    <a:pt x="891" y="147"/>
                  </a:lnTo>
                  <a:lnTo>
                    <a:pt x="894" y="147"/>
                  </a:lnTo>
                  <a:lnTo>
                    <a:pt x="897" y="148"/>
                  </a:lnTo>
                  <a:lnTo>
                    <a:pt x="904" y="151"/>
                  </a:lnTo>
                  <a:lnTo>
                    <a:pt x="905" y="151"/>
                  </a:lnTo>
                  <a:lnTo>
                    <a:pt x="898" y="151"/>
                  </a:lnTo>
                  <a:lnTo>
                    <a:pt x="895" y="152"/>
                  </a:lnTo>
                  <a:lnTo>
                    <a:pt x="893" y="149"/>
                  </a:lnTo>
                  <a:lnTo>
                    <a:pt x="889" y="151"/>
                  </a:lnTo>
                  <a:lnTo>
                    <a:pt x="889" y="152"/>
                  </a:lnTo>
                  <a:lnTo>
                    <a:pt x="893" y="154"/>
                  </a:lnTo>
                  <a:lnTo>
                    <a:pt x="898" y="155"/>
                  </a:lnTo>
                  <a:lnTo>
                    <a:pt x="904" y="155"/>
                  </a:lnTo>
                  <a:lnTo>
                    <a:pt x="905" y="156"/>
                  </a:lnTo>
                  <a:lnTo>
                    <a:pt x="900" y="156"/>
                  </a:lnTo>
                  <a:lnTo>
                    <a:pt x="897" y="156"/>
                  </a:lnTo>
                  <a:lnTo>
                    <a:pt x="891" y="155"/>
                  </a:lnTo>
                  <a:lnTo>
                    <a:pt x="889" y="155"/>
                  </a:lnTo>
                  <a:lnTo>
                    <a:pt x="886" y="154"/>
                  </a:lnTo>
                  <a:lnTo>
                    <a:pt x="883" y="152"/>
                  </a:lnTo>
                  <a:lnTo>
                    <a:pt x="879" y="148"/>
                  </a:lnTo>
                  <a:lnTo>
                    <a:pt x="878" y="149"/>
                  </a:lnTo>
                  <a:lnTo>
                    <a:pt x="876" y="152"/>
                  </a:lnTo>
                  <a:lnTo>
                    <a:pt x="872" y="152"/>
                  </a:lnTo>
                  <a:lnTo>
                    <a:pt x="870" y="154"/>
                  </a:lnTo>
                  <a:lnTo>
                    <a:pt x="870" y="159"/>
                  </a:lnTo>
                  <a:lnTo>
                    <a:pt x="872" y="162"/>
                  </a:lnTo>
                  <a:lnTo>
                    <a:pt x="872" y="164"/>
                  </a:lnTo>
                  <a:lnTo>
                    <a:pt x="871" y="166"/>
                  </a:lnTo>
                  <a:lnTo>
                    <a:pt x="870" y="162"/>
                  </a:lnTo>
                  <a:lnTo>
                    <a:pt x="868" y="162"/>
                  </a:lnTo>
                  <a:lnTo>
                    <a:pt x="866" y="167"/>
                  </a:lnTo>
                  <a:lnTo>
                    <a:pt x="867" y="171"/>
                  </a:lnTo>
                  <a:lnTo>
                    <a:pt x="868" y="171"/>
                  </a:lnTo>
                  <a:lnTo>
                    <a:pt x="870" y="171"/>
                  </a:lnTo>
                  <a:lnTo>
                    <a:pt x="871" y="171"/>
                  </a:lnTo>
                  <a:lnTo>
                    <a:pt x="872" y="174"/>
                  </a:lnTo>
                  <a:lnTo>
                    <a:pt x="875" y="175"/>
                  </a:lnTo>
                  <a:lnTo>
                    <a:pt x="872" y="175"/>
                  </a:lnTo>
                  <a:lnTo>
                    <a:pt x="871" y="177"/>
                  </a:lnTo>
                  <a:lnTo>
                    <a:pt x="868" y="174"/>
                  </a:lnTo>
                  <a:lnTo>
                    <a:pt x="866" y="174"/>
                  </a:lnTo>
                  <a:lnTo>
                    <a:pt x="864" y="179"/>
                  </a:lnTo>
                  <a:lnTo>
                    <a:pt x="866" y="181"/>
                  </a:lnTo>
                  <a:lnTo>
                    <a:pt x="868" y="179"/>
                  </a:lnTo>
                  <a:lnTo>
                    <a:pt x="867" y="182"/>
                  </a:lnTo>
                  <a:lnTo>
                    <a:pt x="867" y="189"/>
                  </a:lnTo>
                  <a:lnTo>
                    <a:pt x="868" y="186"/>
                  </a:lnTo>
                  <a:lnTo>
                    <a:pt x="871" y="187"/>
                  </a:lnTo>
                  <a:lnTo>
                    <a:pt x="871" y="192"/>
                  </a:lnTo>
                  <a:lnTo>
                    <a:pt x="875" y="193"/>
                  </a:lnTo>
                  <a:lnTo>
                    <a:pt x="881" y="197"/>
                  </a:lnTo>
                  <a:lnTo>
                    <a:pt x="883" y="196"/>
                  </a:lnTo>
                  <a:lnTo>
                    <a:pt x="883" y="193"/>
                  </a:lnTo>
                  <a:lnTo>
                    <a:pt x="883" y="190"/>
                  </a:lnTo>
                  <a:lnTo>
                    <a:pt x="887" y="192"/>
                  </a:lnTo>
                  <a:lnTo>
                    <a:pt x="887" y="193"/>
                  </a:lnTo>
                  <a:lnTo>
                    <a:pt x="887" y="196"/>
                  </a:lnTo>
                  <a:lnTo>
                    <a:pt x="887" y="198"/>
                  </a:lnTo>
                  <a:lnTo>
                    <a:pt x="889" y="198"/>
                  </a:lnTo>
                  <a:lnTo>
                    <a:pt x="891" y="192"/>
                  </a:lnTo>
                  <a:lnTo>
                    <a:pt x="891" y="186"/>
                  </a:lnTo>
                  <a:lnTo>
                    <a:pt x="893" y="182"/>
                  </a:lnTo>
                  <a:lnTo>
                    <a:pt x="895" y="178"/>
                  </a:lnTo>
                  <a:lnTo>
                    <a:pt x="897" y="175"/>
                  </a:lnTo>
                  <a:lnTo>
                    <a:pt x="897" y="179"/>
                  </a:lnTo>
                  <a:lnTo>
                    <a:pt x="893" y="185"/>
                  </a:lnTo>
                  <a:lnTo>
                    <a:pt x="893" y="189"/>
                  </a:lnTo>
                  <a:lnTo>
                    <a:pt x="894" y="190"/>
                  </a:lnTo>
                  <a:lnTo>
                    <a:pt x="893" y="196"/>
                  </a:lnTo>
                  <a:lnTo>
                    <a:pt x="894" y="198"/>
                  </a:lnTo>
                  <a:lnTo>
                    <a:pt x="893" y="201"/>
                  </a:lnTo>
                  <a:lnTo>
                    <a:pt x="894" y="201"/>
                  </a:lnTo>
                  <a:lnTo>
                    <a:pt x="894" y="201"/>
                  </a:lnTo>
                  <a:close/>
                  <a:moveTo>
                    <a:pt x="901" y="76"/>
                  </a:moveTo>
                  <a:lnTo>
                    <a:pt x="902" y="76"/>
                  </a:lnTo>
                  <a:lnTo>
                    <a:pt x="904" y="76"/>
                  </a:lnTo>
                  <a:lnTo>
                    <a:pt x="905" y="76"/>
                  </a:lnTo>
                  <a:lnTo>
                    <a:pt x="908" y="76"/>
                  </a:lnTo>
                  <a:lnTo>
                    <a:pt x="908" y="79"/>
                  </a:lnTo>
                  <a:lnTo>
                    <a:pt x="906" y="79"/>
                  </a:lnTo>
                  <a:lnTo>
                    <a:pt x="905" y="77"/>
                  </a:lnTo>
                  <a:lnTo>
                    <a:pt x="902" y="77"/>
                  </a:lnTo>
                  <a:lnTo>
                    <a:pt x="901" y="76"/>
                  </a:lnTo>
                  <a:lnTo>
                    <a:pt x="901" y="76"/>
                  </a:lnTo>
                  <a:close/>
                  <a:moveTo>
                    <a:pt x="904" y="200"/>
                  </a:moveTo>
                  <a:lnTo>
                    <a:pt x="904" y="198"/>
                  </a:lnTo>
                  <a:lnTo>
                    <a:pt x="905" y="196"/>
                  </a:lnTo>
                  <a:lnTo>
                    <a:pt x="905" y="194"/>
                  </a:lnTo>
                  <a:lnTo>
                    <a:pt x="908" y="193"/>
                  </a:lnTo>
                  <a:lnTo>
                    <a:pt x="908" y="194"/>
                  </a:lnTo>
                  <a:lnTo>
                    <a:pt x="908" y="196"/>
                  </a:lnTo>
                  <a:lnTo>
                    <a:pt x="906" y="197"/>
                  </a:lnTo>
                  <a:lnTo>
                    <a:pt x="904" y="200"/>
                  </a:lnTo>
                  <a:lnTo>
                    <a:pt x="904" y="200"/>
                  </a:lnTo>
                  <a:lnTo>
                    <a:pt x="904" y="200"/>
                  </a:lnTo>
                  <a:close/>
                  <a:moveTo>
                    <a:pt x="932" y="173"/>
                  </a:moveTo>
                  <a:lnTo>
                    <a:pt x="936" y="168"/>
                  </a:lnTo>
                  <a:lnTo>
                    <a:pt x="938" y="168"/>
                  </a:lnTo>
                  <a:lnTo>
                    <a:pt x="940" y="167"/>
                  </a:lnTo>
                  <a:lnTo>
                    <a:pt x="943" y="168"/>
                  </a:lnTo>
                  <a:lnTo>
                    <a:pt x="946" y="171"/>
                  </a:lnTo>
                  <a:lnTo>
                    <a:pt x="944" y="173"/>
                  </a:lnTo>
                  <a:lnTo>
                    <a:pt x="942" y="173"/>
                  </a:lnTo>
                  <a:lnTo>
                    <a:pt x="939" y="175"/>
                  </a:lnTo>
                  <a:lnTo>
                    <a:pt x="935" y="175"/>
                  </a:lnTo>
                  <a:lnTo>
                    <a:pt x="934" y="175"/>
                  </a:lnTo>
                  <a:lnTo>
                    <a:pt x="932" y="173"/>
                  </a:lnTo>
                  <a:lnTo>
                    <a:pt x="932" y="173"/>
                  </a:lnTo>
                  <a:close/>
                  <a:moveTo>
                    <a:pt x="1147" y="5"/>
                  </a:moveTo>
                  <a:lnTo>
                    <a:pt x="1148" y="3"/>
                  </a:lnTo>
                  <a:lnTo>
                    <a:pt x="1150" y="3"/>
                  </a:lnTo>
                  <a:lnTo>
                    <a:pt x="1151" y="5"/>
                  </a:lnTo>
                  <a:lnTo>
                    <a:pt x="1148" y="7"/>
                  </a:lnTo>
                  <a:lnTo>
                    <a:pt x="1147" y="5"/>
                  </a:lnTo>
                  <a:lnTo>
                    <a:pt x="1147" y="5"/>
                  </a:lnTo>
                  <a:close/>
                  <a:moveTo>
                    <a:pt x="1044" y="207"/>
                  </a:moveTo>
                  <a:lnTo>
                    <a:pt x="1042" y="208"/>
                  </a:lnTo>
                  <a:lnTo>
                    <a:pt x="1044" y="209"/>
                  </a:lnTo>
                  <a:lnTo>
                    <a:pt x="1046" y="209"/>
                  </a:lnTo>
                  <a:lnTo>
                    <a:pt x="1046" y="208"/>
                  </a:lnTo>
                  <a:lnTo>
                    <a:pt x="1045" y="207"/>
                  </a:lnTo>
                  <a:lnTo>
                    <a:pt x="1045" y="207"/>
                  </a:lnTo>
                  <a:lnTo>
                    <a:pt x="1044" y="207"/>
                  </a:lnTo>
                  <a:lnTo>
                    <a:pt x="1044" y="207"/>
                  </a:lnTo>
                  <a:close/>
                  <a:moveTo>
                    <a:pt x="992" y="238"/>
                  </a:moveTo>
                  <a:lnTo>
                    <a:pt x="993" y="239"/>
                  </a:lnTo>
                  <a:lnTo>
                    <a:pt x="996" y="239"/>
                  </a:lnTo>
                  <a:lnTo>
                    <a:pt x="995" y="238"/>
                  </a:lnTo>
                  <a:lnTo>
                    <a:pt x="992" y="238"/>
                  </a:lnTo>
                  <a:lnTo>
                    <a:pt x="992" y="238"/>
                  </a:lnTo>
                  <a:close/>
                  <a:moveTo>
                    <a:pt x="920" y="236"/>
                  </a:moveTo>
                  <a:lnTo>
                    <a:pt x="919" y="234"/>
                  </a:lnTo>
                  <a:lnTo>
                    <a:pt x="919" y="231"/>
                  </a:lnTo>
                  <a:lnTo>
                    <a:pt x="921" y="231"/>
                  </a:lnTo>
                  <a:lnTo>
                    <a:pt x="923" y="232"/>
                  </a:lnTo>
                  <a:lnTo>
                    <a:pt x="923" y="235"/>
                  </a:lnTo>
                  <a:lnTo>
                    <a:pt x="921" y="236"/>
                  </a:lnTo>
                  <a:lnTo>
                    <a:pt x="920" y="236"/>
                  </a:lnTo>
                  <a:lnTo>
                    <a:pt x="920" y="236"/>
                  </a:lnTo>
                  <a:close/>
                  <a:moveTo>
                    <a:pt x="900" y="280"/>
                  </a:moveTo>
                  <a:lnTo>
                    <a:pt x="900" y="279"/>
                  </a:lnTo>
                  <a:lnTo>
                    <a:pt x="900" y="276"/>
                  </a:lnTo>
                  <a:lnTo>
                    <a:pt x="898" y="272"/>
                  </a:lnTo>
                  <a:lnTo>
                    <a:pt x="898" y="272"/>
                  </a:lnTo>
                  <a:lnTo>
                    <a:pt x="897" y="272"/>
                  </a:lnTo>
                  <a:lnTo>
                    <a:pt x="895" y="276"/>
                  </a:lnTo>
                  <a:lnTo>
                    <a:pt x="897" y="280"/>
                  </a:lnTo>
                  <a:lnTo>
                    <a:pt x="898" y="284"/>
                  </a:lnTo>
                  <a:lnTo>
                    <a:pt x="898" y="285"/>
                  </a:lnTo>
                  <a:lnTo>
                    <a:pt x="897" y="285"/>
                  </a:lnTo>
                  <a:lnTo>
                    <a:pt x="894" y="284"/>
                  </a:lnTo>
                  <a:lnTo>
                    <a:pt x="889" y="284"/>
                  </a:lnTo>
                  <a:lnTo>
                    <a:pt x="889" y="283"/>
                  </a:lnTo>
                  <a:lnTo>
                    <a:pt x="887" y="281"/>
                  </a:lnTo>
                  <a:lnTo>
                    <a:pt x="883" y="279"/>
                  </a:lnTo>
                  <a:lnTo>
                    <a:pt x="882" y="280"/>
                  </a:lnTo>
                  <a:lnTo>
                    <a:pt x="881" y="279"/>
                  </a:lnTo>
                  <a:lnTo>
                    <a:pt x="881" y="277"/>
                  </a:lnTo>
                  <a:lnTo>
                    <a:pt x="879" y="277"/>
                  </a:lnTo>
                  <a:lnTo>
                    <a:pt x="878" y="276"/>
                  </a:lnTo>
                  <a:lnTo>
                    <a:pt x="879" y="273"/>
                  </a:lnTo>
                  <a:lnTo>
                    <a:pt x="881" y="273"/>
                  </a:lnTo>
                  <a:lnTo>
                    <a:pt x="882" y="272"/>
                  </a:lnTo>
                  <a:lnTo>
                    <a:pt x="882" y="269"/>
                  </a:lnTo>
                  <a:lnTo>
                    <a:pt x="881" y="265"/>
                  </a:lnTo>
                  <a:lnTo>
                    <a:pt x="879" y="265"/>
                  </a:lnTo>
                  <a:lnTo>
                    <a:pt x="879" y="266"/>
                  </a:lnTo>
                  <a:lnTo>
                    <a:pt x="881" y="268"/>
                  </a:lnTo>
                  <a:lnTo>
                    <a:pt x="881" y="270"/>
                  </a:lnTo>
                  <a:lnTo>
                    <a:pt x="879" y="272"/>
                  </a:lnTo>
                  <a:lnTo>
                    <a:pt x="878" y="272"/>
                  </a:lnTo>
                  <a:lnTo>
                    <a:pt x="876" y="272"/>
                  </a:lnTo>
                  <a:lnTo>
                    <a:pt x="876" y="273"/>
                  </a:lnTo>
                  <a:lnTo>
                    <a:pt x="878" y="274"/>
                  </a:lnTo>
                  <a:lnTo>
                    <a:pt x="875" y="277"/>
                  </a:lnTo>
                  <a:lnTo>
                    <a:pt x="874" y="276"/>
                  </a:lnTo>
                  <a:lnTo>
                    <a:pt x="872" y="273"/>
                  </a:lnTo>
                  <a:lnTo>
                    <a:pt x="872" y="272"/>
                  </a:lnTo>
                  <a:lnTo>
                    <a:pt x="872" y="270"/>
                  </a:lnTo>
                  <a:lnTo>
                    <a:pt x="874" y="266"/>
                  </a:lnTo>
                  <a:lnTo>
                    <a:pt x="872" y="265"/>
                  </a:lnTo>
                  <a:lnTo>
                    <a:pt x="874" y="264"/>
                  </a:lnTo>
                  <a:lnTo>
                    <a:pt x="872" y="265"/>
                  </a:lnTo>
                  <a:lnTo>
                    <a:pt x="871" y="268"/>
                  </a:lnTo>
                  <a:lnTo>
                    <a:pt x="870" y="269"/>
                  </a:lnTo>
                  <a:lnTo>
                    <a:pt x="870" y="270"/>
                  </a:lnTo>
                  <a:lnTo>
                    <a:pt x="870" y="273"/>
                  </a:lnTo>
                  <a:lnTo>
                    <a:pt x="867" y="273"/>
                  </a:lnTo>
                  <a:lnTo>
                    <a:pt x="866" y="272"/>
                  </a:lnTo>
                  <a:lnTo>
                    <a:pt x="864" y="272"/>
                  </a:lnTo>
                  <a:lnTo>
                    <a:pt x="863" y="270"/>
                  </a:lnTo>
                  <a:lnTo>
                    <a:pt x="864" y="268"/>
                  </a:lnTo>
                  <a:lnTo>
                    <a:pt x="864" y="264"/>
                  </a:lnTo>
                  <a:lnTo>
                    <a:pt x="866" y="264"/>
                  </a:lnTo>
                  <a:lnTo>
                    <a:pt x="866" y="261"/>
                  </a:lnTo>
                  <a:lnTo>
                    <a:pt x="868" y="255"/>
                  </a:lnTo>
                  <a:lnTo>
                    <a:pt x="867" y="257"/>
                  </a:lnTo>
                  <a:lnTo>
                    <a:pt x="864" y="257"/>
                  </a:lnTo>
                  <a:lnTo>
                    <a:pt x="863" y="262"/>
                  </a:lnTo>
                  <a:lnTo>
                    <a:pt x="863" y="266"/>
                  </a:lnTo>
                  <a:lnTo>
                    <a:pt x="862" y="269"/>
                  </a:lnTo>
                  <a:lnTo>
                    <a:pt x="860" y="268"/>
                  </a:lnTo>
                  <a:lnTo>
                    <a:pt x="862" y="265"/>
                  </a:lnTo>
                  <a:lnTo>
                    <a:pt x="862" y="265"/>
                  </a:lnTo>
                  <a:lnTo>
                    <a:pt x="862" y="264"/>
                  </a:lnTo>
                  <a:lnTo>
                    <a:pt x="859" y="268"/>
                  </a:lnTo>
                  <a:lnTo>
                    <a:pt x="856" y="268"/>
                  </a:lnTo>
                  <a:lnTo>
                    <a:pt x="855" y="266"/>
                  </a:lnTo>
                  <a:lnTo>
                    <a:pt x="856" y="262"/>
                  </a:lnTo>
                  <a:lnTo>
                    <a:pt x="855" y="261"/>
                  </a:lnTo>
                  <a:lnTo>
                    <a:pt x="855" y="259"/>
                  </a:lnTo>
                  <a:lnTo>
                    <a:pt x="859" y="257"/>
                  </a:lnTo>
                  <a:lnTo>
                    <a:pt x="859" y="255"/>
                  </a:lnTo>
                  <a:lnTo>
                    <a:pt x="859" y="254"/>
                  </a:lnTo>
                  <a:lnTo>
                    <a:pt x="860" y="251"/>
                  </a:lnTo>
                  <a:lnTo>
                    <a:pt x="862" y="250"/>
                  </a:lnTo>
                  <a:lnTo>
                    <a:pt x="864" y="249"/>
                  </a:lnTo>
                  <a:lnTo>
                    <a:pt x="866" y="249"/>
                  </a:lnTo>
                  <a:lnTo>
                    <a:pt x="870" y="247"/>
                  </a:lnTo>
                  <a:lnTo>
                    <a:pt x="871" y="246"/>
                  </a:lnTo>
                  <a:lnTo>
                    <a:pt x="872" y="245"/>
                  </a:lnTo>
                  <a:lnTo>
                    <a:pt x="875" y="245"/>
                  </a:lnTo>
                  <a:lnTo>
                    <a:pt x="875" y="243"/>
                  </a:lnTo>
                  <a:lnTo>
                    <a:pt x="876" y="242"/>
                  </a:lnTo>
                  <a:lnTo>
                    <a:pt x="879" y="242"/>
                  </a:lnTo>
                  <a:lnTo>
                    <a:pt x="882" y="243"/>
                  </a:lnTo>
                  <a:lnTo>
                    <a:pt x="887" y="243"/>
                  </a:lnTo>
                  <a:lnTo>
                    <a:pt x="889" y="242"/>
                  </a:lnTo>
                  <a:lnTo>
                    <a:pt x="891" y="243"/>
                  </a:lnTo>
                  <a:lnTo>
                    <a:pt x="891" y="246"/>
                  </a:lnTo>
                  <a:lnTo>
                    <a:pt x="894" y="246"/>
                  </a:lnTo>
                  <a:lnTo>
                    <a:pt x="894" y="243"/>
                  </a:lnTo>
                  <a:lnTo>
                    <a:pt x="895" y="243"/>
                  </a:lnTo>
                  <a:lnTo>
                    <a:pt x="898" y="246"/>
                  </a:lnTo>
                  <a:lnTo>
                    <a:pt x="900" y="245"/>
                  </a:lnTo>
                  <a:lnTo>
                    <a:pt x="902" y="246"/>
                  </a:lnTo>
                  <a:lnTo>
                    <a:pt x="904" y="245"/>
                  </a:lnTo>
                  <a:lnTo>
                    <a:pt x="902" y="243"/>
                  </a:lnTo>
                  <a:lnTo>
                    <a:pt x="901" y="243"/>
                  </a:lnTo>
                  <a:lnTo>
                    <a:pt x="898" y="242"/>
                  </a:lnTo>
                  <a:lnTo>
                    <a:pt x="897" y="242"/>
                  </a:lnTo>
                  <a:lnTo>
                    <a:pt x="897" y="240"/>
                  </a:lnTo>
                  <a:lnTo>
                    <a:pt x="900" y="239"/>
                  </a:lnTo>
                  <a:lnTo>
                    <a:pt x="900" y="238"/>
                  </a:lnTo>
                  <a:lnTo>
                    <a:pt x="897" y="236"/>
                  </a:lnTo>
                  <a:lnTo>
                    <a:pt x="898" y="236"/>
                  </a:lnTo>
                  <a:lnTo>
                    <a:pt x="901" y="236"/>
                  </a:lnTo>
                  <a:lnTo>
                    <a:pt x="901" y="235"/>
                  </a:lnTo>
                  <a:lnTo>
                    <a:pt x="898" y="235"/>
                  </a:lnTo>
                  <a:lnTo>
                    <a:pt x="897" y="235"/>
                  </a:lnTo>
                  <a:lnTo>
                    <a:pt x="895" y="235"/>
                  </a:lnTo>
                  <a:lnTo>
                    <a:pt x="894" y="234"/>
                  </a:lnTo>
                  <a:lnTo>
                    <a:pt x="894" y="231"/>
                  </a:lnTo>
                  <a:lnTo>
                    <a:pt x="897" y="230"/>
                  </a:lnTo>
                  <a:lnTo>
                    <a:pt x="897" y="228"/>
                  </a:lnTo>
                  <a:lnTo>
                    <a:pt x="895" y="228"/>
                  </a:lnTo>
                  <a:lnTo>
                    <a:pt x="894" y="226"/>
                  </a:lnTo>
                  <a:lnTo>
                    <a:pt x="894" y="221"/>
                  </a:lnTo>
                  <a:lnTo>
                    <a:pt x="895" y="220"/>
                  </a:lnTo>
                  <a:lnTo>
                    <a:pt x="895" y="217"/>
                  </a:lnTo>
                  <a:lnTo>
                    <a:pt x="895" y="215"/>
                  </a:lnTo>
                  <a:lnTo>
                    <a:pt x="897" y="215"/>
                  </a:lnTo>
                  <a:lnTo>
                    <a:pt x="900" y="215"/>
                  </a:lnTo>
                  <a:lnTo>
                    <a:pt x="902" y="215"/>
                  </a:lnTo>
                  <a:lnTo>
                    <a:pt x="905" y="213"/>
                  </a:lnTo>
                  <a:lnTo>
                    <a:pt x="908" y="215"/>
                  </a:lnTo>
                  <a:lnTo>
                    <a:pt x="910" y="215"/>
                  </a:lnTo>
                  <a:lnTo>
                    <a:pt x="913" y="219"/>
                  </a:lnTo>
                  <a:lnTo>
                    <a:pt x="914" y="224"/>
                  </a:lnTo>
                  <a:lnTo>
                    <a:pt x="914" y="232"/>
                  </a:lnTo>
                  <a:lnTo>
                    <a:pt x="913" y="236"/>
                  </a:lnTo>
                  <a:lnTo>
                    <a:pt x="914" y="236"/>
                  </a:lnTo>
                  <a:lnTo>
                    <a:pt x="916" y="236"/>
                  </a:lnTo>
                  <a:lnTo>
                    <a:pt x="921" y="239"/>
                  </a:lnTo>
                  <a:lnTo>
                    <a:pt x="923" y="242"/>
                  </a:lnTo>
                  <a:lnTo>
                    <a:pt x="925" y="243"/>
                  </a:lnTo>
                  <a:lnTo>
                    <a:pt x="925" y="240"/>
                  </a:lnTo>
                  <a:lnTo>
                    <a:pt x="931" y="240"/>
                  </a:lnTo>
                  <a:lnTo>
                    <a:pt x="935" y="245"/>
                  </a:lnTo>
                  <a:lnTo>
                    <a:pt x="936" y="243"/>
                  </a:lnTo>
                  <a:lnTo>
                    <a:pt x="934" y="242"/>
                  </a:lnTo>
                  <a:lnTo>
                    <a:pt x="936" y="239"/>
                  </a:lnTo>
                  <a:lnTo>
                    <a:pt x="940" y="238"/>
                  </a:lnTo>
                  <a:lnTo>
                    <a:pt x="943" y="234"/>
                  </a:lnTo>
                  <a:lnTo>
                    <a:pt x="948" y="230"/>
                  </a:lnTo>
                  <a:lnTo>
                    <a:pt x="954" y="226"/>
                  </a:lnTo>
                  <a:lnTo>
                    <a:pt x="954" y="223"/>
                  </a:lnTo>
                  <a:lnTo>
                    <a:pt x="955" y="221"/>
                  </a:lnTo>
                  <a:lnTo>
                    <a:pt x="954" y="221"/>
                  </a:lnTo>
                  <a:lnTo>
                    <a:pt x="951" y="223"/>
                  </a:lnTo>
                  <a:lnTo>
                    <a:pt x="951" y="224"/>
                  </a:lnTo>
                  <a:lnTo>
                    <a:pt x="947" y="230"/>
                  </a:lnTo>
                  <a:lnTo>
                    <a:pt x="943" y="231"/>
                  </a:lnTo>
                  <a:lnTo>
                    <a:pt x="943" y="232"/>
                  </a:lnTo>
                  <a:lnTo>
                    <a:pt x="939" y="236"/>
                  </a:lnTo>
                  <a:lnTo>
                    <a:pt x="935" y="238"/>
                  </a:lnTo>
                  <a:lnTo>
                    <a:pt x="934" y="236"/>
                  </a:lnTo>
                  <a:lnTo>
                    <a:pt x="932" y="236"/>
                  </a:lnTo>
                  <a:lnTo>
                    <a:pt x="931" y="238"/>
                  </a:lnTo>
                  <a:lnTo>
                    <a:pt x="928" y="238"/>
                  </a:lnTo>
                  <a:lnTo>
                    <a:pt x="924" y="235"/>
                  </a:lnTo>
                  <a:lnTo>
                    <a:pt x="924" y="234"/>
                  </a:lnTo>
                  <a:lnTo>
                    <a:pt x="927" y="232"/>
                  </a:lnTo>
                  <a:lnTo>
                    <a:pt x="929" y="230"/>
                  </a:lnTo>
                  <a:lnTo>
                    <a:pt x="929" y="227"/>
                  </a:lnTo>
                  <a:lnTo>
                    <a:pt x="927" y="230"/>
                  </a:lnTo>
                  <a:lnTo>
                    <a:pt x="925" y="231"/>
                  </a:lnTo>
                  <a:lnTo>
                    <a:pt x="923" y="231"/>
                  </a:lnTo>
                  <a:lnTo>
                    <a:pt x="921" y="228"/>
                  </a:lnTo>
                  <a:lnTo>
                    <a:pt x="921" y="227"/>
                  </a:lnTo>
                  <a:lnTo>
                    <a:pt x="923" y="227"/>
                  </a:lnTo>
                  <a:lnTo>
                    <a:pt x="925" y="226"/>
                  </a:lnTo>
                  <a:lnTo>
                    <a:pt x="925" y="224"/>
                  </a:lnTo>
                  <a:lnTo>
                    <a:pt x="924" y="224"/>
                  </a:lnTo>
                  <a:lnTo>
                    <a:pt x="924" y="223"/>
                  </a:lnTo>
                  <a:lnTo>
                    <a:pt x="925" y="221"/>
                  </a:lnTo>
                  <a:lnTo>
                    <a:pt x="927" y="223"/>
                  </a:lnTo>
                  <a:lnTo>
                    <a:pt x="929" y="223"/>
                  </a:lnTo>
                  <a:lnTo>
                    <a:pt x="929" y="221"/>
                  </a:lnTo>
                  <a:lnTo>
                    <a:pt x="927" y="221"/>
                  </a:lnTo>
                  <a:lnTo>
                    <a:pt x="925" y="220"/>
                  </a:lnTo>
                  <a:lnTo>
                    <a:pt x="924" y="221"/>
                  </a:lnTo>
                  <a:lnTo>
                    <a:pt x="921" y="221"/>
                  </a:lnTo>
                  <a:lnTo>
                    <a:pt x="921" y="219"/>
                  </a:lnTo>
                  <a:lnTo>
                    <a:pt x="921" y="217"/>
                  </a:lnTo>
                  <a:lnTo>
                    <a:pt x="924" y="217"/>
                  </a:lnTo>
                  <a:lnTo>
                    <a:pt x="925" y="216"/>
                  </a:lnTo>
                  <a:lnTo>
                    <a:pt x="929" y="216"/>
                  </a:lnTo>
                  <a:lnTo>
                    <a:pt x="932" y="217"/>
                  </a:lnTo>
                  <a:lnTo>
                    <a:pt x="934" y="216"/>
                  </a:lnTo>
                  <a:lnTo>
                    <a:pt x="931" y="216"/>
                  </a:lnTo>
                  <a:lnTo>
                    <a:pt x="929" y="215"/>
                  </a:lnTo>
                  <a:lnTo>
                    <a:pt x="932" y="212"/>
                  </a:lnTo>
                  <a:lnTo>
                    <a:pt x="935" y="212"/>
                  </a:lnTo>
                  <a:lnTo>
                    <a:pt x="935" y="211"/>
                  </a:lnTo>
                  <a:lnTo>
                    <a:pt x="934" y="211"/>
                  </a:lnTo>
                  <a:lnTo>
                    <a:pt x="934" y="209"/>
                  </a:lnTo>
                  <a:lnTo>
                    <a:pt x="935" y="207"/>
                  </a:lnTo>
                  <a:lnTo>
                    <a:pt x="938" y="205"/>
                  </a:lnTo>
                  <a:lnTo>
                    <a:pt x="936" y="204"/>
                  </a:lnTo>
                  <a:lnTo>
                    <a:pt x="940" y="198"/>
                  </a:lnTo>
                  <a:lnTo>
                    <a:pt x="942" y="197"/>
                  </a:lnTo>
                  <a:lnTo>
                    <a:pt x="943" y="194"/>
                  </a:lnTo>
                  <a:lnTo>
                    <a:pt x="940" y="196"/>
                  </a:lnTo>
                  <a:lnTo>
                    <a:pt x="936" y="200"/>
                  </a:lnTo>
                  <a:lnTo>
                    <a:pt x="934" y="207"/>
                  </a:lnTo>
                  <a:lnTo>
                    <a:pt x="929" y="209"/>
                  </a:lnTo>
                  <a:lnTo>
                    <a:pt x="925" y="213"/>
                  </a:lnTo>
                  <a:lnTo>
                    <a:pt x="924" y="212"/>
                  </a:lnTo>
                  <a:lnTo>
                    <a:pt x="920" y="212"/>
                  </a:lnTo>
                  <a:lnTo>
                    <a:pt x="920" y="211"/>
                  </a:lnTo>
                  <a:lnTo>
                    <a:pt x="921" y="208"/>
                  </a:lnTo>
                  <a:lnTo>
                    <a:pt x="924" y="207"/>
                  </a:lnTo>
                  <a:lnTo>
                    <a:pt x="924" y="204"/>
                  </a:lnTo>
                  <a:lnTo>
                    <a:pt x="920" y="207"/>
                  </a:lnTo>
                  <a:lnTo>
                    <a:pt x="916" y="207"/>
                  </a:lnTo>
                  <a:lnTo>
                    <a:pt x="917" y="208"/>
                  </a:lnTo>
                  <a:lnTo>
                    <a:pt x="914" y="209"/>
                  </a:lnTo>
                  <a:lnTo>
                    <a:pt x="910" y="209"/>
                  </a:lnTo>
                  <a:lnTo>
                    <a:pt x="906" y="207"/>
                  </a:lnTo>
                  <a:lnTo>
                    <a:pt x="909" y="205"/>
                  </a:lnTo>
                  <a:lnTo>
                    <a:pt x="912" y="204"/>
                  </a:lnTo>
                  <a:lnTo>
                    <a:pt x="910" y="202"/>
                  </a:lnTo>
                  <a:lnTo>
                    <a:pt x="909" y="202"/>
                  </a:lnTo>
                  <a:lnTo>
                    <a:pt x="909" y="200"/>
                  </a:lnTo>
                  <a:lnTo>
                    <a:pt x="913" y="197"/>
                  </a:lnTo>
                  <a:lnTo>
                    <a:pt x="913" y="194"/>
                  </a:lnTo>
                  <a:lnTo>
                    <a:pt x="916" y="193"/>
                  </a:lnTo>
                  <a:lnTo>
                    <a:pt x="919" y="192"/>
                  </a:lnTo>
                  <a:lnTo>
                    <a:pt x="921" y="192"/>
                  </a:lnTo>
                  <a:lnTo>
                    <a:pt x="921" y="187"/>
                  </a:lnTo>
                  <a:lnTo>
                    <a:pt x="924" y="185"/>
                  </a:lnTo>
                  <a:lnTo>
                    <a:pt x="928" y="179"/>
                  </a:lnTo>
                  <a:lnTo>
                    <a:pt x="929" y="181"/>
                  </a:lnTo>
                  <a:lnTo>
                    <a:pt x="935" y="179"/>
                  </a:lnTo>
                  <a:lnTo>
                    <a:pt x="939" y="181"/>
                  </a:lnTo>
                  <a:lnTo>
                    <a:pt x="942" y="179"/>
                  </a:lnTo>
                  <a:lnTo>
                    <a:pt x="944" y="179"/>
                  </a:lnTo>
                  <a:lnTo>
                    <a:pt x="947" y="177"/>
                  </a:lnTo>
                  <a:lnTo>
                    <a:pt x="948" y="177"/>
                  </a:lnTo>
                  <a:lnTo>
                    <a:pt x="950" y="178"/>
                  </a:lnTo>
                  <a:lnTo>
                    <a:pt x="953" y="181"/>
                  </a:lnTo>
                  <a:lnTo>
                    <a:pt x="955" y="182"/>
                  </a:lnTo>
                  <a:lnTo>
                    <a:pt x="961" y="186"/>
                  </a:lnTo>
                  <a:lnTo>
                    <a:pt x="962" y="187"/>
                  </a:lnTo>
                  <a:lnTo>
                    <a:pt x="963" y="190"/>
                  </a:lnTo>
                  <a:lnTo>
                    <a:pt x="965" y="190"/>
                  </a:lnTo>
                  <a:lnTo>
                    <a:pt x="969" y="196"/>
                  </a:lnTo>
                  <a:lnTo>
                    <a:pt x="969" y="192"/>
                  </a:lnTo>
                  <a:lnTo>
                    <a:pt x="972" y="192"/>
                  </a:lnTo>
                  <a:lnTo>
                    <a:pt x="972" y="190"/>
                  </a:lnTo>
                  <a:lnTo>
                    <a:pt x="967" y="190"/>
                  </a:lnTo>
                  <a:lnTo>
                    <a:pt x="966" y="189"/>
                  </a:lnTo>
                  <a:lnTo>
                    <a:pt x="966" y="186"/>
                  </a:lnTo>
                  <a:lnTo>
                    <a:pt x="969" y="186"/>
                  </a:lnTo>
                  <a:lnTo>
                    <a:pt x="974" y="186"/>
                  </a:lnTo>
                  <a:lnTo>
                    <a:pt x="977" y="187"/>
                  </a:lnTo>
                  <a:lnTo>
                    <a:pt x="978" y="186"/>
                  </a:lnTo>
                  <a:lnTo>
                    <a:pt x="978" y="182"/>
                  </a:lnTo>
                  <a:lnTo>
                    <a:pt x="980" y="179"/>
                  </a:lnTo>
                  <a:lnTo>
                    <a:pt x="980" y="178"/>
                  </a:lnTo>
                  <a:lnTo>
                    <a:pt x="978" y="179"/>
                  </a:lnTo>
                  <a:lnTo>
                    <a:pt x="978" y="181"/>
                  </a:lnTo>
                  <a:lnTo>
                    <a:pt x="976" y="183"/>
                  </a:lnTo>
                  <a:lnTo>
                    <a:pt x="973" y="185"/>
                  </a:lnTo>
                  <a:lnTo>
                    <a:pt x="967" y="183"/>
                  </a:lnTo>
                  <a:lnTo>
                    <a:pt x="963" y="183"/>
                  </a:lnTo>
                  <a:lnTo>
                    <a:pt x="962" y="181"/>
                  </a:lnTo>
                  <a:lnTo>
                    <a:pt x="959" y="179"/>
                  </a:lnTo>
                  <a:lnTo>
                    <a:pt x="955" y="179"/>
                  </a:lnTo>
                  <a:lnTo>
                    <a:pt x="953" y="174"/>
                  </a:lnTo>
                  <a:lnTo>
                    <a:pt x="953" y="168"/>
                  </a:lnTo>
                  <a:lnTo>
                    <a:pt x="954" y="167"/>
                  </a:lnTo>
                  <a:lnTo>
                    <a:pt x="957" y="168"/>
                  </a:lnTo>
                  <a:lnTo>
                    <a:pt x="957" y="171"/>
                  </a:lnTo>
                  <a:lnTo>
                    <a:pt x="958" y="174"/>
                  </a:lnTo>
                  <a:lnTo>
                    <a:pt x="961" y="170"/>
                  </a:lnTo>
                  <a:lnTo>
                    <a:pt x="961" y="167"/>
                  </a:lnTo>
                  <a:lnTo>
                    <a:pt x="959" y="167"/>
                  </a:lnTo>
                  <a:lnTo>
                    <a:pt x="958" y="166"/>
                  </a:lnTo>
                  <a:lnTo>
                    <a:pt x="958" y="163"/>
                  </a:lnTo>
                  <a:lnTo>
                    <a:pt x="961" y="159"/>
                  </a:lnTo>
                  <a:lnTo>
                    <a:pt x="961" y="155"/>
                  </a:lnTo>
                  <a:lnTo>
                    <a:pt x="962" y="151"/>
                  </a:lnTo>
                  <a:lnTo>
                    <a:pt x="961" y="143"/>
                  </a:lnTo>
                  <a:lnTo>
                    <a:pt x="959" y="139"/>
                  </a:lnTo>
                  <a:lnTo>
                    <a:pt x="958" y="137"/>
                  </a:lnTo>
                  <a:lnTo>
                    <a:pt x="957" y="134"/>
                  </a:lnTo>
                  <a:lnTo>
                    <a:pt x="958" y="133"/>
                  </a:lnTo>
                  <a:lnTo>
                    <a:pt x="959" y="132"/>
                  </a:lnTo>
                  <a:lnTo>
                    <a:pt x="961" y="132"/>
                  </a:lnTo>
                  <a:lnTo>
                    <a:pt x="962" y="133"/>
                  </a:lnTo>
                  <a:lnTo>
                    <a:pt x="965" y="133"/>
                  </a:lnTo>
                  <a:lnTo>
                    <a:pt x="966" y="137"/>
                  </a:lnTo>
                  <a:lnTo>
                    <a:pt x="967" y="136"/>
                  </a:lnTo>
                  <a:lnTo>
                    <a:pt x="967" y="134"/>
                  </a:lnTo>
                  <a:lnTo>
                    <a:pt x="966" y="130"/>
                  </a:lnTo>
                  <a:lnTo>
                    <a:pt x="963" y="130"/>
                  </a:lnTo>
                  <a:lnTo>
                    <a:pt x="961" y="128"/>
                  </a:lnTo>
                  <a:lnTo>
                    <a:pt x="961" y="126"/>
                  </a:lnTo>
                  <a:lnTo>
                    <a:pt x="962" y="122"/>
                  </a:lnTo>
                  <a:lnTo>
                    <a:pt x="970" y="113"/>
                  </a:lnTo>
                  <a:lnTo>
                    <a:pt x="974" y="111"/>
                  </a:lnTo>
                  <a:lnTo>
                    <a:pt x="977" y="113"/>
                  </a:lnTo>
                  <a:lnTo>
                    <a:pt x="978" y="115"/>
                  </a:lnTo>
                  <a:lnTo>
                    <a:pt x="982" y="118"/>
                  </a:lnTo>
                  <a:lnTo>
                    <a:pt x="984" y="118"/>
                  </a:lnTo>
                  <a:lnTo>
                    <a:pt x="991" y="122"/>
                  </a:lnTo>
                  <a:lnTo>
                    <a:pt x="991" y="125"/>
                  </a:lnTo>
                  <a:lnTo>
                    <a:pt x="993" y="129"/>
                  </a:lnTo>
                  <a:lnTo>
                    <a:pt x="995" y="136"/>
                  </a:lnTo>
                  <a:lnTo>
                    <a:pt x="995" y="141"/>
                  </a:lnTo>
                  <a:lnTo>
                    <a:pt x="996" y="145"/>
                  </a:lnTo>
                  <a:lnTo>
                    <a:pt x="997" y="148"/>
                  </a:lnTo>
                  <a:lnTo>
                    <a:pt x="999" y="147"/>
                  </a:lnTo>
                  <a:lnTo>
                    <a:pt x="1000" y="147"/>
                  </a:lnTo>
                  <a:lnTo>
                    <a:pt x="1003" y="149"/>
                  </a:lnTo>
                  <a:lnTo>
                    <a:pt x="1003" y="152"/>
                  </a:lnTo>
                  <a:lnTo>
                    <a:pt x="1003" y="151"/>
                  </a:lnTo>
                  <a:lnTo>
                    <a:pt x="1006" y="149"/>
                  </a:lnTo>
                  <a:lnTo>
                    <a:pt x="1008" y="149"/>
                  </a:lnTo>
                  <a:lnTo>
                    <a:pt x="1006" y="148"/>
                  </a:lnTo>
                  <a:lnTo>
                    <a:pt x="1003" y="148"/>
                  </a:lnTo>
                  <a:lnTo>
                    <a:pt x="1000" y="145"/>
                  </a:lnTo>
                  <a:lnTo>
                    <a:pt x="999" y="144"/>
                  </a:lnTo>
                  <a:lnTo>
                    <a:pt x="999" y="141"/>
                  </a:lnTo>
                  <a:lnTo>
                    <a:pt x="1001" y="139"/>
                  </a:lnTo>
                  <a:lnTo>
                    <a:pt x="1001" y="137"/>
                  </a:lnTo>
                  <a:lnTo>
                    <a:pt x="1000" y="126"/>
                  </a:lnTo>
                  <a:lnTo>
                    <a:pt x="1000" y="124"/>
                  </a:lnTo>
                  <a:lnTo>
                    <a:pt x="1000" y="121"/>
                  </a:lnTo>
                  <a:lnTo>
                    <a:pt x="1006" y="121"/>
                  </a:lnTo>
                  <a:lnTo>
                    <a:pt x="1008" y="122"/>
                  </a:lnTo>
                  <a:lnTo>
                    <a:pt x="1012" y="124"/>
                  </a:lnTo>
                  <a:lnTo>
                    <a:pt x="1016" y="124"/>
                  </a:lnTo>
                  <a:lnTo>
                    <a:pt x="1020" y="125"/>
                  </a:lnTo>
                  <a:lnTo>
                    <a:pt x="1026" y="125"/>
                  </a:lnTo>
                  <a:lnTo>
                    <a:pt x="1030" y="122"/>
                  </a:lnTo>
                  <a:lnTo>
                    <a:pt x="1033" y="124"/>
                  </a:lnTo>
                  <a:lnTo>
                    <a:pt x="1035" y="125"/>
                  </a:lnTo>
                  <a:lnTo>
                    <a:pt x="1041" y="126"/>
                  </a:lnTo>
                  <a:lnTo>
                    <a:pt x="1044" y="128"/>
                  </a:lnTo>
                  <a:lnTo>
                    <a:pt x="1046" y="126"/>
                  </a:lnTo>
                  <a:lnTo>
                    <a:pt x="1046" y="125"/>
                  </a:lnTo>
                  <a:lnTo>
                    <a:pt x="1044" y="124"/>
                  </a:lnTo>
                  <a:lnTo>
                    <a:pt x="1041" y="124"/>
                  </a:lnTo>
                  <a:lnTo>
                    <a:pt x="1035" y="122"/>
                  </a:lnTo>
                  <a:lnTo>
                    <a:pt x="1035" y="121"/>
                  </a:lnTo>
                  <a:lnTo>
                    <a:pt x="1035" y="121"/>
                  </a:lnTo>
                  <a:lnTo>
                    <a:pt x="1037" y="120"/>
                  </a:lnTo>
                  <a:lnTo>
                    <a:pt x="1041" y="118"/>
                  </a:lnTo>
                  <a:lnTo>
                    <a:pt x="1052" y="118"/>
                  </a:lnTo>
                  <a:lnTo>
                    <a:pt x="1057" y="117"/>
                  </a:lnTo>
                  <a:lnTo>
                    <a:pt x="1063" y="118"/>
                  </a:lnTo>
                  <a:lnTo>
                    <a:pt x="1067" y="121"/>
                  </a:lnTo>
                  <a:lnTo>
                    <a:pt x="1068" y="121"/>
                  </a:lnTo>
                  <a:lnTo>
                    <a:pt x="1072" y="120"/>
                  </a:lnTo>
                  <a:lnTo>
                    <a:pt x="1071" y="118"/>
                  </a:lnTo>
                  <a:lnTo>
                    <a:pt x="1069" y="118"/>
                  </a:lnTo>
                  <a:lnTo>
                    <a:pt x="1067" y="117"/>
                  </a:lnTo>
                  <a:lnTo>
                    <a:pt x="1067" y="115"/>
                  </a:lnTo>
                  <a:lnTo>
                    <a:pt x="1064" y="114"/>
                  </a:lnTo>
                  <a:lnTo>
                    <a:pt x="1060" y="114"/>
                  </a:lnTo>
                  <a:lnTo>
                    <a:pt x="1059" y="113"/>
                  </a:lnTo>
                  <a:lnTo>
                    <a:pt x="1050" y="113"/>
                  </a:lnTo>
                  <a:lnTo>
                    <a:pt x="1050" y="111"/>
                  </a:lnTo>
                  <a:lnTo>
                    <a:pt x="1052" y="110"/>
                  </a:lnTo>
                  <a:lnTo>
                    <a:pt x="1054" y="107"/>
                  </a:lnTo>
                  <a:lnTo>
                    <a:pt x="1057" y="106"/>
                  </a:lnTo>
                  <a:lnTo>
                    <a:pt x="1060" y="103"/>
                  </a:lnTo>
                  <a:lnTo>
                    <a:pt x="1061" y="101"/>
                  </a:lnTo>
                  <a:lnTo>
                    <a:pt x="1069" y="95"/>
                  </a:lnTo>
                  <a:lnTo>
                    <a:pt x="1073" y="95"/>
                  </a:lnTo>
                  <a:lnTo>
                    <a:pt x="1080" y="92"/>
                  </a:lnTo>
                  <a:lnTo>
                    <a:pt x="1080" y="90"/>
                  </a:lnTo>
                  <a:lnTo>
                    <a:pt x="1072" y="94"/>
                  </a:lnTo>
                  <a:lnTo>
                    <a:pt x="1067" y="94"/>
                  </a:lnTo>
                  <a:lnTo>
                    <a:pt x="1059" y="99"/>
                  </a:lnTo>
                  <a:lnTo>
                    <a:pt x="1059" y="103"/>
                  </a:lnTo>
                  <a:lnTo>
                    <a:pt x="1057" y="103"/>
                  </a:lnTo>
                  <a:lnTo>
                    <a:pt x="1057" y="99"/>
                  </a:lnTo>
                  <a:lnTo>
                    <a:pt x="1056" y="99"/>
                  </a:lnTo>
                  <a:lnTo>
                    <a:pt x="1053" y="102"/>
                  </a:lnTo>
                  <a:lnTo>
                    <a:pt x="1050" y="103"/>
                  </a:lnTo>
                  <a:lnTo>
                    <a:pt x="1048" y="107"/>
                  </a:lnTo>
                  <a:lnTo>
                    <a:pt x="1049" y="107"/>
                  </a:lnTo>
                  <a:lnTo>
                    <a:pt x="1049" y="109"/>
                  </a:lnTo>
                  <a:lnTo>
                    <a:pt x="1045" y="113"/>
                  </a:lnTo>
                  <a:lnTo>
                    <a:pt x="1041" y="113"/>
                  </a:lnTo>
                  <a:lnTo>
                    <a:pt x="1031" y="117"/>
                  </a:lnTo>
                  <a:lnTo>
                    <a:pt x="1029" y="118"/>
                  </a:lnTo>
                  <a:lnTo>
                    <a:pt x="1026" y="117"/>
                  </a:lnTo>
                  <a:lnTo>
                    <a:pt x="1018" y="117"/>
                  </a:lnTo>
                  <a:lnTo>
                    <a:pt x="1014" y="114"/>
                  </a:lnTo>
                  <a:lnTo>
                    <a:pt x="1010" y="114"/>
                  </a:lnTo>
                  <a:lnTo>
                    <a:pt x="1007" y="114"/>
                  </a:lnTo>
                  <a:lnTo>
                    <a:pt x="1007" y="111"/>
                  </a:lnTo>
                  <a:lnTo>
                    <a:pt x="1011" y="107"/>
                  </a:lnTo>
                  <a:lnTo>
                    <a:pt x="1014" y="107"/>
                  </a:lnTo>
                  <a:lnTo>
                    <a:pt x="1016" y="107"/>
                  </a:lnTo>
                  <a:lnTo>
                    <a:pt x="1022" y="106"/>
                  </a:lnTo>
                  <a:lnTo>
                    <a:pt x="1025" y="103"/>
                  </a:lnTo>
                  <a:lnTo>
                    <a:pt x="1022" y="103"/>
                  </a:lnTo>
                  <a:lnTo>
                    <a:pt x="1019" y="105"/>
                  </a:lnTo>
                  <a:lnTo>
                    <a:pt x="1015" y="105"/>
                  </a:lnTo>
                  <a:lnTo>
                    <a:pt x="1012" y="106"/>
                  </a:lnTo>
                  <a:lnTo>
                    <a:pt x="1010" y="105"/>
                  </a:lnTo>
                  <a:lnTo>
                    <a:pt x="1010" y="103"/>
                  </a:lnTo>
                  <a:lnTo>
                    <a:pt x="1012" y="101"/>
                  </a:lnTo>
                  <a:lnTo>
                    <a:pt x="1010" y="101"/>
                  </a:lnTo>
                  <a:lnTo>
                    <a:pt x="1006" y="102"/>
                  </a:lnTo>
                  <a:lnTo>
                    <a:pt x="1006" y="106"/>
                  </a:lnTo>
                  <a:lnTo>
                    <a:pt x="1001" y="110"/>
                  </a:lnTo>
                  <a:lnTo>
                    <a:pt x="997" y="110"/>
                  </a:lnTo>
                  <a:lnTo>
                    <a:pt x="991" y="109"/>
                  </a:lnTo>
                  <a:lnTo>
                    <a:pt x="985" y="109"/>
                  </a:lnTo>
                  <a:lnTo>
                    <a:pt x="982" y="106"/>
                  </a:lnTo>
                  <a:lnTo>
                    <a:pt x="982" y="103"/>
                  </a:lnTo>
                  <a:lnTo>
                    <a:pt x="980" y="103"/>
                  </a:lnTo>
                  <a:lnTo>
                    <a:pt x="977" y="102"/>
                  </a:lnTo>
                  <a:lnTo>
                    <a:pt x="977" y="99"/>
                  </a:lnTo>
                  <a:lnTo>
                    <a:pt x="978" y="98"/>
                  </a:lnTo>
                  <a:lnTo>
                    <a:pt x="981" y="94"/>
                  </a:lnTo>
                  <a:lnTo>
                    <a:pt x="985" y="92"/>
                  </a:lnTo>
                  <a:lnTo>
                    <a:pt x="988" y="88"/>
                  </a:lnTo>
                  <a:lnTo>
                    <a:pt x="992" y="87"/>
                  </a:lnTo>
                  <a:lnTo>
                    <a:pt x="993" y="84"/>
                  </a:lnTo>
                  <a:lnTo>
                    <a:pt x="996" y="86"/>
                  </a:lnTo>
                  <a:lnTo>
                    <a:pt x="1001" y="86"/>
                  </a:lnTo>
                  <a:lnTo>
                    <a:pt x="1004" y="84"/>
                  </a:lnTo>
                  <a:lnTo>
                    <a:pt x="1007" y="86"/>
                  </a:lnTo>
                  <a:lnTo>
                    <a:pt x="1012" y="88"/>
                  </a:lnTo>
                  <a:lnTo>
                    <a:pt x="1016" y="88"/>
                  </a:lnTo>
                  <a:lnTo>
                    <a:pt x="1019" y="90"/>
                  </a:lnTo>
                  <a:lnTo>
                    <a:pt x="1023" y="88"/>
                  </a:lnTo>
                  <a:lnTo>
                    <a:pt x="1025" y="87"/>
                  </a:lnTo>
                  <a:lnTo>
                    <a:pt x="1022" y="86"/>
                  </a:lnTo>
                  <a:lnTo>
                    <a:pt x="1016" y="87"/>
                  </a:lnTo>
                  <a:lnTo>
                    <a:pt x="1011" y="86"/>
                  </a:lnTo>
                  <a:lnTo>
                    <a:pt x="1007" y="83"/>
                  </a:lnTo>
                  <a:lnTo>
                    <a:pt x="1003" y="83"/>
                  </a:lnTo>
                  <a:lnTo>
                    <a:pt x="997" y="84"/>
                  </a:lnTo>
                  <a:lnTo>
                    <a:pt x="992" y="83"/>
                  </a:lnTo>
                  <a:lnTo>
                    <a:pt x="991" y="83"/>
                  </a:lnTo>
                  <a:lnTo>
                    <a:pt x="989" y="84"/>
                  </a:lnTo>
                  <a:lnTo>
                    <a:pt x="987" y="87"/>
                  </a:lnTo>
                  <a:lnTo>
                    <a:pt x="981" y="91"/>
                  </a:lnTo>
                  <a:lnTo>
                    <a:pt x="976" y="92"/>
                  </a:lnTo>
                  <a:lnTo>
                    <a:pt x="973" y="98"/>
                  </a:lnTo>
                  <a:lnTo>
                    <a:pt x="972" y="98"/>
                  </a:lnTo>
                  <a:lnTo>
                    <a:pt x="969" y="96"/>
                  </a:lnTo>
                  <a:lnTo>
                    <a:pt x="965" y="92"/>
                  </a:lnTo>
                  <a:lnTo>
                    <a:pt x="963" y="91"/>
                  </a:lnTo>
                  <a:lnTo>
                    <a:pt x="962" y="90"/>
                  </a:lnTo>
                  <a:lnTo>
                    <a:pt x="961" y="86"/>
                  </a:lnTo>
                  <a:lnTo>
                    <a:pt x="961" y="82"/>
                  </a:lnTo>
                  <a:lnTo>
                    <a:pt x="959" y="80"/>
                  </a:lnTo>
                  <a:lnTo>
                    <a:pt x="959" y="77"/>
                  </a:lnTo>
                  <a:lnTo>
                    <a:pt x="961" y="76"/>
                  </a:lnTo>
                  <a:lnTo>
                    <a:pt x="963" y="76"/>
                  </a:lnTo>
                  <a:lnTo>
                    <a:pt x="966" y="76"/>
                  </a:lnTo>
                  <a:lnTo>
                    <a:pt x="967" y="77"/>
                  </a:lnTo>
                  <a:lnTo>
                    <a:pt x="976" y="76"/>
                  </a:lnTo>
                  <a:lnTo>
                    <a:pt x="980" y="80"/>
                  </a:lnTo>
                  <a:lnTo>
                    <a:pt x="982" y="80"/>
                  </a:lnTo>
                  <a:lnTo>
                    <a:pt x="984" y="80"/>
                  </a:lnTo>
                  <a:lnTo>
                    <a:pt x="987" y="80"/>
                  </a:lnTo>
                  <a:lnTo>
                    <a:pt x="991" y="79"/>
                  </a:lnTo>
                  <a:lnTo>
                    <a:pt x="993" y="80"/>
                  </a:lnTo>
                  <a:lnTo>
                    <a:pt x="995" y="79"/>
                  </a:lnTo>
                  <a:lnTo>
                    <a:pt x="997" y="79"/>
                  </a:lnTo>
                  <a:lnTo>
                    <a:pt x="999" y="77"/>
                  </a:lnTo>
                  <a:lnTo>
                    <a:pt x="1004" y="76"/>
                  </a:lnTo>
                  <a:lnTo>
                    <a:pt x="1010" y="75"/>
                  </a:lnTo>
                  <a:lnTo>
                    <a:pt x="1011" y="73"/>
                  </a:lnTo>
                  <a:lnTo>
                    <a:pt x="1011" y="72"/>
                  </a:lnTo>
                  <a:lnTo>
                    <a:pt x="1008" y="72"/>
                  </a:lnTo>
                  <a:lnTo>
                    <a:pt x="1007" y="73"/>
                  </a:lnTo>
                  <a:lnTo>
                    <a:pt x="1006" y="75"/>
                  </a:lnTo>
                  <a:lnTo>
                    <a:pt x="1001" y="75"/>
                  </a:lnTo>
                  <a:lnTo>
                    <a:pt x="996" y="75"/>
                  </a:lnTo>
                  <a:lnTo>
                    <a:pt x="992" y="77"/>
                  </a:lnTo>
                  <a:lnTo>
                    <a:pt x="989" y="77"/>
                  </a:lnTo>
                  <a:lnTo>
                    <a:pt x="985" y="77"/>
                  </a:lnTo>
                  <a:lnTo>
                    <a:pt x="984" y="77"/>
                  </a:lnTo>
                  <a:lnTo>
                    <a:pt x="982" y="77"/>
                  </a:lnTo>
                  <a:lnTo>
                    <a:pt x="978" y="75"/>
                  </a:lnTo>
                  <a:lnTo>
                    <a:pt x="977" y="75"/>
                  </a:lnTo>
                  <a:lnTo>
                    <a:pt x="976" y="73"/>
                  </a:lnTo>
                  <a:lnTo>
                    <a:pt x="972" y="73"/>
                  </a:lnTo>
                  <a:lnTo>
                    <a:pt x="967" y="72"/>
                  </a:lnTo>
                  <a:lnTo>
                    <a:pt x="965" y="73"/>
                  </a:lnTo>
                  <a:lnTo>
                    <a:pt x="961" y="72"/>
                  </a:lnTo>
                  <a:lnTo>
                    <a:pt x="961" y="69"/>
                  </a:lnTo>
                  <a:lnTo>
                    <a:pt x="962" y="68"/>
                  </a:lnTo>
                  <a:lnTo>
                    <a:pt x="962" y="64"/>
                  </a:lnTo>
                  <a:lnTo>
                    <a:pt x="963" y="62"/>
                  </a:lnTo>
                  <a:lnTo>
                    <a:pt x="965" y="62"/>
                  </a:lnTo>
                  <a:lnTo>
                    <a:pt x="967" y="65"/>
                  </a:lnTo>
                  <a:lnTo>
                    <a:pt x="972" y="65"/>
                  </a:lnTo>
                  <a:lnTo>
                    <a:pt x="973" y="64"/>
                  </a:lnTo>
                  <a:lnTo>
                    <a:pt x="972" y="62"/>
                  </a:lnTo>
                  <a:lnTo>
                    <a:pt x="969" y="62"/>
                  </a:lnTo>
                  <a:lnTo>
                    <a:pt x="966" y="60"/>
                  </a:lnTo>
                  <a:lnTo>
                    <a:pt x="967" y="58"/>
                  </a:lnTo>
                  <a:lnTo>
                    <a:pt x="972" y="58"/>
                  </a:lnTo>
                  <a:lnTo>
                    <a:pt x="976" y="56"/>
                  </a:lnTo>
                  <a:lnTo>
                    <a:pt x="980" y="56"/>
                  </a:lnTo>
                  <a:lnTo>
                    <a:pt x="982" y="54"/>
                  </a:lnTo>
                  <a:lnTo>
                    <a:pt x="985" y="54"/>
                  </a:lnTo>
                  <a:lnTo>
                    <a:pt x="987" y="54"/>
                  </a:lnTo>
                  <a:lnTo>
                    <a:pt x="989" y="54"/>
                  </a:lnTo>
                  <a:lnTo>
                    <a:pt x="989" y="53"/>
                  </a:lnTo>
                  <a:lnTo>
                    <a:pt x="988" y="52"/>
                  </a:lnTo>
                  <a:lnTo>
                    <a:pt x="981" y="52"/>
                  </a:lnTo>
                  <a:lnTo>
                    <a:pt x="977" y="53"/>
                  </a:lnTo>
                  <a:lnTo>
                    <a:pt x="973" y="54"/>
                  </a:lnTo>
                  <a:lnTo>
                    <a:pt x="970" y="54"/>
                  </a:lnTo>
                  <a:lnTo>
                    <a:pt x="969" y="56"/>
                  </a:lnTo>
                  <a:lnTo>
                    <a:pt x="966" y="56"/>
                  </a:lnTo>
                  <a:lnTo>
                    <a:pt x="966" y="54"/>
                  </a:lnTo>
                  <a:lnTo>
                    <a:pt x="965" y="52"/>
                  </a:lnTo>
                  <a:lnTo>
                    <a:pt x="969" y="50"/>
                  </a:lnTo>
                  <a:lnTo>
                    <a:pt x="973" y="48"/>
                  </a:lnTo>
                  <a:lnTo>
                    <a:pt x="977" y="46"/>
                  </a:lnTo>
                  <a:lnTo>
                    <a:pt x="980" y="45"/>
                  </a:lnTo>
                  <a:lnTo>
                    <a:pt x="976" y="45"/>
                  </a:lnTo>
                  <a:lnTo>
                    <a:pt x="976" y="43"/>
                  </a:lnTo>
                  <a:lnTo>
                    <a:pt x="976" y="39"/>
                  </a:lnTo>
                  <a:lnTo>
                    <a:pt x="974" y="41"/>
                  </a:lnTo>
                  <a:lnTo>
                    <a:pt x="973" y="43"/>
                  </a:lnTo>
                  <a:lnTo>
                    <a:pt x="972" y="45"/>
                  </a:lnTo>
                  <a:lnTo>
                    <a:pt x="972" y="42"/>
                  </a:lnTo>
                  <a:lnTo>
                    <a:pt x="970" y="42"/>
                  </a:lnTo>
                  <a:lnTo>
                    <a:pt x="969" y="43"/>
                  </a:lnTo>
                  <a:lnTo>
                    <a:pt x="965" y="43"/>
                  </a:lnTo>
                  <a:lnTo>
                    <a:pt x="965" y="46"/>
                  </a:lnTo>
                  <a:lnTo>
                    <a:pt x="965" y="48"/>
                  </a:lnTo>
                  <a:lnTo>
                    <a:pt x="961" y="49"/>
                  </a:lnTo>
                  <a:lnTo>
                    <a:pt x="961" y="46"/>
                  </a:lnTo>
                  <a:lnTo>
                    <a:pt x="961" y="43"/>
                  </a:lnTo>
                  <a:lnTo>
                    <a:pt x="959" y="42"/>
                  </a:lnTo>
                  <a:lnTo>
                    <a:pt x="959" y="41"/>
                  </a:lnTo>
                  <a:lnTo>
                    <a:pt x="959" y="39"/>
                  </a:lnTo>
                  <a:lnTo>
                    <a:pt x="962" y="41"/>
                  </a:lnTo>
                  <a:lnTo>
                    <a:pt x="962" y="37"/>
                  </a:lnTo>
                  <a:lnTo>
                    <a:pt x="965" y="37"/>
                  </a:lnTo>
                  <a:lnTo>
                    <a:pt x="967" y="37"/>
                  </a:lnTo>
                  <a:lnTo>
                    <a:pt x="969" y="34"/>
                  </a:lnTo>
                  <a:lnTo>
                    <a:pt x="973" y="31"/>
                  </a:lnTo>
                  <a:lnTo>
                    <a:pt x="974" y="33"/>
                  </a:lnTo>
                  <a:lnTo>
                    <a:pt x="978" y="30"/>
                  </a:lnTo>
                  <a:lnTo>
                    <a:pt x="985" y="30"/>
                  </a:lnTo>
                  <a:lnTo>
                    <a:pt x="987" y="29"/>
                  </a:lnTo>
                  <a:lnTo>
                    <a:pt x="988" y="30"/>
                  </a:lnTo>
                  <a:lnTo>
                    <a:pt x="989" y="31"/>
                  </a:lnTo>
                  <a:lnTo>
                    <a:pt x="988" y="33"/>
                  </a:lnTo>
                  <a:lnTo>
                    <a:pt x="988" y="39"/>
                  </a:lnTo>
                  <a:lnTo>
                    <a:pt x="989" y="39"/>
                  </a:lnTo>
                  <a:lnTo>
                    <a:pt x="991" y="34"/>
                  </a:lnTo>
                  <a:lnTo>
                    <a:pt x="993" y="33"/>
                  </a:lnTo>
                  <a:lnTo>
                    <a:pt x="993" y="34"/>
                  </a:lnTo>
                  <a:lnTo>
                    <a:pt x="993" y="35"/>
                  </a:lnTo>
                  <a:lnTo>
                    <a:pt x="993" y="38"/>
                  </a:lnTo>
                  <a:lnTo>
                    <a:pt x="995" y="37"/>
                  </a:lnTo>
                  <a:lnTo>
                    <a:pt x="995" y="34"/>
                  </a:lnTo>
                  <a:lnTo>
                    <a:pt x="996" y="33"/>
                  </a:lnTo>
                  <a:lnTo>
                    <a:pt x="995" y="31"/>
                  </a:lnTo>
                  <a:lnTo>
                    <a:pt x="996" y="27"/>
                  </a:lnTo>
                  <a:lnTo>
                    <a:pt x="997" y="27"/>
                  </a:lnTo>
                  <a:lnTo>
                    <a:pt x="1001" y="24"/>
                  </a:lnTo>
                  <a:lnTo>
                    <a:pt x="1003" y="24"/>
                  </a:lnTo>
                  <a:lnTo>
                    <a:pt x="1003" y="27"/>
                  </a:lnTo>
                  <a:lnTo>
                    <a:pt x="1003" y="30"/>
                  </a:lnTo>
                  <a:lnTo>
                    <a:pt x="1006" y="31"/>
                  </a:lnTo>
                  <a:lnTo>
                    <a:pt x="1006" y="35"/>
                  </a:lnTo>
                  <a:lnTo>
                    <a:pt x="1006" y="37"/>
                  </a:lnTo>
                  <a:lnTo>
                    <a:pt x="1007" y="39"/>
                  </a:lnTo>
                  <a:lnTo>
                    <a:pt x="1006" y="42"/>
                  </a:lnTo>
                  <a:lnTo>
                    <a:pt x="1008" y="43"/>
                  </a:lnTo>
                  <a:lnTo>
                    <a:pt x="1010" y="42"/>
                  </a:lnTo>
                  <a:lnTo>
                    <a:pt x="1008" y="39"/>
                  </a:lnTo>
                  <a:lnTo>
                    <a:pt x="1008" y="37"/>
                  </a:lnTo>
                  <a:lnTo>
                    <a:pt x="1010" y="35"/>
                  </a:lnTo>
                  <a:lnTo>
                    <a:pt x="1012" y="31"/>
                  </a:lnTo>
                  <a:lnTo>
                    <a:pt x="1014" y="31"/>
                  </a:lnTo>
                  <a:lnTo>
                    <a:pt x="1016" y="35"/>
                  </a:lnTo>
                  <a:lnTo>
                    <a:pt x="1016" y="38"/>
                  </a:lnTo>
                  <a:lnTo>
                    <a:pt x="1015" y="42"/>
                  </a:lnTo>
                  <a:lnTo>
                    <a:pt x="1018" y="43"/>
                  </a:lnTo>
                  <a:lnTo>
                    <a:pt x="1018" y="45"/>
                  </a:lnTo>
                  <a:lnTo>
                    <a:pt x="1019" y="43"/>
                  </a:lnTo>
                  <a:lnTo>
                    <a:pt x="1019" y="39"/>
                  </a:lnTo>
                  <a:lnTo>
                    <a:pt x="1020" y="39"/>
                  </a:lnTo>
                  <a:lnTo>
                    <a:pt x="1022" y="38"/>
                  </a:lnTo>
                  <a:lnTo>
                    <a:pt x="1023" y="39"/>
                  </a:lnTo>
                  <a:lnTo>
                    <a:pt x="1022" y="41"/>
                  </a:lnTo>
                  <a:lnTo>
                    <a:pt x="1022" y="43"/>
                  </a:lnTo>
                  <a:lnTo>
                    <a:pt x="1023" y="45"/>
                  </a:lnTo>
                  <a:lnTo>
                    <a:pt x="1026" y="42"/>
                  </a:lnTo>
                  <a:lnTo>
                    <a:pt x="1027" y="42"/>
                  </a:lnTo>
                  <a:lnTo>
                    <a:pt x="1027" y="45"/>
                  </a:lnTo>
                  <a:lnTo>
                    <a:pt x="1029" y="43"/>
                  </a:lnTo>
                  <a:lnTo>
                    <a:pt x="1029" y="41"/>
                  </a:lnTo>
                  <a:lnTo>
                    <a:pt x="1026" y="37"/>
                  </a:lnTo>
                  <a:lnTo>
                    <a:pt x="1025" y="37"/>
                  </a:lnTo>
                  <a:lnTo>
                    <a:pt x="1023" y="34"/>
                  </a:lnTo>
                  <a:lnTo>
                    <a:pt x="1023" y="31"/>
                  </a:lnTo>
                  <a:lnTo>
                    <a:pt x="1020" y="29"/>
                  </a:lnTo>
                  <a:lnTo>
                    <a:pt x="1019" y="27"/>
                  </a:lnTo>
                  <a:lnTo>
                    <a:pt x="1018" y="26"/>
                  </a:lnTo>
                  <a:lnTo>
                    <a:pt x="1019" y="22"/>
                  </a:lnTo>
                  <a:lnTo>
                    <a:pt x="1022" y="22"/>
                  </a:lnTo>
                  <a:lnTo>
                    <a:pt x="1023" y="24"/>
                  </a:lnTo>
                  <a:lnTo>
                    <a:pt x="1027" y="23"/>
                  </a:lnTo>
                  <a:lnTo>
                    <a:pt x="1029" y="24"/>
                  </a:lnTo>
                  <a:lnTo>
                    <a:pt x="1030" y="23"/>
                  </a:lnTo>
                  <a:lnTo>
                    <a:pt x="1030" y="18"/>
                  </a:lnTo>
                  <a:lnTo>
                    <a:pt x="1029" y="15"/>
                  </a:lnTo>
                  <a:lnTo>
                    <a:pt x="1030" y="12"/>
                  </a:lnTo>
                  <a:lnTo>
                    <a:pt x="1033" y="12"/>
                  </a:lnTo>
                  <a:lnTo>
                    <a:pt x="1034" y="12"/>
                  </a:lnTo>
                  <a:lnTo>
                    <a:pt x="1039" y="14"/>
                  </a:lnTo>
                  <a:lnTo>
                    <a:pt x="1041" y="15"/>
                  </a:lnTo>
                  <a:lnTo>
                    <a:pt x="1041" y="16"/>
                  </a:lnTo>
                  <a:lnTo>
                    <a:pt x="1039" y="19"/>
                  </a:lnTo>
                  <a:lnTo>
                    <a:pt x="1039" y="20"/>
                  </a:lnTo>
                  <a:lnTo>
                    <a:pt x="1045" y="22"/>
                  </a:lnTo>
                  <a:lnTo>
                    <a:pt x="1045" y="24"/>
                  </a:lnTo>
                  <a:lnTo>
                    <a:pt x="1044" y="29"/>
                  </a:lnTo>
                  <a:lnTo>
                    <a:pt x="1045" y="34"/>
                  </a:lnTo>
                  <a:lnTo>
                    <a:pt x="1046" y="33"/>
                  </a:lnTo>
                  <a:lnTo>
                    <a:pt x="1049" y="30"/>
                  </a:lnTo>
                  <a:lnTo>
                    <a:pt x="1049" y="30"/>
                  </a:lnTo>
                  <a:lnTo>
                    <a:pt x="1050" y="33"/>
                  </a:lnTo>
                  <a:lnTo>
                    <a:pt x="1050" y="34"/>
                  </a:lnTo>
                  <a:lnTo>
                    <a:pt x="1053" y="33"/>
                  </a:lnTo>
                  <a:lnTo>
                    <a:pt x="1054" y="31"/>
                  </a:lnTo>
                  <a:lnTo>
                    <a:pt x="1057" y="30"/>
                  </a:lnTo>
                  <a:lnTo>
                    <a:pt x="1059" y="27"/>
                  </a:lnTo>
                  <a:lnTo>
                    <a:pt x="1056" y="23"/>
                  </a:lnTo>
                  <a:lnTo>
                    <a:pt x="1059" y="20"/>
                  </a:lnTo>
                  <a:lnTo>
                    <a:pt x="1060" y="20"/>
                  </a:lnTo>
                  <a:lnTo>
                    <a:pt x="1061" y="22"/>
                  </a:lnTo>
                  <a:lnTo>
                    <a:pt x="1067" y="22"/>
                  </a:lnTo>
                  <a:lnTo>
                    <a:pt x="1065" y="19"/>
                  </a:lnTo>
                  <a:lnTo>
                    <a:pt x="1061" y="16"/>
                  </a:lnTo>
                  <a:lnTo>
                    <a:pt x="1061" y="12"/>
                  </a:lnTo>
                  <a:lnTo>
                    <a:pt x="1061" y="11"/>
                  </a:lnTo>
                  <a:lnTo>
                    <a:pt x="1063" y="8"/>
                  </a:lnTo>
                  <a:lnTo>
                    <a:pt x="1064" y="8"/>
                  </a:lnTo>
                  <a:lnTo>
                    <a:pt x="1069" y="11"/>
                  </a:lnTo>
                  <a:lnTo>
                    <a:pt x="1069" y="15"/>
                  </a:lnTo>
                  <a:lnTo>
                    <a:pt x="1071" y="19"/>
                  </a:lnTo>
                  <a:lnTo>
                    <a:pt x="1071" y="22"/>
                  </a:lnTo>
                  <a:lnTo>
                    <a:pt x="1072" y="24"/>
                  </a:lnTo>
                  <a:lnTo>
                    <a:pt x="1072" y="27"/>
                  </a:lnTo>
                  <a:lnTo>
                    <a:pt x="1073" y="30"/>
                  </a:lnTo>
                  <a:lnTo>
                    <a:pt x="1075" y="29"/>
                  </a:lnTo>
                  <a:lnTo>
                    <a:pt x="1075" y="26"/>
                  </a:lnTo>
                  <a:lnTo>
                    <a:pt x="1075" y="23"/>
                  </a:lnTo>
                  <a:lnTo>
                    <a:pt x="1075" y="20"/>
                  </a:lnTo>
                  <a:lnTo>
                    <a:pt x="1073" y="16"/>
                  </a:lnTo>
                  <a:lnTo>
                    <a:pt x="1073" y="11"/>
                  </a:lnTo>
                  <a:lnTo>
                    <a:pt x="1073" y="5"/>
                  </a:lnTo>
                  <a:lnTo>
                    <a:pt x="1073" y="3"/>
                  </a:lnTo>
                  <a:lnTo>
                    <a:pt x="1076" y="3"/>
                  </a:lnTo>
                  <a:lnTo>
                    <a:pt x="1079" y="5"/>
                  </a:lnTo>
                  <a:lnTo>
                    <a:pt x="1080" y="5"/>
                  </a:lnTo>
                  <a:lnTo>
                    <a:pt x="1082" y="7"/>
                  </a:lnTo>
                  <a:lnTo>
                    <a:pt x="1082" y="11"/>
                  </a:lnTo>
                  <a:lnTo>
                    <a:pt x="1083" y="14"/>
                  </a:lnTo>
                  <a:lnTo>
                    <a:pt x="1083" y="16"/>
                  </a:lnTo>
                  <a:lnTo>
                    <a:pt x="1083" y="22"/>
                  </a:lnTo>
                  <a:lnTo>
                    <a:pt x="1084" y="22"/>
                  </a:lnTo>
                  <a:lnTo>
                    <a:pt x="1084" y="19"/>
                  </a:lnTo>
                  <a:lnTo>
                    <a:pt x="1086" y="18"/>
                  </a:lnTo>
                  <a:lnTo>
                    <a:pt x="1087" y="18"/>
                  </a:lnTo>
                  <a:lnTo>
                    <a:pt x="1091" y="23"/>
                  </a:lnTo>
                  <a:lnTo>
                    <a:pt x="1092" y="22"/>
                  </a:lnTo>
                  <a:lnTo>
                    <a:pt x="1094" y="22"/>
                  </a:lnTo>
                  <a:lnTo>
                    <a:pt x="1094" y="20"/>
                  </a:lnTo>
                  <a:lnTo>
                    <a:pt x="1092" y="19"/>
                  </a:lnTo>
                  <a:lnTo>
                    <a:pt x="1090" y="16"/>
                  </a:lnTo>
                  <a:lnTo>
                    <a:pt x="1091" y="15"/>
                  </a:lnTo>
                  <a:lnTo>
                    <a:pt x="1091" y="14"/>
                  </a:lnTo>
                  <a:lnTo>
                    <a:pt x="1088" y="11"/>
                  </a:lnTo>
                  <a:lnTo>
                    <a:pt x="1087" y="10"/>
                  </a:lnTo>
                  <a:lnTo>
                    <a:pt x="1088" y="8"/>
                  </a:lnTo>
                  <a:lnTo>
                    <a:pt x="1091" y="8"/>
                  </a:lnTo>
                  <a:lnTo>
                    <a:pt x="1090" y="7"/>
                  </a:lnTo>
                  <a:lnTo>
                    <a:pt x="1087" y="5"/>
                  </a:lnTo>
                  <a:lnTo>
                    <a:pt x="1086" y="4"/>
                  </a:lnTo>
                  <a:lnTo>
                    <a:pt x="1087" y="3"/>
                  </a:lnTo>
                  <a:lnTo>
                    <a:pt x="1090" y="3"/>
                  </a:lnTo>
                  <a:lnTo>
                    <a:pt x="1092" y="0"/>
                  </a:lnTo>
                  <a:lnTo>
                    <a:pt x="1099" y="1"/>
                  </a:lnTo>
                  <a:lnTo>
                    <a:pt x="1099" y="3"/>
                  </a:lnTo>
                  <a:lnTo>
                    <a:pt x="1099" y="5"/>
                  </a:lnTo>
                  <a:lnTo>
                    <a:pt x="1098" y="8"/>
                  </a:lnTo>
                  <a:lnTo>
                    <a:pt x="1099" y="10"/>
                  </a:lnTo>
                  <a:lnTo>
                    <a:pt x="1101" y="10"/>
                  </a:lnTo>
                  <a:lnTo>
                    <a:pt x="1102" y="5"/>
                  </a:lnTo>
                  <a:lnTo>
                    <a:pt x="1103" y="5"/>
                  </a:lnTo>
                  <a:lnTo>
                    <a:pt x="1105" y="7"/>
                  </a:lnTo>
                  <a:lnTo>
                    <a:pt x="1103" y="11"/>
                  </a:lnTo>
                  <a:lnTo>
                    <a:pt x="1105" y="11"/>
                  </a:lnTo>
                  <a:lnTo>
                    <a:pt x="1107" y="11"/>
                  </a:lnTo>
                  <a:lnTo>
                    <a:pt x="1107" y="10"/>
                  </a:lnTo>
                  <a:lnTo>
                    <a:pt x="1111" y="7"/>
                  </a:lnTo>
                  <a:lnTo>
                    <a:pt x="1111" y="8"/>
                  </a:lnTo>
                  <a:lnTo>
                    <a:pt x="1111" y="11"/>
                  </a:lnTo>
                  <a:lnTo>
                    <a:pt x="1110" y="14"/>
                  </a:lnTo>
                  <a:lnTo>
                    <a:pt x="1111" y="18"/>
                  </a:lnTo>
                  <a:lnTo>
                    <a:pt x="1110" y="20"/>
                  </a:lnTo>
                  <a:lnTo>
                    <a:pt x="1111" y="22"/>
                  </a:lnTo>
                  <a:lnTo>
                    <a:pt x="1114" y="20"/>
                  </a:lnTo>
                  <a:lnTo>
                    <a:pt x="1116" y="22"/>
                  </a:lnTo>
                  <a:lnTo>
                    <a:pt x="1117" y="20"/>
                  </a:lnTo>
                  <a:lnTo>
                    <a:pt x="1117" y="16"/>
                  </a:lnTo>
                  <a:lnTo>
                    <a:pt x="1120" y="11"/>
                  </a:lnTo>
                  <a:lnTo>
                    <a:pt x="1117" y="5"/>
                  </a:lnTo>
                  <a:lnTo>
                    <a:pt x="1118" y="1"/>
                  </a:lnTo>
                  <a:lnTo>
                    <a:pt x="1120" y="0"/>
                  </a:lnTo>
                  <a:lnTo>
                    <a:pt x="1121" y="1"/>
                  </a:lnTo>
                  <a:lnTo>
                    <a:pt x="1124" y="1"/>
                  </a:lnTo>
                  <a:lnTo>
                    <a:pt x="1126" y="3"/>
                  </a:lnTo>
                  <a:lnTo>
                    <a:pt x="1129" y="1"/>
                  </a:lnTo>
                  <a:lnTo>
                    <a:pt x="1133" y="1"/>
                  </a:lnTo>
                  <a:lnTo>
                    <a:pt x="1135" y="4"/>
                  </a:lnTo>
                  <a:lnTo>
                    <a:pt x="1137" y="5"/>
                  </a:lnTo>
                  <a:lnTo>
                    <a:pt x="1141" y="4"/>
                  </a:lnTo>
                  <a:lnTo>
                    <a:pt x="1144" y="7"/>
                  </a:lnTo>
                  <a:lnTo>
                    <a:pt x="1145" y="10"/>
                  </a:lnTo>
                  <a:lnTo>
                    <a:pt x="1147" y="11"/>
                  </a:lnTo>
                  <a:lnTo>
                    <a:pt x="1147" y="14"/>
                  </a:lnTo>
                  <a:lnTo>
                    <a:pt x="1145" y="18"/>
                  </a:lnTo>
                  <a:lnTo>
                    <a:pt x="1145" y="19"/>
                  </a:lnTo>
                  <a:lnTo>
                    <a:pt x="1148" y="18"/>
                  </a:lnTo>
                  <a:lnTo>
                    <a:pt x="1151" y="15"/>
                  </a:lnTo>
                  <a:lnTo>
                    <a:pt x="1155" y="12"/>
                  </a:lnTo>
                  <a:lnTo>
                    <a:pt x="1158" y="10"/>
                  </a:lnTo>
                  <a:lnTo>
                    <a:pt x="1160" y="10"/>
                  </a:lnTo>
                  <a:lnTo>
                    <a:pt x="1163" y="11"/>
                  </a:lnTo>
                  <a:lnTo>
                    <a:pt x="1167" y="11"/>
                  </a:lnTo>
                  <a:lnTo>
                    <a:pt x="1167" y="14"/>
                  </a:lnTo>
                  <a:lnTo>
                    <a:pt x="1163" y="16"/>
                  </a:lnTo>
                  <a:lnTo>
                    <a:pt x="1166" y="19"/>
                  </a:lnTo>
                  <a:lnTo>
                    <a:pt x="1167" y="18"/>
                  </a:lnTo>
                  <a:lnTo>
                    <a:pt x="1167" y="15"/>
                  </a:lnTo>
                  <a:lnTo>
                    <a:pt x="1170" y="14"/>
                  </a:lnTo>
                  <a:lnTo>
                    <a:pt x="1173" y="12"/>
                  </a:lnTo>
                  <a:lnTo>
                    <a:pt x="1178" y="14"/>
                  </a:lnTo>
                  <a:lnTo>
                    <a:pt x="1183" y="15"/>
                  </a:lnTo>
                  <a:lnTo>
                    <a:pt x="1185" y="16"/>
                  </a:lnTo>
                  <a:lnTo>
                    <a:pt x="1183" y="19"/>
                  </a:lnTo>
                  <a:lnTo>
                    <a:pt x="1182" y="19"/>
                  </a:lnTo>
                  <a:lnTo>
                    <a:pt x="1182" y="20"/>
                  </a:lnTo>
                  <a:lnTo>
                    <a:pt x="1181" y="23"/>
                  </a:lnTo>
                  <a:lnTo>
                    <a:pt x="1182" y="24"/>
                  </a:lnTo>
                  <a:lnTo>
                    <a:pt x="1183" y="23"/>
                  </a:lnTo>
                  <a:lnTo>
                    <a:pt x="1186" y="22"/>
                  </a:lnTo>
                  <a:lnTo>
                    <a:pt x="1186" y="24"/>
                  </a:lnTo>
                  <a:lnTo>
                    <a:pt x="1189" y="26"/>
                  </a:lnTo>
                  <a:lnTo>
                    <a:pt x="1190" y="23"/>
                  </a:lnTo>
                  <a:lnTo>
                    <a:pt x="1194" y="23"/>
                  </a:lnTo>
                  <a:lnTo>
                    <a:pt x="1194" y="24"/>
                  </a:lnTo>
                  <a:lnTo>
                    <a:pt x="1193" y="26"/>
                  </a:lnTo>
                  <a:lnTo>
                    <a:pt x="1194" y="29"/>
                  </a:lnTo>
                  <a:lnTo>
                    <a:pt x="1196" y="29"/>
                  </a:lnTo>
                  <a:lnTo>
                    <a:pt x="1197" y="27"/>
                  </a:lnTo>
                  <a:lnTo>
                    <a:pt x="1200" y="26"/>
                  </a:lnTo>
                  <a:lnTo>
                    <a:pt x="1201" y="26"/>
                  </a:lnTo>
                  <a:lnTo>
                    <a:pt x="1201" y="29"/>
                  </a:lnTo>
                  <a:lnTo>
                    <a:pt x="1207" y="31"/>
                  </a:lnTo>
                  <a:lnTo>
                    <a:pt x="1209" y="31"/>
                  </a:lnTo>
                  <a:lnTo>
                    <a:pt x="1211" y="33"/>
                  </a:lnTo>
                  <a:lnTo>
                    <a:pt x="1209" y="34"/>
                  </a:lnTo>
                  <a:lnTo>
                    <a:pt x="1204" y="37"/>
                  </a:lnTo>
                  <a:lnTo>
                    <a:pt x="1201" y="39"/>
                  </a:lnTo>
                  <a:lnTo>
                    <a:pt x="1197" y="41"/>
                  </a:lnTo>
                  <a:lnTo>
                    <a:pt x="1193" y="42"/>
                  </a:lnTo>
                  <a:lnTo>
                    <a:pt x="1192" y="42"/>
                  </a:lnTo>
                  <a:lnTo>
                    <a:pt x="1189" y="42"/>
                  </a:lnTo>
                  <a:lnTo>
                    <a:pt x="1188" y="43"/>
                  </a:lnTo>
                  <a:lnTo>
                    <a:pt x="1183" y="45"/>
                  </a:lnTo>
                  <a:lnTo>
                    <a:pt x="1190" y="45"/>
                  </a:lnTo>
                  <a:lnTo>
                    <a:pt x="1196" y="45"/>
                  </a:lnTo>
                  <a:lnTo>
                    <a:pt x="1197" y="46"/>
                  </a:lnTo>
                  <a:lnTo>
                    <a:pt x="1200" y="46"/>
                  </a:lnTo>
                  <a:lnTo>
                    <a:pt x="1201" y="43"/>
                  </a:lnTo>
                  <a:lnTo>
                    <a:pt x="1203" y="42"/>
                  </a:lnTo>
                  <a:lnTo>
                    <a:pt x="1205" y="42"/>
                  </a:lnTo>
                  <a:lnTo>
                    <a:pt x="1207" y="39"/>
                  </a:lnTo>
                  <a:lnTo>
                    <a:pt x="1211" y="38"/>
                  </a:lnTo>
                  <a:lnTo>
                    <a:pt x="1213" y="38"/>
                  </a:lnTo>
                  <a:lnTo>
                    <a:pt x="1215" y="39"/>
                  </a:lnTo>
                  <a:lnTo>
                    <a:pt x="1213" y="43"/>
                  </a:lnTo>
                  <a:lnTo>
                    <a:pt x="1215" y="45"/>
                  </a:lnTo>
                  <a:lnTo>
                    <a:pt x="1216" y="43"/>
                  </a:lnTo>
                  <a:lnTo>
                    <a:pt x="1217" y="41"/>
                  </a:lnTo>
                  <a:lnTo>
                    <a:pt x="1220" y="38"/>
                  </a:lnTo>
                  <a:lnTo>
                    <a:pt x="1222" y="39"/>
                  </a:lnTo>
                  <a:lnTo>
                    <a:pt x="1220" y="42"/>
                  </a:lnTo>
                  <a:lnTo>
                    <a:pt x="1220" y="43"/>
                  </a:lnTo>
                  <a:lnTo>
                    <a:pt x="1219" y="46"/>
                  </a:lnTo>
                  <a:lnTo>
                    <a:pt x="1219" y="48"/>
                  </a:lnTo>
                  <a:lnTo>
                    <a:pt x="1222" y="46"/>
                  </a:lnTo>
                  <a:lnTo>
                    <a:pt x="1223" y="45"/>
                  </a:lnTo>
                  <a:lnTo>
                    <a:pt x="1223" y="42"/>
                  </a:lnTo>
                  <a:lnTo>
                    <a:pt x="1227" y="42"/>
                  </a:lnTo>
                  <a:lnTo>
                    <a:pt x="1228" y="42"/>
                  </a:lnTo>
                  <a:lnTo>
                    <a:pt x="1227" y="49"/>
                  </a:lnTo>
                  <a:lnTo>
                    <a:pt x="1226" y="49"/>
                  </a:lnTo>
                  <a:lnTo>
                    <a:pt x="1227" y="50"/>
                  </a:lnTo>
                  <a:lnTo>
                    <a:pt x="1228" y="53"/>
                  </a:lnTo>
                  <a:lnTo>
                    <a:pt x="1227" y="57"/>
                  </a:lnTo>
                  <a:lnTo>
                    <a:pt x="1224" y="58"/>
                  </a:lnTo>
                  <a:lnTo>
                    <a:pt x="1224" y="61"/>
                  </a:lnTo>
                  <a:lnTo>
                    <a:pt x="1220" y="65"/>
                  </a:lnTo>
                  <a:lnTo>
                    <a:pt x="1222" y="67"/>
                  </a:lnTo>
                  <a:lnTo>
                    <a:pt x="1224" y="65"/>
                  </a:lnTo>
                  <a:lnTo>
                    <a:pt x="1226" y="62"/>
                  </a:lnTo>
                  <a:lnTo>
                    <a:pt x="1228" y="62"/>
                  </a:lnTo>
                  <a:lnTo>
                    <a:pt x="1228" y="61"/>
                  </a:lnTo>
                  <a:lnTo>
                    <a:pt x="1231" y="61"/>
                  </a:lnTo>
                  <a:lnTo>
                    <a:pt x="1234" y="64"/>
                  </a:lnTo>
                  <a:lnTo>
                    <a:pt x="1235" y="68"/>
                  </a:lnTo>
                  <a:lnTo>
                    <a:pt x="1236" y="72"/>
                  </a:lnTo>
                  <a:lnTo>
                    <a:pt x="1235" y="79"/>
                  </a:lnTo>
                  <a:lnTo>
                    <a:pt x="1231" y="84"/>
                  </a:lnTo>
                  <a:lnTo>
                    <a:pt x="1226" y="87"/>
                  </a:lnTo>
                  <a:lnTo>
                    <a:pt x="1224" y="88"/>
                  </a:lnTo>
                  <a:lnTo>
                    <a:pt x="1222" y="88"/>
                  </a:lnTo>
                  <a:lnTo>
                    <a:pt x="1220" y="90"/>
                  </a:lnTo>
                  <a:lnTo>
                    <a:pt x="1220" y="91"/>
                  </a:lnTo>
                  <a:lnTo>
                    <a:pt x="1217" y="92"/>
                  </a:lnTo>
                  <a:lnTo>
                    <a:pt x="1209" y="96"/>
                  </a:lnTo>
                  <a:lnTo>
                    <a:pt x="1207" y="99"/>
                  </a:lnTo>
                  <a:lnTo>
                    <a:pt x="1204" y="99"/>
                  </a:lnTo>
                  <a:lnTo>
                    <a:pt x="1200" y="101"/>
                  </a:lnTo>
                  <a:lnTo>
                    <a:pt x="1196" y="101"/>
                  </a:lnTo>
                  <a:lnTo>
                    <a:pt x="1193" y="99"/>
                  </a:lnTo>
                  <a:lnTo>
                    <a:pt x="1192" y="102"/>
                  </a:lnTo>
                  <a:lnTo>
                    <a:pt x="1190" y="102"/>
                  </a:lnTo>
                  <a:lnTo>
                    <a:pt x="1188" y="101"/>
                  </a:lnTo>
                  <a:lnTo>
                    <a:pt x="1183" y="99"/>
                  </a:lnTo>
                  <a:lnTo>
                    <a:pt x="1179" y="98"/>
                  </a:lnTo>
                  <a:lnTo>
                    <a:pt x="1179" y="101"/>
                  </a:lnTo>
                  <a:lnTo>
                    <a:pt x="1183" y="101"/>
                  </a:lnTo>
                  <a:lnTo>
                    <a:pt x="1185" y="102"/>
                  </a:lnTo>
                  <a:lnTo>
                    <a:pt x="1182" y="103"/>
                  </a:lnTo>
                  <a:lnTo>
                    <a:pt x="1179" y="102"/>
                  </a:lnTo>
                  <a:lnTo>
                    <a:pt x="1177" y="102"/>
                  </a:lnTo>
                  <a:lnTo>
                    <a:pt x="1175" y="101"/>
                  </a:lnTo>
                  <a:lnTo>
                    <a:pt x="1170" y="101"/>
                  </a:lnTo>
                  <a:lnTo>
                    <a:pt x="1169" y="99"/>
                  </a:lnTo>
                  <a:lnTo>
                    <a:pt x="1167" y="99"/>
                  </a:lnTo>
                  <a:lnTo>
                    <a:pt x="1166" y="99"/>
                  </a:lnTo>
                  <a:lnTo>
                    <a:pt x="1160" y="95"/>
                  </a:lnTo>
                  <a:lnTo>
                    <a:pt x="1158" y="92"/>
                  </a:lnTo>
                  <a:lnTo>
                    <a:pt x="1159" y="95"/>
                  </a:lnTo>
                  <a:lnTo>
                    <a:pt x="1162" y="98"/>
                  </a:lnTo>
                  <a:lnTo>
                    <a:pt x="1162" y="99"/>
                  </a:lnTo>
                  <a:lnTo>
                    <a:pt x="1160" y="99"/>
                  </a:lnTo>
                  <a:lnTo>
                    <a:pt x="1156" y="98"/>
                  </a:lnTo>
                  <a:lnTo>
                    <a:pt x="1158" y="101"/>
                  </a:lnTo>
                  <a:lnTo>
                    <a:pt x="1167" y="102"/>
                  </a:lnTo>
                  <a:lnTo>
                    <a:pt x="1173" y="103"/>
                  </a:lnTo>
                  <a:lnTo>
                    <a:pt x="1174" y="105"/>
                  </a:lnTo>
                  <a:lnTo>
                    <a:pt x="1171" y="106"/>
                  </a:lnTo>
                  <a:lnTo>
                    <a:pt x="1159" y="111"/>
                  </a:lnTo>
                  <a:lnTo>
                    <a:pt x="1151" y="113"/>
                  </a:lnTo>
                  <a:lnTo>
                    <a:pt x="1148" y="113"/>
                  </a:lnTo>
                  <a:lnTo>
                    <a:pt x="1144" y="114"/>
                  </a:lnTo>
                  <a:lnTo>
                    <a:pt x="1140" y="113"/>
                  </a:lnTo>
                  <a:lnTo>
                    <a:pt x="1140" y="111"/>
                  </a:lnTo>
                  <a:lnTo>
                    <a:pt x="1137" y="113"/>
                  </a:lnTo>
                  <a:lnTo>
                    <a:pt x="1135" y="111"/>
                  </a:lnTo>
                  <a:lnTo>
                    <a:pt x="1132" y="113"/>
                  </a:lnTo>
                  <a:lnTo>
                    <a:pt x="1131" y="115"/>
                  </a:lnTo>
                  <a:lnTo>
                    <a:pt x="1133" y="115"/>
                  </a:lnTo>
                  <a:lnTo>
                    <a:pt x="1135" y="118"/>
                  </a:lnTo>
                  <a:lnTo>
                    <a:pt x="1137" y="115"/>
                  </a:lnTo>
                  <a:lnTo>
                    <a:pt x="1145" y="115"/>
                  </a:lnTo>
                  <a:lnTo>
                    <a:pt x="1150" y="115"/>
                  </a:lnTo>
                  <a:lnTo>
                    <a:pt x="1160" y="115"/>
                  </a:lnTo>
                  <a:lnTo>
                    <a:pt x="1167" y="114"/>
                  </a:lnTo>
                  <a:lnTo>
                    <a:pt x="1171" y="110"/>
                  </a:lnTo>
                  <a:lnTo>
                    <a:pt x="1175" y="109"/>
                  </a:lnTo>
                  <a:lnTo>
                    <a:pt x="1177" y="110"/>
                  </a:lnTo>
                  <a:lnTo>
                    <a:pt x="1181" y="110"/>
                  </a:lnTo>
                  <a:lnTo>
                    <a:pt x="1185" y="110"/>
                  </a:lnTo>
                  <a:lnTo>
                    <a:pt x="1183" y="114"/>
                  </a:lnTo>
                  <a:lnTo>
                    <a:pt x="1181" y="118"/>
                  </a:lnTo>
                  <a:lnTo>
                    <a:pt x="1177" y="120"/>
                  </a:lnTo>
                  <a:lnTo>
                    <a:pt x="1175" y="121"/>
                  </a:lnTo>
                  <a:lnTo>
                    <a:pt x="1169" y="122"/>
                  </a:lnTo>
                  <a:lnTo>
                    <a:pt x="1167" y="125"/>
                  </a:lnTo>
                  <a:lnTo>
                    <a:pt x="1164" y="125"/>
                  </a:lnTo>
                  <a:lnTo>
                    <a:pt x="1162" y="129"/>
                  </a:lnTo>
                  <a:lnTo>
                    <a:pt x="1158" y="130"/>
                  </a:lnTo>
                  <a:lnTo>
                    <a:pt x="1155" y="130"/>
                  </a:lnTo>
                  <a:lnTo>
                    <a:pt x="1152" y="132"/>
                  </a:lnTo>
                  <a:lnTo>
                    <a:pt x="1150" y="132"/>
                  </a:lnTo>
                  <a:lnTo>
                    <a:pt x="1147" y="133"/>
                  </a:lnTo>
                  <a:lnTo>
                    <a:pt x="1141" y="134"/>
                  </a:lnTo>
                  <a:lnTo>
                    <a:pt x="1140" y="137"/>
                  </a:lnTo>
                  <a:lnTo>
                    <a:pt x="1135" y="139"/>
                  </a:lnTo>
                  <a:lnTo>
                    <a:pt x="1132" y="140"/>
                  </a:lnTo>
                  <a:lnTo>
                    <a:pt x="1129" y="140"/>
                  </a:lnTo>
                  <a:lnTo>
                    <a:pt x="1126" y="141"/>
                  </a:lnTo>
                  <a:lnTo>
                    <a:pt x="1125" y="141"/>
                  </a:lnTo>
                  <a:lnTo>
                    <a:pt x="1124" y="143"/>
                  </a:lnTo>
                  <a:lnTo>
                    <a:pt x="1124" y="145"/>
                  </a:lnTo>
                  <a:lnTo>
                    <a:pt x="1121" y="148"/>
                  </a:lnTo>
                  <a:lnTo>
                    <a:pt x="1120" y="151"/>
                  </a:lnTo>
                  <a:lnTo>
                    <a:pt x="1113" y="151"/>
                  </a:lnTo>
                  <a:lnTo>
                    <a:pt x="1110" y="152"/>
                  </a:lnTo>
                  <a:lnTo>
                    <a:pt x="1109" y="151"/>
                  </a:lnTo>
                  <a:lnTo>
                    <a:pt x="1107" y="149"/>
                  </a:lnTo>
                  <a:lnTo>
                    <a:pt x="1109" y="148"/>
                  </a:lnTo>
                  <a:lnTo>
                    <a:pt x="1109" y="145"/>
                  </a:lnTo>
                  <a:lnTo>
                    <a:pt x="1107" y="144"/>
                  </a:lnTo>
                  <a:lnTo>
                    <a:pt x="1107" y="148"/>
                  </a:lnTo>
                  <a:lnTo>
                    <a:pt x="1106" y="149"/>
                  </a:lnTo>
                  <a:lnTo>
                    <a:pt x="1106" y="151"/>
                  </a:lnTo>
                  <a:lnTo>
                    <a:pt x="1109" y="154"/>
                  </a:lnTo>
                  <a:lnTo>
                    <a:pt x="1110" y="156"/>
                  </a:lnTo>
                  <a:lnTo>
                    <a:pt x="1106" y="159"/>
                  </a:lnTo>
                  <a:lnTo>
                    <a:pt x="1105" y="159"/>
                  </a:lnTo>
                  <a:lnTo>
                    <a:pt x="1102" y="156"/>
                  </a:lnTo>
                  <a:lnTo>
                    <a:pt x="1101" y="158"/>
                  </a:lnTo>
                  <a:lnTo>
                    <a:pt x="1095" y="156"/>
                  </a:lnTo>
                  <a:lnTo>
                    <a:pt x="1094" y="158"/>
                  </a:lnTo>
                  <a:lnTo>
                    <a:pt x="1092" y="158"/>
                  </a:lnTo>
                  <a:lnTo>
                    <a:pt x="1092" y="155"/>
                  </a:lnTo>
                  <a:lnTo>
                    <a:pt x="1091" y="154"/>
                  </a:lnTo>
                  <a:lnTo>
                    <a:pt x="1090" y="156"/>
                  </a:lnTo>
                  <a:lnTo>
                    <a:pt x="1087" y="156"/>
                  </a:lnTo>
                  <a:lnTo>
                    <a:pt x="1087" y="159"/>
                  </a:lnTo>
                  <a:lnTo>
                    <a:pt x="1092" y="159"/>
                  </a:lnTo>
                  <a:lnTo>
                    <a:pt x="1099" y="159"/>
                  </a:lnTo>
                  <a:lnTo>
                    <a:pt x="1102" y="162"/>
                  </a:lnTo>
                  <a:lnTo>
                    <a:pt x="1101" y="164"/>
                  </a:lnTo>
                  <a:lnTo>
                    <a:pt x="1098" y="166"/>
                  </a:lnTo>
                  <a:lnTo>
                    <a:pt x="1094" y="166"/>
                  </a:lnTo>
                  <a:lnTo>
                    <a:pt x="1091" y="166"/>
                  </a:lnTo>
                  <a:lnTo>
                    <a:pt x="1090" y="167"/>
                  </a:lnTo>
                  <a:lnTo>
                    <a:pt x="1091" y="168"/>
                  </a:lnTo>
                  <a:lnTo>
                    <a:pt x="1092" y="167"/>
                  </a:lnTo>
                  <a:lnTo>
                    <a:pt x="1094" y="168"/>
                  </a:lnTo>
                  <a:lnTo>
                    <a:pt x="1094" y="171"/>
                  </a:lnTo>
                  <a:lnTo>
                    <a:pt x="1090" y="175"/>
                  </a:lnTo>
                  <a:lnTo>
                    <a:pt x="1086" y="175"/>
                  </a:lnTo>
                  <a:lnTo>
                    <a:pt x="1078" y="175"/>
                  </a:lnTo>
                  <a:lnTo>
                    <a:pt x="1078" y="174"/>
                  </a:lnTo>
                  <a:lnTo>
                    <a:pt x="1075" y="174"/>
                  </a:lnTo>
                  <a:lnTo>
                    <a:pt x="1073" y="173"/>
                  </a:lnTo>
                  <a:lnTo>
                    <a:pt x="1073" y="167"/>
                  </a:lnTo>
                  <a:lnTo>
                    <a:pt x="1069" y="167"/>
                  </a:lnTo>
                  <a:lnTo>
                    <a:pt x="1068" y="166"/>
                  </a:lnTo>
                  <a:lnTo>
                    <a:pt x="1068" y="163"/>
                  </a:lnTo>
                  <a:lnTo>
                    <a:pt x="1067" y="162"/>
                  </a:lnTo>
                  <a:lnTo>
                    <a:pt x="1064" y="162"/>
                  </a:lnTo>
                  <a:lnTo>
                    <a:pt x="1063" y="162"/>
                  </a:lnTo>
                  <a:lnTo>
                    <a:pt x="1059" y="162"/>
                  </a:lnTo>
                  <a:lnTo>
                    <a:pt x="1057" y="163"/>
                  </a:lnTo>
                  <a:lnTo>
                    <a:pt x="1060" y="164"/>
                  </a:lnTo>
                  <a:lnTo>
                    <a:pt x="1061" y="163"/>
                  </a:lnTo>
                  <a:lnTo>
                    <a:pt x="1063" y="163"/>
                  </a:lnTo>
                  <a:lnTo>
                    <a:pt x="1069" y="170"/>
                  </a:lnTo>
                  <a:lnTo>
                    <a:pt x="1069" y="178"/>
                  </a:lnTo>
                  <a:lnTo>
                    <a:pt x="1068" y="179"/>
                  </a:lnTo>
                  <a:lnTo>
                    <a:pt x="1065" y="178"/>
                  </a:lnTo>
                  <a:lnTo>
                    <a:pt x="1063" y="177"/>
                  </a:lnTo>
                  <a:lnTo>
                    <a:pt x="1061" y="177"/>
                  </a:lnTo>
                  <a:lnTo>
                    <a:pt x="1061" y="179"/>
                  </a:lnTo>
                  <a:lnTo>
                    <a:pt x="1060" y="179"/>
                  </a:lnTo>
                  <a:lnTo>
                    <a:pt x="1057" y="177"/>
                  </a:lnTo>
                  <a:lnTo>
                    <a:pt x="1054" y="177"/>
                  </a:lnTo>
                  <a:lnTo>
                    <a:pt x="1053" y="179"/>
                  </a:lnTo>
                  <a:lnTo>
                    <a:pt x="1052" y="179"/>
                  </a:lnTo>
                  <a:lnTo>
                    <a:pt x="1050" y="177"/>
                  </a:lnTo>
                  <a:lnTo>
                    <a:pt x="1048" y="177"/>
                  </a:lnTo>
                  <a:lnTo>
                    <a:pt x="1045" y="174"/>
                  </a:lnTo>
                  <a:lnTo>
                    <a:pt x="1044" y="174"/>
                  </a:lnTo>
                  <a:lnTo>
                    <a:pt x="1044" y="171"/>
                  </a:lnTo>
                  <a:lnTo>
                    <a:pt x="1041" y="170"/>
                  </a:lnTo>
                  <a:lnTo>
                    <a:pt x="1037" y="170"/>
                  </a:lnTo>
                  <a:lnTo>
                    <a:pt x="1035" y="167"/>
                  </a:lnTo>
                  <a:lnTo>
                    <a:pt x="1034" y="168"/>
                  </a:lnTo>
                  <a:lnTo>
                    <a:pt x="1035" y="171"/>
                  </a:lnTo>
                  <a:lnTo>
                    <a:pt x="1038" y="173"/>
                  </a:lnTo>
                  <a:lnTo>
                    <a:pt x="1041" y="174"/>
                  </a:lnTo>
                  <a:lnTo>
                    <a:pt x="1045" y="178"/>
                  </a:lnTo>
                  <a:lnTo>
                    <a:pt x="1044" y="181"/>
                  </a:lnTo>
                  <a:lnTo>
                    <a:pt x="1035" y="178"/>
                  </a:lnTo>
                  <a:lnTo>
                    <a:pt x="1033" y="177"/>
                  </a:lnTo>
                  <a:lnTo>
                    <a:pt x="1033" y="174"/>
                  </a:lnTo>
                  <a:lnTo>
                    <a:pt x="1031" y="171"/>
                  </a:lnTo>
                  <a:lnTo>
                    <a:pt x="1030" y="173"/>
                  </a:lnTo>
                  <a:lnTo>
                    <a:pt x="1031" y="174"/>
                  </a:lnTo>
                  <a:lnTo>
                    <a:pt x="1030" y="177"/>
                  </a:lnTo>
                  <a:lnTo>
                    <a:pt x="1027" y="175"/>
                  </a:lnTo>
                  <a:lnTo>
                    <a:pt x="1026" y="174"/>
                  </a:lnTo>
                  <a:lnTo>
                    <a:pt x="1023" y="175"/>
                  </a:lnTo>
                  <a:lnTo>
                    <a:pt x="1023" y="177"/>
                  </a:lnTo>
                  <a:lnTo>
                    <a:pt x="1027" y="178"/>
                  </a:lnTo>
                  <a:lnTo>
                    <a:pt x="1027" y="181"/>
                  </a:lnTo>
                  <a:lnTo>
                    <a:pt x="1029" y="181"/>
                  </a:lnTo>
                  <a:lnTo>
                    <a:pt x="1030" y="179"/>
                  </a:lnTo>
                  <a:lnTo>
                    <a:pt x="1033" y="179"/>
                  </a:lnTo>
                  <a:lnTo>
                    <a:pt x="1034" y="182"/>
                  </a:lnTo>
                  <a:lnTo>
                    <a:pt x="1038" y="182"/>
                  </a:lnTo>
                  <a:lnTo>
                    <a:pt x="1039" y="185"/>
                  </a:lnTo>
                  <a:lnTo>
                    <a:pt x="1042" y="185"/>
                  </a:lnTo>
                  <a:lnTo>
                    <a:pt x="1044" y="185"/>
                  </a:lnTo>
                  <a:lnTo>
                    <a:pt x="1052" y="186"/>
                  </a:lnTo>
                  <a:lnTo>
                    <a:pt x="1053" y="187"/>
                  </a:lnTo>
                  <a:lnTo>
                    <a:pt x="1050" y="190"/>
                  </a:lnTo>
                  <a:lnTo>
                    <a:pt x="1052" y="192"/>
                  </a:lnTo>
                  <a:lnTo>
                    <a:pt x="1052" y="194"/>
                  </a:lnTo>
                  <a:lnTo>
                    <a:pt x="1052" y="197"/>
                  </a:lnTo>
                  <a:lnTo>
                    <a:pt x="1050" y="198"/>
                  </a:lnTo>
                  <a:lnTo>
                    <a:pt x="1049" y="198"/>
                  </a:lnTo>
                  <a:lnTo>
                    <a:pt x="1048" y="196"/>
                  </a:lnTo>
                  <a:lnTo>
                    <a:pt x="1044" y="196"/>
                  </a:lnTo>
                  <a:lnTo>
                    <a:pt x="1039" y="193"/>
                  </a:lnTo>
                  <a:lnTo>
                    <a:pt x="1038" y="190"/>
                  </a:lnTo>
                  <a:lnTo>
                    <a:pt x="1039" y="187"/>
                  </a:lnTo>
                  <a:lnTo>
                    <a:pt x="1038" y="185"/>
                  </a:lnTo>
                  <a:lnTo>
                    <a:pt x="1033" y="185"/>
                  </a:lnTo>
                  <a:lnTo>
                    <a:pt x="1027" y="183"/>
                  </a:lnTo>
                  <a:lnTo>
                    <a:pt x="1025" y="182"/>
                  </a:lnTo>
                  <a:lnTo>
                    <a:pt x="1022" y="182"/>
                  </a:lnTo>
                  <a:lnTo>
                    <a:pt x="1022" y="183"/>
                  </a:lnTo>
                  <a:lnTo>
                    <a:pt x="1025" y="185"/>
                  </a:lnTo>
                  <a:lnTo>
                    <a:pt x="1031" y="185"/>
                  </a:lnTo>
                  <a:lnTo>
                    <a:pt x="1037" y="187"/>
                  </a:lnTo>
                  <a:lnTo>
                    <a:pt x="1037" y="190"/>
                  </a:lnTo>
                  <a:lnTo>
                    <a:pt x="1035" y="190"/>
                  </a:lnTo>
                  <a:lnTo>
                    <a:pt x="1033" y="189"/>
                  </a:lnTo>
                  <a:lnTo>
                    <a:pt x="1027" y="189"/>
                  </a:lnTo>
                  <a:lnTo>
                    <a:pt x="1023" y="190"/>
                  </a:lnTo>
                  <a:lnTo>
                    <a:pt x="1023" y="187"/>
                  </a:lnTo>
                  <a:lnTo>
                    <a:pt x="1022" y="186"/>
                  </a:lnTo>
                  <a:lnTo>
                    <a:pt x="1016" y="186"/>
                  </a:lnTo>
                  <a:lnTo>
                    <a:pt x="1015" y="185"/>
                  </a:lnTo>
                  <a:lnTo>
                    <a:pt x="1015" y="186"/>
                  </a:lnTo>
                  <a:lnTo>
                    <a:pt x="1020" y="189"/>
                  </a:lnTo>
                  <a:lnTo>
                    <a:pt x="1019" y="189"/>
                  </a:lnTo>
                  <a:lnTo>
                    <a:pt x="1019" y="192"/>
                  </a:lnTo>
                  <a:lnTo>
                    <a:pt x="1022" y="192"/>
                  </a:lnTo>
                  <a:lnTo>
                    <a:pt x="1022" y="192"/>
                  </a:lnTo>
                  <a:lnTo>
                    <a:pt x="1023" y="192"/>
                  </a:lnTo>
                  <a:lnTo>
                    <a:pt x="1026" y="192"/>
                  </a:lnTo>
                  <a:lnTo>
                    <a:pt x="1026" y="190"/>
                  </a:lnTo>
                  <a:lnTo>
                    <a:pt x="1027" y="192"/>
                  </a:lnTo>
                  <a:lnTo>
                    <a:pt x="1030" y="190"/>
                  </a:lnTo>
                  <a:lnTo>
                    <a:pt x="1033" y="192"/>
                  </a:lnTo>
                  <a:lnTo>
                    <a:pt x="1037" y="196"/>
                  </a:lnTo>
                  <a:lnTo>
                    <a:pt x="1037" y="197"/>
                  </a:lnTo>
                  <a:lnTo>
                    <a:pt x="1033" y="197"/>
                  </a:lnTo>
                  <a:lnTo>
                    <a:pt x="1030" y="198"/>
                  </a:lnTo>
                  <a:lnTo>
                    <a:pt x="1030" y="200"/>
                  </a:lnTo>
                  <a:lnTo>
                    <a:pt x="1033" y="198"/>
                  </a:lnTo>
                  <a:lnTo>
                    <a:pt x="1035" y="198"/>
                  </a:lnTo>
                  <a:lnTo>
                    <a:pt x="1037" y="198"/>
                  </a:lnTo>
                  <a:lnTo>
                    <a:pt x="1039" y="201"/>
                  </a:lnTo>
                  <a:lnTo>
                    <a:pt x="1042" y="202"/>
                  </a:lnTo>
                  <a:lnTo>
                    <a:pt x="1042" y="205"/>
                  </a:lnTo>
                  <a:lnTo>
                    <a:pt x="1039" y="211"/>
                  </a:lnTo>
                  <a:lnTo>
                    <a:pt x="1038" y="215"/>
                  </a:lnTo>
                  <a:lnTo>
                    <a:pt x="1037" y="215"/>
                  </a:lnTo>
                  <a:lnTo>
                    <a:pt x="1033" y="217"/>
                  </a:lnTo>
                  <a:lnTo>
                    <a:pt x="1031" y="217"/>
                  </a:lnTo>
                  <a:lnTo>
                    <a:pt x="1029" y="217"/>
                  </a:lnTo>
                  <a:lnTo>
                    <a:pt x="1026" y="216"/>
                  </a:lnTo>
                  <a:lnTo>
                    <a:pt x="1026" y="215"/>
                  </a:lnTo>
                  <a:lnTo>
                    <a:pt x="1023" y="213"/>
                  </a:lnTo>
                  <a:lnTo>
                    <a:pt x="1020" y="213"/>
                  </a:lnTo>
                  <a:lnTo>
                    <a:pt x="1020" y="215"/>
                  </a:lnTo>
                  <a:lnTo>
                    <a:pt x="1025" y="216"/>
                  </a:lnTo>
                  <a:lnTo>
                    <a:pt x="1025" y="217"/>
                  </a:lnTo>
                  <a:lnTo>
                    <a:pt x="1026" y="217"/>
                  </a:lnTo>
                  <a:lnTo>
                    <a:pt x="1030" y="220"/>
                  </a:lnTo>
                  <a:lnTo>
                    <a:pt x="1030" y="224"/>
                  </a:lnTo>
                  <a:lnTo>
                    <a:pt x="1030" y="226"/>
                  </a:lnTo>
                  <a:lnTo>
                    <a:pt x="1027" y="226"/>
                  </a:lnTo>
                  <a:lnTo>
                    <a:pt x="1025" y="228"/>
                  </a:lnTo>
                  <a:lnTo>
                    <a:pt x="1022" y="228"/>
                  </a:lnTo>
                  <a:lnTo>
                    <a:pt x="1018" y="226"/>
                  </a:lnTo>
                  <a:lnTo>
                    <a:pt x="1015" y="226"/>
                  </a:lnTo>
                  <a:lnTo>
                    <a:pt x="1014" y="224"/>
                  </a:lnTo>
                  <a:lnTo>
                    <a:pt x="1011" y="224"/>
                  </a:lnTo>
                  <a:lnTo>
                    <a:pt x="1010" y="226"/>
                  </a:lnTo>
                  <a:lnTo>
                    <a:pt x="1010" y="227"/>
                  </a:lnTo>
                  <a:lnTo>
                    <a:pt x="1018" y="231"/>
                  </a:lnTo>
                  <a:lnTo>
                    <a:pt x="1022" y="232"/>
                  </a:lnTo>
                  <a:lnTo>
                    <a:pt x="1022" y="234"/>
                  </a:lnTo>
                  <a:lnTo>
                    <a:pt x="1019" y="235"/>
                  </a:lnTo>
                  <a:lnTo>
                    <a:pt x="1016" y="238"/>
                  </a:lnTo>
                  <a:lnTo>
                    <a:pt x="1015" y="238"/>
                  </a:lnTo>
                  <a:lnTo>
                    <a:pt x="1012" y="235"/>
                  </a:lnTo>
                  <a:lnTo>
                    <a:pt x="1010" y="235"/>
                  </a:lnTo>
                  <a:lnTo>
                    <a:pt x="1007" y="238"/>
                  </a:lnTo>
                  <a:lnTo>
                    <a:pt x="1003" y="238"/>
                  </a:lnTo>
                  <a:lnTo>
                    <a:pt x="1001" y="235"/>
                  </a:lnTo>
                  <a:lnTo>
                    <a:pt x="996" y="234"/>
                  </a:lnTo>
                  <a:lnTo>
                    <a:pt x="992" y="235"/>
                  </a:lnTo>
                  <a:lnTo>
                    <a:pt x="991" y="240"/>
                  </a:lnTo>
                  <a:lnTo>
                    <a:pt x="988" y="243"/>
                  </a:lnTo>
                  <a:lnTo>
                    <a:pt x="991" y="242"/>
                  </a:lnTo>
                  <a:lnTo>
                    <a:pt x="992" y="243"/>
                  </a:lnTo>
                  <a:lnTo>
                    <a:pt x="992" y="246"/>
                  </a:lnTo>
                  <a:lnTo>
                    <a:pt x="988" y="249"/>
                  </a:lnTo>
                  <a:lnTo>
                    <a:pt x="988" y="251"/>
                  </a:lnTo>
                  <a:lnTo>
                    <a:pt x="985" y="253"/>
                  </a:lnTo>
                  <a:lnTo>
                    <a:pt x="984" y="251"/>
                  </a:lnTo>
                  <a:lnTo>
                    <a:pt x="982" y="253"/>
                  </a:lnTo>
                  <a:lnTo>
                    <a:pt x="982" y="255"/>
                  </a:lnTo>
                  <a:lnTo>
                    <a:pt x="980" y="255"/>
                  </a:lnTo>
                  <a:lnTo>
                    <a:pt x="977" y="255"/>
                  </a:lnTo>
                  <a:lnTo>
                    <a:pt x="978" y="254"/>
                  </a:lnTo>
                  <a:lnTo>
                    <a:pt x="977" y="254"/>
                  </a:lnTo>
                  <a:lnTo>
                    <a:pt x="976" y="255"/>
                  </a:lnTo>
                  <a:lnTo>
                    <a:pt x="974" y="259"/>
                  </a:lnTo>
                  <a:lnTo>
                    <a:pt x="972" y="261"/>
                  </a:lnTo>
                  <a:lnTo>
                    <a:pt x="966" y="257"/>
                  </a:lnTo>
                  <a:lnTo>
                    <a:pt x="962" y="257"/>
                  </a:lnTo>
                  <a:lnTo>
                    <a:pt x="961" y="258"/>
                  </a:lnTo>
                  <a:lnTo>
                    <a:pt x="958" y="257"/>
                  </a:lnTo>
                  <a:lnTo>
                    <a:pt x="951" y="250"/>
                  </a:lnTo>
                  <a:lnTo>
                    <a:pt x="950" y="243"/>
                  </a:lnTo>
                  <a:lnTo>
                    <a:pt x="953" y="242"/>
                  </a:lnTo>
                  <a:lnTo>
                    <a:pt x="953" y="240"/>
                  </a:lnTo>
                  <a:lnTo>
                    <a:pt x="951" y="238"/>
                  </a:lnTo>
                  <a:lnTo>
                    <a:pt x="953" y="236"/>
                  </a:lnTo>
                  <a:lnTo>
                    <a:pt x="950" y="239"/>
                  </a:lnTo>
                  <a:lnTo>
                    <a:pt x="950" y="242"/>
                  </a:lnTo>
                  <a:lnTo>
                    <a:pt x="948" y="246"/>
                  </a:lnTo>
                  <a:lnTo>
                    <a:pt x="947" y="247"/>
                  </a:lnTo>
                  <a:lnTo>
                    <a:pt x="950" y="251"/>
                  </a:lnTo>
                  <a:lnTo>
                    <a:pt x="948" y="253"/>
                  </a:lnTo>
                  <a:lnTo>
                    <a:pt x="947" y="253"/>
                  </a:lnTo>
                  <a:lnTo>
                    <a:pt x="943" y="253"/>
                  </a:lnTo>
                  <a:lnTo>
                    <a:pt x="943" y="253"/>
                  </a:lnTo>
                  <a:lnTo>
                    <a:pt x="940" y="253"/>
                  </a:lnTo>
                  <a:lnTo>
                    <a:pt x="943" y="254"/>
                  </a:lnTo>
                  <a:lnTo>
                    <a:pt x="942" y="259"/>
                  </a:lnTo>
                  <a:lnTo>
                    <a:pt x="943" y="259"/>
                  </a:lnTo>
                  <a:lnTo>
                    <a:pt x="946" y="255"/>
                  </a:lnTo>
                  <a:lnTo>
                    <a:pt x="948" y="255"/>
                  </a:lnTo>
                  <a:lnTo>
                    <a:pt x="948" y="254"/>
                  </a:lnTo>
                  <a:lnTo>
                    <a:pt x="951" y="254"/>
                  </a:lnTo>
                  <a:lnTo>
                    <a:pt x="954" y="255"/>
                  </a:lnTo>
                  <a:lnTo>
                    <a:pt x="957" y="259"/>
                  </a:lnTo>
                  <a:lnTo>
                    <a:pt x="955" y="262"/>
                  </a:lnTo>
                  <a:lnTo>
                    <a:pt x="958" y="259"/>
                  </a:lnTo>
                  <a:lnTo>
                    <a:pt x="963" y="258"/>
                  </a:lnTo>
                  <a:lnTo>
                    <a:pt x="967" y="259"/>
                  </a:lnTo>
                  <a:lnTo>
                    <a:pt x="967" y="262"/>
                  </a:lnTo>
                  <a:lnTo>
                    <a:pt x="966" y="265"/>
                  </a:lnTo>
                  <a:lnTo>
                    <a:pt x="965" y="269"/>
                  </a:lnTo>
                  <a:lnTo>
                    <a:pt x="963" y="269"/>
                  </a:lnTo>
                  <a:lnTo>
                    <a:pt x="962" y="272"/>
                  </a:lnTo>
                  <a:lnTo>
                    <a:pt x="963" y="272"/>
                  </a:lnTo>
                  <a:lnTo>
                    <a:pt x="965" y="272"/>
                  </a:lnTo>
                  <a:lnTo>
                    <a:pt x="965" y="273"/>
                  </a:lnTo>
                  <a:lnTo>
                    <a:pt x="962" y="276"/>
                  </a:lnTo>
                  <a:lnTo>
                    <a:pt x="965" y="276"/>
                  </a:lnTo>
                  <a:lnTo>
                    <a:pt x="966" y="274"/>
                  </a:lnTo>
                  <a:lnTo>
                    <a:pt x="970" y="272"/>
                  </a:lnTo>
                  <a:lnTo>
                    <a:pt x="972" y="272"/>
                  </a:lnTo>
                  <a:lnTo>
                    <a:pt x="973" y="272"/>
                  </a:lnTo>
                  <a:lnTo>
                    <a:pt x="974" y="272"/>
                  </a:lnTo>
                  <a:lnTo>
                    <a:pt x="974" y="274"/>
                  </a:lnTo>
                  <a:lnTo>
                    <a:pt x="974" y="277"/>
                  </a:lnTo>
                  <a:lnTo>
                    <a:pt x="974" y="281"/>
                  </a:lnTo>
                  <a:lnTo>
                    <a:pt x="970" y="287"/>
                  </a:lnTo>
                  <a:lnTo>
                    <a:pt x="967" y="287"/>
                  </a:lnTo>
                  <a:lnTo>
                    <a:pt x="965" y="289"/>
                  </a:lnTo>
                  <a:lnTo>
                    <a:pt x="963" y="292"/>
                  </a:lnTo>
                  <a:lnTo>
                    <a:pt x="961" y="295"/>
                  </a:lnTo>
                  <a:lnTo>
                    <a:pt x="959" y="293"/>
                  </a:lnTo>
                  <a:lnTo>
                    <a:pt x="961" y="289"/>
                  </a:lnTo>
                  <a:lnTo>
                    <a:pt x="961" y="287"/>
                  </a:lnTo>
                  <a:lnTo>
                    <a:pt x="961" y="287"/>
                  </a:lnTo>
                  <a:lnTo>
                    <a:pt x="958" y="287"/>
                  </a:lnTo>
                  <a:lnTo>
                    <a:pt x="957" y="291"/>
                  </a:lnTo>
                  <a:lnTo>
                    <a:pt x="954" y="292"/>
                  </a:lnTo>
                  <a:lnTo>
                    <a:pt x="950" y="295"/>
                  </a:lnTo>
                  <a:lnTo>
                    <a:pt x="950" y="295"/>
                  </a:lnTo>
                  <a:lnTo>
                    <a:pt x="947" y="295"/>
                  </a:lnTo>
                  <a:lnTo>
                    <a:pt x="942" y="298"/>
                  </a:lnTo>
                  <a:lnTo>
                    <a:pt x="940" y="298"/>
                  </a:lnTo>
                  <a:lnTo>
                    <a:pt x="938" y="299"/>
                  </a:lnTo>
                  <a:lnTo>
                    <a:pt x="935" y="299"/>
                  </a:lnTo>
                  <a:lnTo>
                    <a:pt x="935" y="296"/>
                  </a:lnTo>
                  <a:lnTo>
                    <a:pt x="934" y="295"/>
                  </a:lnTo>
                  <a:lnTo>
                    <a:pt x="936" y="293"/>
                  </a:lnTo>
                  <a:lnTo>
                    <a:pt x="938" y="291"/>
                  </a:lnTo>
                  <a:lnTo>
                    <a:pt x="938" y="288"/>
                  </a:lnTo>
                  <a:lnTo>
                    <a:pt x="935" y="284"/>
                  </a:lnTo>
                  <a:lnTo>
                    <a:pt x="932" y="287"/>
                  </a:lnTo>
                  <a:lnTo>
                    <a:pt x="929" y="285"/>
                  </a:lnTo>
                  <a:lnTo>
                    <a:pt x="928" y="283"/>
                  </a:lnTo>
                  <a:lnTo>
                    <a:pt x="929" y="280"/>
                  </a:lnTo>
                  <a:lnTo>
                    <a:pt x="932" y="279"/>
                  </a:lnTo>
                  <a:lnTo>
                    <a:pt x="931" y="279"/>
                  </a:lnTo>
                  <a:lnTo>
                    <a:pt x="928" y="277"/>
                  </a:lnTo>
                  <a:lnTo>
                    <a:pt x="927" y="273"/>
                  </a:lnTo>
                  <a:lnTo>
                    <a:pt x="928" y="272"/>
                  </a:lnTo>
                  <a:lnTo>
                    <a:pt x="928" y="269"/>
                  </a:lnTo>
                  <a:lnTo>
                    <a:pt x="927" y="266"/>
                  </a:lnTo>
                  <a:lnTo>
                    <a:pt x="927" y="269"/>
                  </a:lnTo>
                  <a:lnTo>
                    <a:pt x="924" y="274"/>
                  </a:lnTo>
                  <a:lnTo>
                    <a:pt x="927" y="279"/>
                  </a:lnTo>
                  <a:lnTo>
                    <a:pt x="927" y="280"/>
                  </a:lnTo>
                  <a:lnTo>
                    <a:pt x="925" y="281"/>
                  </a:lnTo>
                  <a:lnTo>
                    <a:pt x="925" y="285"/>
                  </a:lnTo>
                  <a:lnTo>
                    <a:pt x="924" y="287"/>
                  </a:lnTo>
                  <a:lnTo>
                    <a:pt x="921" y="285"/>
                  </a:lnTo>
                  <a:lnTo>
                    <a:pt x="919" y="285"/>
                  </a:lnTo>
                  <a:lnTo>
                    <a:pt x="917" y="284"/>
                  </a:lnTo>
                  <a:lnTo>
                    <a:pt x="917" y="283"/>
                  </a:lnTo>
                  <a:lnTo>
                    <a:pt x="919" y="277"/>
                  </a:lnTo>
                  <a:lnTo>
                    <a:pt x="917" y="274"/>
                  </a:lnTo>
                  <a:lnTo>
                    <a:pt x="919" y="272"/>
                  </a:lnTo>
                  <a:lnTo>
                    <a:pt x="921" y="269"/>
                  </a:lnTo>
                  <a:lnTo>
                    <a:pt x="917" y="269"/>
                  </a:lnTo>
                  <a:lnTo>
                    <a:pt x="916" y="272"/>
                  </a:lnTo>
                  <a:lnTo>
                    <a:pt x="916" y="276"/>
                  </a:lnTo>
                  <a:lnTo>
                    <a:pt x="916" y="279"/>
                  </a:lnTo>
                  <a:lnTo>
                    <a:pt x="914" y="283"/>
                  </a:lnTo>
                  <a:lnTo>
                    <a:pt x="912" y="283"/>
                  </a:lnTo>
                  <a:lnTo>
                    <a:pt x="909" y="281"/>
                  </a:lnTo>
                  <a:lnTo>
                    <a:pt x="909" y="279"/>
                  </a:lnTo>
                  <a:lnTo>
                    <a:pt x="908" y="279"/>
                  </a:lnTo>
                  <a:lnTo>
                    <a:pt x="908" y="276"/>
                  </a:lnTo>
                  <a:lnTo>
                    <a:pt x="909" y="274"/>
                  </a:lnTo>
                  <a:lnTo>
                    <a:pt x="910" y="272"/>
                  </a:lnTo>
                  <a:lnTo>
                    <a:pt x="909" y="269"/>
                  </a:lnTo>
                  <a:lnTo>
                    <a:pt x="908" y="269"/>
                  </a:lnTo>
                  <a:lnTo>
                    <a:pt x="908" y="270"/>
                  </a:lnTo>
                  <a:lnTo>
                    <a:pt x="908" y="273"/>
                  </a:lnTo>
                  <a:lnTo>
                    <a:pt x="906" y="274"/>
                  </a:lnTo>
                  <a:lnTo>
                    <a:pt x="905" y="277"/>
                  </a:lnTo>
                  <a:lnTo>
                    <a:pt x="905" y="279"/>
                  </a:lnTo>
                  <a:lnTo>
                    <a:pt x="902" y="279"/>
                  </a:lnTo>
                  <a:lnTo>
                    <a:pt x="902" y="279"/>
                  </a:lnTo>
                  <a:lnTo>
                    <a:pt x="900" y="280"/>
                  </a:lnTo>
                  <a:lnTo>
                    <a:pt x="900" y="280"/>
                  </a:lnTo>
                  <a:close/>
                  <a:moveTo>
                    <a:pt x="977" y="701"/>
                  </a:moveTo>
                  <a:lnTo>
                    <a:pt x="977" y="706"/>
                  </a:lnTo>
                  <a:lnTo>
                    <a:pt x="976" y="709"/>
                  </a:lnTo>
                  <a:lnTo>
                    <a:pt x="977" y="712"/>
                  </a:lnTo>
                  <a:lnTo>
                    <a:pt x="978" y="711"/>
                  </a:lnTo>
                  <a:lnTo>
                    <a:pt x="977" y="708"/>
                  </a:lnTo>
                  <a:lnTo>
                    <a:pt x="978" y="705"/>
                  </a:lnTo>
                  <a:lnTo>
                    <a:pt x="978" y="702"/>
                  </a:lnTo>
                  <a:lnTo>
                    <a:pt x="977" y="701"/>
                  </a:lnTo>
                  <a:lnTo>
                    <a:pt x="977" y="701"/>
                  </a:lnTo>
                  <a:close/>
                  <a:moveTo>
                    <a:pt x="974" y="686"/>
                  </a:moveTo>
                  <a:lnTo>
                    <a:pt x="973" y="685"/>
                  </a:lnTo>
                  <a:lnTo>
                    <a:pt x="974" y="683"/>
                  </a:lnTo>
                  <a:lnTo>
                    <a:pt x="976" y="685"/>
                  </a:lnTo>
                  <a:lnTo>
                    <a:pt x="976" y="686"/>
                  </a:lnTo>
                  <a:lnTo>
                    <a:pt x="974" y="686"/>
                  </a:lnTo>
                  <a:lnTo>
                    <a:pt x="974" y="686"/>
                  </a:lnTo>
                  <a:close/>
                  <a:moveTo>
                    <a:pt x="970" y="677"/>
                  </a:moveTo>
                  <a:lnTo>
                    <a:pt x="972" y="674"/>
                  </a:lnTo>
                  <a:lnTo>
                    <a:pt x="974" y="674"/>
                  </a:lnTo>
                  <a:lnTo>
                    <a:pt x="974" y="675"/>
                  </a:lnTo>
                  <a:lnTo>
                    <a:pt x="973" y="677"/>
                  </a:lnTo>
                  <a:lnTo>
                    <a:pt x="972" y="678"/>
                  </a:lnTo>
                  <a:lnTo>
                    <a:pt x="970" y="677"/>
                  </a:lnTo>
                  <a:lnTo>
                    <a:pt x="970" y="677"/>
                  </a:lnTo>
                  <a:close/>
                  <a:moveTo>
                    <a:pt x="947" y="465"/>
                  </a:moveTo>
                  <a:lnTo>
                    <a:pt x="947" y="463"/>
                  </a:lnTo>
                  <a:lnTo>
                    <a:pt x="948" y="462"/>
                  </a:lnTo>
                  <a:lnTo>
                    <a:pt x="948" y="465"/>
                  </a:lnTo>
                  <a:lnTo>
                    <a:pt x="947" y="465"/>
                  </a:lnTo>
                  <a:lnTo>
                    <a:pt x="947" y="465"/>
                  </a:lnTo>
                  <a:close/>
                  <a:moveTo>
                    <a:pt x="951" y="467"/>
                  </a:moveTo>
                  <a:lnTo>
                    <a:pt x="951" y="466"/>
                  </a:lnTo>
                  <a:lnTo>
                    <a:pt x="951" y="463"/>
                  </a:lnTo>
                  <a:lnTo>
                    <a:pt x="953" y="463"/>
                  </a:lnTo>
                  <a:lnTo>
                    <a:pt x="954" y="465"/>
                  </a:lnTo>
                  <a:lnTo>
                    <a:pt x="953" y="467"/>
                  </a:lnTo>
                  <a:lnTo>
                    <a:pt x="951" y="467"/>
                  </a:lnTo>
                  <a:lnTo>
                    <a:pt x="951" y="467"/>
                  </a:lnTo>
                  <a:close/>
                  <a:moveTo>
                    <a:pt x="947" y="474"/>
                  </a:moveTo>
                  <a:lnTo>
                    <a:pt x="946" y="473"/>
                  </a:lnTo>
                  <a:lnTo>
                    <a:pt x="946" y="471"/>
                  </a:lnTo>
                  <a:lnTo>
                    <a:pt x="946" y="469"/>
                  </a:lnTo>
                  <a:lnTo>
                    <a:pt x="947" y="467"/>
                  </a:lnTo>
                  <a:lnTo>
                    <a:pt x="948" y="469"/>
                  </a:lnTo>
                  <a:lnTo>
                    <a:pt x="950" y="469"/>
                  </a:lnTo>
                  <a:lnTo>
                    <a:pt x="951" y="470"/>
                  </a:lnTo>
                  <a:lnTo>
                    <a:pt x="948" y="471"/>
                  </a:lnTo>
                  <a:lnTo>
                    <a:pt x="947" y="474"/>
                  </a:lnTo>
                  <a:lnTo>
                    <a:pt x="947" y="474"/>
                  </a:lnTo>
                  <a:lnTo>
                    <a:pt x="947" y="474"/>
                  </a:lnTo>
                  <a:close/>
                  <a:moveTo>
                    <a:pt x="989" y="538"/>
                  </a:moveTo>
                  <a:lnTo>
                    <a:pt x="991" y="537"/>
                  </a:lnTo>
                  <a:lnTo>
                    <a:pt x="993" y="537"/>
                  </a:lnTo>
                  <a:lnTo>
                    <a:pt x="992" y="538"/>
                  </a:lnTo>
                  <a:lnTo>
                    <a:pt x="991" y="538"/>
                  </a:lnTo>
                  <a:lnTo>
                    <a:pt x="989" y="538"/>
                  </a:lnTo>
                  <a:lnTo>
                    <a:pt x="989" y="538"/>
                  </a:lnTo>
                  <a:close/>
                  <a:moveTo>
                    <a:pt x="984" y="537"/>
                  </a:moveTo>
                  <a:lnTo>
                    <a:pt x="984" y="535"/>
                  </a:lnTo>
                  <a:lnTo>
                    <a:pt x="988" y="535"/>
                  </a:lnTo>
                  <a:lnTo>
                    <a:pt x="988" y="534"/>
                  </a:lnTo>
                  <a:lnTo>
                    <a:pt x="989" y="535"/>
                  </a:lnTo>
                  <a:lnTo>
                    <a:pt x="987" y="538"/>
                  </a:lnTo>
                  <a:lnTo>
                    <a:pt x="985" y="538"/>
                  </a:lnTo>
                  <a:lnTo>
                    <a:pt x="984" y="537"/>
                  </a:lnTo>
                  <a:lnTo>
                    <a:pt x="984" y="537"/>
                  </a:lnTo>
                  <a:close/>
                  <a:moveTo>
                    <a:pt x="976" y="567"/>
                  </a:moveTo>
                  <a:lnTo>
                    <a:pt x="978" y="568"/>
                  </a:lnTo>
                  <a:lnTo>
                    <a:pt x="980" y="567"/>
                  </a:lnTo>
                  <a:lnTo>
                    <a:pt x="978" y="567"/>
                  </a:lnTo>
                  <a:lnTo>
                    <a:pt x="976" y="567"/>
                  </a:lnTo>
                  <a:lnTo>
                    <a:pt x="976" y="567"/>
                  </a:lnTo>
                  <a:close/>
                  <a:moveTo>
                    <a:pt x="988" y="579"/>
                  </a:moveTo>
                  <a:lnTo>
                    <a:pt x="991" y="581"/>
                  </a:lnTo>
                  <a:lnTo>
                    <a:pt x="992" y="580"/>
                  </a:lnTo>
                  <a:lnTo>
                    <a:pt x="991" y="579"/>
                  </a:lnTo>
                  <a:lnTo>
                    <a:pt x="989" y="579"/>
                  </a:lnTo>
                  <a:lnTo>
                    <a:pt x="989" y="579"/>
                  </a:lnTo>
                  <a:lnTo>
                    <a:pt x="988" y="579"/>
                  </a:lnTo>
                  <a:lnTo>
                    <a:pt x="988" y="579"/>
                  </a:lnTo>
                  <a:close/>
                  <a:moveTo>
                    <a:pt x="1010" y="600"/>
                  </a:moveTo>
                  <a:lnTo>
                    <a:pt x="1010" y="598"/>
                  </a:lnTo>
                  <a:lnTo>
                    <a:pt x="1011" y="596"/>
                  </a:lnTo>
                  <a:lnTo>
                    <a:pt x="1012" y="598"/>
                  </a:lnTo>
                  <a:lnTo>
                    <a:pt x="1012" y="600"/>
                  </a:lnTo>
                  <a:lnTo>
                    <a:pt x="1011" y="600"/>
                  </a:lnTo>
                  <a:lnTo>
                    <a:pt x="1010" y="600"/>
                  </a:lnTo>
                  <a:lnTo>
                    <a:pt x="1010" y="600"/>
                  </a:lnTo>
                  <a:close/>
                  <a:moveTo>
                    <a:pt x="1020" y="614"/>
                  </a:moveTo>
                  <a:lnTo>
                    <a:pt x="1020" y="611"/>
                  </a:lnTo>
                  <a:lnTo>
                    <a:pt x="1023" y="610"/>
                  </a:lnTo>
                  <a:lnTo>
                    <a:pt x="1025" y="610"/>
                  </a:lnTo>
                  <a:lnTo>
                    <a:pt x="1026" y="610"/>
                  </a:lnTo>
                  <a:lnTo>
                    <a:pt x="1023" y="613"/>
                  </a:lnTo>
                  <a:lnTo>
                    <a:pt x="1022" y="614"/>
                  </a:lnTo>
                  <a:lnTo>
                    <a:pt x="1022" y="614"/>
                  </a:lnTo>
                  <a:lnTo>
                    <a:pt x="1020" y="614"/>
                  </a:lnTo>
                  <a:lnTo>
                    <a:pt x="1020" y="614"/>
                  </a:lnTo>
                  <a:close/>
                  <a:moveTo>
                    <a:pt x="942" y="311"/>
                  </a:moveTo>
                  <a:lnTo>
                    <a:pt x="942" y="307"/>
                  </a:lnTo>
                  <a:lnTo>
                    <a:pt x="943" y="307"/>
                  </a:lnTo>
                  <a:lnTo>
                    <a:pt x="946" y="304"/>
                  </a:lnTo>
                  <a:lnTo>
                    <a:pt x="951" y="300"/>
                  </a:lnTo>
                  <a:lnTo>
                    <a:pt x="954" y="299"/>
                  </a:lnTo>
                  <a:lnTo>
                    <a:pt x="953" y="303"/>
                  </a:lnTo>
                  <a:lnTo>
                    <a:pt x="948" y="306"/>
                  </a:lnTo>
                  <a:lnTo>
                    <a:pt x="947" y="308"/>
                  </a:lnTo>
                  <a:lnTo>
                    <a:pt x="948" y="310"/>
                  </a:lnTo>
                  <a:lnTo>
                    <a:pt x="948" y="311"/>
                  </a:lnTo>
                  <a:lnTo>
                    <a:pt x="947" y="311"/>
                  </a:lnTo>
                  <a:lnTo>
                    <a:pt x="946" y="308"/>
                  </a:lnTo>
                  <a:lnTo>
                    <a:pt x="944" y="310"/>
                  </a:lnTo>
                  <a:lnTo>
                    <a:pt x="943" y="311"/>
                  </a:lnTo>
                  <a:lnTo>
                    <a:pt x="942" y="311"/>
                  </a:lnTo>
                  <a:lnTo>
                    <a:pt x="942" y="311"/>
                  </a:lnTo>
                  <a:close/>
                  <a:moveTo>
                    <a:pt x="928" y="298"/>
                  </a:moveTo>
                  <a:lnTo>
                    <a:pt x="928" y="298"/>
                  </a:lnTo>
                  <a:lnTo>
                    <a:pt x="929" y="299"/>
                  </a:lnTo>
                  <a:lnTo>
                    <a:pt x="931" y="299"/>
                  </a:lnTo>
                  <a:lnTo>
                    <a:pt x="932" y="298"/>
                  </a:lnTo>
                  <a:lnTo>
                    <a:pt x="931" y="296"/>
                  </a:lnTo>
                  <a:lnTo>
                    <a:pt x="928" y="298"/>
                  </a:lnTo>
                  <a:lnTo>
                    <a:pt x="928" y="298"/>
                  </a:lnTo>
                  <a:close/>
                  <a:moveTo>
                    <a:pt x="852" y="264"/>
                  </a:moveTo>
                  <a:lnTo>
                    <a:pt x="848" y="262"/>
                  </a:lnTo>
                  <a:lnTo>
                    <a:pt x="848" y="259"/>
                  </a:lnTo>
                  <a:lnTo>
                    <a:pt x="848" y="254"/>
                  </a:lnTo>
                  <a:lnTo>
                    <a:pt x="847" y="253"/>
                  </a:lnTo>
                  <a:lnTo>
                    <a:pt x="847" y="250"/>
                  </a:lnTo>
                  <a:lnTo>
                    <a:pt x="847" y="249"/>
                  </a:lnTo>
                  <a:lnTo>
                    <a:pt x="849" y="247"/>
                  </a:lnTo>
                  <a:lnTo>
                    <a:pt x="853" y="250"/>
                  </a:lnTo>
                  <a:lnTo>
                    <a:pt x="855" y="253"/>
                  </a:lnTo>
                  <a:lnTo>
                    <a:pt x="852" y="258"/>
                  </a:lnTo>
                  <a:lnTo>
                    <a:pt x="852" y="259"/>
                  </a:lnTo>
                  <a:lnTo>
                    <a:pt x="852" y="261"/>
                  </a:lnTo>
                  <a:lnTo>
                    <a:pt x="853" y="264"/>
                  </a:lnTo>
                  <a:lnTo>
                    <a:pt x="852" y="264"/>
                  </a:lnTo>
                  <a:lnTo>
                    <a:pt x="852" y="264"/>
                  </a:lnTo>
                  <a:close/>
                  <a:moveTo>
                    <a:pt x="851" y="106"/>
                  </a:moveTo>
                  <a:lnTo>
                    <a:pt x="853" y="103"/>
                  </a:lnTo>
                  <a:lnTo>
                    <a:pt x="856" y="99"/>
                  </a:lnTo>
                  <a:lnTo>
                    <a:pt x="856" y="96"/>
                  </a:lnTo>
                  <a:lnTo>
                    <a:pt x="859" y="95"/>
                  </a:lnTo>
                  <a:lnTo>
                    <a:pt x="862" y="91"/>
                  </a:lnTo>
                  <a:lnTo>
                    <a:pt x="860" y="88"/>
                  </a:lnTo>
                  <a:lnTo>
                    <a:pt x="857" y="88"/>
                  </a:lnTo>
                  <a:lnTo>
                    <a:pt x="855" y="88"/>
                  </a:lnTo>
                  <a:lnTo>
                    <a:pt x="856" y="86"/>
                  </a:lnTo>
                  <a:lnTo>
                    <a:pt x="855" y="86"/>
                  </a:lnTo>
                  <a:lnTo>
                    <a:pt x="852" y="88"/>
                  </a:lnTo>
                  <a:lnTo>
                    <a:pt x="848" y="90"/>
                  </a:lnTo>
                  <a:lnTo>
                    <a:pt x="847" y="91"/>
                  </a:lnTo>
                  <a:lnTo>
                    <a:pt x="845" y="94"/>
                  </a:lnTo>
                  <a:lnTo>
                    <a:pt x="845" y="95"/>
                  </a:lnTo>
                  <a:lnTo>
                    <a:pt x="848" y="96"/>
                  </a:lnTo>
                  <a:lnTo>
                    <a:pt x="851" y="95"/>
                  </a:lnTo>
                  <a:lnTo>
                    <a:pt x="851" y="98"/>
                  </a:lnTo>
                  <a:lnTo>
                    <a:pt x="848" y="101"/>
                  </a:lnTo>
                  <a:lnTo>
                    <a:pt x="848" y="103"/>
                  </a:lnTo>
                  <a:lnTo>
                    <a:pt x="849" y="103"/>
                  </a:lnTo>
                  <a:lnTo>
                    <a:pt x="851" y="106"/>
                  </a:lnTo>
                  <a:lnTo>
                    <a:pt x="851" y="106"/>
                  </a:lnTo>
                  <a:close/>
                  <a:moveTo>
                    <a:pt x="814" y="192"/>
                  </a:moveTo>
                  <a:lnTo>
                    <a:pt x="814" y="189"/>
                  </a:lnTo>
                  <a:lnTo>
                    <a:pt x="815" y="186"/>
                  </a:lnTo>
                  <a:lnTo>
                    <a:pt x="814" y="185"/>
                  </a:lnTo>
                  <a:lnTo>
                    <a:pt x="814" y="181"/>
                  </a:lnTo>
                  <a:lnTo>
                    <a:pt x="811" y="179"/>
                  </a:lnTo>
                  <a:lnTo>
                    <a:pt x="813" y="178"/>
                  </a:lnTo>
                  <a:lnTo>
                    <a:pt x="813" y="175"/>
                  </a:lnTo>
                  <a:lnTo>
                    <a:pt x="817" y="177"/>
                  </a:lnTo>
                  <a:lnTo>
                    <a:pt x="819" y="178"/>
                  </a:lnTo>
                  <a:lnTo>
                    <a:pt x="821" y="179"/>
                  </a:lnTo>
                  <a:lnTo>
                    <a:pt x="821" y="177"/>
                  </a:lnTo>
                  <a:lnTo>
                    <a:pt x="818" y="173"/>
                  </a:lnTo>
                  <a:lnTo>
                    <a:pt x="815" y="170"/>
                  </a:lnTo>
                  <a:lnTo>
                    <a:pt x="814" y="168"/>
                  </a:lnTo>
                  <a:lnTo>
                    <a:pt x="817" y="168"/>
                  </a:lnTo>
                  <a:lnTo>
                    <a:pt x="815" y="166"/>
                  </a:lnTo>
                  <a:lnTo>
                    <a:pt x="818" y="163"/>
                  </a:lnTo>
                  <a:lnTo>
                    <a:pt x="818" y="159"/>
                  </a:lnTo>
                  <a:lnTo>
                    <a:pt x="819" y="155"/>
                  </a:lnTo>
                  <a:lnTo>
                    <a:pt x="821" y="155"/>
                  </a:lnTo>
                  <a:lnTo>
                    <a:pt x="823" y="154"/>
                  </a:lnTo>
                  <a:lnTo>
                    <a:pt x="823" y="149"/>
                  </a:lnTo>
                  <a:lnTo>
                    <a:pt x="825" y="148"/>
                  </a:lnTo>
                  <a:lnTo>
                    <a:pt x="829" y="145"/>
                  </a:lnTo>
                  <a:lnTo>
                    <a:pt x="832" y="145"/>
                  </a:lnTo>
                  <a:lnTo>
                    <a:pt x="834" y="149"/>
                  </a:lnTo>
                  <a:lnTo>
                    <a:pt x="836" y="152"/>
                  </a:lnTo>
                  <a:lnTo>
                    <a:pt x="836" y="155"/>
                  </a:lnTo>
                  <a:lnTo>
                    <a:pt x="837" y="156"/>
                  </a:lnTo>
                  <a:lnTo>
                    <a:pt x="838" y="158"/>
                  </a:lnTo>
                  <a:lnTo>
                    <a:pt x="838" y="160"/>
                  </a:lnTo>
                  <a:lnTo>
                    <a:pt x="840" y="162"/>
                  </a:lnTo>
                  <a:lnTo>
                    <a:pt x="840" y="163"/>
                  </a:lnTo>
                  <a:lnTo>
                    <a:pt x="841" y="166"/>
                  </a:lnTo>
                  <a:lnTo>
                    <a:pt x="844" y="166"/>
                  </a:lnTo>
                  <a:lnTo>
                    <a:pt x="844" y="167"/>
                  </a:lnTo>
                  <a:lnTo>
                    <a:pt x="845" y="170"/>
                  </a:lnTo>
                  <a:lnTo>
                    <a:pt x="847" y="175"/>
                  </a:lnTo>
                  <a:lnTo>
                    <a:pt x="844" y="178"/>
                  </a:lnTo>
                  <a:lnTo>
                    <a:pt x="842" y="179"/>
                  </a:lnTo>
                  <a:lnTo>
                    <a:pt x="840" y="179"/>
                  </a:lnTo>
                  <a:lnTo>
                    <a:pt x="838" y="179"/>
                  </a:lnTo>
                  <a:lnTo>
                    <a:pt x="840" y="181"/>
                  </a:lnTo>
                  <a:lnTo>
                    <a:pt x="841" y="181"/>
                  </a:lnTo>
                  <a:lnTo>
                    <a:pt x="841" y="186"/>
                  </a:lnTo>
                  <a:lnTo>
                    <a:pt x="841" y="189"/>
                  </a:lnTo>
                  <a:lnTo>
                    <a:pt x="836" y="192"/>
                  </a:lnTo>
                  <a:lnTo>
                    <a:pt x="834" y="193"/>
                  </a:lnTo>
                  <a:lnTo>
                    <a:pt x="833" y="193"/>
                  </a:lnTo>
                  <a:lnTo>
                    <a:pt x="833" y="190"/>
                  </a:lnTo>
                  <a:lnTo>
                    <a:pt x="832" y="189"/>
                  </a:lnTo>
                  <a:lnTo>
                    <a:pt x="829" y="192"/>
                  </a:lnTo>
                  <a:lnTo>
                    <a:pt x="826" y="190"/>
                  </a:lnTo>
                  <a:lnTo>
                    <a:pt x="822" y="192"/>
                  </a:lnTo>
                  <a:lnTo>
                    <a:pt x="819" y="192"/>
                  </a:lnTo>
                  <a:lnTo>
                    <a:pt x="819" y="189"/>
                  </a:lnTo>
                  <a:lnTo>
                    <a:pt x="817" y="189"/>
                  </a:lnTo>
                  <a:lnTo>
                    <a:pt x="817" y="190"/>
                  </a:lnTo>
                  <a:lnTo>
                    <a:pt x="814" y="192"/>
                  </a:lnTo>
                  <a:lnTo>
                    <a:pt x="814" y="192"/>
                  </a:lnTo>
                  <a:close/>
                  <a:moveTo>
                    <a:pt x="847" y="187"/>
                  </a:moveTo>
                  <a:lnTo>
                    <a:pt x="848" y="186"/>
                  </a:lnTo>
                  <a:lnTo>
                    <a:pt x="848" y="185"/>
                  </a:lnTo>
                  <a:lnTo>
                    <a:pt x="848" y="179"/>
                  </a:lnTo>
                  <a:lnTo>
                    <a:pt x="847" y="179"/>
                  </a:lnTo>
                  <a:lnTo>
                    <a:pt x="845" y="182"/>
                  </a:lnTo>
                  <a:lnTo>
                    <a:pt x="845" y="185"/>
                  </a:lnTo>
                  <a:lnTo>
                    <a:pt x="847" y="187"/>
                  </a:lnTo>
                  <a:lnTo>
                    <a:pt x="847" y="187"/>
                  </a:lnTo>
                  <a:close/>
                  <a:moveTo>
                    <a:pt x="857" y="230"/>
                  </a:moveTo>
                  <a:lnTo>
                    <a:pt x="857" y="232"/>
                  </a:lnTo>
                  <a:lnTo>
                    <a:pt x="859" y="235"/>
                  </a:lnTo>
                  <a:lnTo>
                    <a:pt x="863" y="235"/>
                  </a:lnTo>
                  <a:lnTo>
                    <a:pt x="866" y="234"/>
                  </a:lnTo>
                  <a:lnTo>
                    <a:pt x="868" y="228"/>
                  </a:lnTo>
                  <a:lnTo>
                    <a:pt x="868" y="227"/>
                  </a:lnTo>
                  <a:lnTo>
                    <a:pt x="867" y="226"/>
                  </a:lnTo>
                  <a:lnTo>
                    <a:pt x="868" y="224"/>
                  </a:lnTo>
                  <a:lnTo>
                    <a:pt x="867" y="223"/>
                  </a:lnTo>
                  <a:lnTo>
                    <a:pt x="864" y="223"/>
                  </a:lnTo>
                  <a:lnTo>
                    <a:pt x="863" y="219"/>
                  </a:lnTo>
                  <a:lnTo>
                    <a:pt x="860" y="219"/>
                  </a:lnTo>
                  <a:lnTo>
                    <a:pt x="857" y="221"/>
                  </a:lnTo>
                  <a:lnTo>
                    <a:pt x="857" y="224"/>
                  </a:lnTo>
                  <a:lnTo>
                    <a:pt x="856" y="227"/>
                  </a:lnTo>
                  <a:lnTo>
                    <a:pt x="857" y="230"/>
                  </a:lnTo>
                  <a:lnTo>
                    <a:pt x="857" y="230"/>
                  </a:lnTo>
                  <a:close/>
                  <a:moveTo>
                    <a:pt x="853" y="231"/>
                  </a:moveTo>
                  <a:lnTo>
                    <a:pt x="853" y="232"/>
                  </a:lnTo>
                  <a:lnTo>
                    <a:pt x="853" y="235"/>
                  </a:lnTo>
                  <a:lnTo>
                    <a:pt x="855" y="236"/>
                  </a:lnTo>
                  <a:lnTo>
                    <a:pt x="856" y="235"/>
                  </a:lnTo>
                  <a:lnTo>
                    <a:pt x="856" y="234"/>
                  </a:lnTo>
                  <a:lnTo>
                    <a:pt x="855" y="232"/>
                  </a:lnTo>
                  <a:lnTo>
                    <a:pt x="855" y="231"/>
                  </a:lnTo>
                  <a:lnTo>
                    <a:pt x="853" y="231"/>
                  </a:lnTo>
                  <a:lnTo>
                    <a:pt x="853" y="231"/>
                  </a:lnTo>
                  <a:close/>
                  <a:moveTo>
                    <a:pt x="811" y="209"/>
                  </a:moveTo>
                  <a:lnTo>
                    <a:pt x="811" y="205"/>
                  </a:lnTo>
                  <a:lnTo>
                    <a:pt x="813" y="201"/>
                  </a:lnTo>
                  <a:lnTo>
                    <a:pt x="815" y="198"/>
                  </a:lnTo>
                  <a:lnTo>
                    <a:pt x="818" y="198"/>
                  </a:lnTo>
                  <a:lnTo>
                    <a:pt x="819" y="198"/>
                  </a:lnTo>
                  <a:lnTo>
                    <a:pt x="822" y="198"/>
                  </a:lnTo>
                  <a:lnTo>
                    <a:pt x="823" y="198"/>
                  </a:lnTo>
                  <a:lnTo>
                    <a:pt x="826" y="198"/>
                  </a:lnTo>
                  <a:lnTo>
                    <a:pt x="826" y="200"/>
                  </a:lnTo>
                  <a:lnTo>
                    <a:pt x="829" y="201"/>
                  </a:lnTo>
                  <a:lnTo>
                    <a:pt x="829" y="200"/>
                  </a:lnTo>
                  <a:lnTo>
                    <a:pt x="832" y="201"/>
                  </a:lnTo>
                  <a:lnTo>
                    <a:pt x="833" y="201"/>
                  </a:lnTo>
                  <a:lnTo>
                    <a:pt x="837" y="205"/>
                  </a:lnTo>
                  <a:lnTo>
                    <a:pt x="838" y="205"/>
                  </a:lnTo>
                  <a:lnTo>
                    <a:pt x="837" y="207"/>
                  </a:lnTo>
                  <a:lnTo>
                    <a:pt x="838" y="208"/>
                  </a:lnTo>
                  <a:lnTo>
                    <a:pt x="840" y="208"/>
                  </a:lnTo>
                  <a:lnTo>
                    <a:pt x="842" y="207"/>
                  </a:lnTo>
                  <a:lnTo>
                    <a:pt x="844" y="209"/>
                  </a:lnTo>
                  <a:lnTo>
                    <a:pt x="845" y="211"/>
                  </a:lnTo>
                  <a:lnTo>
                    <a:pt x="845" y="212"/>
                  </a:lnTo>
                  <a:lnTo>
                    <a:pt x="847" y="213"/>
                  </a:lnTo>
                  <a:lnTo>
                    <a:pt x="845" y="215"/>
                  </a:lnTo>
                  <a:lnTo>
                    <a:pt x="841" y="215"/>
                  </a:lnTo>
                  <a:lnTo>
                    <a:pt x="838" y="217"/>
                  </a:lnTo>
                  <a:lnTo>
                    <a:pt x="836" y="219"/>
                  </a:lnTo>
                  <a:lnTo>
                    <a:pt x="832" y="216"/>
                  </a:lnTo>
                  <a:lnTo>
                    <a:pt x="828" y="216"/>
                  </a:lnTo>
                  <a:lnTo>
                    <a:pt x="823" y="213"/>
                  </a:lnTo>
                  <a:lnTo>
                    <a:pt x="821" y="213"/>
                  </a:lnTo>
                  <a:lnTo>
                    <a:pt x="818" y="212"/>
                  </a:lnTo>
                  <a:lnTo>
                    <a:pt x="817" y="209"/>
                  </a:lnTo>
                  <a:lnTo>
                    <a:pt x="814" y="209"/>
                  </a:lnTo>
                  <a:lnTo>
                    <a:pt x="811" y="209"/>
                  </a:lnTo>
                  <a:lnTo>
                    <a:pt x="811" y="209"/>
                  </a:lnTo>
                  <a:close/>
                  <a:moveTo>
                    <a:pt x="777" y="162"/>
                  </a:moveTo>
                  <a:lnTo>
                    <a:pt x="777" y="160"/>
                  </a:lnTo>
                  <a:lnTo>
                    <a:pt x="779" y="160"/>
                  </a:lnTo>
                  <a:lnTo>
                    <a:pt x="780" y="160"/>
                  </a:lnTo>
                  <a:lnTo>
                    <a:pt x="779" y="163"/>
                  </a:lnTo>
                  <a:lnTo>
                    <a:pt x="777" y="163"/>
                  </a:lnTo>
                  <a:lnTo>
                    <a:pt x="777" y="162"/>
                  </a:lnTo>
                  <a:lnTo>
                    <a:pt x="777" y="162"/>
                  </a:lnTo>
                  <a:close/>
                  <a:moveTo>
                    <a:pt x="779" y="178"/>
                  </a:moveTo>
                  <a:lnTo>
                    <a:pt x="780" y="182"/>
                  </a:lnTo>
                  <a:lnTo>
                    <a:pt x="783" y="185"/>
                  </a:lnTo>
                  <a:lnTo>
                    <a:pt x="784" y="185"/>
                  </a:lnTo>
                  <a:lnTo>
                    <a:pt x="787" y="185"/>
                  </a:lnTo>
                  <a:lnTo>
                    <a:pt x="788" y="186"/>
                  </a:lnTo>
                  <a:lnTo>
                    <a:pt x="790" y="186"/>
                  </a:lnTo>
                  <a:lnTo>
                    <a:pt x="794" y="183"/>
                  </a:lnTo>
                  <a:lnTo>
                    <a:pt x="794" y="182"/>
                  </a:lnTo>
                  <a:lnTo>
                    <a:pt x="796" y="181"/>
                  </a:lnTo>
                  <a:lnTo>
                    <a:pt x="799" y="177"/>
                  </a:lnTo>
                  <a:lnTo>
                    <a:pt x="799" y="174"/>
                  </a:lnTo>
                  <a:lnTo>
                    <a:pt x="800" y="168"/>
                  </a:lnTo>
                  <a:lnTo>
                    <a:pt x="802" y="166"/>
                  </a:lnTo>
                  <a:lnTo>
                    <a:pt x="800" y="164"/>
                  </a:lnTo>
                  <a:lnTo>
                    <a:pt x="800" y="163"/>
                  </a:lnTo>
                  <a:lnTo>
                    <a:pt x="802" y="162"/>
                  </a:lnTo>
                  <a:lnTo>
                    <a:pt x="804" y="158"/>
                  </a:lnTo>
                  <a:lnTo>
                    <a:pt x="806" y="158"/>
                  </a:lnTo>
                  <a:lnTo>
                    <a:pt x="809" y="155"/>
                  </a:lnTo>
                  <a:lnTo>
                    <a:pt x="811" y="152"/>
                  </a:lnTo>
                  <a:lnTo>
                    <a:pt x="811" y="149"/>
                  </a:lnTo>
                  <a:lnTo>
                    <a:pt x="811" y="147"/>
                  </a:lnTo>
                  <a:lnTo>
                    <a:pt x="814" y="145"/>
                  </a:lnTo>
                  <a:lnTo>
                    <a:pt x="814" y="143"/>
                  </a:lnTo>
                  <a:lnTo>
                    <a:pt x="813" y="140"/>
                  </a:lnTo>
                  <a:lnTo>
                    <a:pt x="813" y="137"/>
                  </a:lnTo>
                  <a:lnTo>
                    <a:pt x="811" y="137"/>
                  </a:lnTo>
                  <a:lnTo>
                    <a:pt x="809" y="136"/>
                  </a:lnTo>
                  <a:lnTo>
                    <a:pt x="806" y="136"/>
                  </a:lnTo>
                  <a:lnTo>
                    <a:pt x="804" y="134"/>
                  </a:lnTo>
                  <a:lnTo>
                    <a:pt x="806" y="132"/>
                  </a:lnTo>
                  <a:lnTo>
                    <a:pt x="810" y="130"/>
                  </a:lnTo>
                  <a:lnTo>
                    <a:pt x="810" y="129"/>
                  </a:lnTo>
                  <a:lnTo>
                    <a:pt x="809" y="126"/>
                  </a:lnTo>
                  <a:lnTo>
                    <a:pt x="809" y="124"/>
                  </a:lnTo>
                  <a:lnTo>
                    <a:pt x="809" y="121"/>
                  </a:lnTo>
                  <a:lnTo>
                    <a:pt x="806" y="118"/>
                  </a:lnTo>
                  <a:lnTo>
                    <a:pt x="804" y="118"/>
                  </a:lnTo>
                  <a:lnTo>
                    <a:pt x="802" y="121"/>
                  </a:lnTo>
                  <a:lnTo>
                    <a:pt x="798" y="121"/>
                  </a:lnTo>
                  <a:lnTo>
                    <a:pt x="796" y="124"/>
                  </a:lnTo>
                  <a:lnTo>
                    <a:pt x="795" y="125"/>
                  </a:lnTo>
                  <a:lnTo>
                    <a:pt x="792" y="125"/>
                  </a:lnTo>
                  <a:lnTo>
                    <a:pt x="792" y="122"/>
                  </a:lnTo>
                  <a:lnTo>
                    <a:pt x="795" y="121"/>
                  </a:lnTo>
                  <a:lnTo>
                    <a:pt x="796" y="120"/>
                  </a:lnTo>
                  <a:lnTo>
                    <a:pt x="796" y="115"/>
                  </a:lnTo>
                  <a:lnTo>
                    <a:pt x="798" y="110"/>
                  </a:lnTo>
                  <a:lnTo>
                    <a:pt x="796" y="107"/>
                  </a:lnTo>
                  <a:lnTo>
                    <a:pt x="795" y="106"/>
                  </a:lnTo>
                  <a:lnTo>
                    <a:pt x="794" y="103"/>
                  </a:lnTo>
                  <a:lnTo>
                    <a:pt x="791" y="102"/>
                  </a:lnTo>
                  <a:lnTo>
                    <a:pt x="788" y="102"/>
                  </a:lnTo>
                  <a:lnTo>
                    <a:pt x="784" y="102"/>
                  </a:lnTo>
                  <a:lnTo>
                    <a:pt x="781" y="105"/>
                  </a:lnTo>
                  <a:lnTo>
                    <a:pt x="779" y="103"/>
                  </a:lnTo>
                  <a:lnTo>
                    <a:pt x="779" y="99"/>
                  </a:lnTo>
                  <a:lnTo>
                    <a:pt x="779" y="98"/>
                  </a:lnTo>
                  <a:lnTo>
                    <a:pt x="776" y="101"/>
                  </a:lnTo>
                  <a:lnTo>
                    <a:pt x="775" y="103"/>
                  </a:lnTo>
                  <a:lnTo>
                    <a:pt x="772" y="105"/>
                  </a:lnTo>
                  <a:lnTo>
                    <a:pt x="770" y="107"/>
                  </a:lnTo>
                  <a:lnTo>
                    <a:pt x="768" y="111"/>
                  </a:lnTo>
                  <a:lnTo>
                    <a:pt x="768" y="114"/>
                  </a:lnTo>
                  <a:lnTo>
                    <a:pt x="770" y="115"/>
                  </a:lnTo>
                  <a:lnTo>
                    <a:pt x="772" y="114"/>
                  </a:lnTo>
                  <a:lnTo>
                    <a:pt x="775" y="113"/>
                  </a:lnTo>
                  <a:lnTo>
                    <a:pt x="776" y="114"/>
                  </a:lnTo>
                  <a:lnTo>
                    <a:pt x="773" y="117"/>
                  </a:lnTo>
                  <a:lnTo>
                    <a:pt x="769" y="120"/>
                  </a:lnTo>
                  <a:lnTo>
                    <a:pt x="766" y="124"/>
                  </a:lnTo>
                  <a:lnTo>
                    <a:pt x="766" y="125"/>
                  </a:lnTo>
                  <a:lnTo>
                    <a:pt x="770" y="122"/>
                  </a:lnTo>
                  <a:lnTo>
                    <a:pt x="775" y="120"/>
                  </a:lnTo>
                  <a:lnTo>
                    <a:pt x="776" y="120"/>
                  </a:lnTo>
                  <a:lnTo>
                    <a:pt x="779" y="118"/>
                  </a:lnTo>
                  <a:lnTo>
                    <a:pt x="780" y="121"/>
                  </a:lnTo>
                  <a:lnTo>
                    <a:pt x="779" y="124"/>
                  </a:lnTo>
                  <a:lnTo>
                    <a:pt x="777" y="124"/>
                  </a:lnTo>
                  <a:lnTo>
                    <a:pt x="773" y="126"/>
                  </a:lnTo>
                  <a:lnTo>
                    <a:pt x="773" y="129"/>
                  </a:lnTo>
                  <a:lnTo>
                    <a:pt x="773" y="130"/>
                  </a:lnTo>
                  <a:lnTo>
                    <a:pt x="777" y="129"/>
                  </a:lnTo>
                  <a:lnTo>
                    <a:pt x="780" y="130"/>
                  </a:lnTo>
                  <a:lnTo>
                    <a:pt x="777" y="133"/>
                  </a:lnTo>
                  <a:lnTo>
                    <a:pt x="773" y="134"/>
                  </a:lnTo>
                  <a:lnTo>
                    <a:pt x="770" y="134"/>
                  </a:lnTo>
                  <a:lnTo>
                    <a:pt x="770" y="136"/>
                  </a:lnTo>
                  <a:lnTo>
                    <a:pt x="773" y="136"/>
                  </a:lnTo>
                  <a:lnTo>
                    <a:pt x="773" y="139"/>
                  </a:lnTo>
                  <a:lnTo>
                    <a:pt x="769" y="143"/>
                  </a:lnTo>
                  <a:lnTo>
                    <a:pt x="768" y="143"/>
                  </a:lnTo>
                  <a:lnTo>
                    <a:pt x="766" y="139"/>
                  </a:lnTo>
                  <a:lnTo>
                    <a:pt x="764" y="137"/>
                  </a:lnTo>
                  <a:lnTo>
                    <a:pt x="762" y="134"/>
                  </a:lnTo>
                  <a:lnTo>
                    <a:pt x="756" y="137"/>
                  </a:lnTo>
                  <a:lnTo>
                    <a:pt x="756" y="139"/>
                  </a:lnTo>
                  <a:lnTo>
                    <a:pt x="753" y="143"/>
                  </a:lnTo>
                  <a:lnTo>
                    <a:pt x="756" y="147"/>
                  </a:lnTo>
                  <a:lnTo>
                    <a:pt x="756" y="149"/>
                  </a:lnTo>
                  <a:lnTo>
                    <a:pt x="758" y="151"/>
                  </a:lnTo>
                  <a:lnTo>
                    <a:pt x="760" y="148"/>
                  </a:lnTo>
                  <a:lnTo>
                    <a:pt x="762" y="148"/>
                  </a:lnTo>
                  <a:lnTo>
                    <a:pt x="766" y="149"/>
                  </a:lnTo>
                  <a:lnTo>
                    <a:pt x="770" y="149"/>
                  </a:lnTo>
                  <a:lnTo>
                    <a:pt x="772" y="151"/>
                  </a:lnTo>
                  <a:lnTo>
                    <a:pt x="776" y="149"/>
                  </a:lnTo>
                  <a:lnTo>
                    <a:pt x="776" y="152"/>
                  </a:lnTo>
                  <a:lnTo>
                    <a:pt x="773" y="152"/>
                  </a:lnTo>
                  <a:lnTo>
                    <a:pt x="773" y="154"/>
                  </a:lnTo>
                  <a:lnTo>
                    <a:pt x="773" y="156"/>
                  </a:lnTo>
                  <a:lnTo>
                    <a:pt x="777" y="156"/>
                  </a:lnTo>
                  <a:lnTo>
                    <a:pt x="780" y="159"/>
                  </a:lnTo>
                  <a:lnTo>
                    <a:pt x="781" y="163"/>
                  </a:lnTo>
                  <a:lnTo>
                    <a:pt x="784" y="163"/>
                  </a:lnTo>
                  <a:lnTo>
                    <a:pt x="785" y="164"/>
                  </a:lnTo>
                  <a:lnTo>
                    <a:pt x="784" y="166"/>
                  </a:lnTo>
                  <a:lnTo>
                    <a:pt x="784" y="170"/>
                  </a:lnTo>
                  <a:lnTo>
                    <a:pt x="779" y="178"/>
                  </a:lnTo>
                  <a:lnTo>
                    <a:pt x="779" y="178"/>
                  </a:lnTo>
                  <a:close/>
                  <a:moveTo>
                    <a:pt x="764" y="158"/>
                  </a:moveTo>
                  <a:lnTo>
                    <a:pt x="765" y="155"/>
                  </a:lnTo>
                  <a:lnTo>
                    <a:pt x="768" y="154"/>
                  </a:lnTo>
                  <a:lnTo>
                    <a:pt x="770" y="154"/>
                  </a:lnTo>
                  <a:lnTo>
                    <a:pt x="769" y="154"/>
                  </a:lnTo>
                  <a:lnTo>
                    <a:pt x="769" y="156"/>
                  </a:lnTo>
                  <a:lnTo>
                    <a:pt x="766" y="158"/>
                  </a:lnTo>
                  <a:lnTo>
                    <a:pt x="764" y="158"/>
                  </a:lnTo>
                  <a:lnTo>
                    <a:pt x="764" y="158"/>
                  </a:lnTo>
                  <a:close/>
                  <a:moveTo>
                    <a:pt x="758" y="173"/>
                  </a:moveTo>
                  <a:lnTo>
                    <a:pt x="760" y="170"/>
                  </a:lnTo>
                  <a:lnTo>
                    <a:pt x="765" y="170"/>
                  </a:lnTo>
                  <a:lnTo>
                    <a:pt x="768" y="171"/>
                  </a:lnTo>
                  <a:lnTo>
                    <a:pt x="773" y="175"/>
                  </a:lnTo>
                  <a:lnTo>
                    <a:pt x="772" y="178"/>
                  </a:lnTo>
                  <a:lnTo>
                    <a:pt x="773" y="183"/>
                  </a:lnTo>
                  <a:lnTo>
                    <a:pt x="770" y="183"/>
                  </a:lnTo>
                  <a:lnTo>
                    <a:pt x="768" y="182"/>
                  </a:lnTo>
                  <a:lnTo>
                    <a:pt x="765" y="183"/>
                  </a:lnTo>
                  <a:lnTo>
                    <a:pt x="764" y="183"/>
                  </a:lnTo>
                  <a:lnTo>
                    <a:pt x="761" y="179"/>
                  </a:lnTo>
                  <a:lnTo>
                    <a:pt x="758" y="177"/>
                  </a:lnTo>
                  <a:lnTo>
                    <a:pt x="758" y="173"/>
                  </a:lnTo>
                  <a:lnTo>
                    <a:pt x="758" y="173"/>
                  </a:lnTo>
                  <a:close/>
                  <a:moveTo>
                    <a:pt x="723" y="197"/>
                  </a:moveTo>
                  <a:lnTo>
                    <a:pt x="724" y="196"/>
                  </a:lnTo>
                  <a:lnTo>
                    <a:pt x="728" y="196"/>
                  </a:lnTo>
                  <a:lnTo>
                    <a:pt x="727" y="197"/>
                  </a:lnTo>
                  <a:lnTo>
                    <a:pt x="724" y="198"/>
                  </a:lnTo>
                  <a:lnTo>
                    <a:pt x="723" y="197"/>
                  </a:lnTo>
                  <a:lnTo>
                    <a:pt x="723" y="197"/>
                  </a:lnTo>
                  <a:close/>
                  <a:moveTo>
                    <a:pt x="720" y="193"/>
                  </a:moveTo>
                  <a:lnTo>
                    <a:pt x="719" y="190"/>
                  </a:lnTo>
                  <a:lnTo>
                    <a:pt x="720" y="187"/>
                  </a:lnTo>
                  <a:lnTo>
                    <a:pt x="722" y="183"/>
                  </a:lnTo>
                  <a:lnTo>
                    <a:pt x="722" y="181"/>
                  </a:lnTo>
                  <a:lnTo>
                    <a:pt x="724" y="178"/>
                  </a:lnTo>
                  <a:lnTo>
                    <a:pt x="724" y="177"/>
                  </a:lnTo>
                  <a:lnTo>
                    <a:pt x="726" y="175"/>
                  </a:lnTo>
                  <a:lnTo>
                    <a:pt x="726" y="174"/>
                  </a:lnTo>
                  <a:lnTo>
                    <a:pt x="727" y="170"/>
                  </a:lnTo>
                  <a:lnTo>
                    <a:pt x="727" y="167"/>
                  </a:lnTo>
                  <a:lnTo>
                    <a:pt x="728" y="166"/>
                  </a:lnTo>
                  <a:lnTo>
                    <a:pt x="731" y="167"/>
                  </a:lnTo>
                  <a:lnTo>
                    <a:pt x="731" y="171"/>
                  </a:lnTo>
                  <a:lnTo>
                    <a:pt x="732" y="173"/>
                  </a:lnTo>
                  <a:lnTo>
                    <a:pt x="730" y="178"/>
                  </a:lnTo>
                  <a:lnTo>
                    <a:pt x="730" y="181"/>
                  </a:lnTo>
                  <a:lnTo>
                    <a:pt x="728" y="183"/>
                  </a:lnTo>
                  <a:lnTo>
                    <a:pt x="730" y="185"/>
                  </a:lnTo>
                  <a:lnTo>
                    <a:pt x="727" y="192"/>
                  </a:lnTo>
                  <a:lnTo>
                    <a:pt x="724" y="194"/>
                  </a:lnTo>
                  <a:lnTo>
                    <a:pt x="720" y="193"/>
                  </a:lnTo>
                  <a:lnTo>
                    <a:pt x="720" y="193"/>
                  </a:lnTo>
                  <a:close/>
                  <a:moveTo>
                    <a:pt x="689" y="128"/>
                  </a:moveTo>
                  <a:lnTo>
                    <a:pt x="686" y="125"/>
                  </a:lnTo>
                  <a:lnTo>
                    <a:pt x="685" y="122"/>
                  </a:lnTo>
                  <a:lnTo>
                    <a:pt x="688" y="121"/>
                  </a:lnTo>
                  <a:lnTo>
                    <a:pt x="685" y="120"/>
                  </a:lnTo>
                  <a:lnTo>
                    <a:pt x="682" y="120"/>
                  </a:lnTo>
                  <a:lnTo>
                    <a:pt x="681" y="118"/>
                  </a:lnTo>
                  <a:lnTo>
                    <a:pt x="679" y="120"/>
                  </a:lnTo>
                  <a:lnTo>
                    <a:pt x="675" y="120"/>
                  </a:lnTo>
                  <a:lnTo>
                    <a:pt x="673" y="120"/>
                  </a:lnTo>
                  <a:lnTo>
                    <a:pt x="673" y="118"/>
                  </a:lnTo>
                  <a:lnTo>
                    <a:pt x="675" y="115"/>
                  </a:lnTo>
                  <a:lnTo>
                    <a:pt x="677" y="113"/>
                  </a:lnTo>
                  <a:lnTo>
                    <a:pt x="679" y="113"/>
                  </a:lnTo>
                  <a:lnTo>
                    <a:pt x="682" y="113"/>
                  </a:lnTo>
                  <a:lnTo>
                    <a:pt x="690" y="110"/>
                  </a:lnTo>
                  <a:lnTo>
                    <a:pt x="693" y="111"/>
                  </a:lnTo>
                  <a:lnTo>
                    <a:pt x="696" y="113"/>
                  </a:lnTo>
                  <a:lnTo>
                    <a:pt x="697" y="113"/>
                  </a:lnTo>
                  <a:lnTo>
                    <a:pt x="700" y="113"/>
                  </a:lnTo>
                  <a:lnTo>
                    <a:pt x="704" y="110"/>
                  </a:lnTo>
                  <a:lnTo>
                    <a:pt x="708" y="110"/>
                  </a:lnTo>
                  <a:lnTo>
                    <a:pt x="709" y="110"/>
                  </a:lnTo>
                  <a:lnTo>
                    <a:pt x="711" y="109"/>
                  </a:lnTo>
                  <a:lnTo>
                    <a:pt x="713" y="110"/>
                  </a:lnTo>
                  <a:lnTo>
                    <a:pt x="713" y="111"/>
                  </a:lnTo>
                  <a:lnTo>
                    <a:pt x="715" y="114"/>
                  </a:lnTo>
                  <a:lnTo>
                    <a:pt x="715" y="117"/>
                  </a:lnTo>
                  <a:lnTo>
                    <a:pt x="712" y="121"/>
                  </a:lnTo>
                  <a:lnTo>
                    <a:pt x="715" y="125"/>
                  </a:lnTo>
                  <a:lnTo>
                    <a:pt x="712" y="130"/>
                  </a:lnTo>
                  <a:lnTo>
                    <a:pt x="709" y="132"/>
                  </a:lnTo>
                  <a:lnTo>
                    <a:pt x="707" y="134"/>
                  </a:lnTo>
                  <a:lnTo>
                    <a:pt x="704" y="134"/>
                  </a:lnTo>
                  <a:lnTo>
                    <a:pt x="701" y="134"/>
                  </a:lnTo>
                  <a:lnTo>
                    <a:pt x="700" y="132"/>
                  </a:lnTo>
                  <a:lnTo>
                    <a:pt x="697" y="133"/>
                  </a:lnTo>
                  <a:lnTo>
                    <a:pt x="694" y="129"/>
                  </a:lnTo>
                  <a:lnTo>
                    <a:pt x="694" y="125"/>
                  </a:lnTo>
                  <a:lnTo>
                    <a:pt x="692" y="122"/>
                  </a:lnTo>
                  <a:lnTo>
                    <a:pt x="690" y="124"/>
                  </a:lnTo>
                  <a:lnTo>
                    <a:pt x="690" y="126"/>
                  </a:lnTo>
                  <a:lnTo>
                    <a:pt x="689" y="128"/>
                  </a:lnTo>
                  <a:lnTo>
                    <a:pt x="689" y="128"/>
                  </a:lnTo>
                  <a:close/>
                  <a:moveTo>
                    <a:pt x="648" y="151"/>
                  </a:moveTo>
                  <a:lnTo>
                    <a:pt x="651" y="148"/>
                  </a:lnTo>
                  <a:lnTo>
                    <a:pt x="651" y="145"/>
                  </a:lnTo>
                  <a:lnTo>
                    <a:pt x="655" y="143"/>
                  </a:lnTo>
                  <a:lnTo>
                    <a:pt x="655" y="140"/>
                  </a:lnTo>
                  <a:lnTo>
                    <a:pt x="658" y="139"/>
                  </a:lnTo>
                  <a:lnTo>
                    <a:pt x="660" y="136"/>
                  </a:lnTo>
                  <a:lnTo>
                    <a:pt x="662" y="136"/>
                  </a:lnTo>
                  <a:lnTo>
                    <a:pt x="669" y="134"/>
                  </a:lnTo>
                  <a:lnTo>
                    <a:pt x="670" y="136"/>
                  </a:lnTo>
                  <a:lnTo>
                    <a:pt x="673" y="136"/>
                  </a:lnTo>
                  <a:lnTo>
                    <a:pt x="675" y="137"/>
                  </a:lnTo>
                  <a:lnTo>
                    <a:pt x="678" y="137"/>
                  </a:lnTo>
                  <a:lnTo>
                    <a:pt x="679" y="136"/>
                  </a:lnTo>
                  <a:lnTo>
                    <a:pt x="685" y="137"/>
                  </a:lnTo>
                  <a:lnTo>
                    <a:pt x="685" y="139"/>
                  </a:lnTo>
                  <a:lnTo>
                    <a:pt x="689" y="139"/>
                  </a:lnTo>
                  <a:lnTo>
                    <a:pt x="692" y="139"/>
                  </a:lnTo>
                  <a:lnTo>
                    <a:pt x="693" y="140"/>
                  </a:lnTo>
                  <a:lnTo>
                    <a:pt x="696" y="140"/>
                  </a:lnTo>
                  <a:lnTo>
                    <a:pt x="697" y="141"/>
                  </a:lnTo>
                  <a:lnTo>
                    <a:pt x="694" y="147"/>
                  </a:lnTo>
                  <a:lnTo>
                    <a:pt x="692" y="145"/>
                  </a:lnTo>
                  <a:lnTo>
                    <a:pt x="685" y="148"/>
                  </a:lnTo>
                  <a:lnTo>
                    <a:pt x="682" y="148"/>
                  </a:lnTo>
                  <a:lnTo>
                    <a:pt x="679" y="152"/>
                  </a:lnTo>
                  <a:lnTo>
                    <a:pt x="679" y="154"/>
                  </a:lnTo>
                  <a:lnTo>
                    <a:pt x="682" y="154"/>
                  </a:lnTo>
                  <a:lnTo>
                    <a:pt x="684" y="154"/>
                  </a:lnTo>
                  <a:lnTo>
                    <a:pt x="684" y="155"/>
                  </a:lnTo>
                  <a:lnTo>
                    <a:pt x="681" y="159"/>
                  </a:lnTo>
                  <a:lnTo>
                    <a:pt x="679" y="162"/>
                  </a:lnTo>
                  <a:lnTo>
                    <a:pt x="677" y="162"/>
                  </a:lnTo>
                  <a:lnTo>
                    <a:pt x="677" y="163"/>
                  </a:lnTo>
                  <a:lnTo>
                    <a:pt x="675" y="166"/>
                  </a:lnTo>
                  <a:lnTo>
                    <a:pt x="673" y="166"/>
                  </a:lnTo>
                  <a:lnTo>
                    <a:pt x="670" y="167"/>
                  </a:lnTo>
                  <a:lnTo>
                    <a:pt x="666" y="167"/>
                  </a:lnTo>
                  <a:lnTo>
                    <a:pt x="663" y="164"/>
                  </a:lnTo>
                  <a:lnTo>
                    <a:pt x="662" y="166"/>
                  </a:lnTo>
                  <a:lnTo>
                    <a:pt x="659" y="166"/>
                  </a:lnTo>
                  <a:lnTo>
                    <a:pt x="656" y="166"/>
                  </a:lnTo>
                  <a:lnTo>
                    <a:pt x="655" y="164"/>
                  </a:lnTo>
                  <a:lnTo>
                    <a:pt x="656" y="163"/>
                  </a:lnTo>
                  <a:lnTo>
                    <a:pt x="655" y="159"/>
                  </a:lnTo>
                  <a:lnTo>
                    <a:pt x="652" y="158"/>
                  </a:lnTo>
                  <a:lnTo>
                    <a:pt x="650" y="156"/>
                  </a:lnTo>
                  <a:lnTo>
                    <a:pt x="650" y="154"/>
                  </a:lnTo>
                  <a:lnTo>
                    <a:pt x="648" y="151"/>
                  </a:lnTo>
                  <a:lnTo>
                    <a:pt x="648" y="151"/>
                  </a:lnTo>
                  <a:close/>
                  <a:moveTo>
                    <a:pt x="645" y="140"/>
                  </a:moveTo>
                  <a:lnTo>
                    <a:pt x="647" y="141"/>
                  </a:lnTo>
                  <a:lnTo>
                    <a:pt x="651" y="140"/>
                  </a:lnTo>
                  <a:lnTo>
                    <a:pt x="654" y="137"/>
                  </a:lnTo>
                  <a:lnTo>
                    <a:pt x="654" y="133"/>
                  </a:lnTo>
                  <a:lnTo>
                    <a:pt x="654" y="132"/>
                  </a:lnTo>
                  <a:lnTo>
                    <a:pt x="654" y="129"/>
                  </a:lnTo>
                  <a:lnTo>
                    <a:pt x="655" y="126"/>
                  </a:lnTo>
                  <a:lnTo>
                    <a:pt x="652" y="126"/>
                  </a:lnTo>
                  <a:lnTo>
                    <a:pt x="651" y="126"/>
                  </a:lnTo>
                  <a:lnTo>
                    <a:pt x="648" y="125"/>
                  </a:lnTo>
                  <a:lnTo>
                    <a:pt x="647" y="128"/>
                  </a:lnTo>
                  <a:lnTo>
                    <a:pt x="644" y="128"/>
                  </a:lnTo>
                  <a:lnTo>
                    <a:pt x="644" y="130"/>
                  </a:lnTo>
                  <a:lnTo>
                    <a:pt x="644" y="133"/>
                  </a:lnTo>
                  <a:lnTo>
                    <a:pt x="643" y="136"/>
                  </a:lnTo>
                  <a:lnTo>
                    <a:pt x="645" y="140"/>
                  </a:lnTo>
                  <a:lnTo>
                    <a:pt x="645" y="140"/>
                  </a:lnTo>
                  <a:close/>
                  <a:moveTo>
                    <a:pt x="885" y="349"/>
                  </a:moveTo>
                  <a:lnTo>
                    <a:pt x="885" y="349"/>
                  </a:lnTo>
                  <a:lnTo>
                    <a:pt x="889" y="351"/>
                  </a:lnTo>
                  <a:lnTo>
                    <a:pt x="891" y="349"/>
                  </a:lnTo>
                  <a:lnTo>
                    <a:pt x="891" y="352"/>
                  </a:lnTo>
                  <a:lnTo>
                    <a:pt x="894" y="352"/>
                  </a:lnTo>
                  <a:lnTo>
                    <a:pt x="894" y="353"/>
                  </a:lnTo>
                  <a:lnTo>
                    <a:pt x="897" y="353"/>
                  </a:lnTo>
                  <a:lnTo>
                    <a:pt x="902" y="351"/>
                  </a:lnTo>
                  <a:lnTo>
                    <a:pt x="905" y="351"/>
                  </a:lnTo>
                  <a:lnTo>
                    <a:pt x="909" y="352"/>
                  </a:lnTo>
                  <a:lnTo>
                    <a:pt x="912" y="352"/>
                  </a:lnTo>
                  <a:lnTo>
                    <a:pt x="913" y="353"/>
                  </a:lnTo>
                  <a:lnTo>
                    <a:pt x="914" y="352"/>
                  </a:lnTo>
                  <a:lnTo>
                    <a:pt x="914" y="349"/>
                  </a:lnTo>
                  <a:lnTo>
                    <a:pt x="916" y="346"/>
                  </a:lnTo>
                  <a:lnTo>
                    <a:pt x="919" y="346"/>
                  </a:lnTo>
                  <a:lnTo>
                    <a:pt x="919" y="345"/>
                  </a:lnTo>
                  <a:lnTo>
                    <a:pt x="917" y="341"/>
                  </a:lnTo>
                  <a:lnTo>
                    <a:pt x="917" y="338"/>
                  </a:lnTo>
                  <a:lnTo>
                    <a:pt x="919" y="340"/>
                  </a:lnTo>
                  <a:lnTo>
                    <a:pt x="919" y="342"/>
                  </a:lnTo>
                  <a:lnTo>
                    <a:pt x="920" y="345"/>
                  </a:lnTo>
                  <a:lnTo>
                    <a:pt x="921" y="344"/>
                  </a:lnTo>
                  <a:lnTo>
                    <a:pt x="924" y="344"/>
                  </a:lnTo>
                  <a:lnTo>
                    <a:pt x="925" y="342"/>
                  </a:lnTo>
                  <a:lnTo>
                    <a:pt x="927" y="344"/>
                  </a:lnTo>
                  <a:lnTo>
                    <a:pt x="927" y="342"/>
                  </a:lnTo>
                  <a:lnTo>
                    <a:pt x="927" y="340"/>
                  </a:lnTo>
                  <a:lnTo>
                    <a:pt x="927" y="337"/>
                  </a:lnTo>
                  <a:lnTo>
                    <a:pt x="925" y="336"/>
                  </a:lnTo>
                  <a:lnTo>
                    <a:pt x="921" y="337"/>
                  </a:lnTo>
                  <a:lnTo>
                    <a:pt x="919" y="337"/>
                  </a:lnTo>
                  <a:lnTo>
                    <a:pt x="919" y="334"/>
                  </a:lnTo>
                  <a:lnTo>
                    <a:pt x="920" y="334"/>
                  </a:lnTo>
                  <a:lnTo>
                    <a:pt x="921" y="334"/>
                  </a:lnTo>
                  <a:lnTo>
                    <a:pt x="924" y="334"/>
                  </a:lnTo>
                  <a:lnTo>
                    <a:pt x="925" y="331"/>
                  </a:lnTo>
                  <a:lnTo>
                    <a:pt x="927" y="333"/>
                  </a:lnTo>
                  <a:lnTo>
                    <a:pt x="929" y="333"/>
                  </a:lnTo>
                  <a:lnTo>
                    <a:pt x="931" y="330"/>
                  </a:lnTo>
                  <a:lnTo>
                    <a:pt x="929" y="327"/>
                  </a:lnTo>
                  <a:lnTo>
                    <a:pt x="931" y="325"/>
                  </a:lnTo>
                  <a:lnTo>
                    <a:pt x="931" y="323"/>
                  </a:lnTo>
                  <a:lnTo>
                    <a:pt x="932" y="323"/>
                  </a:lnTo>
                  <a:lnTo>
                    <a:pt x="934" y="322"/>
                  </a:lnTo>
                  <a:lnTo>
                    <a:pt x="929" y="321"/>
                  </a:lnTo>
                  <a:lnTo>
                    <a:pt x="927" y="322"/>
                  </a:lnTo>
                  <a:lnTo>
                    <a:pt x="928" y="319"/>
                  </a:lnTo>
                  <a:lnTo>
                    <a:pt x="929" y="319"/>
                  </a:lnTo>
                  <a:lnTo>
                    <a:pt x="929" y="317"/>
                  </a:lnTo>
                  <a:lnTo>
                    <a:pt x="927" y="314"/>
                  </a:lnTo>
                  <a:lnTo>
                    <a:pt x="921" y="314"/>
                  </a:lnTo>
                  <a:lnTo>
                    <a:pt x="920" y="312"/>
                  </a:lnTo>
                  <a:lnTo>
                    <a:pt x="921" y="311"/>
                  </a:lnTo>
                  <a:lnTo>
                    <a:pt x="923" y="311"/>
                  </a:lnTo>
                  <a:lnTo>
                    <a:pt x="921" y="308"/>
                  </a:lnTo>
                  <a:lnTo>
                    <a:pt x="917" y="304"/>
                  </a:lnTo>
                  <a:lnTo>
                    <a:pt x="914" y="304"/>
                  </a:lnTo>
                  <a:lnTo>
                    <a:pt x="913" y="306"/>
                  </a:lnTo>
                  <a:lnTo>
                    <a:pt x="909" y="306"/>
                  </a:lnTo>
                  <a:lnTo>
                    <a:pt x="905" y="307"/>
                  </a:lnTo>
                  <a:lnTo>
                    <a:pt x="900" y="303"/>
                  </a:lnTo>
                  <a:lnTo>
                    <a:pt x="900" y="302"/>
                  </a:lnTo>
                  <a:lnTo>
                    <a:pt x="897" y="300"/>
                  </a:lnTo>
                  <a:lnTo>
                    <a:pt x="895" y="302"/>
                  </a:lnTo>
                  <a:lnTo>
                    <a:pt x="893" y="302"/>
                  </a:lnTo>
                  <a:lnTo>
                    <a:pt x="891" y="303"/>
                  </a:lnTo>
                  <a:lnTo>
                    <a:pt x="889" y="303"/>
                  </a:lnTo>
                  <a:lnTo>
                    <a:pt x="887" y="306"/>
                  </a:lnTo>
                  <a:lnTo>
                    <a:pt x="886" y="303"/>
                  </a:lnTo>
                  <a:lnTo>
                    <a:pt x="883" y="302"/>
                  </a:lnTo>
                  <a:lnTo>
                    <a:pt x="881" y="303"/>
                  </a:lnTo>
                  <a:lnTo>
                    <a:pt x="878" y="304"/>
                  </a:lnTo>
                  <a:lnTo>
                    <a:pt x="878" y="306"/>
                  </a:lnTo>
                  <a:lnTo>
                    <a:pt x="876" y="307"/>
                  </a:lnTo>
                  <a:lnTo>
                    <a:pt x="876" y="304"/>
                  </a:lnTo>
                  <a:lnTo>
                    <a:pt x="875" y="303"/>
                  </a:lnTo>
                  <a:lnTo>
                    <a:pt x="872" y="304"/>
                  </a:lnTo>
                  <a:lnTo>
                    <a:pt x="867" y="303"/>
                  </a:lnTo>
                  <a:lnTo>
                    <a:pt x="866" y="304"/>
                  </a:lnTo>
                  <a:lnTo>
                    <a:pt x="867" y="306"/>
                  </a:lnTo>
                  <a:lnTo>
                    <a:pt x="867" y="308"/>
                  </a:lnTo>
                  <a:lnTo>
                    <a:pt x="870" y="310"/>
                  </a:lnTo>
                  <a:lnTo>
                    <a:pt x="867" y="310"/>
                  </a:lnTo>
                  <a:lnTo>
                    <a:pt x="866" y="307"/>
                  </a:lnTo>
                  <a:lnTo>
                    <a:pt x="864" y="307"/>
                  </a:lnTo>
                  <a:lnTo>
                    <a:pt x="860" y="308"/>
                  </a:lnTo>
                  <a:lnTo>
                    <a:pt x="859" y="307"/>
                  </a:lnTo>
                  <a:lnTo>
                    <a:pt x="862" y="306"/>
                  </a:lnTo>
                  <a:lnTo>
                    <a:pt x="862" y="304"/>
                  </a:lnTo>
                  <a:lnTo>
                    <a:pt x="859" y="300"/>
                  </a:lnTo>
                  <a:lnTo>
                    <a:pt x="859" y="299"/>
                  </a:lnTo>
                  <a:lnTo>
                    <a:pt x="857" y="298"/>
                  </a:lnTo>
                  <a:lnTo>
                    <a:pt x="855" y="299"/>
                  </a:lnTo>
                  <a:lnTo>
                    <a:pt x="855" y="302"/>
                  </a:lnTo>
                  <a:lnTo>
                    <a:pt x="855" y="303"/>
                  </a:lnTo>
                  <a:lnTo>
                    <a:pt x="852" y="302"/>
                  </a:lnTo>
                  <a:lnTo>
                    <a:pt x="853" y="300"/>
                  </a:lnTo>
                  <a:lnTo>
                    <a:pt x="852" y="299"/>
                  </a:lnTo>
                  <a:lnTo>
                    <a:pt x="851" y="298"/>
                  </a:lnTo>
                  <a:lnTo>
                    <a:pt x="848" y="299"/>
                  </a:lnTo>
                  <a:lnTo>
                    <a:pt x="847" y="299"/>
                  </a:lnTo>
                  <a:lnTo>
                    <a:pt x="847" y="296"/>
                  </a:lnTo>
                  <a:lnTo>
                    <a:pt x="847" y="295"/>
                  </a:lnTo>
                  <a:lnTo>
                    <a:pt x="847" y="292"/>
                  </a:lnTo>
                  <a:lnTo>
                    <a:pt x="844" y="293"/>
                  </a:lnTo>
                  <a:lnTo>
                    <a:pt x="841" y="296"/>
                  </a:lnTo>
                  <a:lnTo>
                    <a:pt x="841" y="299"/>
                  </a:lnTo>
                  <a:lnTo>
                    <a:pt x="840" y="300"/>
                  </a:lnTo>
                  <a:lnTo>
                    <a:pt x="838" y="298"/>
                  </a:lnTo>
                  <a:lnTo>
                    <a:pt x="840" y="295"/>
                  </a:lnTo>
                  <a:lnTo>
                    <a:pt x="840" y="293"/>
                  </a:lnTo>
                  <a:lnTo>
                    <a:pt x="841" y="289"/>
                  </a:lnTo>
                  <a:lnTo>
                    <a:pt x="838" y="287"/>
                  </a:lnTo>
                  <a:lnTo>
                    <a:pt x="836" y="288"/>
                  </a:lnTo>
                  <a:lnTo>
                    <a:pt x="836" y="287"/>
                  </a:lnTo>
                  <a:lnTo>
                    <a:pt x="838" y="285"/>
                  </a:lnTo>
                  <a:lnTo>
                    <a:pt x="840" y="283"/>
                  </a:lnTo>
                  <a:lnTo>
                    <a:pt x="838" y="280"/>
                  </a:lnTo>
                  <a:lnTo>
                    <a:pt x="837" y="281"/>
                  </a:lnTo>
                  <a:lnTo>
                    <a:pt x="834" y="280"/>
                  </a:lnTo>
                  <a:lnTo>
                    <a:pt x="833" y="281"/>
                  </a:lnTo>
                  <a:lnTo>
                    <a:pt x="832" y="281"/>
                  </a:lnTo>
                  <a:lnTo>
                    <a:pt x="833" y="280"/>
                  </a:lnTo>
                  <a:lnTo>
                    <a:pt x="832" y="279"/>
                  </a:lnTo>
                  <a:lnTo>
                    <a:pt x="830" y="279"/>
                  </a:lnTo>
                  <a:lnTo>
                    <a:pt x="829" y="280"/>
                  </a:lnTo>
                  <a:lnTo>
                    <a:pt x="825" y="281"/>
                  </a:lnTo>
                  <a:lnTo>
                    <a:pt x="825" y="280"/>
                  </a:lnTo>
                  <a:lnTo>
                    <a:pt x="826" y="279"/>
                  </a:lnTo>
                  <a:lnTo>
                    <a:pt x="828" y="276"/>
                  </a:lnTo>
                  <a:lnTo>
                    <a:pt x="829" y="274"/>
                  </a:lnTo>
                  <a:lnTo>
                    <a:pt x="830" y="274"/>
                  </a:lnTo>
                  <a:lnTo>
                    <a:pt x="833" y="277"/>
                  </a:lnTo>
                  <a:lnTo>
                    <a:pt x="837" y="277"/>
                  </a:lnTo>
                  <a:lnTo>
                    <a:pt x="836" y="276"/>
                  </a:lnTo>
                  <a:lnTo>
                    <a:pt x="834" y="273"/>
                  </a:lnTo>
                  <a:lnTo>
                    <a:pt x="832" y="272"/>
                  </a:lnTo>
                  <a:lnTo>
                    <a:pt x="833" y="272"/>
                  </a:lnTo>
                  <a:lnTo>
                    <a:pt x="829" y="268"/>
                  </a:lnTo>
                  <a:lnTo>
                    <a:pt x="826" y="266"/>
                  </a:lnTo>
                  <a:lnTo>
                    <a:pt x="828" y="266"/>
                  </a:lnTo>
                  <a:lnTo>
                    <a:pt x="829" y="264"/>
                  </a:lnTo>
                  <a:lnTo>
                    <a:pt x="830" y="264"/>
                  </a:lnTo>
                  <a:lnTo>
                    <a:pt x="832" y="266"/>
                  </a:lnTo>
                  <a:lnTo>
                    <a:pt x="834" y="269"/>
                  </a:lnTo>
                  <a:lnTo>
                    <a:pt x="837" y="270"/>
                  </a:lnTo>
                  <a:lnTo>
                    <a:pt x="840" y="273"/>
                  </a:lnTo>
                  <a:lnTo>
                    <a:pt x="841" y="272"/>
                  </a:lnTo>
                  <a:lnTo>
                    <a:pt x="842" y="273"/>
                  </a:lnTo>
                  <a:lnTo>
                    <a:pt x="847" y="274"/>
                  </a:lnTo>
                  <a:lnTo>
                    <a:pt x="851" y="274"/>
                  </a:lnTo>
                  <a:lnTo>
                    <a:pt x="851" y="272"/>
                  </a:lnTo>
                  <a:lnTo>
                    <a:pt x="851" y="269"/>
                  </a:lnTo>
                  <a:lnTo>
                    <a:pt x="844" y="265"/>
                  </a:lnTo>
                  <a:lnTo>
                    <a:pt x="842" y="262"/>
                  </a:lnTo>
                  <a:lnTo>
                    <a:pt x="840" y="262"/>
                  </a:lnTo>
                  <a:lnTo>
                    <a:pt x="840" y="259"/>
                  </a:lnTo>
                  <a:lnTo>
                    <a:pt x="837" y="257"/>
                  </a:lnTo>
                  <a:lnTo>
                    <a:pt x="836" y="257"/>
                  </a:lnTo>
                  <a:lnTo>
                    <a:pt x="834" y="255"/>
                  </a:lnTo>
                  <a:lnTo>
                    <a:pt x="836" y="254"/>
                  </a:lnTo>
                  <a:lnTo>
                    <a:pt x="837" y="254"/>
                  </a:lnTo>
                  <a:lnTo>
                    <a:pt x="840" y="257"/>
                  </a:lnTo>
                  <a:lnTo>
                    <a:pt x="841" y="257"/>
                  </a:lnTo>
                  <a:lnTo>
                    <a:pt x="842" y="259"/>
                  </a:lnTo>
                  <a:lnTo>
                    <a:pt x="844" y="259"/>
                  </a:lnTo>
                  <a:lnTo>
                    <a:pt x="845" y="258"/>
                  </a:lnTo>
                  <a:lnTo>
                    <a:pt x="844" y="253"/>
                  </a:lnTo>
                  <a:lnTo>
                    <a:pt x="840" y="249"/>
                  </a:lnTo>
                  <a:lnTo>
                    <a:pt x="838" y="249"/>
                  </a:lnTo>
                  <a:lnTo>
                    <a:pt x="837" y="249"/>
                  </a:lnTo>
                  <a:lnTo>
                    <a:pt x="834" y="249"/>
                  </a:lnTo>
                  <a:lnTo>
                    <a:pt x="832" y="250"/>
                  </a:lnTo>
                  <a:lnTo>
                    <a:pt x="829" y="250"/>
                  </a:lnTo>
                  <a:lnTo>
                    <a:pt x="826" y="249"/>
                  </a:lnTo>
                  <a:lnTo>
                    <a:pt x="825" y="249"/>
                  </a:lnTo>
                  <a:lnTo>
                    <a:pt x="822" y="247"/>
                  </a:lnTo>
                  <a:lnTo>
                    <a:pt x="819" y="251"/>
                  </a:lnTo>
                  <a:lnTo>
                    <a:pt x="815" y="253"/>
                  </a:lnTo>
                  <a:lnTo>
                    <a:pt x="815" y="255"/>
                  </a:lnTo>
                  <a:lnTo>
                    <a:pt x="813" y="257"/>
                  </a:lnTo>
                  <a:lnTo>
                    <a:pt x="813" y="254"/>
                  </a:lnTo>
                  <a:lnTo>
                    <a:pt x="815" y="251"/>
                  </a:lnTo>
                  <a:lnTo>
                    <a:pt x="817" y="251"/>
                  </a:lnTo>
                  <a:lnTo>
                    <a:pt x="822" y="246"/>
                  </a:lnTo>
                  <a:lnTo>
                    <a:pt x="822" y="245"/>
                  </a:lnTo>
                  <a:lnTo>
                    <a:pt x="821" y="242"/>
                  </a:lnTo>
                  <a:lnTo>
                    <a:pt x="822" y="235"/>
                  </a:lnTo>
                  <a:lnTo>
                    <a:pt x="822" y="234"/>
                  </a:lnTo>
                  <a:lnTo>
                    <a:pt x="821" y="232"/>
                  </a:lnTo>
                  <a:lnTo>
                    <a:pt x="819" y="234"/>
                  </a:lnTo>
                  <a:lnTo>
                    <a:pt x="815" y="234"/>
                  </a:lnTo>
                  <a:lnTo>
                    <a:pt x="814" y="231"/>
                  </a:lnTo>
                  <a:lnTo>
                    <a:pt x="814" y="230"/>
                  </a:lnTo>
                  <a:lnTo>
                    <a:pt x="814" y="227"/>
                  </a:lnTo>
                  <a:lnTo>
                    <a:pt x="810" y="226"/>
                  </a:lnTo>
                  <a:lnTo>
                    <a:pt x="807" y="223"/>
                  </a:lnTo>
                  <a:lnTo>
                    <a:pt x="804" y="223"/>
                  </a:lnTo>
                  <a:lnTo>
                    <a:pt x="802" y="221"/>
                  </a:lnTo>
                  <a:lnTo>
                    <a:pt x="800" y="223"/>
                  </a:lnTo>
                  <a:lnTo>
                    <a:pt x="795" y="224"/>
                  </a:lnTo>
                  <a:lnTo>
                    <a:pt x="795" y="224"/>
                  </a:lnTo>
                  <a:lnTo>
                    <a:pt x="792" y="224"/>
                  </a:lnTo>
                  <a:lnTo>
                    <a:pt x="792" y="227"/>
                  </a:lnTo>
                  <a:lnTo>
                    <a:pt x="794" y="230"/>
                  </a:lnTo>
                  <a:lnTo>
                    <a:pt x="795" y="232"/>
                  </a:lnTo>
                  <a:lnTo>
                    <a:pt x="792" y="232"/>
                  </a:lnTo>
                  <a:lnTo>
                    <a:pt x="790" y="228"/>
                  </a:lnTo>
                  <a:lnTo>
                    <a:pt x="790" y="231"/>
                  </a:lnTo>
                  <a:lnTo>
                    <a:pt x="790" y="234"/>
                  </a:lnTo>
                  <a:lnTo>
                    <a:pt x="792" y="235"/>
                  </a:lnTo>
                  <a:lnTo>
                    <a:pt x="795" y="239"/>
                  </a:lnTo>
                  <a:lnTo>
                    <a:pt x="798" y="239"/>
                  </a:lnTo>
                  <a:lnTo>
                    <a:pt x="796" y="240"/>
                  </a:lnTo>
                  <a:lnTo>
                    <a:pt x="794" y="240"/>
                  </a:lnTo>
                  <a:lnTo>
                    <a:pt x="794" y="243"/>
                  </a:lnTo>
                  <a:lnTo>
                    <a:pt x="798" y="249"/>
                  </a:lnTo>
                  <a:lnTo>
                    <a:pt x="800" y="250"/>
                  </a:lnTo>
                  <a:lnTo>
                    <a:pt x="800" y="251"/>
                  </a:lnTo>
                  <a:lnTo>
                    <a:pt x="799" y="250"/>
                  </a:lnTo>
                  <a:lnTo>
                    <a:pt x="795" y="250"/>
                  </a:lnTo>
                  <a:lnTo>
                    <a:pt x="795" y="251"/>
                  </a:lnTo>
                  <a:lnTo>
                    <a:pt x="792" y="253"/>
                  </a:lnTo>
                  <a:lnTo>
                    <a:pt x="792" y="254"/>
                  </a:lnTo>
                  <a:lnTo>
                    <a:pt x="796" y="253"/>
                  </a:lnTo>
                  <a:lnTo>
                    <a:pt x="798" y="254"/>
                  </a:lnTo>
                  <a:lnTo>
                    <a:pt x="802" y="253"/>
                  </a:lnTo>
                  <a:lnTo>
                    <a:pt x="803" y="255"/>
                  </a:lnTo>
                  <a:lnTo>
                    <a:pt x="806" y="255"/>
                  </a:lnTo>
                  <a:lnTo>
                    <a:pt x="806" y="257"/>
                  </a:lnTo>
                  <a:lnTo>
                    <a:pt x="810" y="261"/>
                  </a:lnTo>
                  <a:lnTo>
                    <a:pt x="811" y="261"/>
                  </a:lnTo>
                  <a:lnTo>
                    <a:pt x="811" y="258"/>
                  </a:lnTo>
                  <a:lnTo>
                    <a:pt x="813" y="259"/>
                  </a:lnTo>
                  <a:lnTo>
                    <a:pt x="815" y="258"/>
                  </a:lnTo>
                  <a:lnTo>
                    <a:pt x="817" y="258"/>
                  </a:lnTo>
                  <a:lnTo>
                    <a:pt x="818" y="261"/>
                  </a:lnTo>
                  <a:lnTo>
                    <a:pt x="817" y="264"/>
                  </a:lnTo>
                  <a:lnTo>
                    <a:pt x="817" y="268"/>
                  </a:lnTo>
                  <a:lnTo>
                    <a:pt x="815" y="272"/>
                  </a:lnTo>
                  <a:lnTo>
                    <a:pt x="815" y="274"/>
                  </a:lnTo>
                  <a:lnTo>
                    <a:pt x="817" y="277"/>
                  </a:lnTo>
                  <a:lnTo>
                    <a:pt x="817" y="280"/>
                  </a:lnTo>
                  <a:lnTo>
                    <a:pt x="817" y="283"/>
                  </a:lnTo>
                  <a:lnTo>
                    <a:pt x="815" y="285"/>
                  </a:lnTo>
                  <a:lnTo>
                    <a:pt x="811" y="288"/>
                  </a:lnTo>
                  <a:lnTo>
                    <a:pt x="809" y="289"/>
                  </a:lnTo>
                  <a:lnTo>
                    <a:pt x="807" y="291"/>
                  </a:lnTo>
                  <a:lnTo>
                    <a:pt x="804" y="295"/>
                  </a:lnTo>
                  <a:lnTo>
                    <a:pt x="804" y="296"/>
                  </a:lnTo>
                  <a:lnTo>
                    <a:pt x="802" y="299"/>
                  </a:lnTo>
                  <a:lnTo>
                    <a:pt x="800" y="300"/>
                  </a:lnTo>
                  <a:lnTo>
                    <a:pt x="800" y="304"/>
                  </a:lnTo>
                  <a:lnTo>
                    <a:pt x="803" y="304"/>
                  </a:lnTo>
                  <a:lnTo>
                    <a:pt x="803" y="306"/>
                  </a:lnTo>
                  <a:lnTo>
                    <a:pt x="800" y="307"/>
                  </a:lnTo>
                  <a:lnTo>
                    <a:pt x="799" y="310"/>
                  </a:lnTo>
                  <a:lnTo>
                    <a:pt x="800" y="311"/>
                  </a:lnTo>
                  <a:lnTo>
                    <a:pt x="799" y="314"/>
                  </a:lnTo>
                  <a:lnTo>
                    <a:pt x="798" y="317"/>
                  </a:lnTo>
                  <a:lnTo>
                    <a:pt x="799" y="319"/>
                  </a:lnTo>
                  <a:lnTo>
                    <a:pt x="802" y="319"/>
                  </a:lnTo>
                  <a:lnTo>
                    <a:pt x="802" y="322"/>
                  </a:lnTo>
                  <a:lnTo>
                    <a:pt x="803" y="323"/>
                  </a:lnTo>
                  <a:lnTo>
                    <a:pt x="804" y="323"/>
                  </a:lnTo>
                  <a:lnTo>
                    <a:pt x="806" y="321"/>
                  </a:lnTo>
                  <a:lnTo>
                    <a:pt x="806" y="319"/>
                  </a:lnTo>
                  <a:lnTo>
                    <a:pt x="807" y="321"/>
                  </a:lnTo>
                  <a:lnTo>
                    <a:pt x="809" y="321"/>
                  </a:lnTo>
                  <a:lnTo>
                    <a:pt x="811" y="317"/>
                  </a:lnTo>
                  <a:lnTo>
                    <a:pt x="813" y="318"/>
                  </a:lnTo>
                  <a:lnTo>
                    <a:pt x="811" y="322"/>
                  </a:lnTo>
                  <a:lnTo>
                    <a:pt x="809" y="322"/>
                  </a:lnTo>
                  <a:lnTo>
                    <a:pt x="809" y="323"/>
                  </a:lnTo>
                  <a:lnTo>
                    <a:pt x="809" y="325"/>
                  </a:lnTo>
                  <a:lnTo>
                    <a:pt x="810" y="326"/>
                  </a:lnTo>
                  <a:lnTo>
                    <a:pt x="811" y="330"/>
                  </a:lnTo>
                  <a:lnTo>
                    <a:pt x="814" y="329"/>
                  </a:lnTo>
                  <a:lnTo>
                    <a:pt x="815" y="330"/>
                  </a:lnTo>
                  <a:lnTo>
                    <a:pt x="819" y="330"/>
                  </a:lnTo>
                  <a:lnTo>
                    <a:pt x="821" y="329"/>
                  </a:lnTo>
                  <a:lnTo>
                    <a:pt x="823" y="327"/>
                  </a:lnTo>
                  <a:lnTo>
                    <a:pt x="823" y="325"/>
                  </a:lnTo>
                  <a:lnTo>
                    <a:pt x="825" y="325"/>
                  </a:lnTo>
                  <a:lnTo>
                    <a:pt x="826" y="323"/>
                  </a:lnTo>
                  <a:lnTo>
                    <a:pt x="826" y="325"/>
                  </a:lnTo>
                  <a:lnTo>
                    <a:pt x="826" y="326"/>
                  </a:lnTo>
                  <a:lnTo>
                    <a:pt x="826" y="327"/>
                  </a:lnTo>
                  <a:lnTo>
                    <a:pt x="828" y="327"/>
                  </a:lnTo>
                  <a:lnTo>
                    <a:pt x="829" y="323"/>
                  </a:lnTo>
                  <a:lnTo>
                    <a:pt x="832" y="322"/>
                  </a:lnTo>
                  <a:lnTo>
                    <a:pt x="832" y="323"/>
                  </a:lnTo>
                  <a:lnTo>
                    <a:pt x="832" y="326"/>
                  </a:lnTo>
                  <a:lnTo>
                    <a:pt x="828" y="331"/>
                  </a:lnTo>
                  <a:lnTo>
                    <a:pt x="826" y="333"/>
                  </a:lnTo>
                  <a:lnTo>
                    <a:pt x="826" y="336"/>
                  </a:lnTo>
                  <a:lnTo>
                    <a:pt x="829" y="337"/>
                  </a:lnTo>
                  <a:lnTo>
                    <a:pt x="832" y="338"/>
                  </a:lnTo>
                  <a:lnTo>
                    <a:pt x="834" y="338"/>
                  </a:lnTo>
                  <a:lnTo>
                    <a:pt x="834" y="340"/>
                  </a:lnTo>
                  <a:lnTo>
                    <a:pt x="837" y="340"/>
                  </a:lnTo>
                  <a:lnTo>
                    <a:pt x="838" y="337"/>
                  </a:lnTo>
                  <a:lnTo>
                    <a:pt x="841" y="337"/>
                  </a:lnTo>
                  <a:lnTo>
                    <a:pt x="840" y="338"/>
                  </a:lnTo>
                  <a:lnTo>
                    <a:pt x="841" y="341"/>
                  </a:lnTo>
                  <a:lnTo>
                    <a:pt x="842" y="341"/>
                  </a:lnTo>
                  <a:lnTo>
                    <a:pt x="845" y="342"/>
                  </a:lnTo>
                  <a:lnTo>
                    <a:pt x="847" y="341"/>
                  </a:lnTo>
                  <a:lnTo>
                    <a:pt x="845" y="340"/>
                  </a:lnTo>
                  <a:lnTo>
                    <a:pt x="845" y="337"/>
                  </a:lnTo>
                  <a:lnTo>
                    <a:pt x="848" y="336"/>
                  </a:lnTo>
                  <a:lnTo>
                    <a:pt x="848" y="337"/>
                  </a:lnTo>
                  <a:lnTo>
                    <a:pt x="848" y="340"/>
                  </a:lnTo>
                  <a:lnTo>
                    <a:pt x="848" y="342"/>
                  </a:lnTo>
                  <a:lnTo>
                    <a:pt x="849" y="342"/>
                  </a:lnTo>
                  <a:lnTo>
                    <a:pt x="851" y="340"/>
                  </a:lnTo>
                  <a:lnTo>
                    <a:pt x="852" y="338"/>
                  </a:lnTo>
                  <a:lnTo>
                    <a:pt x="853" y="338"/>
                  </a:lnTo>
                  <a:lnTo>
                    <a:pt x="853" y="340"/>
                  </a:lnTo>
                  <a:lnTo>
                    <a:pt x="852" y="341"/>
                  </a:lnTo>
                  <a:lnTo>
                    <a:pt x="852" y="342"/>
                  </a:lnTo>
                  <a:lnTo>
                    <a:pt x="856" y="342"/>
                  </a:lnTo>
                  <a:lnTo>
                    <a:pt x="857" y="341"/>
                  </a:lnTo>
                  <a:lnTo>
                    <a:pt x="860" y="337"/>
                  </a:lnTo>
                  <a:lnTo>
                    <a:pt x="860" y="340"/>
                  </a:lnTo>
                  <a:lnTo>
                    <a:pt x="859" y="341"/>
                  </a:lnTo>
                  <a:lnTo>
                    <a:pt x="859" y="342"/>
                  </a:lnTo>
                  <a:lnTo>
                    <a:pt x="863" y="342"/>
                  </a:lnTo>
                  <a:lnTo>
                    <a:pt x="864" y="338"/>
                  </a:lnTo>
                  <a:lnTo>
                    <a:pt x="864" y="337"/>
                  </a:lnTo>
                  <a:lnTo>
                    <a:pt x="864" y="342"/>
                  </a:lnTo>
                  <a:lnTo>
                    <a:pt x="864" y="345"/>
                  </a:lnTo>
                  <a:lnTo>
                    <a:pt x="867" y="345"/>
                  </a:lnTo>
                  <a:lnTo>
                    <a:pt x="871" y="346"/>
                  </a:lnTo>
                  <a:lnTo>
                    <a:pt x="874" y="346"/>
                  </a:lnTo>
                  <a:lnTo>
                    <a:pt x="875" y="345"/>
                  </a:lnTo>
                  <a:lnTo>
                    <a:pt x="876" y="348"/>
                  </a:lnTo>
                  <a:lnTo>
                    <a:pt x="879" y="346"/>
                  </a:lnTo>
                  <a:lnTo>
                    <a:pt x="882" y="345"/>
                  </a:lnTo>
                  <a:lnTo>
                    <a:pt x="882" y="342"/>
                  </a:lnTo>
                  <a:lnTo>
                    <a:pt x="885" y="340"/>
                  </a:lnTo>
                  <a:lnTo>
                    <a:pt x="885" y="338"/>
                  </a:lnTo>
                  <a:lnTo>
                    <a:pt x="883" y="336"/>
                  </a:lnTo>
                  <a:lnTo>
                    <a:pt x="885" y="333"/>
                  </a:lnTo>
                  <a:lnTo>
                    <a:pt x="886" y="333"/>
                  </a:lnTo>
                  <a:lnTo>
                    <a:pt x="886" y="337"/>
                  </a:lnTo>
                  <a:lnTo>
                    <a:pt x="887" y="337"/>
                  </a:lnTo>
                  <a:lnTo>
                    <a:pt x="889" y="338"/>
                  </a:lnTo>
                  <a:lnTo>
                    <a:pt x="886" y="340"/>
                  </a:lnTo>
                  <a:lnTo>
                    <a:pt x="885" y="344"/>
                  </a:lnTo>
                  <a:lnTo>
                    <a:pt x="885" y="349"/>
                  </a:lnTo>
                  <a:lnTo>
                    <a:pt x="885" y="349"/>
                  </a:lnTo>
                  <a:close/>
                  <a:moveTo>
                    <a:pt x="788" y="221"/>
                  </a:moveTo>
                  <a:lnTo>
                    <a:pt x="790" y="220"/>
                  </a:lnTo>
                  <a:lnTo>
                    <a:pt x="790" y="219"/>
                  </a:lnTo>
                  <a:lnTo>
                    <a:pt x="788" y="219"/>
                  </a:lnTo>
                  <a:lnTo>
                    <a:pt x="787" y="220"/>
                  </a:lnTo>
                  <a:lnTo>
                    <a:pt x="788" y="221"/>
                  </a:lnTo>
                  <a:lnTo>
                    <a:pt x="788" y="221"/>
                  </a:lnTo>
                  <a:close/>
                  <a:moveTo>
                    <a:pt x="783" y="239"/>
                  </a:moveTo>
                  <a:lnTo>
                    <a:pt x="784" y="236"/>
                  </a:lnTo>
                  <a:lnTo>
                    <a:pt x="785" y="235"/>
                  </a:lnTo>
                  <a:lnTo>
                    <a:pt x="785" y="236"/>
                  </a:lnTo>
                  <a:lnTo>
                    <a:pt x="784" y="238"/>
                  </a:lnTo>
                  <a:lnTo>
                    <a:pt x="783" y="239"/>
                  </a:lnTo>
                  <a:lnTo>
                    <a:pt x="783" y="239"/>
                  </a:lnTo>
                  <a:close/>
                  <a:moveTo>
                    <a:pt x="715" y="264"/>
                  </a:moveTo>
                  <a:lnTo>
                    <a:pt x="713" y="265"/>
                  </a:lnTo>
                  <a:lnTo>
                    <a:pt x="715" y="265"/>
                  </a:lnTo>
                  <a:lnTo>
                    <a:pt x="715" y="264"/>
                  </a:lnTo>
                  <a:lnTo>
                    <a:pt x="715" y="264"/>
                  </a:lnTo>
                  <a:lnTo>
                    <a:pt x="715" y="264"/>
                  </a:lnTo>
                  <a:close/>
                  <a:moveTo>
                    <a:pt x="758" y="220"/>
                  </a:moveTo>
                  <a:lnTo>
                    <a:pt x="758" y="221"/>
                  </a:lnTo>
                  <a:lnTo>
                    <a:pt x="760" y="224"/>
                  </a:lnTo>
                  <a:lnTo>
                    <a:pt x="761" y="226"/>
                  </a:lnTo>
                  <a:lnTo>
                    <a:pt x="762" y="224"/>
                  </a:lnTo>
                  <a:lnTo>
                    <a:pt x="761" y="221"/>
                  </a:lnTo>
                  <a:lnTo>
                    <a:pt x="760" y="220"/>
                  </a:lnTo>
                  <a:lnTo>
                    <a:pt x="758" y="220"/>
                  </a:lnTo>
                  <a:lnTo>
                    <a:pt x="758" y="220"/>
                  </a:lnTo>
                  <a:close/>
                  <a:moveTo>
                    <a:pt x="738" y="221"/>
                  </a:moveTo>
                  <a:lnTo>
                    <a:pt x="738" y="223"/>
                  </a:lnTo>
                  <a:lnTo>
                    <a:pt x="739" y="224"/>
                  </a:lnTo>
                  <a:lnTo>
                    <a:pt x="741" y="223"/>
                  </a:lnTo>
                  <a:lnTo>
                    <a:pt x="743" y="221"/>
                  </a:lnTo>
                  <a:lnTo>
                    <a:pt x="746" y="223"/>
                  </a:lnTo>
                  <a:lnTo>
                    <a:pt x="750" y="220"/>
                  </a:lnTo>
                  <a:lnTo>
                    <a:pt x="751" y="220"/>
                  </a:lnTo>
                  <a:lnTo>
                    <a:pt x="754" y="219"/>
                  </a:lnTo>
                  <a:lnTo>
                    <a:pt x="753" y="217"/>
                  </a:lnTo>
                  <a:lnTo>
                    <a:pt x="749" y="217"/>
                  </a:lnTo>
                  <a:lnTo>
                    <a:pt x="746" y="219"/>
                  </a:lnTo>
                  <a:lnTo>
                    <a:pt x="746" y="219"/>
                  </a:lnTo>
                  <a:lnTo>
                    <a:pt x="743" y="220"/>
                  </a:lnTo>
                  <a:lnTo>
                    <a:pt x="743" y="220"/>
                  </a:lnTo>
                  <a:lnTo>
                    <a:pt x="742" y="219"/>
                  </a:lnTo>
                  <a:lnTo>
                    <a:pt x="739" y="220"/>
                  </a:lnTo>
                  <a:lnTo>
                    <a:pt x="738" y="221"/>
                  </a:lnTo>
                  <a:lnTo>
                    <a:pt x="738" y="221"/>
                  </a:lnTo>
                  <a:close/>
                  <a:moveTo>
                    <a:pt x="715" y="228"/>
                  </a:moveTo>
                  <a:lnTo>
                    <a:pt x="713" y="227"/>
                  </a:lnTo>
                  <a:lnTo>
                    <a:pt x="709" y="227"/>
                  </a:lnTo>
                  <a:lnTo>
                    <a:pt x="707" y="226"/>
                  </a:lnTo>
                  <a:lnTo>
                    <a:pt x="707" y="221"/>
                  </a:lnTo>
                  <a:lnTo>
                    <a:pt x="708" y="220"/>
                  </a:lnTo>
                  <a:lnTo>
                    <a:pt x="709" y="217"/>
                  </a:lnTo>
                  <a:lnTo>
                    <a:pt x="708" y="216"/>
                  </a:lnTo>
                  <a:lnTo>
                    <a:pt x="709" y="213"/>
                  </a:lnTo>
                  <a:lnTo>
                    <a:pt x="711" y="212"/>
                  </a:lnTo>
                  <a:lnTo>
                    <a:pt x="715" y="212"/>
                  </a:lnTo>
                  <a:lnTo>
                    <a:pt x="715" y="213"/>
                  </a:lnTo>
                  <a:lnTo>
                    <a:pt x="716" y="213"/>
                  </a:lnTo>
                  <a:lnTo>
                    <a:pt x="718" y="215"/>
                  </a:lnTo>
                  <a:lnTo>
                    <a:pt x="715" y="216"/>
                  </a:lnTo>
                  <a:lnTo>
                    <a:pt x="715" y="217"/>
                  </a:lnTo>
                  <a:lnTo>
                    <a:pt x="716" y="217"/>
                  </a:lnTo>
                  <a:lnTo>
                    <a:pt x="719" y="217"/>
                  </a:lnTo>
                  <a:lnTo>
                    <a:pt x="718" y="219"/>
                  </a:lnTo>
                  <a:lnTo>
                    <a:pt x="718" y="220"/>
                  </a:lnTo>
                  <a:lnTo>
                    <a:pt x="718" y="223"/>
                  </a:lnTo>
                  <a:lnTo>
                    <a:pt x="719" y="226"/>
                  </a:lnTo>
                  <a:lnTo>
                    <a:pt x="718" y="228"/>
                  </a:lnTo>
                  <a:lnTo>
                    <a:pt x="715" y="228"/>
                  </a:lnTo>
                  <a:lnTo>
                    <a:pt x="715" y="228"/>
                  </a:lnTo>
                  <a:close/>
                  <a:moveTo>
                    <a:pt x="712" y="239"/>
                  </a:moveTo>
                  <a:lnTo>
                    <a:pt x="718" y="239"/>
                  </a:lnTo>
                  <a:lnTo>
                    <a:pt x="719" y="238"/>
                  </a:lnTo>
                  <a:lnTo>
                    <a:pt x="722" y="234"/>
                  </a:lnTo>
                  <a:lnTo>
                    <a:pt x="719" y="231"/>
                  </a:lnTo>
                  <a:lnTo>
                    <a:pt x="716" y="231"/>
                  </a:lnTo>
                  <a:lnTo>
                    <a:pt x="713" y="230"/>
                  </a:lnTo>
                  <a:lnTo>
                    <a:pt x="709" y="230"/>
                  </a:lnTo>
                  <a:lnTo>
                    <a:pt x="707" y="230"/>
                  </a:lnTo>
                  <a:lnTo>
                    <a:pt x="705" y="230"/>
                  </a:lnTo>
                  <a:lnTo>
                    <a:pt x="704" y="231"/>
                  </a:lnTo>
                  <a:lnTo>
                    <a:pt x="703" y="231"/>
                  </a:lnTo>
                  <a:lnTo>
                    <a:pt x="701" y="234"/>
                  </a:lnTo>
                  <a:lnTo>
                    <a:pt x="703" y="235"/>
                  </a:lnTo>
                  <a:lnTo>
                    <a:pt x="703" y="235"/>
                  </a:lnTo>
                  <a:lnTo>
                    <a:pt x="704" y="236"/>
                  </a:lnTo>
                  <a:lnTo>
                    <a:pt x="707" y="238"/>
                  </a:lnTo>
                  <a:lnTo>
                    <a:pt x="708" y="239"/>
                  </a:lnTo>
                  <a:lnTo>
                    <a:pt x="712" y="239"/>
                  </a:lnTo>
                  <a:lnTo>
                    <a:pt x="712" y="239"/>
                  </a:lnTo>
                  <a:close/>
                  <a:moveTo>
                    <a:pt x="701" y="243"/>
                  </a:moveTo>
                  <a:lnTo>
                    <a:pt x="708" y="245"/>
                  </a:lnTo>
                  <a:lnTo>
                    <a:pt x="711" y="243"/>
                  </a:lnTo>
                  <a:lnTo>
                    <a:pt x="713" y="243"/>
                  </a:lnTo>
                  <a:lnTo>
                    <a:pt x="713" y="245"/>
                  </a:lnTo>
                  <a:lnTo>
                    <a:pt x="716" y="243"/>
                  </a:lnTo>
                  <a:lnTo>
                    <a:pt x="719" y="243"/>
                  </a:lnTo>
                  <a:lnTo>
                    <a:pt x="719" y="242"/>
                  </a:lnTo>
                  <a:lnTo>
                    <a:pt x="716" y="240"/>
                  </a:lnTo>
                  <a:lnTo>
                    <a:pt x="711" y="242"/>
                  </a:lnTo>
                  <a:lnTo>
                    <a:pt x="708" y="242"/>
                  </a:lnTo>
                  <a:lnTo>
                    <a:pt x="707" y="240"/>
                  </a:lnTo>
                  <a:lnTo>
                    <a:pt x="703" y="240"/>
                  </a:lnTo>
                  <a:lnTo>
                    <a:pt x="701" y="242"/>
                  </a:lnTo>
                  <a:lnTo>
                    <a:pt x="701" y="243"/>
                  </a:lnTo>
                  <a:lnTo>
                    <a:pt x="701" y="243"/>
                  </a:lnTo>
                  <a:close/>
                  <a:moveTo>
                    <a:pt x="700" y="250"/>
                  </a:moveTo>
                  <a:lnTo>
                    <a:pt x="703" y="250"/>
                  </a:lnTo>
                  <a:lnTo>
                    <a:pt x="704" y="249"/>
                  </a:lnTo>
                  <a:lnTo>
                    <a:pt x="708" y="247"/>
                  </a:lnTo>
                  <a:lnTo>
                    <a:pt x="713" y="246"/>
                  </a:lnTo>
                  <a:lnTo>
                    <a:pt x="715" y="246"/>
                  </a:lnTo>
                  <a:lnTo>
                    <a:pt x="716" y="246"/>
                  </a:lnTo>
                  <a:lnTo>
                    <a:pt x="719" y="246"/>
                  </a:lnTo>
                  <a:lnTo>
                    <a:pt x="719" y="247"/>
                  </a:lnTo>
                  <a:lnTo>
                    <a:pt x="716" y="249"/>
                  </a:lnTo>
                  <a:lnTo>
                    <a:pt x="715" y="249"/>
                  </a:lnTo>
                  <a:lnTo>
                    <a:pt x="711" y="250"/>
                  </a:lnTo>
                  <a:lnTo>
                    <a:pt x="711" y="251"/>
                  </a:lnTo>
                  <a:lnTo>
                    <a:pt x="708" y="253"/>
                  </a:lnTo>
                  <a:lnTo>
                    <a:pt x="705" y="251"/>
                  </a:lnTo>
                  <a:lnTo>
                    <a:pt x="703" y="251"/>
                  </a:lnTo>
                  <a:lnTo>
                    <a:pt x="701" y="251"/>
                  </a:lnTo>
                  <a:lnTo>
                    <a:pt x="700" y="251"/>
                  </a:lnTo>
                  <a:lnTo>
                    <a:pt x="700" y="250"/>
                  </a:lnTo>
                  <a:lnTo>
                    <a:pt x="700" y="250"/>
                  </a:lnTo>
                  <a:close/>
                  <a:moveTo>
                    <a:pt x="633" y="164"/>
                  </a:moveTo>
                  <a:lnTo>
                    <a:pt x="632" y="164"/>
                  </a:lnTo>
                  <a:lnTo>
                    <a:pt x="633" y="162"/>
                  </a:lnTo>
                  <a:lnTo>
                    <a:pt x="636" y="162"/>
                  </a:lnTo>
                  <a:lnTo>
                    <a:pt x="635" y="164"/>
                  </a:lnTo>
                  <a:lnTo>
                    <a:pt x="633" y="164"/>
                  </a:lnTo>
                  <a:lnTo>
                    <a:pt x="633" y="164"/>
                  </a:lnTo>
                  <a:close/>
                  <a:moveTo>
                    <a:pt x="614" y="173"/>
                  </a:moveTo>
                  <a:lnTo>
                    <a:pt x="617" y="173"/>
                  </a:lnTo>
                  <a:lnTo>
                    <a:pt x="618" y="171"/>
                  </a:lnTo>
                  <a:lnTo>
                    <a:pt x="622" y="174"/>
                  </a:lnTo>
                  <a:lnTo>
                    <a:pt x="624" y="173"/>
                  </a:lnTo>
                  <a:lnTo>
                    <a:pt x="626" y="174"/>
                  </a:lnTo>
                  <a:lnTo>
                    <a:pt x="626" y="175"/>
                  </a:lnTo>
                  <a:lnTo>
                    <a:pt x="628" y="177"/>
                  </a:lnTo>
                  <a:lnTo>
                    <a:pt x="626" y="179"/>
                  </a:lnTo>
                  <a:lnTo>
                    <a:pt x="624" y="181"/>
                  </a:lnTo>
                  <a:lnTo>
                    <a:pt x="621" y="179"/>
                  </a:lnTo>
                  <a:lnTo>
                    <a:pt x="620" y="179"/>
                  </a:lnTo>
                  <a:lnTo>
                    <a:pt x="618" y="177"/>
                  </a:lnTo>
                  <a:lnTo>
                    <a:pt x="617" y="174"/>
                  </a:lnTo>
                  <a:lnTo>
                    <a:pt x="614" y="174"/>
                  </a:lnTo>
                  <a:lnTo>
                    <a:pt x="614" y="174"/>
                  </a:lnTo>
                  <a:lnTo>
                    <a:pt x="614" y="173"/>
                  </a:lnTo>
                  <a:lnTo>
                    <a:pt x="614" y="173"/>
                  </a:lnTo>
                  <a:close/>
                  <a:moveTo>
                    <a:pt x="515" y="178"/>
                  </a:moveTo>
                  <a:lnTo>
                    <a:pt x="512" y="178"/>
                  </a:lnTo>
                  <a:lnTo>
                    <a:pt x="511" y="177"/>
                  </a:lnTo>
                  <a:lnTo>
                    <a:pt x="512" y="175"/>
                  </a:lnTo>
                  <a:lnTo>
                    <a:pt x="515" y="177"/>
                  </a:lnTo>
                  <a:lnTo>
                    <a:pt x="515" y="178"/>
                  </a:lnTo>
                  <a:lnTo>
                    <a:pt x="515" y="178"/>
                  </a:lnTo>
                  <a:lnTo>
                    <a:pt x="515" y="178"/>
                  </a:lnTo>
                  <a:close/>
                  <a:moveTo>
                    <a:pt x="525" y="193"/>
                  </a:moveTo>
                  <a:lnTo>
                    <a:pt x="529" y="190"/>
                  </a:lnTo>
                  <a:lnTo>
                    <a:pt x="529" y="192"/>
                  </a:lnTo>
                  <a:lnTo>
                    <a:pt x="525" y="193"/>
                  </a:lnTo>
                  <a:lnTo>
                    <a:pt x="525" y="193"/>
                  </a:lnTo>
                  <a:lnTo>
                    <a:pt x="525" y="193"/>
                  </a:lnTo>
                  <a:lnTo>
                    <a:pt x="525" y="193"/>
                  </a:lnTo>
                  <a:close/>
                  <a:moveTo>
                    <a:pt x="530" y="189"/>
                  </a:moveTo>
                  <a:lnTo>
                    <a:pt x="531" y="187"/>
                  </a:lnTo>
                  <a:lnTo>
                    <a:pt x="531" y="185"/>
                  </a:lnTo>
                  <a:lnTo>
                    <a:pt x="533" y="183"/>
                  </a:lnTo>
                  <a:lnTo>
                    <a:pt x="534" y="181"/>
                  </a:lnTo>
                  <a:lnTo>
                    <a:pt x="535" y="179"/>
                  </a:lnTo>
                  <a:lnTo>
                    <a:pt x="538" y="178"/>
                  </a:lnTo>
                  <a:lnTo>
                    <a:pt x="540" y="179"/>
                  </a:lnTo>
                  <a:lnTo>
                    <a:pt x="540" y="181"/>
                  </a:lnTo>
                  <a:lnTo>
                    <a:pt x="537" y="183"/>
                  </a:lnTo>
                  <a:lnTo>
                    <a:pt x="535" y="186"/>
                  </a:lnTo>
                  <a:lnTo>
                    <a:pt x="537" y="189"/>
                  </a:lnTo>
                  <a:lnTo>
                    <a:pt x="535" y="190"/>
                  </a:lnTo>
                  <a:lnTo>
                    <a:pt x="534" y="193"/>
                  </a:lnTo>
                  <a:lnTo>
                    <a:pt x="535" y="194"/>
                  </a:lnTo>
                  <a:lnTo>
                    <a:pt x="537" y="193"/>
                  </a:lnTo>
                  <a:lnTo>
                    <a:pt x="538" y="193"/>
                  </a:lnTo>
                  <a:lnTo>
                    <a:pt x="538" y="194"/>
                  </a:lnTo>
                  <a:lnTo>
                    <a:pt x="540" y="196"/>
                  </a:lnTo>
                  <a:lnTo>
                    <a:pt x="544" y="193"/>
                  </a:lnTo>
                  <a:lnTo>
                    <a:pt x="546" y="190"/>
                  </a:lnTo>
                  <a:lnTo>
                    <a:pt x="548" y="190"/>
                  </a:lnTo>
                  <a:lnTo>
                    <a:pt x="549" y="187"/>
                  </a:lnTo>
                  <a:lnTo>
                    <a:pt x="549" y="185"/>
                  </a:lnTo>
                  <a:lnTo>
                    <a:pt x="550" y="185"/>
                  </a:lnTo>
                  <a:lnTo>
                    <a:pt x="553" y="182"/>
                  </a:lnTo>
                  <a:lnTo>
                    <a:pt x="553" y="178"/>
                  </a:lnTo>
                  <a:lnTo>
                    <a:pt x="554" y="178"/>
                  </a:lnTo>
                  <a:lnTo>
                    <a:pt x="554" y="178"/>
                  </a:lnTo>
                  <a:lnTo>
                    <a:pt x="554" y="181"/>
                  </a:lnTo>
                  <a:lnTo>
                    <a:pt x="554" y="182"/>
                  </a:lnTo>
                  <a:lnTo>
                    <a:pt x="554" y="186"/>
                  </a:lnTo>
                  <a:lnTo>
                    <a:pt x="556" y="189"/>
                  </a:lnTo>
                  <a:lnTo>
                    <a:pt x="556" y="189"/>
                  </a:lnTo>
                  <a:lnTo>
                    <a:pt x="559" y="186"/>
                  </a:lnTo>
                  <a:lnTo>
                    <a:pt x="559" y="183"/>
                  </a:lnTo>
                  <a:lnTo>
                    <a:pt x="560" y="182"/>
                  </a:lnTo>
                  <a:lnTo>
                    <a:pt x="563" y="181"/>
                  </a:lnTo>
                  <a:lnTo>
                    <a:pt x="565" y="177"/>
                  </a:lnTo>
                  <a:lnTo>
                    <a:pt x="565" y="174"/>
                  </a:lnTo>
                  <a:lnTo>
                    <a:pt x="565" y="171"/>
                  </a:lnTo>
                  <a:lnTo>
                    <a:pt x="567" y="168"/>
                  </a:lnTo>
                  <a:lnTo>
                    <a:pt x="568" y="171"/>
                  </a:lnTo>
                  <a:lnTo>
                    <a:pt x="573" y="168"/>
                  </a:lnTo>
                  <a:lnTo>
                    <a:pt x="575" y="164"/>
                  </a:lnTo>
                  <a:lnTo>
                    <a:pt x="575" y="162"/>
                  </a:lnTo>
                  <a:lnTo>
                    <a:pt x="578" y="162"/>
                  </a:lnTo>
                  <a:lnTo>
                    <a:pt x="579" y="160"/>
                  </a:lnTo>
                  <a:lnTo>
                    <a:pt x="580" y="162"/>
                  </a:lnTo>
                  <a:lnTo>
                    <a:pt x="583" y="160"/>
                  </a:lnTo>
                  <a:lnTo>
                    <a:pt x="584" y="160"/>
                  </a:lnTo>
                  <a:lnTo>
                    <a:pt x="583" y="166"/>
                  </a:lnTo>
                  <a:lnTo>
                    <a:pt x="579" y="170"/>
                  </a:lnTo>
                  <a:lnTo>
                    <a:pt x="579" y="173"/>
                  </a:lnTo>
                  <a:lnTo>
                    <a:pt x="578" y="174"/>
                  </a:lnTo>
                  <a:lnTo>
                    <a:pt x="576" y="175"/>
                  </a:lnTo>
                  <a:lnTo>
                    <a:pt x="575" y="177"/>
                  </a:lnTo>
                  <a:lnTo>
                    <a:pt x="571" y="182"/>
                  </a:lnTo>
                  <a:lnTo>
                    <a:pt x="571" y="185"/>
                  </a:lnTo>
                  <a:lnTo>
                    <a:pt x="572" y="186"/>
                  </a:lnTo>
                  <a:lnTo>
                    <a:pt x="572" y="189"/>
                  </a:lnTo>
                  <a:lnTo>
                    <a:pt x="573" y="190"/>
                  </a:lnTo>
                  <a:lnTo>
                    <a:pt x="576" y="190"/>
                  </a:lnTo>
                  <a:lnTo>
                    <a:pt x="578" y="189"/>
                  </a:lnTo>
                  <a:lnTo>
                    <a:pt x="580" y="187"/>
                  </a:lnTo>
                  <a:lnTo>
                    <a:pt x="582" y="185"/>
                  </a:lnTo>
                  <a:lnTo>
                    <a:pt x="582" y="182"/>
                  </a:lnTo>
                  <a:lnTo>
                    <a:pt x="583" y="181"/>
                  </a:lnTo>
                  <a:lnTo>
                    <a:pt x="584" y="178"/>
                  </a:lnTo>
                  <a:lnTo>
                    <a:pt x="587" y="178"/>
                  </a:lnTo>
                  <a:lnTo>
                    <a:pt x="588" y="178"/>
                  </a:lnTo>
                  <a:lnTo>
                    <a:pt x="590" y="179"/>
                  </a:lnTo>
                  <a:lnTo>
                    <a:pt x="593" y="179"/>
                  </a:lnTo>
                  <a:lnTo>
                    <a:pt x="594" y="178"/>
                  </a:lnTo>
                  <a:lnTo>
                    <a:pt x="598" y="177"/>
                  </a:lnTo>
                  <a:lnTo>
                    <a:pt x="599" y="175"/>
                  </a:lnTo>
                  <a:lnTo>
                    <a:pt x="601" y="170"/>
                  </a:lnTo>
                  <a:lnTo>
                    <a:pt x="603" y="166"/>
                  </a:lnTo>
                  <a:lnTo>
                    <a:pt x="603" y="163"/>
                  </a:lnTo>
                  <a:lnTo>
                    <a:pt x="605" y="162"/>
                  </a:lnTo>
                  <a:lnTo>
                    <a:pt x="607" y="166"/>
                  </a:lnTo>
                  <a:lnTo>
                    <a:pt x="609" y="166"/>
                  </a:lnTo>
                  <a:lnTo>
                    <a:pt x="610" y="164"/>
                  </a:lnTo>
                  <a:lnTo>
                    <a:pt x="610" y="163"/>
                  </a:lnTo>
                  <a:lnTo>
                    <a:pt x="607" y="159"/>
                  </a:lnTo>
                  <a:lnTo>
                    <a:pt x="607" y="156"/>
                  </a:lnTo>
                  <a:lnTo>
                    <a:pt x="610" y="154"/>
                  </a:lnTo>
                  <a:lnTo>
                    <a:pt x="613" y="154"/>
                  </a:lnTo>
                  <a:lnTo>
                    <a:pt x="616" y="152"/>
                  </a:lnTo>
                  <a:lnTo>
                    <a:pt x="617" y="154"/>
                  </a:lnTo>
                  <a:lnTo>
                    <a:pt x="620" y="152"/>
                  </a:lnTo>
                  <a:lnTo>
                    <a:pt x="622" y="149"/>
                  </a:lnTo>
                  <a:lnTo>
                    <a:pt x="621" y="148"/>
                  </a:lnTo>
                  <a:lnTo>
                    <a:pt x="621" y="141"/>
                  </a:lnTo>
                  <a:lnTo>
                    <a:pt x="621" y="140"/>
                  </a:lnTo>
                  <a:lnTo>
                    <a:pt x="621" y="139"/>
                  </a:lnTo>
                  <a:lnTo>
                    <a:pt x="621" y="136"/>
                  </a:lnTo>
                  <a:lnTo>
                    <a:pt x="618" y="134"/>
                  </a:lnTo>
                  <a:lnTo>
                    <a:pt x="617" y="136"/>
                  </a:lnTo>
                  <a:lnTo>
                    <a:pt x="613" y="137"/>
                  </a:lnTo>
                  <a:lnTo>
                    <a:pt x="613" y="141"/>
                  </a:lnTo>
                  <a:lnTo>
                    <a:pt x="613" y="143"/>
                  </a:lnTo>
                  <a:lnTo>
                    <a:pt x="613" y="145"/>
                  </a:lnTo>
                  <a:lnTo>
                    <a:pt x="612" y="145"/>
                  </a:lnTo>
                  <a:lnTo>
                    <a:pt x="610" y="143"/>
                  </a:lnTo>
                  <a:lnTo>
                    <a:pt x="609" y="143"/>
                  </a:lnTo>
                  <a:lnTo>
                    <a:pt x="609" y="144"/>
                  </a:lnTo>
                  <a:lnTo>
                    <a:pt x="607" y="145"/>
                  </a:lnTo>
                  <a:lnTo>
                    <a:pt x="606" y="144"/>
                  </a:lnTo>
                  <a:lnTo>
                    <a:pt x="606" y="140"/>
                  </a:lnTo>
                  <a:lnTo>
                    <a:pt x="603" y="137"/>
                  </a:lnTo>
                  <a:lnTo>
                    <a:pt x="602" y="137"/>
                  </a:lnTo>
                  <a:lnTo>
                    <a:pt x="601" y="139"/>
                  </a:lnTo>
                  <a:lnTo>
                    <a:pt x="598" y="137"/>
                  </a:lnTo>
                  <a:lnTo>
                    <a:pt x="595" y="137"/>
                  </a:lnTo>
                  <a:lnTo>
                    <a:pt x="593" y="137"/>
                  </a:lnTo>
                  <a:lnTo>
                    <a:pt x="587" y="136"/>
                  </a:lnTo>
                  <a:lnTo>
                    <a:pt x="584" y="139"/>
                  </a:lnTo>
                  <a:lnTo>
                    <a:pt x="583" y="141"/>
                  </a:lnTo>
                  <a:lnTo>
                    <a:pt x="582" y="143"/>
                  </a:lnTo>
                  <a:lnTo>
                    <a:pt x="580" y="141"/>
                  </a:lnTo>
                  <a:lnTo>
                    <a:pt x="579" y="141"/>
                  </a:lnTo>
                  <a:lnTo>
                    <a:pt x="572" y="147"/>
                  </a:lnTo>
                  <a:lnTo>
                    <a:pt x="569" y="149"/>
                  </a:lnTo>
                  <a:lnTo>
                    <a:pt x="568" y="149"/>
                  </a:lnTo>
                  <a:lnTo>
                    <a:pt x="564" y="152"/>
                  </a:lnTo>
                  <a:lnTo>
                    <a:pt x="561" y="152"/>
                  </a:lnTo>
                  <a:lnTo>
                    <a:pt x="560" y="154"/>
                  </a:lnTo>
                  <a:lnTo>
                    <a:pt x="559" y="156"/>
                  </a:lnTo>
                  <a:lnTo>
                    <a:pt x="554" y="156"/>
                  </a:lnTo>
                  <a:lnTo>
                    <a:pt x="553" y="156"/>
                  </a:lnTo>
                  <a:lnTo>
                    <a:pt x="550" y="156"/>
                  </a:lnTo>
                  <a:lnTo>
                    <a:pt x="549" y="158"/>
                  </a:lnTo>
                  <a:lnTo>
                    <a:pt x="546" y="158"/>
                  </a:lnTo>
                  <a:lnTo>
                    <a:pt x="542" y="162"/>
                  </a:lnTo>
                  <a:lnTo>
                    <a:pt x="540" y="163"/>
                  </a:lnTo>
                  <a:lnTo>
                    <a:pt x="535" y="162"/>
                  </a:lnTo>
                  <a:lnTo>
                    <a:pt x="533" y="163"/>
                  </a:lnTo>
                  <a:lnTo>
                    <a:pt x="526" y="164"/>
                  </a:lnTo>
                  <a:lnTo>
                    <a:pt x="523" y="168"/>
                  </a:lnTo>
                  <a:lnTo>
                    <a:pt x="522" y="168"/>
                  </a:lnTo>
                  <a:lnTo>
                    <a:pt x="518" y="170"/>
                  </a:lnTo>
                  <a:lnTo>
                    <a:pt x="516" y="173"/>
                  </a:lnTo>
                  <a:lnTo>
                    <a:pt x="519" y="173"/>
                  </a:lnTo>
                  <a:lnTo>
                    <a:pt x="519" y="174"/>
                  </a:lnTo>
                  <a:lnTo>
                    <a:pt x="518" y="174"/>
                  </a:lnTo>
                  <a:lnTo>
                    <a:pt x="516" y="175"/>
                  </a:lnTo>
                  <a:lnTo>
                    <a:pt x="519" y="177"/>
                  </a:lnTo>
                  <a:lnTo>
                    <a:pt x="518" y="179"/>
                  </a:lnTo>
                  <a:lnTo>
                    <a:pt x="514" y="181"/>
                  </a:lnTo>
                  <a:lnTo>
                    <a:pt x="514" y="182"/>
                  </a:lnTo>
                  <a:lnTo>
                    <a:pt x="516" y="182"/>
                  </a:lnTo>
                  <a:lnTo>
                    <a:pt x="519" y="182"/>
                  </a:lnTo>
                  <a:lnTo>
                    <a:pt x="521" y="179"/>
                  </a:lnTo>
                  <a:lnTo>
                    <a:pt x="523" y="179"/>
                  </a:lnTo>
                  <a:lnTo>
                    <a:pt x="526" y="181"/>
                  </a:lnTo>
                  <a:lnTo>
                    <a:pt x="527" y="183"/>
                  </a:lnTo>
                  <a:lnTo>
                    <a:pt x="527" y="187"/>
                  </a:lnTo>
                  <a:lnTo>
                    <a:pt x="530" y="189"/>
                  </a:lnTo>
                  <a:lnTo>
                    <a:pt x="530" y="189"/>
                  </a:lnTo>
                  <a:close/>
                  <a:moveTo>
                    <a:pt x="802" y="348"/>
                  </a:moveTo>
                  <a:lnTo>
                    <a:pt x="802" y="346"/>
                  </a:lnTo>
                  <a:lnTo>
                    <a:pt x="806" y="348"/>
                  </a:lnTo>
                  <a:lnTo>
                    <a:pt x="806" y="349"/>
                  </a:lnTo>
                  <a:lnTo>
                    <a:pt x="804" y="351"/>
                  </a:lnTo>
                  <a:lnTo>
                    <a:pt x="803" y="349"/>
                  </a:lnTo>
                  <a:lnTo>
                    <a:pt x="802" y="348"/>
                  </a:lnTo>
                  <a:lnTo>
                    <a:pt x="802" y="348"/>
                  </a:lnTo>
                  <a:close/>
                  <a:moveTo>
                    <a:pt x="770" y="285"/>
                  </a:moveTo>
                  <a:lnTo>
                    <a:pt x="768" y="284"/>
                  </a:lnTo>
                  <a:lnTo>
                    <a:pt x="765" y="284"/>
                  </a:lnTo>
                  <a:lnTo>
                    <a:pt x="764" y="285"/>
                  </a:lnTo>
                  <a:lnTo>
                    <a:pt x="766" y="285"/>
                  </a:lnTo>
                  <a:lnTo>
                    <a:pt x="768" y="287"/>
                  </a:lnTo>
                  <a:lnTo>
                    <a:pt x="768" y="287"/>
                  </a:lnTo>
                  <a:lnTo>
                    <a:pt x="764" y="288"/>
                  </a:lnTo>
                  <a:lnTo>
                    <a:pt x="762" y="288"/>
                  </a:lnTo>
                  <a:lnTo>
                    <a:pt x="764" y="291"/>
                  </a:lnTo>
                  <a:lnTo>
                    <a:pt x="765" y="292"/>
                  </a:lnTo>
                  <a:lnTo>
                    <a:pt x="765" y="292"/>
                  </a:lnTo>
                  <a:lnTo>
                    <a:pt x="761" y="292"/>
                  </a:lnTo>
                  <a:lnTo>
                    <a:pt x="758" y="292"/>
                  </a:lnTo>
                  <a:lnTo>
                    <a:pt x="756" y="295"/>
                  </a:lnTo>
                  <a:lnTo>
                    <a:pt x="756" y="298"/>
                  </a:lnTo>
                  <a:lnTo>
                    <a:pt x="754" y="298"/>
                  </a:lnTo>
                  <a:lnTo>
                    <a:pt x="754" y="299"/>
                  </a:lnTo>
                  <a:lnTo>
                    <a:pt x="756" y="299"/>
                  </a:lnTo>
                  <a:lnTo>
                    <a:pt x="756" y="300"/>
                  </a:lnTo>
                  <a:lnTo>
                    <a:pt x="756" y="302"/>
                  </a:lnTo>
                  <a:lnTo>
                    <a:pt x="756" y="303"/>
                  </a:lnTo>
                  <a:lnTo>
                    <a:pt x="757" y="300"/>
                  </a:lnTo>
                  <a:lnTo>
                    <a:pt x="758" y="300"/>
                  </a:lnTo>
                  <a:lnTo>
                    <a:pt x="757" y="304"/>
                  </a:lnTo>
                  <a:lnTo>
                    <a:pt x="757" y="304"/>
                  </a:lnTo>
                  <a:lnTo>
                    <a:pt x="760" y="306"/>
                  </a:lnTo>
                  <a:lnTo>
                    <a:pt x="761" y="306"/>
                  </a:lnTo>
                  <a:lnTo>
                    <a:pt x="761" y="306"/>
                  </a:lnTo>
                  <a:lnTo>
                    <a:pt x="762" y="308"/>
                  </a:lnTo>
                  <a:lnTo>
                    <a:pt x="762" y="308"/>
                  </a:lnTo>
                  <a:lnTo>
                    <a:pt x="764" y="307"/>
                  </a:lnTo>
                  <a:lnTo>
                    <a:pt x="765" y="307"/>
                  </a:lnTo>
                  <a:lnTo>
                    <a:pt x="765" y="311"/>
                  </a:lnTo>
                  <a:lnTo>
                    <a:pt x="766" y="312"/>
                  </a:lnTo>
                  <a:lnTo>
                    <a:pt x="769" y="312"/>
                  </a:lnTo>
                  <a:lnTo>
                    <a:pt x="769" y="315"/>
                  </a:lnTo>
                  <a:lnTo>
                    <a:pt x="772" y="315"/>
                  </a:lnTo>
                  <a:lnTo>
                    <a:pt x="775" y="317"/>
                  </a:lnTo>
                  <a:lnTo>
                    <a:pt x="777" y="317"/>
                  </a:lnTo>
                  <a:lnTo>
                    <a:pt x="779" y="318"/>
                  </a:lnTo>
                  <a:lnTo>
                    <a:pt x="780" y="317"/>
                  </a:lnTo>
                  <a:lnTo>
                    <a:pt x="779" y="315"/>
                  </a:lnTo>
                  <a:lnTo>
                    <a:pt x="781" y="314"/>
                  </a:lnTo>
                  <a:lnTo>
                    <a:pt x="783" y="310"/>
                  </a:lnTo>
                  <a:lnTo>
                    <a:pt x="781" y="307"/>
                  </a:lnTo>
                  <a:lnTo>
                    <a:pt x="784" y="303"/>
                  </a:lnTo>
                  <a:lnTo>
                    <a:pt x="785" y="303"/>
                  </a:lnTo>
                  <a:lnTo>
                    <a:pt x="787" y="298"/>
                  </a:lnTo>
                  <a:lnTo>
                    <a:pt x="787" y="293"/>
                  </a:lnTo>
                  <a:lnTo>
                    <a:pt x="787" y="293"/>
                  </a:lnTo>
                  <a:lnTo>
                    <a:pt x="787" y="291"/>
                  </a:lnTo>
                  <a:lnTo>
                    <a:pt x="784" y="288"/>
                  </a:lnTo>
                  <a:lnTo>
                    <a:pt x="784" y="285"/>
                  </a:lnTo>
                  <a:lnTo>
                    <a:pt x="783" y="284"/>
                  </a:lnTo>
                  <a:lnTo>
                    <a:pt x="783" y="281"/>
                  </a:lnTo>
                  <a:lnTo>
                    <a:pt x="779" y="280"/>
                  </a:lnTo>
                  <a:lnTo>
                    <a:pt x="776" y="281"/>
                  </a:lnTo>
                  <a:lnTo>
                    <a:pt x="773" y="280"/>
                  </a:lnTo>
                  <a:lnTo>
                    <a:pt x="770" y="281"/>
                  </a:lnTo>
                  <a:lnTo>
                    <a:pt x="769" y="283"/>
                  </a:lnTo>
                  <a:lnTo>
                    <a:pt x="770" y="284"/>
                  </a:lnTo>
                  <a:lnTo>
                    <a:pt x="770" y="285"/>
                  </a:lnTo>
                  <a:lnTo>
                    <a:pt x="770" y="285"/>
                  </a:lnTo>
                  <a:lnTo>
                    <a:pt x="770" y="285"/>
                  </a:lnTo>
                  <a:close/>
                  <a:moveTo>
                    <a:pt x="788" y="264"/>
                  </a:moveTo>
                  <a:lnTo>
                    <a:pt x="787" y="262"/>
                  </a:lnTo>
                  <a:lnTo>
                    <a:pt x="787" y="261"/>
                  </a:lnTo>
                  <a:lnTo>
                    <a:pt x="790" y="261"/>
                  </a:lnTo>
                  <a:lnTo>
                    <a:pt x="790" y="261"/>
                  </a:lnTo>
                  <a:lnTo>
                    <a:pt x="788" y="264"/>
                  </a:lnTo>
                  <a:lnTo>
                    <a:pt x="788" y="264"/>
                  </a:lnTo>
                  <a:close/>
                  <a:moveTo>
                    <a:pt x="785" y="277"/>
                  </a:moveTo>
                  <a:lnTo>
                    <a:pt x="784" y="276"/>
                  </a:lnTo>
                  <a:lnTo>
                    <a:pt x="783" y="274"/>
                  </a:lnTo>
                  <a:lnTo>
                    <a:pt x="784" y="273"/>
                  </a:lnTo>
                  <a:lnTo>
                    <a:pt x="784" y="272"/>
                  </a:lnTo>
                  <a:lnTo>
                    <a:pt x="784" y="269"/>
                  </a:lnTo>
                  <a:lnTo>
                    <a:pt x="785" y="268"/>
                  </a:lnTo>
                  <a:lnTo>
                    <a:pt x="790" y="268"/>
                  </a:lnTo>
                  <a:lnTo>
                    <a:pt x="787" y="274"/>
                  </a:lnTo>
                  <a:lnTo>
                    <a:pt x="785" y="277"/>
                  </a:lnTo>
                  <a:lnTo>
                    <a:pt x="785" y="277"/>
                  </a:lnTo>
                  <a:lnTo>
                    <a:pt x="785" y="277"/>
                  </a:lnTo>
                  <a:lnTo>
                    <a:pt x="785" y="277"/>
                  </a:lnTo>
                  <a:close/>
                  <a:moveTo>
                    <a:pt x="765" y="272"/>
                  </a:moveTo>
                  <a:lnTo>
                    <a:pt x="764" y="270"/>
                  </a:lnTo>
                  <a:lnTo>
                    <a:pt x="765" y="269"/>
                  </a:lnTo>
                  <a:lnTo>
                    <a:pt x="768" y="268"/>
                  </a:lnTo>
                  <a:lnTo>
                    <a:pt x="769" y="269"/>
                  </a:lnTo>
                  <a:lnTo>
                    <a:pt x="768" y="270"/>
                  </a:lnTo>
                  <a:lnTo>
                    <a:pt x="766" y="270"/>
                  </a:lnTo>
                  <a:lnTo>
                    <a:pt x="765" y="272"/>
                  </a:lnTo>
                  <a:lnTo>
                    <a:pt x="765" y="272"/>
                  </a:lnTo>
                  <a:close/>
                  <a:moveTo>
                    <a:pt x="760" y="274"/>
                  </a:moveTo>
                  <a:lnTo>
                    <a:pt x="760" y="274"/>
                  </a:lnTo>
                  <a:lnTo>
                    <a:pt x="761" y="273"/>
                  </a:lnTo>
                  <a:lnTo>
                    <a:pt x="762" y="273"/>
                  </a:lnTo>
                  <a:lnTo>
                    <a:pt x="761" y="274"/>
                  </a:lnTo>
                  <a:lnTo>
                    <a:pt x="760" y="274"/>
                  </a:lnTo>
                  <a:lnTo>
                    <a:pt x="760" y="274"/>
                  </a:lnTo>
                  <a:close/>
                  <a:moveTo>
                    <a:pt x="764" y="281"/>
                  </a:moveTo>
                  <a:lnTo>
                    <a:pt x="765" y="280"/>
                  </a:lnTo>
                  <a:lnTo>
                    <a:pt x="764" y="279"/>
                  </a:lnTo>
                  <a:lnTo>
                    <a:pt x="764" y="276"/>
                  </a:lnTo>
                  <a:lnTo>
                    <a:pt x="765" y="276"/>
                  </a:lnTo>
                  <a:lnTo>
                    <a:pt x="766" y="277"/>
                  </a:lnTo>
                  <a:lnTo>
                    <a:pt x="768" y="279"/>
                  </a:lnTo>
                  <a:lnTo>
                    <a:pt x="765" y="281"/>
                  </a:lnTo>
                  <a:lnTo>
                    <a:pt x="764" y="281"/>
                  </a:lnTo>
                  <a:lnTo>
                    <a:pt x="764" y="281"/>
                  </a:lnTo>
                  <a:close/>
                  <a:moveTo>
                    <a:pt x="758" y="284"/>
                  </a:moveTo>
                  <a:lnTo>
                    <a:pt x="757" y="283"/>
                  </a:lnTo>
                  <a:lnTo>
                    <a:pt x="757" y="279"/>
                  </a:lnTo>
                  <a:lnTo>
                    <a:pt x="757" y="279"/>
                  </a:lnTo>
                  <a:lnTo>
                    <a:pt x="758" y="277"/>
                  </a:lnTo>
                  <a:lnTo>
                    <a:pt x="760" y="277"/>
                  </a:lnTo>
                  <a:lnTo>
                    <a:pt x="762" y="279"/>
                  </a:lnTo>
                  <a:lnTo>
                    <a:pt x="762" y="279"/>
                  </a:lnTo>
                  <a:lnTo>
                    <a:pt x="762" y="280"/>
                  </a:lnTo>
                  <a:lnTo>
                    <a:pt x="762" y="281"/>
                  </a:lnTo>
                  <a:lnTo>
                    <a:pt x="760" y="283"/>
                  </a:lnTo>
                  <a:lnTo>
                    <a:pt x="760" y="284"/>
                  </a:lnTo>
                  <a:lnTo>
                    <a:pt x="758" y="284"/>
                  </a:lnTo>
                  <a:lnTo>
                    <a:pt x="758" y="284"/>
                  </a:lnTo>
                  <a:close/>
                  <a:moveTo>
                    <a:pt x="751" y="285"/>
                  </a:moveTo>
                  <a:lnTo>
                    <a:pt x="750" y="283"/>
                  </a:lnTo>
                  <a:lnTo>
                    <a:pt x="751" y="283"/>
                  </a:lnTo>
                  <a:lnTo>
                    <a:pt x="753" y="284"/>
                  </a:lnTo>
                  <a:lnTo>
                    <a:pt x="751" y="285"/>
                  </a:lnTo>
                  <a:lnTo>
                    <a:pt x="751" y="285"/>
                  </a:lnTo>
                  <a:lnTo>
                    <a:pt x="751" y="285"/>
                  </a:lnTo>
                  <a:close/>
                  <a:moveTo>
                    <a:pt x="722" y="289"/>
                  </a:moveTo>
                  <a:lnTo>
                    <a:pt x="720" y="288"/>
                  </a:lnTo>
                  <a:lnTo>
                    <a:pt x="718" y="288"/>
                  </a:lnTo>
                  <a:lnTo>
                    <a:pt x="716" y="287"/>
                  </a:lnTo>
                  <a:lnTo>
                    <a:pt x="716" y="284"/>
                  </a:lnTo>
                  <a:lnTo>
                    <a:pt x="718" y="283"/>
                  </a:lnTo>
                  <a:lnTo>
                    <a:pt x="716" y="281"/>
                  </a:lnTo>
                  <a:lnTo>
                    <a:pt x="718" y="279"/>
                  </a:lnTo>
                  <a:lnTo>
                    <a:pt x="719" y="279"/>
                  </a:lnTo>
                  <a:lnTo>
                    <a:pt x="720" y="280"/>
                  </a:lnTo>
                  <a:lnTo>
                    <a:pt x="722" y="280"/>
                  </a:lnTo>
                  <a:lnTo>
                    <a:pt x="720" y="279"/>
                  </a:lnTo>
                  <a:lnTo>
                    <a:pt x="720" y="276"/>
                  </a:lnTo>
                  <a:lnTo>
                    <a:pt x="719" y="276"/>
                  </a:lnTo>
                  <a:lnTo>
                    <a:pt x="718" y="274"/>
                  </a:lnTo>
                  <a:lnTo>
                    <a:pt x="718" y="273"/>
                  </a:lnTo>
                  <a:lnTo>
                    <a:pt x="716" y="272"/>
                  </a:lnTo>
                  <a:lnTo>
                    <a:pt x="718" y="272"/>
                  </a:lnTo>
                  <a:lnTo>
                    <a:pt x="719" y="273"/>
                  </a:lnTo>
                  <a:lnTo>
                    <a:pt x="720" y="272"/>
                  </a:lnTo>
                  <a:lnTo>
                    <a:pt x="719" y="270"/>
                  </a:lnTo>
                  <a:lnTo>
                    <a:pt x="722" y="270"/>
                  </a:lnTo>
                  <a:lnTo>
                    <a:pt x="723" y="270"/>
                  </a:lnTo>
                  <a:lnTo>
                    <a:pt x="727" y="272"/>
                  </a:lnTo>
                  <a:lnTo>
                    <a:pt x="728" y="270"/>
                  </a:lnTo>
                  <a:lnTo>
                    <a:pt x="727" y="269"/>
                  </a:lnTo>
                  <a:lnTo>
                    <a:pt x="726" y="269"/>
                  </a:lnTo>
                  <a:lnTo>
                    <a:pt x="727" y="269"/>
                  </a:lnTo>
                  <a:lnTo>
                    <a:pt x="731" y="269"/>
                  </a:lnTo>
                  <a:lnTo>
                    <a:pt x="734" y="266"/>
                  </a:lnTo>
                  <a:lnTo>
                    <a:pt x="737" y="266"/>
                  </a:lnTo>
                  <a:lnTo>
                    <a:pt x="741" y="268"/>
                  </a:lnTo>
                  <a:lnTo>
                    <a:pt x="742" y="266"/>
                  </a:lnTo>
                  <a:lnTo>
                    <a:pt x="741" y="265"/>
                  </a:lnTo>
                  <a:lnTo>
                    <a:pt x="730" y="262"/>
                  </a:lnTo>
                  <a:lnTo>
                    <a:pt x="727" y="262"/>
                  </a:lnTo>
                  <a:lnTo>
                    <a:pt x="724" y="262"/>
                  </a:lnTo>
                  <a:lnTo>
                    <a:pt x="720" y="262"/>
                  </a:lnTo>
                  <a:lnTo>
                    <a:pt x="718" y="261"/>
                  </a:lnTo>
                  <a:lnTo>
                    <a:pt x="716" y="261"/>
                  </a:lnTo>
                  <a:lnTo>
                    <a:pt x="713" y="261"/>
                  </a:lnTo>
                  <a:lnTo>
                    <a:pt x="711" y="261"/>
                  </a:lnTo>
                  <a:lnTo>
                    <a:pt x="711" y="261"/>
                  </a:lnTo>
                  <a:lnTo>
                    <a:pt x="709" y="261"/>
                  </a:lnTo>
                  <a:lnTo>
                    <a:pt x="707" y="261"/>
                  </a:lnTo>
                  <a:lnTo>
                    <a:pt x="705" y="259"/>
                  </a:lnTo>
                  <a:lnTo>
                    <a:pt x="705" y="257"/>
                  </a:lnTo>
                  <a:lnTo>
                    <a:pt x="708" y="257"/>
                  </a:lnTo>
                  <a:lnTo>
                    <a:pt x="709" y="255"/>
                  </a:lnTo>
                  <a:lnTo>
                    <a:pt x="711" y="257"/>
                  </a:lnTo>
                  <a:lnTo>
                    <a:pt x="713" y="255"/>
                  </a:lnTo>
                  <a:lnTo>
                    <a:pt x="712" y="254"/>
                  </a:lnTo>
                  <a:lnTo>
                    <a:pt x="712" y="253"/>
                  </a:lnTo>
                  <a:lnTo>
                    <a:pt x="715" y="251"/>
                  </a:lnTo>
                  <a:lnTo>
                    <a:pt x="718" y="251"/>
                  </a:lnTo>
                  <a:lnTo>
                    <a:pt x="719" y="250"/>
                  </a:lnTo>
                  <a:lnTo>
                    <a:pt x="719" y="253"/>
                  </a:lnTo>
                  <a:lnTo>
                    <a:pt x="720" y="254"/>
                  </a:lnTo>
                  <a:lnTo>
                    <a:pt x="720" y="258"/>
                  </a:lnTo>
                  <a:lnTo>
                    <a:pt x="722" y="258"/>
                  </a:lnTo>
                  <a:lnTo>
                    <a:pt x="723" y="257"/>
                  </a:lnTo>
                  <a:lnTo>
                    <a:pt x="722" y="254"/>
                  </a:lnTo>
                  <a:lnTo>
                    <a:pt x="720" y="251"/>
                  </a:lnTo>
                  <a:lnTo>
                    <a:pt x="722" y="250"/>
                  </a:lnTo>
                  <a:lnTo>
                    <a:pt x="724" y="249"/>
                  </a:lnTo>
                  <a:lnTo>
                    <a:pt x="724" y="247"/>
                  </a:lnTo>
                  <a:lnTo>
                    <a:pt x="723" y="246"/>
                  </a:lnTo>
                  <a:lnTo>
                    <a:pt x="723" y="242"/>
                  </a:lnTo>
                  <a:lnTo>
                    <a:pt x="726" y="242"/>
                  </a:lnTo>
                  <a:lnTo>
                    <a:pt x="727" y="239"/>
                  </a:lnTo>
                  <a:lnTo>
                    <a:pt x="730" y="239"/>
                  </a:lnTo>
                  <a:lnTo>
                    <a:pt x="728" y="236"/>
                  </a:lnTo>
                  <a:lnTo>
                    <a:pt x="727" y="236"/>
                  </a:lnTo>
                  <a:lnTo>
                    <a:pt x="726" y="236"/>
                  </a:lnTo>
                  <a:lnTo>
                    <a:pt x="726" y="235"/>
                  </a:lnTo>
                  <a:lnTo>
                    <a:pt x="728" y="232"/>
                  </a:lnTo>
                  <a:lnTo>
                    <a:pt x="728" y="231"/>
                  </a:lnTo>
                  <a:lnTo>
                    <a:pt x="731" y="230"/>
                  </a:lnTo>
                  <a:lnTo>
                    <a:pt x="732" y="231"/>
                  </a:lnTo>
                  <a:lnTo>
                    <a:pt x="734" y="234"/>
                  </a:lnTo>
                  <a:lnTo>
                    <a:pt x="735" y="235"/>
                  </a:lnTo>
                  <a:lnTo>
                    <a:pt x="735" y="238"/>
                  </a:lnTo>
                  <a:lnTo>
                    <a:pt x="734" y="238"/>
                  </a:lnTo>
                  <a:lnTo>
                    <a:pt x="735" y="240"/>
                  </a:lnTo>
                  <a:lnTo>
                    <a:pt x="737" y="242"/>
                  </a:lnTo>
                  <a:lnTo>
                    <a:pt x="738" y="250"/>
                  </a:lnTo>
                  <a:lnTo>
                    <a:pt x="737" y="253"/>
                  </a:lnTo>
                  <a:lnTo>
                    <a:pt x="737" y="254"/>
                  </a:lnTo>
                  <a:lnTo>
                    <a:pt x="739" y="255"/>
                  </a:lnTo>
                  <a:lnTo>
                    <a:pt x="742" y="253"/>
                  </a:lnTo>
                  <a:lnTo>
                    <a:pt x="741" y="251"/>
                  </a:lnTo>
                  <a:lnTo>
                    <a:pt x="742" y="247"/>
                  </a:lnTo>
                  <a:lnTo>
                    <a:pt x="743" y="247"/>
                  </a:lnTo>
                  <a:lnTo>
                    <a:pt x="743" y="245"/>
                  </a:lnTo>
                  <a:lnTo>
                    <a:pt x="739" y="242"/>
                  </a:lnTo>
                  <a:lnTo>
                    <a:pt x="741" y="240"/>
                  </a:lnTo>
                  <a:lnTo>
                    <a:pt x="742" y="240"/>
                  </a:lnTo>
                  <a:lnTo>
                    <a:pt x="745" y="242"/>
                  </a:lnTo>
                  <a:lnTo>
                    <a:pt x="745" y="239"/>
                  </a:lnTo>
                  <a:lnTo>
                    <a:pt x="742" y="236"/>
                  </a:lnTo>
                  <a:lnTo>
                    <a:pt x="741" y="234"/>
                  </a:lnTo>
                  <a:lnTo>
                    <a:pt x="742" y="232"/>
                  </a:lnTo>
                  <a:lnTo>
                    <a:pt x="742" y="228"/>
                  </a:lnTo>
                  <a:lnTo>
                    <a:pt x="743" y="227"/>
                  </a:lnTo>
                  <a:lnTo>
                    <a:pt x="746" y="227"/>
                  </a:lnTo>
                  <a:lnTo>
                    <a:pt x="747" y="226"/>
                  </a:lnTo>
                  <a:lnTo>
                    <a:pt x="750" y="226"/>
                  </a:lnTo>
                  <a:lnTo>
                    <a:pt x="750" y="226"/>
                  </a:lnTo>
                  <a:lnTo>
                    <a:pt x="753" y="224"/>
                  </a:lnTo>
                  <a:lnTo>
                    <a:pt x="753" y="224"/>
                  </a:lnTo>
                  <a:lnTo>
                    <a:pt x="754" y="224"/>
                  </a:lnTo>
                  <a:lnTo>
                    <a:pt x="756" y="226"/>
                  </a:lnTo>
                  <a:lnTo>
                    <a:pt x="757" y="227"/>
                  </a:lnTo>
                  <a:lnTo>
                    <a:pt x="760" y="227"/>
                  </a:lnTo>
                  <a:lnTo>
                    <a:pt x="761" y="228"/>
                  </a:lnTo>
                  <a:lnTo>
                    <a:pt x="760" y="234"/>
                  </a:lnTo>
                  <a:lnTo>
                    <a:pt x="758" y="235"/>
                  </a:lnTo>
                  <a:lnTo>
                    <a:pt x="758" y="238"/>
                  </a:lnTo>
                  <a:lnTo>
                    <a:pt x="760" y="238"/>
                  </a:lnTo>
                  <a:lnTo>
                    <a:pt x="761" y="236"/>
                  </a:lnTo>
                  <a:lnTo>
                    <a:pt x="762" y="236"/>
                  </a:lnTo>
                  <a:lnTo>
                    <a:pt x="764" y="235"/>
                  </a:lnTo>
                  <a:lnTo>
                    <a:pt x="764" y="231"/>
                  </a:lnTo>
                  <a:lnTo>
                    <a:pt x="765" y="230"/>
                  </a:lnTo>
                  <a:lnTo>
                    <a:pt x="768" y="231"/>
                  </a:lnTo>
                  <a:lnTo>
                    <a:pt x="770" y="230"/>
                  </a:lnTo>
                  <a:lnTo>
                    <a:pt x="769" y="228"/>
                  </a:lnTo>
                  <a:lnTo>
                    <a:pt x="769" y="227"/>
                  </a:lnTo>
                  <a:lnTo>
                    <a:pt x="770" y="227"/>
                  </a:lnTo>
                  <a:lnTo>
                    <a:pt x="772" y="228"/>
                  </a:lnTo>
                  <a:lnTo>
                    <a:pt x="772" y="231"/>
                  </a:lnTo>
                  <a:lnTo>
                    <a:pt x="772" y="232"/>
                  </a:lnTo>
                  <a:lnTo>
                    <a:pt x="772" y="234"/>
                  </a:lnTo>
                  <a:lnTo>
                    <a:pt x="770" y="232"/>
                  </a:lnTo>
                  <a:lnTo>
                    <a:pt x="772" y="235"/>
                  </a:lnTo>
                  <a:lnTo>
                    <a:pt x="773" y="236"/>
                  </a:lnTo>
                  <a:lnTo>
                    <a:pt x="775" y="239"/>
                  </a:lnTo>
                  <a:lnTo>
                    <a:pt x="775" y="242"/>
                  </a:lnTo>
                  <a:lnTo>
                    <a:pt x="772" y="243"/>
                  </a:lnTo>
                  <a:lnTo>
                    <a:pt x="769" y="247"/>
                  </a:lnTo>
                  <a:lnTo>
                    <a:pt x="769" y="251"/>
                  </a:lnTo>
                  <a:lnTo>
                    <a:pt x="769" y="253"/>
                  </a:lnTo>
                  <a:lnTo>
                    <a:pt x="766" y="254"/>
                  </a:lnTo>
                  <a:lnTo>
                    <a:pt x="764" y="258"/>
                  </a:lnTo>
                  <a:lnTo>
                    <a:pt x="762" y="259"/>
                  </a:lnTo>
                  <a:lnTo>
                    <a:pt x="760" y="262"/>
                  </a:lnTo>
                  <a:lnTo>
                    <a:pt x="760" y="264"/>
                  </a:lnTo>
                  <a:lnTo>
                    <a:pt x="758" y="266"/>
                  </a:lnTo>
                  <a:lnTo>
                    <a:pt x="757" y="266"/>
                  </a:lnTo>
                  <a:lnTo>
                    <a:pt x="756" y="266"/>
                  </a:lnTo>
                  <a:lnTo>
                    <a:pt x="754" y="266"/>
                  </a:lnTo>
                  <a:lnTo>
                    <a:pt x="754" y="268"/>
                  </a:lnTo>
                  <a:lnTo>
                    <a:pt x="757" y="270"/>
                  </a:lnTo>
                  <a:lnTo>
                    <a:pt x="757" y="272"/>
                  </a:lnTo>
                  <a:lnTo>
                    <a:pt x="754" y="276"/>
                  </a:lnTo>
                  <a:lnTo>
                    <a:pt x="753" y="277"/>
                  </a:lnTo>
                  <a:lnTo>
                    <a:pt x="753" y="276"/>
                  </a:lnTo>
                  <a:lnTo>
                    <a:pt x="753" y="274"/>
                  </a:lnTo>
                  <a:lnTo>
                    <a:pt x="750" y="273"/>
                  </a:lnTo>
                  <a:lnTo>
                    <a:pt x="749" y="274"/>
                  </a:lnTo>
                  <a:lnTo>
                    <a:pt x="749" y="276"/>
                  </a:lnTo>
                  <a:lnTo>
                    <a:pt x="747" y="277"/>
                  </a:lnTo>
                  <a:lnTo>
                    <a:pt x="746" y="279"/>
                  </a:lnTo>
                  <a:lnTo>
                    <a:pt x="743" y="280"/>
                  </a:lnTo>
                  <a:lnTo>
                    <a:pt x="742" y="283"/>
                  </a:lnTo>
                  <a:lnTo>
                    <a:pt x="743" y="283"/>
                  </a:lnTo>
                  <a:lnTo>
                    <a:pt x="746" y="283"/>
                  </a:lnTo>
                  <a:lnTo>
                    <a:pt x="746" y="284"/>
                  </a:lnTo>
                  <a:lnTo>
                    <a:pt x="745" y="285"/>
                  </a:lnTo>
                  <a:lnTo>
                    <a:pt x="745" y="287"/>
                  </a:lnTo>
                  <a:lnTo>
                    <a:pt x="745" y="289"/>
                  </a:lnTo>
                  <a:lnTo>
                    <a:pt x="743" y="291"/>
                  </a:lnTo>
                  <a:lnTo>
                    <a:pt x="742" y="288"/>
                  </a:lnTo>
                  <a:lnTo>
                    <a:pt x="742" y="285"/>
                  </a:lnTo>
                  <a:lnTo>
                    <a:pt x="741" y="284"/>
                  </a:lnTo>
                  <a:lnTo>
                    <a:pt x="741" y="285"/>
                  </a:lnTo>
                  <a:lnTo>
                    <a:pt x="739" y="287"/>
                  </a:lnTo>
                  <a:lnTo>
                    <a:pt x="741" y="289"/>
                  </a:lnTo>
                  <a:lnTo>
                    <a:pt x="738" y="292"/>
                  </a:lnTo>
                  <a:lnTo>
                    <a:pt x="731" y="291"/>
                  </a:lnTo>
                  <a:lnTo>
                    <a:pt x="731" y="289"/>
                  </a:lnTo>
                  <a:lnTo>
                    <a:pt x="730" y="288"/>
                  </a:lnTo>
                  <a:lnTo>
                    <a:pt x="728" y="289"/>
                  </a:lnTo>
                  <a:lnTo>
                    <a:pt x="726" y="289"/>
                  </a:lnTo>
                  <a:lnTo>
                    <a:pt x="726" y="288"/>
                  </a:lnTo>
                  <a:lnTo>
                    <a:pt x="727" y="285"/>
                  </a:lnTo>
                  <a:lnTo>
                    <a:pt x="724" y="287"/>
                  </a:lnTo>
                  <a:lnTo>
                    <a:pt x="723" y="288"/>
                  </a:lnTo>
                  <a:lnTo>
                    <a:pt x="722" y="289"/>
                  </a:lnTo>
                  <a:lnTo>
                    <a:pt x="722" y="289"/>
                  </a:lnTo>
                  <a:close/>
                  <a:moveTo>
                    <a:pt x="537" y="211"/>
                  </a:moveTo>
                  <a:lnTo>
                    <a:pt x="535" y="211"/>
                  </a:lnTo>
                  <a:lnTo>
                    <a:pt x="537" y="207"/>
                  </a:lnTo>
                  <a:lnTo>
                    <a:pt x="542" y="202"/>
                  </a:lnTo>
                  <a:lnTo>
                    <a:pt x="546" y="201"/>
                  </a:lnTo>
                  <a:lnTo>
                    <a:pt x="549" y="200"/>
                  </a:lnTo>
                  <a:lnTo>
                    <a:pt x="550" y="198"/>
                  </a:lnTo>
                  <a:lnTo>
                    <a:pt x="554" y="196"/>
                  </a:lnTo>
                  <a:lnTo>
                    <a:pt x="559" y="196"/>
                  </a:lnTo>
                  <a:lnTo>
                    <a:pt x="561" y="194"/>
                  </a:lnTo>
                  <a:lnTo>
                    <a:pt x="563" y="194"/>
                  </a:lnTo>
                  <a:lnTo>
                    <a:pt x="567" y="193"/>
                  </a:lnTo>
                  <a:lnTo>
                    <a:pt x="568" y="194"/>
                  </a:lnTo>
                  <a:lnTo>
                    <a:pt x="568" y="196"/>
                  </a:lnTo>
                  <a:lnTo>
                    <a:pt x="564" y="198"/>
                  </a:lnTo>
                  <a:lnTo>
                    <a:pt x="559" y="201"/>
                  </a:lnTo>
                  <a:lnTo>
                    <a:pt x="550" y="208"/>
                  </a:lnTo>
                  <a:lnTo>
                    <a:pt x="548" y="212"/>
                  </a:lnTo>
                  <a:lnTo>
                    <a:pt x="545" y="212"/>
                  </a:lnTo>
                  <a:lnTo>
                    <a:pt x="544" y="212"/>
                  </a:lnTo>
                  <a:lnTo>
                    <a:pt x="542" y="215"/>
                  </a:lnTo>
                  <a:lnTo>
                    <a:pt x="541" y="215"/>
                  </a:lnTo>
                  <a:lnTo>
                    <a:pt x="540" y="211"/>
                  </a:lnTo>
                  <a:lnTo>
                    <a:pt x="538" y="211"/>
                  </a:lnTo>
                  <a:lnTo>
                    <a:pt x="537" y="211"/>
                  </a:lnTo>
                  <a:lnTo>
                    <a:pt x="537" y="211"/>
                  </a:lnTo>
                  <a:close/>
                  <a:moveTo>
                    <a:pt x="674" y="269"/>
                  </a:moveTo>
                  <a:lnTo>
                    <a:pt x="673" y="268"/>
                  </a:lnTo>
                  <a:lnTo>
                    <a:pt x="674" y="268"/>
                  </a:lnTo>
                  <a:lnTo>
                    <a:pt x="677" y="266"/>
                  </a:lnTo>
                  <a:lnTo>
                    <a:pt x="678" y="264"/>
                  </a:lnTo>
                  <a:lnTo>
                    <a:pt x="678" y="262"/>
                  </a:lnTo>
                  <a:lnTo>
                    <a:pt x="682" y="261"/>
                  </a:lnTo>
                  <a:lnTo>
                    <a:pt x="682" y="259"/>
                  </a:lnTo>
                  <a:lnTo>
                    <a:pt x="685" y="259"/>
                  </a:lnTo>
                  <a:lnTo>
                    <a:pt x="685" y="262"/>
                  </a:lnTo>
                  <a:lnTo>
                    <a:pt x="686" y="264"/>
                  </a:lnTo>
                  <a:lnTo>
                    <a:pt x="686" y="268"/>
                  </a:lnTo>
                  <a:lnTo>
                    <a:pt x="685" y="270"/>
                  </a:lnTo>
                  <a:lnTo>
                    <a:pt x="682" y="272"/>
                  </a:lnTo>
                  <a:lnTo>
                    <a:pt x="681" y="272"/>
                  </a:lnTo>
                  <a:lnTo>
                    <a:pt x="679" y="273"/>
                  </a:lnTo>
                  <a:lnTo>
                    <a:pt x="677" y="273"/>
                  </a:lnTo>
                  <a:lnTo>
                    <a:pt x="675" y="270"/>
                  </a:lnTo>
                  <a:lnTo>
                    <a:pt x="674" y="269"/>
                  </a:lnTo>
                  <a:lnTo>
                    <a:pt x="674" y="269"/>
                  </a:lnTo>
                  <a:close/>
                  <a:moveTo>
                    <a:pt x="564" y="265"/>
                  </a:moveTo>
                  <a:lnTo>
                    <a:pt x="565" y="262"/>
                  </a:lnTo>
                  <a:lnTo>
                    <a:pt x="564" y="259"/>
                  </a:lnTo>
                  <a:lnTo>
                    <a:pt x="565" y="255"/>
                  </a:lnTo>
                  <a:lnTo>
                    <a:pt x="569" y="254"/>
                  </a:lnTo>
                  <a:lnTo>
                    <a:pt x="573" y="255"/>
                  </a:lnTo>
                  <a:lnTo>
                    <a:pt x="576" y="254"/>
                  </a:lnTo>
                  <a:lnTo>
                    <a:pt x="579" y="255"/>
                  </a:lnTo>
                  <a:lnTo>
                    <a:pt x="582" y="254"/>
                  </a:lnTo>
                  <a:lnTo>
                    <a:pt x="586" y="253"/>
                  </a:lnTo>
                  <a:lnTo>
                    <a:pt x="590" y="253"/>
                  </a:lnTo>
                  <a:lnTo>
                    <a:pt x="594" y="254"/>
                  </a:lnTo>
                  <a:lnTo>
                    <a:pt x="598" y="254"/>
                  </a:lnTo>
                  <a:lnTo>
                    <a:pt x="599" y="255"/>
                  </a:lnTo>
                  <a:lnTo>
                    <a:pt x="602" y="253"/>
                  </a:lnTo>
                  <a:lnTo>
                    <a:pt x="609" y="253"/>
                  </a:lnTo>
                  <a:lnTo>
                    <a:pt x="609" y="251"/>
                  </a:lnTo>
                  <a:lnTo>
                    <a:pt x="612" y="250"/>
                  </a:lnTo>
                  <a:lnTo>
                    <a:pt x="610" y="249"/>
                  </a:lnTo>
                  <a:lnTo>
                    <a:pt x="607" y="250"/>
                  </a:lnTo>
                  <a:lnTo>
                    <a:pt x="605" y="250"/>
                  </a:lnTo>
                  <a:lnTo>
                    <a:pt x="603" y="249"/>
                  </a:lnTo>
                  <a:lnTo>
                    <a:pt x="599" y="250"/>
                  </a:lnTo>
                  <a:lnTo>
                    <a:pt x="597" y="250"/>
                  </a:lnTo>
                  <a:lnTo>
                    <a:pt x="597" y="249"/>
                  </a:lnTo>
                  <a:lnTo>
                    <a:pt x="595" y="247"/>
                  </a:lnTo>
                  <a:lnTo>
                    <a:pt x="593" y="249"/>
                  </a:lnTo>
                  <a:lnTo>
                    <a:pt x="590" y="249"/>
                  </a:lnTo>
                  <a:lnTo>
                    <a:pt x="587" y="250"/>
                  </a:lnTo>
                  <a:lnTo>
                    <a:pt x="586" y="249"/>
                  </a:lnTo>
                  <a:lnTo>
                    <a:pt x="583" y="249"/>
                  </a:lnTo>
                  <a:lnTo>
                    <a:pt x="579" y="249"/>
                  </a:lnTo>
                  <a:lnTo>
                    <a:pt x="579" y="246"/>
                  </a:lnTo>
                  <a:lnTo>
                    <a:pt x="583" y="243"/>
                  </a:lnTo>
                  <a:lnTo>
                    <a:pt x="586" y="240"/>
                  </a:lnTo>
                  <a:lnTo>
                    <a:pt x="584" y="240"/>
                  </a:lnTo>
                  <a:lnTo>
                    <a:pt x="582" y="242"/>
                  </a:lnTo>
                  <a:lnTo>
                    <a:pt x="579" y="243"/>
                  </a:lnTo>
                  <a:lnTo>
                    <a:pt x="578" y="240"/>
                  </a:lnTo>
                  <a:lnTo>
                    <a:pt x="576" y="242"/>
                  </a:lnTo>
                  <a:lnTo>
                    <a:pt x="576" y="245"/>
                  </a:lnTo>
                  <a:lnTo>
                    <a:pt x="572" y="247"/>
                  </a:lnTo>
                  <a:lnTo>
                    <a:pt x="571" y="249"/>
                  </a:lnTo>
                  <a:lnTo>
                    <a:pt x="568" y="249"/>
                  </a:lnTo>
                  <a:lnTo>
                    <a:pt x="565" y="247"/>
                  </a:lnTo>
                  <a:lnTo>
                    <a:pt x="565" y="245"/>
                  </a:lnTo>
                  <a:lnTo>
                    <a:pt x="567" y="243"/>
                  </a:lnTo>
                  <a:lnTo>
                    <a:pt x="564" y="243"/>
                  </a:lnTo>
                  <a:lnTo>
                    <a:pt x="563" y="242"/>
                  </a:lnTo>
                  <a:lnTo>
                    <a:pt x="563" y="246"/>
                  </a:lnTo>
                  <a:lnTo>
                    <a:pt x="561" y="247"/>
                  </a:lnTo>
                  <a:lnTo>
                    <a:pt x="559" y="246"/>
                  </a:lnTo>
                  <a:lnTo>
                    <a:pt x="559" y="242"/>
                  </a:lnTo>
                  <a:lnTo>
                    <a:pt x="554" y="240"/>
                  </a:lnTo>
                  <a:lnTo>
                    <a:pt x="556" y="238"/>
                  </a:lnTo>
                  <a:lnTo>
                    <a:pt x="554" y="238"/>
                  </a:lnTo>
                  <a:lnTo>
                    <a:pt x="554" y="240"/>
                  </a:lnTo>
                  <a:lnTo>
                    <a:pt x="552" y="240"/>
                  </a:lnTo>
                  <a:lnTo>
                    <a:pt x="549" y="236"/>
                  </a:lnTo>
                  <a:lnTo>
                    <a:pt x="545" y="232"/>
                  </a:lnTo>
                  <a:lnTo>
                    <a:pt x="545" y="231"/>
                  </a:lnTo>
                  <a:lnTo>
                    <a:pt x="548" y="231"/>
                  </a:lnTo>
                  <a:lnTo>
                    <a:pt x="548" y="228"/>
                  </a:lnTo>
                  <a:lnTo>
                    <a:pt x="546" y="227"/>
                  </a:lnTo>
                  <a:lnTo>
                    <a:pt x="552" y="223"/>
                  </a:lnTo>
                  <a:lnTo>
                    <a:pt x="554" y="223"/>
                  </a:lnTo>
                  <a:lnTo>
                    <a:pt x="557" y="223"/>
                  </a:lnTo>
                  <a:lnTo>
                    <a:pt x="561" y="223"/>
                  </a:lnTo>
                  <a:lnTo>
                    <a:pt x="565" y="226"/>
                  </a:lnTo>
                  <a:lnTo>
                    <a:pt x="568" y="226"/>
                  </a:lnTo>
                  <a:lnTo>
                    <a:pt x="571" y="224"/>
                  </a:lnTo>
                  <a:lnTo>
                    <a:pt x="575" y="224"/>
                  </a:lnTo>
                  <a:lnTo>
                    <a:pt x="578" y="221"/>
                  </a:lnTo>
                  <a:lnTo>
                    <a:pt x="575" y="220"/>
                  </a:lnTo>
                  <a:lnTo>
                    <a:pt x="573" y="219"/>
                  </a:lnTo>
                  <a:lnTo>
                    <a:pt x="571" y="219"/>
                  </a:lnTo>
                  <a:lnTo>
                    <a:pt x="568" y="220"/>
                  </a:lnTo>
                  <a:lnTo>
                    <a:pt x="564" y="217"/>
                  </a:lnTo>
                  <a:lnTo>
                    <a:pt x="560" y="217"/>
                  </a:lnTo>
                  <a:lnTo>
                    <a:pt x="560" y="217"/>
                  </a:lnTo>
                  <a:lnTo>
                    <a:pt x="564" y="213"/>
                  </a:lnTo>
                  <a:lnTo>
                    <a:pt x="567" y="209"/>
                  </a:lnTo>
                  <a:lnTo>
                    <a:pt x="569" y="209"/>
                  </a:lnTo>
                  <a:lnTo>
                    <a:pt x="572" y="209"/>
                  </a:lnTo>
                  <a:lnTo>
                    <a:pt x="578" y="208"/>
                  </a:lnTo>
                  <a:lnTo>
                    <a:pt x="583" y="209"/>
                  </a:lnTo>
                  <a:lnTo>
                    <a:pt x="587" y="209"/>
                  </a:lnTo>
                  <a:lnTo>
                    <a:pt x="588" y="209"/>
                  </a:lnTo>
                  <a:lnTo>
                    <a:pt x="587" y="208"/>
                  </a:lnTo>
                  <a:lnTo>
                    <a:pt x="586" y="208"/>
                  </a:lnTo>
                  <a:lnTo>
                    <a:pt x="583" y="207"/>
                  </a:lnTo>
                  <a:lnTo>
                    <a:pt x="580" y="207"/>
                  </a:lnTo>
                  <a:lnTo>
                    <a:pt x="573" y="204"/>
                  </a:lnTo>
                  <a:lnTo>
                    <a:pt x="572" y="202"/>
                  </a:lnTo>
                  <a:lnTo>
                    <a:pt x="575" y="200"/>
                  </a:lnTo>
                  <a:lnTo>
                    <a:pt x="578" y="197"/>
                  </a:lnTo>
                  <a:lnTo>
                    <a:pt x="579" y="196"/>
                  </a:lnTo>
                  <a:lnTo>
                    <a:pt x="580" y="196"/>
                  </a:lnTo>
                  <a:lnTo>
                    <a:pt x="584" y="194"/>
                  </a:lnTo>
                  <a:lnTo>
                    <a:pt x="587" y="194"/>
                  </a:lnTo>
                  <a:lnTo>
                    <a:pt x="587" y="196"/>
                  </a:lnTo>
                  <a:lnTo>
                    <a:pt x="590" y="196"/>
                  </a:lnTo>
                  <a:lnTo>
                    <a:pt x="593" y="198"/>
                  </a:lnTo>
                  <a:lnTo>
                    <a:pt x="595" y="198"/>
                  </a:lnTo>
                  <a:lnTo>
                    <a:pt x="594" y="196"/>
                  </a:lnTo>
                  <a:lnTo>
                    <a:pt x="591" y="194"/>
                  </a:lnTo>
                  <a:lnTo>
                    <a:pt x="590" y="192"/>
                  </a:lnTo>
                  <a:lnTo>
                    <a:pt x="588" y="190"/>
                  </a:lnTo>
                  <a:lnTo>
                    <a:pt x="591" y="189"/>
                  </a:lnTo>
                  <a:lnTo>
                    <a:pt x="598" y="187"/>
                  </a:lnTo>
                  <a:lnTo>
                    <a:pt x="601" y="187"/>
                  </a:lnTo>
                  <a:lnTo>
                    <a:pt x="605" y="187"/>
                  </a:lnTo>
                  <a:lnTo>
                    <a:pt x="607" y="190"/>
                  </a:lnTo>
                  <a:lnTo>
                    <a:pt x="609" y="194"/>
                  </a:lnTo>
                  <a:lnTo>
                    <a:pt x="607" y="196"/>
                  </a:lnTo>
                  <a:lnTo>
                    <a:pt x="605" y="200"/>
                  </a:lnTo>
                  <a:lnTo>
                    <a:pt x="606" y="201"/>
                  </a:lnTo>
                  <a:lnTo>
                    <a:pt x="612" y="201"/>
                  </a:lnTo>
                  <a:lnTo>
                    <a:pt x="613" y="200"/>
                  </a:lnTo>
                  <a:lnTo>
                    <a:pt x="614" y="201"/>
                  </a:lnTo>
                  <a:lnTo>
                    <a:pt x="617" y="201"/>
                  </a:lnTo>
                  <a:lnTo>
                    <a:pt x="617" y="202"/>
                  </a:lnTo>
                  <a:lnTo>
                    <a:pt x="617" y="205"/>
                  </a:lnTo>
                  <a:lnTo>
                    <a:pt x="620" y="207"/>
                  </a:lnTo>
                  <a:lnTo>
                    <a:pt x="620" y="208"/>
                  </a:lnTo>
                  <a:lnTo>
                    <a:pt x="617" y="209"/>
                  </a:lnTo>
                  <a:lnTo>
                    <a:pt x="617" y="211"/>
                  </a:lnTo>
                  <a:lnTo>
                    <a:pt x="618" y="215"/>
                  </a:lnTo>
                  <a:lnTo>
                    <a:pt x="620" y="220"/>
                  </a:lnTo>
                  <a:lnTo>
                    <a:pt x="618" y="223"/>
                  </a:lnTo>
                  <a:lnTo>
                    <a:pt x="616" y="221"/>
                  </a:lnTo>
                  <a:lnTo>
                    <a:pt x="613" y="223"/>
                  </a:lnTo>
                  <a:lnTo>
                    <a:pt x="613" y="224"/>
                  </a:lnTo>
                  <a:lnTo>
                    <a:pt x="616" y="223"/>
                  </a:lnTo>
                  <a:lnTo>
                    <a:pt x="620" y="224"/>
                  </a:lnTo>
                  <a:lnTo>
                    <a:pt x="621" y="224"/>
                  </a:lnTo>
                  <a:lnTo>
                    <a:pt x="620" y="231"/>
                  </a:lnTo>
                  <a:lnTo>
                    <a:pt x="617" y="232"/>
                  </a:lnTo>
                  <a:lnTo>
                    <a:pt x="617" y="238"/>
                  </a:lnTo>
                  <a:lnTo>
                    <a:pt x="618" y="239"/>
                  </a:lnTo>
                  <a:lnTo>
                    <a:pt x="621" y="238"/>
                  </a:lnTo>
                  <a:lnTo>
                    <a:pt x="624" y="235"/>
                  </a:lnTo>
                  <a:lnTo>
                    <a:pt x="624" y="236"/>
                  </a:lnTo>
                  <a:lnTo>
                    <a:pt x="625" y="239"/>
                  </a:lnTo>
                  <a:lnTo>
                    <a:pt x="628" y="239"/>
                  </a:lnTo>
                  <a:lnTo>
                    <a:pt x="629" y="239"/>
                  </a:lnTo>
                  <a:lnTo>
                    <a:pt x="635" y="240"/>
                  </a:lnTo>
                  <a:lnTo>
                    <a:pt x="637" y="243"/>
                  </a:lnTo>
                  <a:lnTo>
                    <a:pt x="639" y="243"/>
                  </a:lnTo>
                  <a:lnTo>
                    <a:pt x="639" y="240"/>
                  </a:lnTo>
                  <a:lnTo>
                    <a:pt x="637" y="240"/>
                  </a:lnTo>
                  <a:lnTo>
                    <a:pt x="641" y="238"/>
                  </a:lnTo>
                  <a:lnTo>
                    <a:pt x="640" y="234"/>
                  </a:lnTo>
                  <a:lnTo>
                    <a:pt x="639" y="231"/>
                  </a:lnTo>
                  <a:lnTo>
                    <a:pt x="639" y="228"/>
                  </a:lnTo>
                  <a:lnTo>
                    <a:pt x="637" y="226"/>
                  </a:lnTo>
                  <a:lnTo>
                    <a:pt x="637" y="224"/>
                  </a:lnTo>
                  <a:lnTo>
                    <a:pt x="640" y="224"/>
                  </a:lnTo>
                  <a:lnTo>
                    <a:pt x="644" y="223"/>
                  </a:lnTo>
                  <a:lnTo>
                    <a:pt x="647" y="223"/>
                  </a:lnTo>
                  <a:lnTo>
                    <a:pt x="648" y="219"/>
                  </a:lnTo>
                  <a:lnTo>
                    <a:pt x="647" y="215"/>
                  </a:lnTo>
                  <a:lnTo>
                    <a:pt x="645" y="213"/>
                  </a:lnTo>
                  <a:lnTo>
                    <a:pt x="645" y="211"/>
                  </a:lnTo>
                  <a:lnTo>
                    <a:pt x="644" y="207"/>
                  </a:lnTo>
                  <a:lnTo>
                    <a:pt x="647" y="204"/>
                  </a:lnTo>
                  <a:lnTo>
                    <a:pt x="648" y="202"/>
                  </a:lnTo>
                  <a:lnTo>
                    <a:pt x="650" y="202"/>
                  </a:lnTo>
                  <a:lnTo>
                    <a:pt x="654" y="202"/>
                  </a:lnTo>
                  <a:lnTo>
                    <a:pt x="652" y="201"/>
                  </a:lnTo>
                  <a:lnTo>
                    <a:pt x="654" y="198"/>
                  </a:lnTo>
                  <a:lnTo>
                    <a:pt x="656" y="197"/>
                  </a:lnTo>
                  <a:lnTo>
                    <a:pt x="663" y="192"/>
                  </a:lnTo>
                  <a:lnTo>
                    <a:pt x="665" y="192"/>
                  </a:lnTo>
                  <a:lnTo>
                    <a:pt x="669" y="194"/>
                  </a:lnTo>
                  <a:lnTo>
                    <a:pt x="669" y="196"/>
                  </a:lnTo>
                  <a:lnTo>
                    <a:pt x="670" y="197"/>
                  </a:lnTo>
                  <a:lnTo>
                    <a:pt x="669" y="200"/>
                  </a:lnTo>
                  <a:lnTo>
                    <a:pt x="666" y="200"/>
                  </a:lnTo>
                  <a:lnTo>
                    <a:pt x="665" y="201"/>
                  </a:lnTo>
                  <a:lnTo>
                    <a:pt x="665" y="204"/>
                  </a:lnTo>
                  <a:lnTo>
                    <a:pt x="663" y="207"/>
                  </a:lnTo>
                  <a:lnTo>
                    <a:pt x="663" y="209"/>
                  </a:lnTo>
                  <a:lnTo>
                    <a:pt x="665" y="211"/>
                  </a:lnTo>
                  <a:lnTo>
                    <a:pt x="665" y="217"/>
                  </a:lnTo>
                  <a:lnTo>
                    <a:pt x="663" y="219"/>
                  </a:lnTo>
                  <a:lnTo>
                    <a:pt x="662" y="219"/>
                  </a:lnTo>
                  <a:lnTo>
                    <a:pt x="658" y="223"/>
                  </a:lnTo>
                  <a:lnTo>
                    <a:pt x="655" y="224"/>
                  </a:lnTo>
                  <a:lnTo>
                    <a:pt x="655" y="226"/>
                  </a:lnTo>
                  <a:lnTo>
                    <a:pt x="656" y="226"/>
                  </a:lnTo>
                  <a:lnTo>
                    <a:pt x="659" y="224"/>
                  </a:lnTo>
                  <a:lnTo>
                    <a:pt x="663" y="224"/>
                  </a:lnTo>
                  <a:lnTo>
                    <a:pt x="665" y="226"/>
                  </a:lnTo>
                  <a:lnTo>
                    <a:pt x="662" y="230"/>
                  </a:lnTo>
                  <a:lnTo>
                    <a:pt x="658" y="232"/>
                  </a:lnTo>
                  <a:lnTo>
                    <a:pt x="654" y="235"/>
                  </a:lnTo>
                  <a:lnTo>
                    <a:pt x="652" y="238"/>
                  </a:lnTo>
                  <a:lnTo>
                    <a:pt x="654" y="239"/>
                  </a:lnTo>
                  <a:lnTo>
                    <a:pt x="655" y="236"/>
                  </a:lnTo>
                  <a:lnTo>
                    <a:pt x="660" y="234"/>
                  </a:lnTo>
                  <a:lnTo>
                    <a:pt x="662" y="232"/>
                  </a:lnTo>
                  <a:lnTo>
                    <a:pt x="665" y="232"/>
                  </a:lnTo>
                  <a:lnTo>
                    <a:pt x="667" y="234"/>
                  </a:lnTo>
                  <a:lnTo>
                    <a:pt x="667" y="238"/>
                  </a:lnTo>
                  <a:lnTo>
                    <a:pt x="665" y="242"/>
                  </a:lnTo>
                  <a:lnTo>
                    <a:pt x="666" y="243"/>
                  </a:lnTo>
                  <a:lnTo>
                    <a:pt x="669" y="240"/>
                  </a:lnTo>
                  <a:lnTo>
                    <a:pt x="670" y="240"/>
                  </a:lnTo>
                  <a:lnTo>
                    <a:pt x="671" y="239"/>
                  </a:lnTo>
                  <a:lnTo>
                    <a:pt x="670" y="238"/>
                  </a:lnTo>
                  <a:lnTo>
                    <a:pt x="673" y="235"/>
                  </a:lnTo>
                  <a:lnTo>
                    <a:pt x="673" y="232"/>
                  </a:lnTo>
                  <a:lnTo>
                    <a:pt x="677" y="230"/>
                  </a:lnTo>
                  <a:lnTo>
                    <a:pt x="678" y="230"/>
                  </a:lnTo>
                  <a:lnTo>
                    <a:pt x="682" y="231"/>
                  </a:lnTo>
                  <a:lnTo>
                    <a:pt x="684" y="236"/>
                  </a:lnTo>
                  <a:lnTo>
                    <a:pt x="685" y="238"/>
                  </a:lnTo>
                  <a:lnTo>
                    <a:pt x="685" y="242"/>
                  </a:lnTo>
                  <a:lnTo>
                    <a:pt x="681" y="249"/>
                  </a:lnTo>
                  <a:lnTo>
                    <a:pt x="677" y="251"/>
                  </a:lnTo>
                  <a:lnTo>
                    <a:pt x="674" y="253"/>
                  </a:lnTo>
                  <a:lnTo>
                    <a:pt x="673" y="253"/>
                  </a:lnTo>
                  <a:lnTo>
                    <a:pt x="673" y="254"/>
                  </a:lnTo>
                  <a:lnTo>
                    <a:pt x="673" y="257"/>
                  </a:lnTo>
                  <a:lnTo>
                    <a:pt x="670" y="261"/>
                  </a:lnTo>
                  <a:lnTo>
                    <a:pt x="667" y="261"/>
                  </a:lnTo>
                  <a:lnTo>
                    <a:pt x="665" y="262"/>
                  </a:lnTo>
                  <a:lnTo>
                    <a:pt x="665" y="265"/>
                  </a:lnTo>
                  <a:lnTo>
                    <a:pt x="663" y="266"/>
                  </a:lnTo>
                  <a:lnTo>
                    <a:pt x="662" y="266"/>
                  </a:lnTo>
                  <a:lnTo>
                    <a:pt x="660" y="268"/>
                  </a:lnTo>
                  <a:lnTo>
                    <a:pt x="660" y="269"/>
                  </a:lnTo>
                  <a:lnTo>
                    <a:pt x="659" y="269"/>
                  </a:lnTo>
                  <a:lnTo>
                    <a:pt x="658" y="268"/>
                  </a:lnTo>
                  <a:lnTo>
                    <a:pt x="655" y="269"/>
                  </a:lnTo>
                  <a:lnTo>
                    <a:pt x="652" y="268"/>
                  </a:lnTo>
                  <a:lnTo>
                    <a:pt x="648" y="270"/>
                  </a:lnTo>
                  <a:lnTo>
                    <a:pt x="644" y="272"/>
                  </a:lnTo>
                  <a:lnTo>
                    <a:pt x="641" y="270"/>
                  </a:lnTo>
                  <a:lnTo>
                    <a:pt x="640" y="268"/>
                  </a:lnTo>
                  <a:lnTo>
                    <a:pt x="641" y="265"/>
                  </a:lnTo>
                  <a:lnTo>
                    <a:pt x="641" y="264"/>
                  </a:lnTo>
                  <a:lnTo>
                    <a:pt x="640" y="264"/>
                  </a:lnTo>
                  <a:lnTo>
                    <a:pt x="637" y="265"/>
                  </a:lnTo>
                  <a:lnTo>
                    <a:pt x="637" y="266"/>
                  </a:lnTo>
                  <a:lnTo>
                    <a:pt x="635" y="268"/>
                  </a:lnTo>
                  <a:lnTo>
                    <a:pt x="631" y="266"/>
                  </a:lnTo>
                  <a:lnTo>
                    <a:pt x="631" y="265"/>
                  </a:lnTo>
                  <a:lnTo>
                    <a:pt x="632" y="264"/>
                  </a:lnTo>
                  <a:lnTo>
                    <a:pt x="632" y="261"/>
                  </a:lnTo>
                  <a:lnTo>
                    <a:pt x="629" y="261"/>
                  </a:lnTo>
                  <a:lnTo>
                    <a:pt x="629" y="262"/>
                  </a:lnTo>
                  <a:lnTo>
                    <a:pt x="628" y="264"/>
                  </a:lnTo>
                  <a:lnTo>
                    <a:pt x="625" y="264"/>
                  </a:lnTo>
                  <a:lnTo>
                    <a:pt x="621" y="265"/>
                  </a:lnTo>
                  <a:lnTo>
                    <a:pt x="620" y="266"/>
                  </a:lnTo>
                  <a:lnTo>
                    <a:pt x="617" y="266"/>
                  </a:lnTo>
                  <a:lnTo>
                    <a:pt x="616" y="265"/>
                  </a:lnTo>
                  <a:lnTo>
                    <a:pt x="613" y="266"/>
                  </a:lnTo>
                  <a:lnTo>
                    <a:pt x="610" y="265"/>
                  </a:lnTo>
                  <a:lnTo>
                    <a:pt x="609" y="266"/>
                  </a:lnTo>
                  <a:lnTo>
                    <a:pt x="607" y="266"/>
                  </a:lnTo>
                  <a:lnTo>
                    <a:pt x="605" y="268"/>
                  </a:lnTo>
                  <a:lnTo>
                    <a:pt x="605" y="269"/>
                  </a:lnTo>
                  <a:lnTo>
                    <a:pt x="603" y="270"/>
                  </a:lnTo>
                  <a:lnTo>
                    <a:pt x="601" y="270"/>
                  </a:lnTo>
                  <a:lnTo>
                    <a:pt x="599" y="272"/>
                  </a:lnTo>
                  <a:lnTo>
                    <a:pt x="597" y="273"/>
                  </a:lnTo>
                  <a:lnTo>
                    <a:pt x="595" y="273"/>
                  </a:lnTo>
                  <a:lnTo>
                    <a:pt x="593" y="274"/>
                  </a:lnTo>
                  <a:lnTo>
                    <a:pt x="590" y="274"/>
                  </a:lnTo>
                  <a:lnTo>
                    <a:pt x="588" y="272"/>
                  </a:lnTo>
                  <a:lnTo>
                    <a:pt x="584" y="273"/>
                  </a:lnTo>
                  <a:lnTo>
                    <a:pt x="580" y="273"/>
                  </a:lnTo>
                  <a:lnTo>
                    <a:pt x="576" y="273"/>
                  </a:lnTo>
                  <a:lnTo>
                    <a:pt x="572" y="272"/>
                  </a:lnTo>
                  <a:lnTo>
                    <a:pt x="569" y="270"/>
                  </a:lnTo>
                  <a:lnTo>
                    <a:pt x="567" y="268"/>
                  </a:lnTo>
                  <a:lnTo>
                    <a:pt x="564" y="265"/>
                  </a:lnTo>
                  <a:lnTo>
                    <a:pt x="564" y="265"/>
                  </a:lnTo>
                  <a:close/>
                  <a:moveTo>
                    <a:pt x="396" y="355"/>
                  </a:moveTo>
                  <a:lnTo>
                    <a:pt x="396" y="349"/>
                  </a:lnTo>
                  <a:lnTo>
                    <a:pt x="397" y="344"/>
                  </a:lnTo>
                  <a:lnTo>
                    <a:pt x="396" y="341"/>
                  </a:lnTo>
                  <a:lnTo>
                    <a:pt x="397" y="337"/>
                  </a:lnTo>
                  <a:lnTo>
                    <a:pt x="397" y="333"/>
                  </a:lnTo>
                  <a:lnTo>
                    <a:pt x="396" y="331"/>
                  </a:lnTo>
                  <a:lnTo>
                    <a:pt x="393" y="325"/>
                  </a:lnTo>
                  <a:lnTo>
                    <a:pt x="397" y="325"/>
                  </a:lnTo>
                  <a:lnTo>
                    <a:pt x="397" y="323"/>
                  </a:lnTo>
                  <a:lnTo>
                    <a:pt x="391" y="323"/>
                  </a:lnTo>
                  <a:lnTo>
                    <a:pt x="387" y="321"/>
                  </a:lnTo>
                  <a:lnTo>
                    <a:pt x="387" y="319"/>
                  </a:lnTo>
                  <a:lnTo>
                    <a:pt x="389" y="319"/>
                  </a:lnTo>
                  <a:lnTo>
                    <a:pt x="391" y="318"/>
                  </a:lnTo>
                  <a:lnTo>
                    <a:pt x="396" y="315"/>
                  </a:lnTo>
                  <a:lnTo>
                    <a:pt x="396" y="314"/>
                  </a:lnTo>
                  <a:lnTo>
                    <a:pt x="398" y="314"/>
                  </a:lnTo>
                  <a:lnTo>
                    <a:pt x="400" y="311"/>
                  </a:lnTo>
                  <a:lnTo>
                    <a:pt x="402" y="310"/>
                  </a:lnTo>
                  <a:lnTo>
                    <a:pt x="404" y="306"/>
                  </a:lnTo>
                  <a:lnTo>
                    <a:pt x="409" y="304"/>
                  </a:lnTo>
                  <a:lnTo>
                    <a:pt x="409" y="303"/>
                  </a:lnTo>
                  <a:lnTo>
                    <a:pt x="412" y="303"/>
                  </a:lnTo>
                  <a:lnTo>
                    <a:pt x="415" y="299"/>
                  </a:lnTo>
                  <a:lnTo>
                    <a:pt x="415" y="295"/>
                  </a:lnTo>
                  <a:lnTo>
                    <a:pt x="415" y="296"/>
                  </a:lnTo>
                  <a:lnTo>
                    <a:pt x="423" y="298"/>
                  </a:lnTo>
                  <a:lnTo>
                    <a:pt x="423" y="293"/>
                  </a:lnTo>
                  <a:lnTo>
                    <a:pt x="421" y="289"/>
                  </a:lnTo>
                  <a:lnTo>
                    <a:pt x="421" y="287"/>
                  </a:lnTo>
                  <a:lnTo>
                    <a:pt x="424" y="285"/>
                  </a:lnTo>
                  <a:lnTo>
                    <a:pt x="431" y="281"/>
                  </a:lnTo>
                  <a:lnTo>
                    <a:pt x="434" y="277"/>
                  </a:lnTo>
                  <a:lnTo>
                    <a:pt x="439" y="276"/>
                  </a:lnTo>
                  <a:lnTo>
                    <a:pt x="440" y="273"/>
                  </a:lnTo>
                  <a:lnTo>
                    <a:pt x="444" y="269"/>
                  </a:lnTo>
                  <a:lnTo>
                    <a:pt x="447" y="269"/>
                  </a:lnTo>
                  <a:lnTo>
                    <a:pt x="450" y="266"/>
                  </a:lnTo>
                  <a:lnTo>
                    <a:pt x="447" y="264"/>
                  </a:lnTo>
                  <a:lnTo>
                    <a:pt x="449" y="258"/>
                  </a:lnTo>
                  <a:lnTo>
                    <a:pt x="449" y="254"/>
                  </a:lnTo>
                  <a:lnTo>
                    <a:pt x="450" y="251"/>
                  </a:lnTo>
                  <a:lnTo>
                    <a:pt x="449" y="250"/>
                  </a:lnTo>
                  <a:lnTo>
                    <a:pt x="450" y="249"/>
                  </a:lnTo>
                  <a:lnTo>
                    <a:pt x="454" y="247"/>
                  </a:lnTo>
                  <a:lnTo>
                    <a:pt x="457" y="247"/>
                  </a:lnTo>
                  <a:lnTo>
                    <a:pt x="465" y="247"/>
                  </a:lnTo>
                  <a:lnTo>
                    <a:pt x="466" y="247"/>
                  </a:lnTo>
                  <a:lnTo>
                    <a:pt x="476" y="247"/>
                  </a:lnTo>
                  <a:lnTo>
                    <a:pt x="482" y="245"/>
                  </a:lnTo>
                  <a:lnTo>
                    <a:pt x="491" y="247"/>
                  </a:lnTo>
                  <a:lnTo>
                    <a:pt x="489" y="250"/>
                  </a:lnTo>
                  <a:lnTo>
                    <a:pt x="492" y="251"/>
                  </a:lnTo>
                  <a:lnTo>
                    <a:pt x="493" y="255"/>
                  </a:lnTo>
                  <a:lnTo>
                    <a:pt x="500" y="259"/>
                  </a:lnTo>
                  <a:lnTo>
                    <a:pt x="501" y="261"/>
                  </a:lnTo>
                  <a:lnTo>
                    <a:pt x="499" y="264"/>
                  </a:lnTo>
                  <a:lnTo>
                    <a:pt x="501" y="262"/>
                  </a:lnTo>
                  <a:lnTo>
                    <a:pt x="504" y="261"/>
                  </a:lnTo>
                  <a:lnTo>
                    <a:pt x="507" y="264"/>
                  </a:lnTo>
                  <a:lnTo>
                    <a:pt x="506" y="266"/>
                  </a:lnTo>
                  <a:lnTo>
                    <a:pt x="501" y="270"/>
                  </a:lnTo>
                  <a:lnTo>
                    <a:pt x="503" y="272"/>
                  </a:lnTo>
                  <a:lnTo>
                    <a:pt x="508" y="269"/>
                  </a:lnTo>
                  <a:lnTo>
                    <a:pt x="508" y="266"/>
                  </a:lnTo>
                  <a:lnTo>
                    <a:pt x="510" y="264"/>
                  </a:lnTo>
                  <a:lnTo>
                    <a:pt x="514" y="264"/>
                  </a:lnTo>
                  <a:lnTo>
                    <a:pt x="518" y="264"/>
                  </a:lnTo>
                  <a:lnTo>
                    <a:pt x="519" y="264"/>
                  </a:lnTo>
                  <a:lnTo>
                    <a:pt x="521" y="266"/>
                  </a:lnTo>
                  <a:lnTo>
                    <a:pt x="525" y="272"/>
                  </a:lnTo>
                  <a:lnTo>
                    <a:pt x="526" y="279"/>
                  </a:lnTo>
                  <a:lnTo>
                    <a:pt x="525" y="281"/>
                  </a:lnTo>
                  <a:lnTo>
                    <a:pt x="527" y="287"/>
                  </a:lnTo>
                  <a:lnTo>
                    <a:pt x="526" y="291"/>
                  </a:lnTo>
                  <a:lnTo>
                    <a:pt x="526" y="292"/>
                  </a:lnTo>
                  <a:lnTo>
                    <a:pt x="527" y="293"/>
                  </a:lnTo>
                  <a:lnTo>
                    <a:pt x="527" y="296"/>
                  </a:lnTo>
                  <a:lnTo>
                    <a:pt x="527" y="299"/>
                  </a:lnTo>
                  <a:lnTo>
                    <a:pt x="525" y="303"/>
                  </a:lnTo>
                  <a:lnTo>
                    <a:pt x="519" y="303"/>
                  </a:lnTo>
                  <a:lnTo>
                    <a:pt x="518" y="306"/>
                  </a:lnTo>
                  <a:lnTo>
                    <a:pt x="511" y="306"/>
                  </a:lnTo>
                  <a:lnTo>
                    <a:pt x="507" y="306"/>
                  </a:lnTo>
                  <a:lnTo>
                    <a:pt x="500" y="308"/>
                  </a:lnTo>
                  <a:lnTo>
                    <a:pt x="495" y="310"/>
                  </a:lnTo>
                  <a:lnTo>
                    <a:pt x="488" y="312"/>
                  </a:lnTo>
                  <a:lnTo>
                    <a:pt x="487" y="312"/>
                  </a:lnTo>
                  <a:lnTo>
                    <a:pt x="482" y="314"/>
                  </a:lnTo>
                  <a:lnTo>
                    <a:pt x="478" y="314"/>
                  </a:lnTo>
                  <a:lnTo>
                    <a:pt x="476" y="315"/>
                  </a:lnTo>
                  <a:lnTo>
                    <a:pt x="474" y="314"/>
                  </a:lnTo>
                  <a:lnTo>
                    <a:pt x="473" y="315"/>
                  </a:lnTo>
                  <a:lnTo>
                    <a:pt x="468" y="317"/>
                  </a:lnTo>
                  <a:lnTo>
                    <a:pt x="466" y="319"/>
                  </a:lnTo>
                  <a:lnTo>
                    <a:pt x="463" y="322"/>
                  </a:lnTo>
                  <a:lnTo>
                    <a:pt x="462" y="322"/>
                  </a:lnTo>
                  <a:lnTo>
                    <a:pt x="461" y="326"/>
                  </a:lnTo>
                  <a:lnTo>
                    <a:pt x="458" y="327"/>
                  </a:lnTo>
                  <a:lnTo>
                    <a:pt x="454" y="330"/>
                  </a:lnTo>
                  <a:lnTo>
                    <a:pt x="451" y="330"/>
                  </a:lnTo>
                  <a:lnTo>
                    <a:pt x="449" y="326"/>
                  </a:lnTo>
                  <a:lnTo>
                    <a:pt x="447" y="330"/>
                  </a:lnTo>
                  <a:lnTo>
                    <a:pt x="446" y="333"/>
                  </a:lnTo>
                  <a:lnTo>
                    <a:pt x="443" y="334"/>
                  </a:lnTo>
                  <a:lnTo>
                    <a:pt x="439" y="338"/>
                  </a:lnTo>
                  <a:lnTo>
                    <a:pt x="439" y="340"/>
                  </a:lnTo>
                  <a:lnTo>
                    <a:pt x="435" y="344"/>
                  </a:lnTo>
                  <a:lnTo>
                    <a:pt x="436" y="345"/>
                  </a:lnTo>
                  <a:lnTo>
                    <a:pt x="432" y="349"/>
                  </a:lnTo>
                  <a:lnTo>
                    <a:pt x="429" y="352"/>
                  </a:lnTo>
                  <a:lnTo>
                    <a:pt x="425" y="352"/>
                  </a:lnTo>
                  <a:lnTo>
                    <a:pt x="421" y="353"/>
                  </a:lnTo>
                  <a:lnTo>
                    <a:pt x="419" y="353"/>
                  </a:lnTo>
                  <a:lnTo>
                    <a:pt x="417" y="352"/>
                  </a:lnTo>
                  <a:lnTo>
                    <a:pt x="420" y="349"/>
                  </a:lnTo>
                  <a:lnTo>
                    <a:pt x="419" y="346"/>
                  </a:lnTo>
                  <a:lnTo>
                    <a:pt x="417" y="345"/>
                  </a:lnTo>
                  <a:lnTo>
                    <a:pt x="416" y="346"/>
                  </a:lnTo>
                  <a:lnTo>
                    <a:pt x="416" y="348"/>
                  </a:lnTo>
                  <a:lnTo>
                    <a:pt x="413" y="349"/>
                  </a:lnTo>
                  <a:lnTo>
                    <a:pt x="409" y="353"/>
                  </a:lnTo>
                  <a:lnTo>
                    <a:pt x="406" y="353"/>
                  </a:lnTo>
                  <a:lnTo>
                    <a:pt x="404" y="353"/>
                  </a:lnTo>
                  <a:lnTo>
                    <a:pt x="401" y="353"/>
                  </a:lnTo>
                  <a:lnTo>
                    <a:pt x="398" y="356"/>
                  </a:lnTo>
                  <a:lnTo>
                    <a:pt x="397" y="356"/>
                  </a:lnTo>
                  <a:lnTo>
                    <a:pt x="394" y="356"/>
                  </a:lnTo>
                  <a:lnTo>
                    <a:pt x="396" y="355"/>
                  </a:lnTo>
                  <a:lnTo>
                    <a:pt x="396" y="355"/>
                  </a:lnTo>
                  <a:close/>
                  <a:moveTo>
                    <a:pt x="757" y="311"/>
                  </a:moveTo>
                  <a:lnTo>
                    <a:pt x="758" y="312"/>
                  </a:lnTo>
                  <a:lnTo>
                    <a:pt x="758" y="314"/>
                  </a:lnTo>
                  <a:lnTo>
                    <a:pt x="758" y="317"/>
                  </a:lnTo>
                  <a:lnTo>
                    <a:pt x="757" y="318"/>
                  </a:lnTo>
                  <a:lnTo>
                    <a:pt x="756" y="317"/>
                  </a:lnTo>
                  <a:lnTo>
                    <a:pt x="756" y="312"/>
                  </a:lnTo>
                  <a:lnTo>
                    <a:pt x="757" y="311"/>
                  </a:lnTo>
                  <a:lnTo>
                    <a:pt x="757" y="311"/>
                  </a:lnTo>
                  <a:close/>
                  <a:moveTo>
                    <a:pt x="728" y="312"/>
                  </a:moveTo>
                  <a:lnTo>
                    <a:pt x="731" y="308"/>
                  </a:lnTo>
                  <a:lnTo>
                    <a:pt x="734" y="307"/>
                  </a:lnTo>
                  <a:lnTo>
                    <a:pt x="735" y="308"/>
                  </a:lnTo>
                  <a:lnTo>
                    <a:pt x="735" y="311"/>
                  </a:lnTo>
                  <a:lnTo>
                    <a:pt x="732" y="311"/>
                  </a:lnTo>
                  <a:lnTo>
                    <a:pt x="731" y="312"/>
                  </a:lnTo>
                  <a:lnTo>
                    <a:pt x="728" y="312"/>
                  </a:lnTo>
                  <a:lnTo>
                    <a:pt x="728" y="312"/>
                  </a:lnTo>
                  <a:close/>
                  <a:moveTo>
                    <a:pt x="701" y="327"/>
                  </a:moveTo>
                  <a:lnTo>
                    <a:pt x="703" y="329"/>
                  </a:lnTo>
                  <a:lnTo>
                    <a:pt x="707" y="330"/>
                  </a:lnTo>
                  <a:lnTo>
                    <a:pt x="711" y="333"/>
                  </a:lnTo>
                  <a:lnTo>
                    <a:pt x="711" y="331"/>
                  </a:lnTo>
                  <a:lnTo>
                    <a:pt x="713" y="333"/>
                  </a:lnTo>
                  <a:lnTo>
                    <a:pt x="718" y="330"/>
                  </a:lnTo>
                  <a:lnTo>
                    <a:pt x="719" y="331"/>
                  </a:lnTo>
                  <a:lnTo>
                    <a:pt x="722" y="331"/>
                  </a:lnTo>
                  <a:lnTo>
                    <a:pt x="723" y="329"/>
                  </a:lnTo>
                  <a:lnTo>
                    <a:pt x="727" y="329"/>
                  </a:lnTo>
                  <a:lnTo>
                    <a:pt x="727" y="327"/>
                  </a:lnTo>
                  <a:lnTo>
                    <a:pt x="723" y="325"/>
                  </a:lnTo>
                  <a:lnTo>
                    <a:pt x="720" y="326"/>
                  </a:lnTo>
                  <a:lnTo>
                    <a:pt x="718" y="326"/>
                  </a:lnTo>
                  <a:lnTo>
                    <a:pt x="716" y="326"/>
                  </a:lnTo>
                  <a:lnTo>
                    <a:pt x="712" y="327"/>
                  </a:lnTo>
                  <a:lnTo>
                    <a:pt x="709" y="325"/>
                  </a:lnTo>
                  <a:lnTo>
                    <a:pt x="707" y="327"/>
                  </a:lnTo>
                  <a:lnTo>
                    <a:pt x="703" y="327"/>
                  </a:lnTo>
                  <a:lnTo>
                    <a:pt x="701" y="327"/>
                  </a:lnTo>
                  <a:lnTo>
                    <a:pt x="701" y="327"/>
                  </a:lnTo>
                  <a:close/>
                  <a:moveTo>
                    <a:pt x="686" y="427"/>
                  </a:moveTo>
                  <a:lnTo>
                    <a:pt x="685" y="425"/>
                  </a:lnTo>
                  <a:lnTo>
                    <a:pt x="686" y="424"/>
                  </a:lnTo>
                  <a:lnTo>
                    <a:pt x="686" y="424"/>
                  </a:lnTo>
                  <a:lnTo>
                    <a:pt x="686" y="427"/>
                  </a:lnTo>
                  <a:lnTo>
                    <a:pt x="686" y="427"/>
                  </a:lnTo>
                  <a:lnTo>
                    <a:pt x="686" y="427"/>
                  </a:lnTo>
                  <a:close/>
                  <a:moveTo>
                    <a:pt x="669" y="424"/>
                  </a:moveTo>
                  <a:lnTo>
                    <a:pt x="667" y="423"/>
                  </a:lnTo>
                  <a:lnTo>
                    <a:pt x="667" y="420"/>
                  </a:lnTo>
                  <a:lnTo>
                    <a:pt x="666" y="418"/>
                  </a:lnTo>
                  <a:lnTo>
                    <a:pt x="665" y="420"/>
                  </a:lnTo>
                  <a:lnTo>
                    <a:pt x="663" y="418"/>
                  </a:lnTo>
                  <a:lnTo>
                    <a:pt x="665" y="416"/>
                  </a:lnTo>
                  <a:lnTo>
                    <a:pt x="663" y="412"/>
                  </a:lnTo>
                  <a:lnTo>
                    <a:pt x="662" y="410"/>
                  </a:lnTo>
                  <a:lnTo>
                    <a:pt x="663" y="408"/>
                  </a:lnTo>
                  <a:lnTo>
                    <a:pt x="663" y="403"/>
                  </a:lnTo>
                  <a:lnTo>
                    <a:pt x="663" y="401"/>
                  </a:lnTo>
                  <a:lnTo>
                    <a:pt x="662" y="401"/>
                  </a:lnTo>
                  <a:lnTo>
                    <a:pt x="660" y="398"/>
                  </a:lnTo>
                  <a:lnTo>
                    <a:pt x="660" y="395"/>
                  </a:lnTo>
                  <a:lnTo>
                    <a:pt x="658" y="393"/>
                  </a:lnTo>
                  <a:lnTo>
                    <a:pt x="658" y="389"/>
                  </a:lnTo>
                  <a:lnTo>
                    <a:pt x="656" y="384"/>
                  </a:lnTo>
                  <a:lnTo>
                    <a:pt x="655" y="384"/>
                  </a:lnTo>
                  <a:lnTo>
                    <a:pt x="654" y="383"/>
                  </a:lnTo>
                  <a:lnTo>
                    <a:pt x="654" y="380"/>
                  </a:lnTo>
                  <a:lnTo>
                    <a:pt x="652" y="379"/>
                  </a:lnTo>
                  <a:lnTo>
                    <a:pt x="651" y="380"/>
                  </a:lnTo>
                  <a:lnTo>
                    <a:pt x="650" y="379"/>
                  </a:lnTo>
                  <a:lnTo>
                    <a:pt x="647" y="380"/>
                  </a:lnTo>
                  <a:lnTo>
                    <a:pt x="645" y="379"/>
                  </a:lnTo>
                  <a:lnTo>
                    <a:pt x="645" y="375"/>
                  </a:lnTo>
                  <a:lnTo>
                    <a:pt x="648" y="374"/>
                  </a:lnTo>
                  <a:lnTo>
                    <a:pt x="650" y="370"/>
                  </a:lnTo>
                  <a:lnTo>
                    <a:pt x="648" y="368"/>
                  </a:lnTo>
                  <a:lnTo>
                    <a:pt x="648" y="367"/>
                  </a:lnTo>
                  <a:lnTo>
                    <a:pt x="648" y="361"/>
                  </a:lnTo>
                  <a:lnTo>
                    <a:pt x="648" y="360"/>
                  </a:lnTo>
                  <a:lnTo>
                    <a:pt x="651" y="356"/>
                  </a:lnTo>
                  <a:lnTo>
                    <a:pt x="654" y="355"/>
                  </a:lnTo>
                  <a:lnTo>
                    <a:pt x="655" y="353"/>
                  </a:lnTo>
                  <a:lnTo>
                    <a:pt x="656" y="352"/>
                  </a:lnTo>
                  <a:lnTo>
                    <a:pt x="658" y="353"/>
                  </a:lnTo>
                  <a:lnTo>
                    <a:pt x="662" y="352"/>
                  </a:lnTo>
                  <a:lnTo>
                    <a:pt x="665" y="353"/>
                  </a:lnTo>
                  <a:lnTo>
                    <a:pt x="665" y="355"/>
                  </a:lnTo>
                  <a:lnTo>
                    <a:pt x="665" y="356"/>
                  </a:lnTo>
                  <a:lnTo>
                    <a:pt x="663" y="356"/>
                  </a:lnTo>
                  <a:lnTo>
                    <a:pt x="663" y="357"/>
                  </a:lnTo>
                  <a:lnTo>
                    <a:pt x="665" y="359"/>
                  </a:lnTo>
                  <a:lnTo>
                    <a:pt x="666" y="360"/>
                  </a:lnTo>
                  <a:lnTo>
                    <a:pt x="665" y="363"/>
                  </a:lnTo>
                  <a:lnTo>
                    <a:pt x="669" y="365"/>
                  </a:lnTo>
                  <a:lnTo>
                    <a:pt x="669" y="368"/>
                  </a:lnTo>
                  <a:lnTo>
                    <a:pt x="670" y="371"/>
                  </a:lnTo>
                  <a:lnTo>
                    <a:pt x="673" y="371"/>
                  </a:lnTo>
                  <a:lnTo>
                    <a:pt x="674" y="371"/>
                  </a:lnTo>
                  <a:lnTo>
                    <a:pt x="674" y="368"/>
                  </a:lnTo>
                  <a:lnTo>
                    <a:pt x="675" y="367"/>
                  </a:lnTo>
                  <a:lnTo>
                    <a:pt x="677" y="364"/>
                  </a:lnTo>
                  <a:lnTo>
                    <a:pt x="677" y="361"/>
                  </a:lnTo>
                  <a:lnTo>
                    <a:pt x="678" y="360"/>
                  </a:lnTo>
                  <a:lnTo>
                    <a:pt x="679" y="359"/>
                  </a:lnTo>
                  <a:lnTo>
                    <a:pt x="678" y="356"/>
                  </a:lnTo>
                  <a:lnTo>
                    <a:pt x="679" y="355"/>
                  </a:lnTo>
                  <a:lnTo>
                    <a:pt x="682" y="353"/>
                  </a:lnTo>
                  <a:lnTo>
                    <a:pt x="684" y="355"/>
                  </a:lnTo>
                  <a:lnTo>
                    <a:pt x="685" y="357"/>
                  </a:lnTo>
                  <a:lnTo>
                    <a:pt x="686" y="357"/>
                  </a:lnTo>
                  <a:lnTo>
                    <a:pt x="686" y="356"/>
                  </a:lnTo>
                  <a:lnTo>
                    <a:pt x="685" y="352"/>
                  </a:lnTo>
                  <a:lnTo>
                    <a:pt x="684" y="349"/>
                  </a:lnTo>
                  <a:lnTo>
                    <a:pt x="684" y="349"/>
                  </a:lnTo>
                  <a:lnTo>
                    <a:pt x="682" y="352"/>
                  </a:lnTo>
                  <a:lnTo>
                    <a:pt x="678" y="352"/>
                  </a:lnTo>
                  <a:lnTo>
                    <a:pt x="675" y="349"/>
                  </a:lnTo>
                  <a:lnTo>
                    <a:pt x="675" y="346"/>
                  </a:lnTo>
                  <a:lnTo>
                    <a:pt x="674" y="344"/>
                  </a:lnTo>
                  <a:lnTo>
                    <a:pt x="674" y="341"/>
                  </a:lnTo>
                  <a:lnTo>
                    <a:pt x="675" y="340"/>
                  </a:lnTo>
                  <a:lnTo>
                    <a:pt x="678" y="340"/>
                  </a:lnTo>
                  <a:lnTo>
                    <a:pt x="678" y="337"/>
                  </a:lnTo>
                  <a:lnTo>
                    <a:pt x="681" y="338"/>
                  </a:lnTo>
                  <a:lnTo>
                    <a:pt x="682" y="341"/>
                  </a:lnTo>
                  <a:lnTo>
                    <a:pt x="682" y="346"/>
                  </a:lnTo>
                  <a:lnTo>
                    <a:pt x="684" y="346"/>
                  </a:lnTo>
                  <a:lnTo>
                    <a:pt x="684" y="344"/>
                  </a:lnTo>
                  <a:lnTo>
                    <a:pt x="685" y="342"/>
                  </a:lnTo>
                  <a:lnTo>
                    <a:pt x="685" y="340"/>
                  </a:lnTo>
                  <a:lnTo>
                    <a:pt x="682" y="338"/>
                  </a:lnTo>
                  <a:lnTo>
                    <a:pt x="682" y="336"/>
                  </a:lnTo>
                  <a:lnTo>
                    <a:pt x="682" y="333"/>
                  </a:lnTo>
                  <a:lnTo>
                    <a:pt x="684" y="331"/>
                  </a:lnTo>
                  <a:lnTo>
                    <a:pt x="684" y="329"/>
                  </a:lnTo>
                  <a:lnTo>
                    <a:pt x="686" y="327"/>
                  </a:lnTo>
                  <a:lnTo>
                    <a:pt x="688" y="329"/>
                  </a:lnTo>
                  <a:lnTo>
                    <a:pt x="689" y="329"/>
                  </a:lnTo>
                  <a:lnTo>
                    <a:pt x="692" y="331"/>
                  </a:lnTo>
                  <a:lnTo>
                    <a:pt x="694" y="333"/>
                  </a:lnTo>
                  <a:lnTo>
                    <a:pt x="696" y="330"/>
                  </a:lnTo>
                  <a:lnTo>
                    <a:pt x="693" y="330"/>
                  </a:lnTo>
                  <a:lnTo>
                    <a:pt x="692" y="329"/>
                  </a:lnTo>
                  <a:lnTo>
                    <a:pt x="693" y="327"/>
                  </a:lnTo>
                  <a:lnTo>
                    <a:pt x="696" y="326"/>
                  </a:lnTo>
                  <a:lnTo>
                    <a:pt x="698" y="326"/>
                  </a:lnTo>
                  <a:lnTo>
                    <a:pt x="700" y="327"/>
                  </a:lnTo>
                  <a:lnTo>
                    <a:pt x="698" y="329"/>
                  </a:lnTo>
                  <a:lnTo>
                    <a:pt x="698" y="330"/>
                  </a:lnTo>
                  <a:lnTo>
                    <a:pt x="701" y="331"/>
                  </a:lnTo>
                  <a:lnTo>
                    <a:pt x="703" y="334"/>
                  </a:lnTo>
                  <a:lnTo>
                    <a:pt x="705" y="334"/>
                  </a:lnTo>
                  <a:lnTo>
                    <a:pt x="708" y="336"/>
                  </a:lnTo>
                  <a:lnTo>
                    <a:pt x="711" y="336"/>
                  </a:lnTo>
                  <a:lnTo>
                    <a:pt x="712" y="334"/>
                  </a:lnTo>
                  <a:lnTo>
                    <a:pt x="715" y="334"/>
                  </a:lnTo>
                  <a:lnTo>
                    <a:pt x="722" y="334"/>
                  </a:lnTo>
                  <a:lnTo>
                    <a:pt x="724" y="337"/>
                  </a:lnTo>
                  <a:lnTo>
                    <a:pt x="726" y="337"/>
                  </a:lnTo>
                  <a:lnTo>
                    <a:pt x="726" y="338"/>
                  </a:lnTo>
                  <a:lnTo>
                    <a:pt x="726" y="340"/>
                  </a:lnTo>
                  <a:lnTo>
                    <a:pt x="726" y="342"/>
                  </a:lnTo>
                  <a:lnTo>
                    <a:pt x="724" y="344"/>
                  </a:lnTo>
                  <a:lnTo>
                    <a:pt x="722" y="346"/>
                  </a:lnTo>
                  <a:lnTo>
                    <a:pt x="719" y="345"/>
                  </a:lnTo>
                  <a:lnTo>
                    <a:pt x="719" y="344"/>
                  </a:lnTo>
                  <a:lnTo>
                    <a:pt x="718" y="345"/>
                  </a:lnTo>
                  <a:lnTo>
                    <a:pt x="716" y="346"/>
                  </a:lnTo>
                  <a:lnTo>
                    <a:pt x="716" y="348"/>
                  </a:lnTo>
                  <a:lnTo>
                    <a:pt x="719" y="349"/>
                  </a:lnTo>
                  <a:lnTo>
                    <a:pt x="718" y="352"/>
                  </a:lnTo>
                  <a:lnTo>
                    <a:pt x="718" y="355"/>
                  </a:lnTo>
                  <a:lnTo>
                    <a:pt x="716" y="356"/>
                  </a:lnTo>
                  <a:lnTo>
                    <a:pt x="715" y="355"/>
                  </a:lnTo>
                  <a:lnTo>
                    <a:pt x="713" y="355"/>
                  </a:lnTo>
                  <a:lnTo>
                    <a:pt x="711" y="356"/>
                  </a:lnTo>
                  <a:lnTo>
                    <a:pt x="709" y="357"/>
                  </a:lnTo>
                  <a:lnTo>
                    <a:pt x="704" y="359"/>
                  </a:lnTo>
                  <a:lnTo>
                    <a:pt x="700" y="361"/>
                  </a:lnTo>
                  <a:lnTo>
                    <a:pt x="698" y="361"/>
                  </a:lnTo>
                  <a:lnTo>
                    <a:pt x="697" y="364"/>
                  </a:lnTo>
                  <a:lnTo>
                    <a:pt x="697" y="367"/>
                  </a:lnTo>
                  <a:lnTo>
                    <a:pt x="698" y="365"/>
                  </a:lnTo>
                  <a:lnTo>
                    <a:pt x="700" y="365"/>
                  </a:lnTo>
                  <a:lnTo>
                    <a:pt x="704" y="364"/>
                  </a:lnTo>
                  <a:lnTo>
                    <a:pt x="705" y="363"/>
                  </a:lnTo>
                  <a:lnTo>
                    <a:pt x="709" y="365"/>
                  </a:lnTo>
                  <a:lnTo>
                    <a:pt x="711" y="368"/>
                  </a:lnTo>
                  <a:lnTo>
                    <a:pt x="709" y="370"/>
                  </a:lnTo>
                  <a:lnTo>
                    <a:pt x="707" y="370"/>
                  </a:lnTo>
                  <a:lnTo>
                    <a:pt x="709" y="371"/>
                  </a:lnTo>
                  <a:lnTo>
                    <a:pt x="709" y="374"/>
                  </a:lnTo>
                  <a:lnTo>
                    <a:pt x="709" y="376"/>
                  </a:lnTo>
                  <a:lnTo>
                    <a:pt x="707" y="378"/>
                  </a:lnTo>
                  <a:lnTo>
                    <a:pt x="707" y="380"/>
                  </a:lnTo>
                  <a:lnTo>
                    <a:pt x="708" y="382"/>
                  </a:lnTo>
                  <a:lnTo>
                    <a:pt x="709" y="378"/>
                  </a:lnTo>
                  <a:lnTo>
                    <a:pt x="712" y="378"/>
                  </a:lnTo>
                  <a:lnTo>
                    <a:pt x="713" y="376"/>
                  </a:lnTo>
                  <a:lnTo>
                    <a:pt x="715" y="376"/>
                  </a:lnTo>
                  <a:lnTo>
                    <a:pt x="713" y="378"/>
                  </a:lnTo>
                  <a:lnTo>
                    <a:pt x="713" y="382"/>
                  </a:lnTo>
                  <a:lnTo>
                    <a:pt x="712" y="386"/>
                  </a:lnTo>
                  <a:lnTo>
                    <a:pt x="712" y="389"/>
                  </a:lnTo>
                  <a:lnTo>
                    <a:pt x="708" y="391"/>
                  </a:lnTo>
                  <a:lnTo>
                    <a:pt x="705" y="391"/>
                  </a:lnTo>
                  <a:lnTo>
                    <a:pt x="705" y="393"/>
                  </a:lnTo>
                  <a:lnTo>
                    <a:pt x="705" y="394"/>
                  </a:lnTo>
                  <a:lnTo>
                    <a:pt x="704" y="398"/>
                  </a:lnTo>
                  <a:lnTo>
                    <a:pt x="703" y="398"/>
                  </a:lnTo>
                  <a:lnTo>
                    <a:pt x="703" y="398"/>
                  </a:lnTo>
                  <a:lnTo>
                    <a:pt x="700" y="398"/>
                  </a:lnTo>
                  <a:lnTo>
                    <a:pt x="700" y="399"/>
                  </a:lnTo>
                  <a:lnTo>
                    <a:pt x="704" y="402"/>
                  </a:lnTo>
                  <a:lnTo>
                    <a:pt x="703" y="403"/>
                  </a:lnTo>
                  <a:lnTo>
                    <a:pt x="700" y="403"/>
                  </a:lnTo>
                  <a:lnTo>
                    <a:pt x="703" y="406"/>
                  </a:lnTo>
                  <a:lnTo>
                    <a:pt x="698" y="409"/>
                  </a:lnTo>
                  <a:lnTo>
                    <a:pt x="697" y="408"/>
                  </a:lnTo>
                  <a:lnTo>
                    <a:pt x="696" y="409"/>
                  </a:lnTo>
                  <a:lnTo>
                    <a:pt x="693" y="409"/>
                  </a:lnTo>
                  <a:lnTo>
                    <a:pt x="690" y="410"/>
                  </a:lnTo>
                  <a:lnTo>
                    <a:pt x="690" y="413"/>
                  </a:lnTo>
                  <a:lnTo>
                    <a:pt x="686" y="413"/>
                  </a:lnTo>
                  <a:lnTo>
                    <a:pt x="682" y="412"/>
                  </a:lnTo>
                  <a:lnTo>
                    <a:pt x="679" y="413"/>
                  </a:lnTo>
                  <a:lnTo>
                    <a:pt x="678" y="412"/>
                  </a:lnTo>
                  <a:lnTo>
                    <a:pt x="677" y="406"/>
                  </a:lnTo>
                  <a:lnTo>
                    <a:pt x="679" y="403"/>
                  </a:lnTo>
                  <a:lnTo>
                    <a:pt x="679" y="401"/>
                  </a:lnTo>
                  <a:lnTo>
                    <a:pt x="675" y="406"/>
                  </a:lnTo>
                  <a:lnTo>
                    <a:pt x="674" y="409"/>
                  </a:lnTo>
                  <a:lnTo>
                    <a:pt x="677" y="414"/>
                  </a:lnTo>
                  <a:lnTo>
                    <a:pt x="678" y="416"/>
                  </a:lnTo>
                  <a:lnTo>
                    <a:pt x="677" y="417"/>
                  </a:lnTo>
                  <a:lnTo>
                    <a:pt x="674" y="420"/>
                  </a:lnTo>
                  <a:lnTo>
                    <a:pt x="673" y="423"/>
                  </a:lnTo>
                  <a:lnTo>
                    <a:pt x="673" y="423"/>
                  </a:lnTo>
                  <a:lnTo>
                    <a:pt x="669" y="424"/>
                  </a:lnTo>
                  <a:lnTo>
                    <a:pt x="669" y="424"/>
                  </a:lnTo>
                  <a:close/>
                  <a:moveTo>
                    <a:pt x="716" y="357"/>
                  </a:moveTo>
                  <a:lnTo>
                    <a:pt x="716" y="359"/>
                  </a:lnTo>
                  <a:lnTo>
                    <a:pt x="718" y="359"/>
                  </a:lnTo>
                  <a:lnTo>
                    <a:pt x="719" y="357"/>
                  </a:lnTo>
                  <a:lnTo>
                    <a:pt x="716" y="357"/>
                  </a:lnTo>
                  <a:lnTo>
                    <a:pt x="716" y="357"/>
                  </a:lnTo>
                  <a:close/>
                  <a:moveTo>
                    <a:pt x="715" y="370"/>
                  </a:moveTo>
                  <a:lnTo>
                    <a:pt x="716" y="370"/>
                  </a:lnTo>
                  <a:lnTo>
                    <a:pt x="719" y="365"/>
                  </a:lnTo>
                  <a:lnTo>
                    <a:pt x="719" y="364"/>
                  </a:lnTo>
                  <a:lnTo>
                    <a:pt x="718" y="363"/>
                  </a:lnTo>
                  <a:lnTo>
                    <a:pt x="718" y="360"/>
                  </a:lnTo>
                  <a:lnTo>
                    <a:pt x="715" y="361"/>
                  </a:lnTo>
                  <a:lnTo>
                    <a:pt x="715" y="364"/>
                  </a:lnTo>
                  <a:lnTo>
                    <a:pt x="713" y="364"/>
                  </a:lnTo>
                  <a:lnTo>
                    <a:pt x="713" y="368"/>
                  </a:lnTo>
                  <a:lnTo>
                    <a:pt x="715" y="370"/>
                  </a:lnTo>
                  <a:lnTo>
                    <a:pt x="715" y="370"/>
                  </a:lnTo>
                  <a:close/>
                  <a:moveTo>
                    <a:pt x="713" y="375"/>
                  </a:moveTo>
                  <a:lnTo>
                    <a:pt x="715" y="375"/>
                  </a:lnTo>
                  <a:lnTo>
                    <a:pt x="715" y="371"/>
                  </a:lnTo>
                  <a:lnTo>
                    <a:pt x="713" y="371"/>
                  </a:lnTo>
                  <a:lnTo>
                    <a:pt x="711" y="372"/>
                  </a:lnTo>
                  <a:lnTo>
                    <a:pt x="711" y="375"/>
                  </a:lnTo>
                  <a:lnTo>
                    <a:pt x="713" y="375"/>
                  </a:lnTo>
                  <a:lnTo>
                    <a:pt x="713" y="375"/>
                  </a:lnTo>
                  <a:close/>
                  <a:moveTo>
                    <a:pt x="605" y="315"/>
                  </a:moveTo>
                  <a:lnTo>
                    <a:pt x="605" y="317"/>
                  </a:lnTo>
                  <a:lnTo>
                    <a:pt x="605" y="317"/>
                  </a:lnTo>
                  <a:lnTo>
                    <a:pt x="607" y="317"/>
                  </a:lnTo>
                  <a:lnTo>
                    <a:pt x="609" y="318"/>
                  </a:lnTo>
                  <a:lnTo>
                    <a:pt x="610" y="317"/>
                  </a:lnTo>
                  <a:lnTo>
                    <a:pt x="609" y="315"/>
                  </a:lnTo>
                  <a:lnTo>
                    <a:pt x="605" y="314"/>
                  </a:lnTo>
                  <a:lnTo>
                    <a:pt x="605" y="315"/>
                  </a:lnTo>
                  <a:lnTo>
                    <a:pt x="605" y="315"/>
                  </a:lnTo>
                  <a:close/>
                  <a:moveTo>
                    <a:pt x="622" y="351"/>
                  </a:moveTo>
                  <a:lnTo>
                    <a:pt x="621" y="348"/>
                  </a:lnTo>
                  <a:lnTo>
                    <a:pt x="620" y="342"/>
                  </a:lnTo>
                  <a:lnTo>
                    <a:pt x="618" y="338"/>
                  </a:lnTo>
                  <a:lnTo>
                    <a:pt x="618" y="337"/>
                  </a:lnTo>
                  <a:lnTo>
                    <a:pt x="620" y="336"/>
                  </a:lnTo>
                  <a:lnTo>
                    <a:pt x="618" y="331"/>
                  </a:lnTo>
                  <a:lnTo>
                    <a:pt x="618" y="329"/>
                  </a:lnTo>
                  <a:lnTo>
                    <a:pt x="616" y="325"/>
                  </a:lnTo>
                  <a:lnTo>
                    <a:pt x="613" y="323"/>
                  </a:lnTo>
                  <a:lnTo>
                    <a:pt x="614" y="322"/>
                  </a:lnTo>
                  <a:lnTo>
                    <a:pt x="618" y="318"/>
                  </a:lnTo>
                  <a:lnTo>
                    <a:pt x="620" y="317"/>
                  </a:lnTo>
                  <a:lnTo>
                    <a:pt x="622" y="315"/>
                  </a:lnTo>
                  <a:lnTo>
                    <a:pt x="626" y="314"/>
                  </a:lnTo>
                  <a:lnTo>
                    <a:pt x="629" y="317"/>
                  </a:lnTo>
                  <a:lnTo>
                    <a:pt x="631" y="317"/>
                  </a:lnTo>
                  <a:lnTo>
                    <a:pt x="633" y="318"/>
                  </a:lnTo>
                  <a:lnTo>
                    <a:pt x="635" y="317"/>
                  </a:lnTo>
                  <a:lnTo>
                    <a:pt x="637" y="318"/>
                  </a:lnTo>
                  <a:lnTo>
                    <a:pt x="639" y="318"/>
                  </a:lnTo>
                  <a:lnTo>
                    <a:pt x="641" y="318"/>
                  </a:lnTo>
                  <a:lnTo>
                    <a:pt x="644" y="322"/>
                  </a:lnTo>
                  <a:lnTo>
                    <a:pt x="644" y="323"/>
                  </a:lnTo>
                  <a:lnTo>
                    <a:pt x="643" y="325"/>
                  </a:lnTo>
                  <a:lnTo>
                    <a:pt x="644" y="327"/>
                  </a:lnTo>
                  <a:lnTo>
                    <a:pt x="644" y="329"/>
                  </a:lnTo>
                  <a:lnTo>
                    <a:pt x="643" y="330"/>
                  </a:lnTo>
                  <a:lnTo>
                    <a:pt x="643" y="333"/>
                  </a:lnTo>
                  <a:lnTo>
                    <a:pt x="640" y="336"/>
                  </a:lnTo>
                  <a:lnTo>
                    <a:pt x="639" y="336"/>
                  </a:lnTo>
                  <a:lnTo>
                    <a:pt x="635" y="340"/>
                  </a:lnTo>
                  <a:lnTo>
                    <a:pt x="631" y="342"/>
                  </a:lnTo>
                  <a:lnTo>
                    <a:pt x="628" y="346"/>
                  </a:lnTo>
                  <a:lnTo>
                    <a:pt x="625" y="346"/>
                  </a:lnTo>
                  <a:lnTo>
                    <a:pt x="624" y="348"/>
                  </a:lnTo>
                  <a:lnTo>
                    <a:pt x="624" y="349"/>
                  </a:lnTo>
                  <a:lnTo>
                    <a:pt x="622" y="351"/>
                  </a:lnTo>
                  <a:lnTo>
                    <a:pt x="622" y="351"/>
                  </a:lnTo>
                  <a:close/>
                  <a:moveTo>
                    <a:pt x="724" y="409"/>
                  </a:moveTo>
                  <a:lnTo>
                    <a:pt x="720" y="405"/>
                  </a:lnTo>
                  <a:lnTo>
                    <a:pt x="719" y="406"/>
                  </a:lnTo>
                  <a:lnTo>
                    <a:pt x="713" y="405"/>
                  </a:lnTo>
                  <a:lnTo>
                    <a:pt x="715" y="402"/>
                  </a:lnTo>
                  <a:lnTo>
                    <a:pt x="718" y="401"/>
                  </a:lnTo>
                  <a:lnTo>
                    <a:pt x="719" y="402"/>
                  </a:lnTo>
                  <a:lnTo>
                    <a:pt x="720" y="401"/>
                  </a:lnTo>
                  <a:lnTo>
                    <a:pt x="720" y="399"/>
                  </a:lnTo>
                  <a:lnTo>
                    <a:pt x="718" y="399"/>
                  </a:lnTo>
                  <a:lnTo>
                    <a:pt x="716" y="398"/>
                  </a:lnTo>
                  <a:lnTo>
                    <a:pt x="720" y="394"/>
                  </a:lnTo>
                  <a:lnTo>
                    <a:pt x="722" y="389"/>
                  </a:lnTo>
                  <a:lnTo>
                    <a:pt x="722" y="387"/>
                  </a:lnTo>
                  <a:lnTo>
                    <a:pt x="723" y="386"/>
                  </a:lnTo>
                  <a:lnTo>
                    <a:pt x="723" y="384"/>
                  </a:lnTo>
                  <a:lnTo>
                    <a:pt x="720" y="382"/>
                  </a:lnTo>
                  <a:lnTo>
                    <a:pt x="722" y="380"/>
                  </a:lnTo>
                  <a:lnTo>
                    <a:pt x="722" y="378"/>
                  </a:lnTo>
                  <a:lnTo>
                    <a:pt x="724" y="371"/>
                  </a:lnTo>
                  <a:lnTo>
                    <a:pt x="727" y="370"/>
                  </a:lnTo>
                  <a:lnTo>
                    <a:pt x="727" y="368"/>
                  </a:lnTo>
                  <a:lnTo>
                    <a:pt x="728" y="365"/>
                  </a:lnTo>
                  <a:lnTo>
                    <a:pt x="730" y="363"/>
                  </a:lnTo>
                  <a:lnTo>
                    <a:pt x="731" y="361"/>
                  </a:lnTo>
                  <a:lnTo>
                    <a:pt x="731" y="357"/>
                  </a:lnTo>
                  <a:lnTo>
                    <a:pt x="735" y="355"/>
                  </a:lnTo>
                  <a:lnTo>
                    <a:pt x="737" y="351"/>
                  </a:lnTo>
                  <a:lnTo>
                    <a:pt x="738" y="349"/>
                  </a:lnTo>
                  <a:lnTo>
                    <a:pt x="739" y="348"/>
                  </a:lnTo>
                  <a:lnTo>
                    <a:pt x="738" y="346"/>
                  </a:lnTo>
                  <a:lnTo>
                    <a:pt x="741" y="344"/>
                  </a:lnTo>
                  <a:lnTo>
                    <a:pt x="742" y="344"/>
                  </a:lnTo>
                  <a:lnTo>
                    <a:pt x="745" y="348"/>
                  </a:lnTo>
                  <a:lnTo>
                    <a:pt x="745" y="351"/>
                  </a:lnTo>
                  <a:lnTo>
                    <a:pt x="747" y="351"/>
                  </a:lnTo>
                  <a:lnTo>
                    <a:pt x="747" y="348"/>
                  </a:lnTo>
                  <a:lnTo>
                    <a:pt x="745" y="345"/>
                  </a:lnTo>
                  <a:lnTo>
                    <a:pt x="746" y="344"/>
                  </a:lnTo>
                  <a:lnTo>
                    <a:pt x="747" y="342"/>
                  </a:lnTo>
                  <a:lnTo>
                    <a:pt x="745" y="340"/>
                  </a:lnTo>
                  <a:lnTo>
                    <a:pt x="747" y="336"/>
                  </a:lnTo>
                  <a:lnTo>
                    <a:pt x="754" y="334"/>
                  </a:lnTo>
                  <a:lnTo>
                    <a:pt x="758" y="334"/>
                  </a:lnTo>
                  <a:lnTo>
                    <a:pt x="761" y="334"/>
                  </a:lnTo>
                  <a:lnTo>
                    <a:pt x="762" y="336"/>
                  </a:lnTo>
                  <a:lnTo>
                    <a:pt x="765" y="334"/>
                  </a:lnTo>
                  <a:lnTo>
                    <a:pt x="765" y="337"/>
                  </a:lnTo>
                  <a:lnTo>
                    <a:pt x="768" y="336"/>
                  </a:lnTo>
                  <a:lnTo>
                    <a:pt x="770" y="336"/>
                  </a:lnTo>
                  <a:lnTo>
                    <a:pt x="773" y="338"/>
                  </a:lnTo>
                  <a:lnTo>
                    <a:pt x="776" y="340"/>
                  </a:lnTo>
                  <a:lnTo>
                    <a:pt x="776" y="340"/>
                  </a:lnTo>
                  <a:lnTo>
                    <a:pt x="777" y="340"/>
                  </a:lnTo>
                  <a:lnTo>
                    <a:pt x="779" y="342"/>
                  </a:lnTo>
                  <a:lnTo>
                    <a:pt x="779" y="345"/>
                  </a:lnTo>
                  <a:lnTo>
                    <a:pt x="780" y="345"/>
                  </a:lnTo>
                  <a:lnTo>
                    <a:pt x="781" y="345"/>
                  </a:lnTo>
                  <a:lnTo>
                    <a:pt x="785" y="345"/>
                  </a:lnTo>
                  <a:lnTo>
                    <a:pt x="792" y="346"/>
                  </a:lnTo>
                  <a:lnTo>
                    <a:pt x="796" y="348"/>
                  </a:lnTo>
                  <a:lnTo>
                    <a:pt x="796" y="351"/>
                  </a:lnTo>
                  <a:lnTo>
                    <a:pt x="798" y="352"/>
                  </a:lnTo>
                  <a:lnTo>
                    <a:pt x="799" y="355"/>
                  </a:lnTo>
                  <a:lnTo>
                    <a:pt x="798" y="353"/>
                  </a:lnTo>
                  <a:lnTo>
                    <a:pt x="796" y="353"/>
                  </a:lnTo>
                  <a:lnTo>
                    <a:pt x="795" y="357"/>
                  </a:lnTo>
                  <a:lnTo>
                    <a:pt x="791" y="360"/>
                  </a:lnTo>
                  <a:lnTo>
                    <a:pt x="788" y="364"/>
                  </a:lnTo>
                  <a:lnTo>
                    <a:pt x="785" y="364"/>
                  </a:lnTo>
                  <a:lnTo>
                    <a:pt x="785" y="365"/>
                  </a:lnTo>
                  <a:lnTo>
                    <a:pt x="780" y="370"/>
                  </a:lnTo>
                  <a:lnTo>
                    <a:pt x="777" y="374"/>
                  </a:lnTo>
                  <a:lnTo>
                    <a:pt x="775" y="374"/>
                  </a:lnTo>
                  <a:lnTo>
                    <a:pt x="773" y="375"/>
                  </a:lnTo>
                  <a:lnTo>
                    <a:pt x="775" y="376"/>
                  </a:lnTo>
                  <a:lnTo>
                    <a:pt x="773" y="379"/>
                  </a:lnTo>
                  <a:lnTo>
                    <a:pt x="769" y="382"/>
                  </a:lnTo>
                  <a:lnTo>
                    <a:pt x="765" y="384"/>
                  </a:lnTo>
                  <a:lnTo>
                    <a:pt x="760" y="389"/>
                  </a:lnTo>
                  <a:lnTo>
                    <a:pt x="757" y="390"/>
                  </a:lnTo>
                  <a:lnTo>
                    <a:pt x="756" y="389"/>
                  </a:lnTo>
                  <a:lnTo>
                    <a:pt x="754" y="389"/>
                  </a:lnTo>
                  <a:lnTo>
                    <a:pt x="753" y="389"/>
                  </a:lnTo>
                  <a:lnTo>
                    <a:pt x="749" y="384"/>
                  </a:lnTo>
                  <a:lnTo>
                    <a:pt x="749" y="383"/>
                  </a:lnTo>
                  <a:lnTo>
                    <a:pt x="747" y="382"/>
                  </a:lnTo>
                  <a:lnTo>
                    <a:pt x="745" y="383"/>
                  </a:lnTo>
                  <a:lnTo>
                    <a:pt x="742" y="382"/>
                  </a:lnTo>
                  <a:lnTo>
                    <a:pt x="739" y="382"/>
                  </a:lnTo>
                  <a:lnTo>
                    <a:pt x="738" y="382"/>
                  </a:lnTo>
                  <a:lnTo>
                    <a:pt x="735" y="382"/>
                  </a:lnTo>
                  <a:lnTo>
                    <a:pt x="735" y="383"/>
                  </a:lnTo>
                  <a:lnTo>
                    <a:pt x="737" y="384"/>
                  </a:lnTo>
                  <a:lnTo>
                    <a:pt x="742" y="384"/>
                  </a:lnTo>
                  <a:lnTo>
                    <a:pt x="741" y="386"/>
                  </a:lnTo>
                  <a:lnTo>
                    <a:pt x="739" y="389"/>
                  </a:lnTo>
                  <a:lnTo>
                    <a:pt x="741" y="390"/>
                  </a:lnTo>
                  <a:lnTo>
                    <a:pt x="741" y="393"/>
                  </a:lnTo>
                  <a:lnTo>
                    <a:pt x="739" y="395"/>
                  </a:lnTo>
                  <a:lnTo>
                    <a:pt x="738" y="397"/>
                  </a:lnTo>
                  <a:lnTo>
                    <a:pt x="735" y="399"/>
                  </a:lnTo>
                  <a:lnTo>
                    <a:pt x="732" y="398"/>
                  </a:lnTo>
                  <a:lnTo>
                    <a:pt x="731" y="401"/>
                  </a:lnTo>
                  <a:lnTo>
                    <a:pt x="730" y="403"/>
                  </a:lnTo>
                  <a:lnTo>
                    <a:pt x="727" y="405"/>
                  </a:lnTo>
                  <a:lnTo>
                    <a:pt x="726" y="405"/>
                  </a:lnTo>
                  <a:lnTo>
                    <a:pt x="726" y="408"/>
                  </a:lnTo>
                  <a:lnTo>
                    <a:pt x="726" y="408"/>
                  </a:lnTo>
                  <a:lnTo>
                    <a:pt x="724" y="409"/>
                  </a:lnTo>
                  <a:lnTo>
                    <a:pt x="724" y="409"/>
                  </a:lnTo>
                  <a:close/>
                  <a:moveTo>
                    <a:pt x="900" y="420"/>
                  </a:moveTo>
                  <a:lnTo>
                    <a:pt x="895" y="418"/>
                  </a:lnTo>
                  <a:lnTo>
                    <a:pt x="893" y="417"/>
                  </a:lnTo>
                  <a:lnTo>
                    <a:pt x="891" y="414"/>
                  </a:lnTo>
                  <a:lnTo>
                    <a:pt x="890" y="413"/>
                  </a:lnTo>
                  <a:lnTo>
                    <a:pt x="889" y="410"/>
                  </a:lnTo>
                  <a:lnTo>
                    <a:pt x="890" y="408"/>
                  </a:lnTo>
                  <a:lnTo>
                    <a:pt x="893" y="405"/>
                  </a:lnTo>
                  <a:lnTo>
                    <a:pt x="893" y="403"/>
                  </a:lnTo>
                  <a:lnTo>
                    <a:pt x="894" y="401"/>
                  </a:lnTo>
                  <a:lnTo>
                    <a:pt x="893" y="399"/>
                  </a:lnTo>
                  <a:lnTo>
                    <a:pt x="890" y="398"/>
                  </a:lnTo>
                  <a:lnTo>
                    <a:pt x="889" y="397"/>
                  </a:lnTo>
                  <a:lnTo>
                    <a:pt x="890" y="390"/>
                  </a:lnTo>
                  <a:lnTo>
                    <a:pt x="893" y="391"/>
                  </a:lnTo>
                  <a:lnTo>
                    <a:pt x="893" y="389"/>
                  </a:lnTo>
                  <a:lnTo>
                    <a:pt x="893" y="386"/>
                  </a:lnTo>
                  <a:lnTo>
                    <a:pt x="894" y="384"/>
                  </a:lnTo>
                  <a:lnTo>
                    <a:pt x="895" y="380"/>
                  </a:lnTo>
                  <a:lnTo>
                    <a:pt x="898" y="379"/>
                  </a:lnTo>
                  <a:lnTo>
                    <a:pt x="900" y="382"/>
                  </a:lnTo>
                  <a:lnTo>
                    <a:pt x="901" y="383"/>
                  </a:lnTo>
                  <a:lnTo>
                    <a:pt x="906" y="386"/>
                  </a:lnTo>
                  <a:lnTo>
                    <a:pt x="908" y="387"/>
                  </a:lnTo>
                  <a:lnTo>
                    <a:pt x="910" y="389"/>
                  </a:lnTo>
                  <a:lnTo>
                    <a:pt x="912" y="387"/>
                  </a:lnTo>
                  <a:lnTo>
                    <a:pt x="917" y="389"/>
                  </a:lnTo>
                  <a:lnTo>
                    <a:pt x="921" y="389"/>
                  </a:lnTo>
                  <a:lnTo>
                    <a:pt x="923" y="390"/>
                  </a:lnTo>
                  <a:lnTo>
                    <a:pt x="924" y="393"/>
                  </a:lnTo>
                  <a:lnTo>
                    <a:pt x="928" y="395"/>
                  </a:lnTo>
                  <a:lnTo>
                    <a:pt x="929" y="398"/>
                  </a:lnTo>
                  <a:lnTo>
                    <a:pt x="928" y="401"/>
                  </a:lnTo>
                  <a:lnTo>
                    <a:pt x="928" y="403"/>
                  </a:lnTo>
                  <a:lnTo>
                    <a:pt x="931" y="405"/>
                  </a:lnTo>
                  <a:lnTo>
                    <a:pt x="929" y="406"/>
                  </a:lnTo>
                  <a:lnTo>
                    <a:pt x="931" y="409"/>
                  </a:lnTo>
                  <a:lnTo>
                    <a:pt x="931" y="410"/>
                  </a:lnTo>
                  <a:lnTo>
                    <a:pt x="932" y="413"/>
                  </a:lnTo>
                  <a:lnTo>
                    <a:pt x="931" y="416"/>
                  </a:lnTo>
                  <a:lnTo>
                    <a:pt x="929" y="417"/>
                  </a:lnTo>
                  <a:lnTo>
                    <a:pt x="934" y="418"/>
                  </a:lnTo>
                  <a:lnTo>
                    <a:pt x="934" y="420"/>
                  </a:lnTo>
                  <a:lnTo>
                    <a:pt x="932" y="421"/>
                  </a:lnTo>
                  <a:lnTo>
                    <a:pt x="931" y="423"/>
                  </a:lnTo>
                  <a:lnTo>
                    <a:pt x="925" y="421"/>
                  </a:lnTo>
                  <a:lnTo>
                    <a:pt x="924" y="421"/>
                  </a:lnTo>
                  <a:lnTo>
                    <a:pt x="920" y="420"/>
                  </a:lnTo>
                  <a:lnTo>
                    <a:pt x="917" y="418"/>
                  </a:lnTo>
                  <a:lnTo>
                    <a:pt x="914" y="417"/>
                  </a:lnTo>
                  <a:lnTo>
                    <a:pt x="913" y="417"/>
                  </a:lnTo>
                  <a:lnTo>
                    <a:pt x="910" y="416"/>
                  </a:lnTo>
                  <a:lnTo>
                    <a:pt x="906" y="417"/>
                  </a:lnTo>
                  <a:lnTo>
                    <a:pt x="904" y="417"/>
                  </a:lnTo>
                  <a:lnTo>
                    <a:pt x="901" y="420"/>
                  </a:lnTo>
                  <a:lnTo>
                    <a:pt x="900" y="420"/>
                  </a:lnTo>
                  <a:lnTo>
                    <a:pt x="900" y="420"/>
                  </a:lnTo>
                  <a:close/>
                  <a:moveTo>
                    <a:pt x="883" y="425"/>
                  </a:moveTo>
                  <a:lnTo>
                    <a:pt x="883" y="423"/>
                  </a:lnTo>
                  <a:lnTo>
                    <a:pt x="885" y="420"/>
                  </a:lnTo>
                  <a:lnTo>
                    <a:pt x="885" y="421"/>
                  </a:lnTo>
                  <a:lnTo>
                    <a:pt x="885" y="424"/>
                  </a:lnTo>
                  <a:lnTo>
                    <a:pt x="883" y="425"/>
                  </a:lnTo>
                  <a:lnTo>
                    <a:pt x="883" y="425"/>
                  </a:lnTo>
                  <a:close/>
                  <a:moveTo>
                    <a:pt x="887" y="428"/>
                  </a:moveTo>
                  <a:lnTo>
                    <a:pt x="886" y="425"/>
                  </a:lnTo>
                  <a:lnTo>
                    <a:pt x="887" y="424"/>
                  </a:lnTo>
                  <a:lnTo>
                    <a:pt x="889" y="425"/>
                  </a:lnTo>
                  <a:lnTo>
                    <a:pt x="889" y="427"/>
                  </a:lnTo>
                  <a:lnTo>
                    <a:pt x="887" y="428"/>
                  </a:lnTo>
                  <a:lnTo>
                    <a:pt x="887" y="428"/>
                  </a:lnTo>
                  <a:close/>
                  <a:moveTo>
                    <a:pt x="895" y="428"/>
                  </a:moveTo>
                  <a:lnTo>
                    <a:pt x="893" y="427"/>
                  </a:lnTo>
                  <a:lnTo>
                    <a:pt x="893" y="425"/>
                  </a:lnTo>
                  <a:lnTo>
                    <a:pt x="894" y="425"/>
                  </a:lnTo>
                  <a:lnTo>
                    <a:pt x="895" y="427"/>
                  </a:lnTo>
                  <a:lnTo>
                    <a:pt x="895" y="428"/>
                  </a:lnTo>
                  <a:lnTo>
                    <a:pt x="895" y="428"/>
                  </a:lnTo>
                  <a:close/>
                  <a:moveTo>
                    <a:pt x="719" y="488"/>
                  </a:moveTo>
                  <a:lnTo>
                    <a:pt x="718" y="486"/>
                  </a:lnTo>
                  <a:lnTo>
                    <a:pt x="719" y="485"/>
                  </a:lnTo>
                  <a:lnTo>
                    <a:pt x="720" y="485"/>
                  </a:lnTo>
                  <a:lnTo>
                    <a:pt x="722" y="485"/>
                  </a:lnTo>
                  <a:lnTo>
                    <a:pt x="722" y="486"/>
                  </a:lnTo>
                  <a:lnTo>
                    <a:pt x="720" y="488"/>
                  </a:lnTo>
                  <a:lnTo>
                    <a:pt x="719" y="488"/>
                  </a:lnTo>
                  <a:lnTo>
                    <a:pt x="719" y="488"/>
                  </a:lnTo>
                  <a:close/>
                  <a:moveTo>
                    <a:pt x="727" y="501"/>
                  </a:moveTo>
                  <a:lnTo>
                    <a:pt x="727" y="505"/>
                  </a:lnTo>
                  <a:lnTo>
                    <a:pt x="728" y="504"/>
                  </a:lnTo>
                  <a:lnTo>
                    <a:pt x="730" y="504"/>
                  </a:lnTo>
                  <a:lnTo>
                    <a:pt x="730" y="501"/>
                  </a:lnTo>
                  <a:lnTo>
                    <a:pt x="728" y="500"/>
                  </a:lnTo>
                  <a:lnTo>
                    <a:pt x="727" y="501"/>
                  </a:lnTo>
                  <a:lnTo>
                    <a:pt x="727" y="501"/>
                  </a:lnTo>
                  <a:close/>
                  <a:moveTo>
                    <a:pt x="724" y="503"/>
                  </a:moveTo>
                  <a:lnTo>
                    <a:pt x="723" y="504"/>
                  </a:lnTo>
                  <a:lnTo>
                    <a:pt x="724" y="505"/>
                  </a:lnTo>
                  <a:lnTo>
                    <a:pt x="724" y="507"/>
                  </a:lnTo>
                  <a:lnTo>
                    <a:pt x="726" y="508"/>
                  </a:lnTo>
                  <a:lnTo>
                    <a:pt x="726" y="507"/>
                  </a:lnTo>
                  <a:lnTo>
                    <a:pt x="726" y="503"/>
                  </a:lnTo>
                  <a:lnTo>
                    <a:pt x="726" y="501"/>
                  </a:lnTo>
                  <a:lnTo>
                    <a:pt x="724" y="503"/>
                  </a:lnTo>
                  <a:lnTo>
                    <a:pt x="724" y="503"/>
                  </a:lnTo>
                  <a:close/>
                  <a:moveTo>
                    <a:pt x="779" y="492"/>
                  </a:moveTo>
                  <a:lnTo>
                    <a:pt x="779" y="490"/>
                  </a:lnTo>
                  <a:lnTo>
                    <a:pt x="776" y="490"/>
                  </a:lnTo>
                  <a:lnTo>
                    <a:pt x="775" y="489"/>
                  </a:lnTo>
                  <a:lnTo>
                    <a:pt x="775" y="490"/>
                  </a:lnTo>
                  <a:lnTo>
                    <a:pt x="772" y="490"/>
                  </a:lnTo>
                  <a:lnTo>
                    <a:pt x="772" y="488"/>
                  </a:lnTo>
                  <a:lnTo>
                    <a:pt x="770" y="486"/>
                  </a:lnTo>
                  <a:lnTo>
                    <a:pt x="775" y="486"/>
                  </a:lnTo>
                  <a:lnTo>
                    <a:pt x="775" y="485"/>
                  </a:lnTo>
                  <a:lnTo>
                    <a:pt x="777" y="485"/>
                  </a:lnTo>
                  <a:lnTo>
                    <a:pt x="779" y="488"/>
                  </a:lnTo>
                  <a:lnTo>
                    <a:pt x="781" y="488"/>
                  </a:lnTo>
                  <a:lnTo>
                    <a:pt x="781" y="490"/>
                  </a:lnTo>
                  <a:lnTo>
                    <a:pt x="781" y="492"/>
                  </a:lnTo>
                  <a:lnTo>
                    <a:pt x="781" y="492"/>
                  </a:lnTo>
                  <a:lnTo>
                    <a:pt x="779" y="492"/>
                  </a:lnTo>
                  <a:lnTo>
                    <a:pt x="779" y="492"/>
                  </a:lnTo>
                  <a:close/>
                  <a:moveTo>
                    <a:pt x="810" y="504"/>
                  </a:moveTo>
                  <a:lnTo>
                    <a:pt x="809" y="504"/>
                  </a:lnTo>
                  <a:lnTo>
                    <a:pt x="807" y="501"/>
                  </a:lnTo>
                  <a:lnTo>
                    <a:pt x="809" y="503"/>
                  </a:lnTo>
                  <a:lnTo>
                    <a:pt x="810" y="503"/>
                  </a:lnTo>
                  <a:lnTo>
                    <a:pt x="811" y="504"/>
                  </a:lnTo>
                  <a:lnTo>
                    <a:pt x="810" y="504"/>
                  </a:lnTo>
                  <a:lnTo>
                    <a:pt x="810" y="504"/>
                  </a:lnTo>
                  <a:close/>
                  <a:moveTo>
                    <a:pt x="814" y="505"/>
                  </a:moveTo>
                  <a:lnTo>
                    <a:pt x="815" y="505"/>
                  </a:lnTo>
                  <a:lnTo>
                    <a:pt x="815" y="504"/>
                  </a:lnTo>
                  <a:lnTo>
                    <a:pt x="814" y="505"/>
                  </a:lnTo>
                  <a:lnTo>
                    <a:pt x="814" y="505"/>
                  </a:lnTo>
                  <a:close/>
                  <a:moveTo>
                    <a:pt x="818" y="507"/>
                  </a:moveTo>
                  <a:lnTo>
                    <a:pt x="819" y="507"/>
                  </a:lnTo>
                  <a:lnTo>
                    <a:pt x="821" y="508"/>
                  </a:lnTo>
                  <a:lnTo>
                    <a:pt x="822" y="508"/>
                  </a:lnTo>
                  <a:lnTo>
                    <a:pt x="822" y="507"/>
                  </a:lnTo>
                  <a:lnTo>
                    <a:pt x="821" y="505"/>
                  </a:lnTo>
                  <a:lnTo>
                    <a:pt x="819" y="504"/>
                  </a:lnTo>
                  <a:lnTo>
                    <a:pt x="818" y="504"/>
                  </a:lnTo>
                  <a:lnTo>
                    <a:pt x="817" y="505"/>
                  </a:lnTo>
                  <a:lnTo>
                    <a:pt x="818" y="507"/>
                  </a:lnTo>
                  <a:lnTo>
                    <a:pt x="818" y="507"/>
                  </a:lnTo>
                  <a:close/>
                  <a:moveTo>
                    <a:pt x="851" y="550"/>
                  </a:moveTo>
                  <a:lnTo>
                    <a:pt x="851" y="549"/>
                  </a:lnTo>
                  <a:lnTo>
                    <a:pt x="852" y="548"/>
                  </a:lnTo>
                  <a:lnTo>
                    <a:pt x="851" y="545"/>
                  </a:lnTo>
                  <a:lnTo>
                    <a:pt x="852" y="546"/>
                  </a:lnTo>
                  <a:lnTo>
                    <a:pt x="853" y="548"/>
                  </a:lnTo>
                  <a:lnTo>
                    <a:pt x="853" y="549"/>
                  </a:lnTo>
                  <a:lnTo>
                    <a:pt x="853" y="550"/>
                  </a:lnTo>
                  <a:lnTo>
                    <a:pt x="851" y="550"/>
                  </a:lnTo>
                  <a:lnTo>
                    <a:pt x="851" y="550"/>
                  </a:lnTo>
                  <a:close/>
                  <a:moveTo>
                    <a:pt x="848" y="560"/>
                  </a:moveTo>
                  <a:lnTo>
                    <a:pt x="847" y="556"/>
                  </a:lnTo>
                  <a:lnTo>
                    <a:pt x="848" y="554"/>
                  </a:lnTo>
                  <a:lnTo>
                    <a:pt x="849" y="554"/>
                  </a:lnTo>
                  <a:lnTo>
                    <a:pt x="852" y="554"/>
                  </a:lnTo>
                  <a:lnTo>
                    <a:pt x="852" y="557"/>
                  </a:lnTo>
                  <a:lnTo>
                    <a:pt x="849" y="557"/>
                  </a:lnTo>
                  <a:lnTo>
                    <a:pt x="849" y="558"/>
                  </a:lnTo>
                  <a:lnTo>
                    <a:pt x="848" y="560"/>
                  </a:lnTo>
                  <a:lnTo>
                    <a:pt x="848" y="560"/>
                  </a:lnTo>
                  <a:close/>
                  <a:moveTo>
                    <a:pt x="829" y="516"/>
                  </a:moveTo>
                  <a:lnTo>
                    <a:pt x="828" y="515"/>
                  </a:lnTo>
                  <a:lnTo>
                    <a:pt x="829" y="515"/>
                  </a:lnTo>
                  <a:lnTo>
                    <a:pt x="829" y="516"/>
                  </a:lnTo>
                  <a:lnTo>
                    <a:pt x="829" y="516"/>
                  </a:lnTo>
                  <a:close/>
                  <a:moveTo>
                    <a:pt x="825" y="518"/>
                  </a:moveTo>
                  <a:lnTo>
                    <a:pt x="823" y="515"/>
                  </a:lnTo>
                  <a:lnTo>
                    <a:pt x="825" y="515"/>
                  </a:lnTo>
                  <a:lnTo>
                    <a:pt x="825" y="516"/>
                  </a:lnTo>
                  <a:lnTo>
                    <a:pt x="825" y="518"/>
                  </a:lnTo>
                  <a:lnTo>
                    <a:pt x="825" y="518"/>
                  </a:lnTo>
                  <a:close/>
                  <a:moveTo>
                    <a:pt x="825" y="519"/>
                  </a:moveTo>
                  <a:lnTo>
                    <a:pt x="826" y="520"/>
                  </a:lnTo>
                  <a:lnTo>
                    <a:pt x="828" y="520"/>
                  </a:lnTo>
                  <a:lnTo>
                    <a:pt x="829" y="520"/>
                  </a:lnTo>
                  <a:lnTo>
                    <a:pt x="830" y="519"/>
                  </a:lnTo>
                  <a:lnTo>
                    <a:pt x="828" y="518"/>
                  </a:lnTo>
                  <a:lnTo>
                    <a:pt x="826" y="518"/>
                  </a:lnTo>
                  <a:lnTo>
                    <a:pt x="825" y="519"/>
                  </a:lnTo>
                  <a:lnTo>
                    <a:pt x="825" y="519"/>
                  </a:lnTo>
                  <a:close/>
                  <a:moveTo>
                    <a:pt x="844" y="511"/>
                  </a:moveTo>
                  <a:lnTo>
                    <a:pt x="845" y="512"/>
                  </a:lnTo>
                  <a:lnTo>
                    <a:pt x="847" y="514"/>
                  </a:lnTo>
                  <a:lnTo>
                    <a:pt x="847" y="515"/>
                  </a:lnTo>
                  <a:lnTo>
                    <a:pt x="847" y="515"/>
                  </a:lnTo>
                  <a:lnTo>
                    <a:pt x="848" y="516"/>
                  </a:lnTo>
                  <a:lnTo>
                    <a:pt x="849" y="516"/>
                  </a:lnTo>
                  <a:lnTo>
                    <a:pt x="849" y="515"/>
                  </a:lnTo>
                  <a:lnTo>
                    <a:pt x="851" y="515"/>
                  </a:lnTo>
                  <a:lnTo>
                    <a:pt x="853" y="515"/>
                  </a:lnTo>
                  <a:lnTo>
                    <a:pt x="853" y="515"/>
                  </a:lnTo>
                  <a:lnTo>
                    <a:pt x="856" y="514"/>
                  </a:lnTo>
                  <a:lnTo>
                    <a:pt x="855" y="511"/>
                  </a:lnTo>
                  <a:lnTo>
                    <a:pt x="851" y="511"/>
                  </a:lnTo>
                  <a:lnTo>
                    <a:pt x="849" y="509"/>
                  </a:lnTo>
                  <a:lnTo>
                    <a:pt x="847" y="508"/>
                  </a:lnTo>
                  <a:lnTo>
                    <a:pt x="845" y="509"/>
                  </a:lnTo>
                  <a:lnTo>
                    <a:pt x="845" y="509"/>
                  </a:lnTo>
                  <a:lnTo>
                    <a:pt x="844" y="511"/>
                  </a:lnTo>
                  <a:lnTo>
                    <a:pt x="844" y="511"/>
                  </a:lnTo>
                  <a:close/>
                  <a:moveTo>
                    <a:pt x="875" y="509"/>
                  </a:moveTo>
                  <a:lnTo>
                    <a:pt x="876" y="507"/>
                  </a:lnTo>
                  <a:lnTo>
                    <a:pt x="878" y="507"/>
                  </a:lnTo>
                  <a:lnTo>
                    <a:pt x="876" y="509"/>
                  </a:lnTo>
                  <a:lnTo>
                    <a:pt x="875" y="509"/>
                  </a:lnTo>
                  <a:lnTo>
                    <a:pt x="875" y="509"/>
                  </a:lnTo>
                  <a:close/>
                  <a:moveTo>
                    <a:pt x="864" y="522"/>
                  </a:moveTo>
                  <a:lnTo>
                    <a:pt x="867" y="520"/>
                  </a:lnTo>
                  <a:lnTo>
                    <a:pt x="868" y="518"/>
                  </a:lnTo>
                  <a:lnTo>
                    <a:pt x="870" y="518"/>
                  </a:lnTo>
                  <a:lnTo>
                    <a:pt x="871" y="516"/>
                  </a:lnTo>
                  <a:lnTo>
                    <a:pt x="872" y="516"/>
                  </a:lnTo>
                  <a:lnTo>
                    <a:pt x="874" y="518"/>
                  </a:lnTo>
                  <a:lnTo>
                    <a:pt x="872" y="519"/>
                  </a:lnTo>
                  <a:lnTo>
                    <a:pt x="870" y="520"/>
                  </a:lnTo>
                  <a:lnTo>
                    <a:pt x="868" y="522"/>
                  </a:lnTo>
                  <a:lnTo>
                    <a:pt x="866" y="522"/>
                  </a:lnTo>
                  <a:lnTo>
                    <a:pt x="864" y="522"/>
                  </a:lnTo>
                  <a:lnTo>
                    <a:pt x="864" y="522"/>
                  </a:lnTo>
                  <a:close/>
                  <a:moveTo>
                    <a:pt x="855" y="539"/>
                  </a:moveTo>
                  <a:lnTo>
                    <a:pt x="859" y="535"/>
                  </a:lnTo>
                  <a:lnTo>
                    <a:pt x="860" y="534"/>
                  </a:lnTo>
                  <a:lnTo>
                    <a:pt x="862" y="534"/>
                  </a:lnTo>
                  <a:lnTo>
                    <a:pt x="864" y="531"/>
                  </a:lnTo>
                  <a:lnTo>
                    <a:pt x="867" y="528"/>
                  </a:lnTo>
                  <a:lnTo>
                    <a:pt x="867" y="526"/>
                  </a:lnTo>
                  <a:lnTo>
                    <a:pt x="866" y="526"/>
                  </a:lnTo>
                  <a:lnTo>
                    <a:pt x="863" y="526"/>
                  </a:lnTo>
                  <a:lnTo>
                    <a:pt x="863" y="528"/>
                  </a:lnTo>
                  <a:lnTo>
                    <a:pt x="862" y="528"/>
                  </a:lnTo>
                  <a:lnTo>
                    <a:pt x="859" y="531"/>
                  </a:lnTo>
                  <a:lnTo>
                    <a:pt x="856" y="533"/>
                  </a:lnTo>
                  <a:lnTo>
                    <a:pt x="853" y="533"/>
                  </a:lnTo>
                  <a:lnTo>
                    <a:pt x="851" y="533"/>
                  </a:lnTo>
                  <a:lnTo>
                    <a:pt x="849" y="535"/>
                  </a:lnTo>
                  <a:lnTo>
                    <a:pt x="848" y="537"/>
                  </a:lnTo>
                  <a:lnTo>
                    <a:pt x="848" y="539"/>
                  </a:lnTo>
                  <a:lnTo>
                    <a:pt x="849" y="539"/>
                  </a:lnTo>
                  <a:lnTo>
                    <a:pt x="852" y="539"/>
                  </a:lnTo>
                  <a:lnTo>
                    <a:pt x="855" y="539"/>
                  </a:lnTo>
                  <a:lnTo>
                    <a:pt x="855" y="539"/>
                  </a:lnTo>
                  <a:close/>
                  <a:moveTo>
                    <a:pt x="876" y="537"/>
                  </a:moveTo>
                  <a:lnTo>
                    <a:pt x="876" y="533"/>
                  </a:lnTo>
                  <a:lnTo>
                    <a:pt x="878" y="531"/>
                  </a:lnTo>
                  <a:lnTo>
                    <a:pt x="879" y="528"/>
                  </a:lnTo>
                  <a:lnTo>
                    <a:pt x="881" y="528"/>
                  </a:lnTo>
                  <a:lnTo>
                    <a:pt x="883" y="530"/>
                  </a:lnTo>
                  <a:lnTo>
                    <a:pt x="883" y="533"/>
                  </a:lnTo>
                  <a:lnTo>
                    <a:pt x="883" y="535"/>
                  </a:lnTo>
                  <a:lnTo>
                    <a:pt x="881" y="535"/>
                  </a:lnTo>
                  <a:lnTo>
                    <a:pt x="879" y="538"/>
                  </a:lnTo>
                  <a:lnTo>
                    <a:pt x="876" y="537"/>
                  </a:lnTo>
                  <a:lnTo>
                    <a:pt x="876" y="537"/>
                  </a:lnTo>
                  <a:close/>
                  <a:moveTo>
                    <a:pt x="895" y="560"/>
                  </a:moveTo>
                  <a:lnTo>
                    <a:pt x="895" y="556"/>
                  </a:lnTo>
                  <a:lnTo>
                    <a:pt x="895" y="553"/>
                  </a:lnTo>
                  <a:lnTo>
                    <a:pt x="894" y="550"/>
                  </a:lnTo>
                  <a:lnTo>
                    <a:pt x="893" y="550"/>
                  </a:lnTo>
                  <a:lnTo>
                    <a:pt x="893" y="553"/>
                  </a:lnTo>
                  <a:lnTo>
                    <a:pt x="891" y="556"/>
                  </a:lnTo>
                  <a:lnTo>
                    <a:pt x="891" y="558"/>
                  </a:lnTo>
                  <a:lnTo>
                    <a:pt x="893" y="560"/>
                  </a:lnTo>
                  <a:lnTo>
                    <a:pt x="893" y="562"/>
                  </a:lnTo>
                  <a:lnTo>
                    <a:pt x="894" y="561"/>
                  </a:lnTo>
                  <a:lnTo>
                    <a:pt x="895" y="560"/>
                  </a:lnTo>
                  <a:lnTo>
                    <a:pt x="895" y="560"/>
                  </a:lnTo>
                  <a:close/>
                  <a:moveTo>
                    <a:pt x="898" y="558"/>
                  </a:moveTo>
                  <a:lnTo>
                    <a:pt x="897" y="556"/>
                  </a:lnTo>
                  <a:lnTo>
                    <a:pt x="898" y="553"/>
                  </a:lnTo>
                  <a:lnTo>
                    <a:pt x="898" y="556"/>
                  </a:lnTo>
                  <a:lnTo>
                    <a:pt x="900" y="557"/>
                  </a:lnTo>
                  <a:lnTo>
                    <a:pt x="898" y="558"/>
                  </a:lnTo>
                  <a:lnTo>
                    <a:pt x="898" y="558"/>
                  </a:lnTo>
                  <a:lnTo>
                    <a:pt x="898" y="558"/>
                  </a:lnTo>
                  <a:close/>
                  <a:moveTo>
                    <a:pt x="902" y="564"/>
                  </a:moveTo>
                  <a:lnTo>
                    <a:pt x="901" y="562"/>
                  </a:lnTo>
                  <a:lnTo>
                    <a:pt x="901" y="561"/>
                  </a:lnTo>
                  <a:lnTo>
                    <a:pt x="902" y="561"/>
                  </a:lnTo>
                  <a:lnTo>
                    <a:pt x="902" y="564"/>
                  </a:lnTo>
                  <a:lnTo>
                    <a:pt x="902" y="564"/>
                  </a:lnTo>
                  <a:lnTo>
                    <a:pt x="902" y="564"/>
                  </a:lnTo>
                  <a:close/>
                  <a:moveTo>
                    <a:pt x="893" y="569"/>
                  </a:moveTo>
                  <a:lnTo>
                    <a:pt x="891" y="571"/>
                  </a:lnTo>
                  <a:lnTo>
                    <a:pt x="893" y="573"/>
                  </a:lnTo>
                  <a:lnTo>
                    <a:pt x="893" y="577"/>
                  </a:lnTo>
                  <a:lnTo>
                    <a:pt x="894" y="577"/>
                  </a:lnTo>
                  <a:lnTo>
                    <a:pt x="895" y="577"/>
                  </a:lnTo>
                  <a:lnTo>
                    <a:pt x="898" y="577"/>
                  </a:lnTo>
                  <a:lnTo>
                    <a:pt x="900" y="579"/>
                  </a:lnTo>
                  <a:lnTo>
                    <a:pt x="902" y="579"/>
                  </a:lnTo>
                  <a:lnTo>
                    <a:pt x="905" y="579"/>
                  </a:lnTo>
                  <a:lnTo>
                    <a:pt x="905" y="577"/>
                  </a:lnTo>
                  <a:lnTo>
                    <a:pt x="905" y="576"/>
                  </a:lnTo>
                  <a:lnTo>
                    <a:pt x="905" y="572"/>
                  </a:lnTo>
                  <a:lnTo>
                    <a:pt x="902" y="572"/>
                  </a:lnTo>
                  <a:lnTo>
                    <a:pt x="901" y="571"/>
                  </a:lnTo>
                  <a:lnTo>
                    <a:pt x="898" y="571"/>
                  </a:lnTo>
                  <a:lnTo>
                    <a:pt x="898" y="571"/>
                  </a:lnTo>
                  <a:lnTo>
                    <a:pt x="898" y="569"/>
                  </a:lnTo>
                  <a:lnTo>
                    <a:pt x="897" y="568"/>
                  </a:lnTo>
                  <a:lnTo>
                    <a:pt x="897" y="568"/>
                  </a:lnTo>
                  <a:lnTo>
                    <a:pt x="895" y="569"/>
                  </a:lnTo>
                  <a:lnTo>
                    <a:pt x="894" y="571"/>
                  </a:lnTo>
                  <a:lnTo>
                    <a:pt x="893" y="569"/>
                  </a:lnTo>
                  <a:lnTo>
                    <a:pt x="893" y="569"/>
                  </a:lnTo>
                  <a:close/>
                  <a:moveTo>
                    <a:pt x="818" y="674"/>
                  </a:moveTo>
                  <a:lnTo>
                    <a:pt x="821" y="674"/>
                  </a:lnTo>
                  <a:lnTo>
                    <a:pt x="822" y="674"/>
                  </a:lnTo>
                  <a:lnTo>
                    <a:pt x="821" y="672"/>
                  </a:lnTo>
                  <a:lnTo>
                    <a:pt x="818" y="672"/>
                  </a:lnTo>
                  <a:lnTo>
                    <a:pt x="818" y="674"/>
                  </a:lnTo>
                  <a:lnTo>
                    <a:pt x="818" y="674"/>
                  </a:lnTo>
                  <a:close/>
                  <a:moveTo>
                    <a:pt x="776" y="605"/>
                  </a:moveTo>
                  <a:lnTo>
                    <a:pt x="779" y="607"/>
                  </a:lnTo>
                  <a:lnTo>
                    <a:pt x="780" y="607"/>
                  </a:lnTo>
                  <a:lnTo>
                    <a:pt x="780" y="606"/>
                  </a:lnTo>
                  <a:lnTo>
                    <a:pt x="779" y="605"/>
                  </a:lnTo>
                  <a:lnTo>
                    <a:pt x="777" y="605"/>
                  </a:lnTo>
                  <a:lnTo>
                    <a:pt x="776" y="605"/>
                  </a:lnTo>
                  <a:lnTo>
                    <a:pt x="776" y="605"/>
                  </a:lnTo>
                  <a:close/>
                  <a:moveTo>
                    <a:pt x="766" y="621"/>
                  </a:moveTo>
                  <a:lnTo>
                    <a:pt x="766" y="620"/>
                  </a:lnTo>
                  <a:lnTo>
                    <a:pt x="765" y="617"/>
                  </a:lnTo>
                  <a:lnTo>
                    <a:pt x="762" y="615"/>
                  </a:lnTo>
                  <a:lnTo>
                    <a:pt x="764" y="614"/>
                  </a:lnTo>
                  <a:lnTo>
                    <a:pt x="762" y="611"/>
                  </a:lnTo>
                  <a:lnTo>
                    <a:pt x="761" y="610"/>
                  </a:lnTo>
                  <a:lnTo>
                    <a:pt x="761" y="606"/>
                  </a:lnTo>
                  <a:lnTo>
                    <a:pt x="761" y="606"/>
                  </a:lnTo>
                  <a:lnTo>
                    <a:pt x="762" y="609"/>
                  </a:lnTo>
                  <a:lnTo>
                    <a:pt x="765" y="609"/>
                  </a:lnTo>
                  <a:lnTo>
                    <a:pt x="765" y="611"/>
                  </a:lnTo>
                  <a:lnTo>
                    <a:pt x="768" y="613"/>
                  </a:lnTo>
                  <a:lnTo>
                    <a:pt x="768" y="617"/>
                  </a:lnTo>
                  <a:lnTo>
                    <a:pt x="770" y="618"/>
                  </a:lnTo>
                  <a:lnTo>
                    <a:pt x="772" y="618"/>
                  </a:lnTo>
                  <a:lnTo>
                    <a:pt x="772" y="621"/>
                  </a:lnTo>
                  <a:lnTo>
                    <a:pt x="769" y="621"/>
                  </a:lnTo>
                  <a:lnTo>
                    <a:pt x="766" y="621"/>
                  </a:lnTo>
                  <a:lnTo>
                    <a:pt x="766" y="621"/>
                  </a:lnTo>
                  <a:close/>
                  <a:moveTo>
                    <a:pt x="750" y="620"/>
                  </a:moveTo>
                  <a:lnTo>
                    <a:pt x="750" y="617"/>
                  </a:lnTo>
                  <a:lnTo>
                    <a:pt x="750" y="615"/>
                  </a:lnTo>
                  <a:lnTo>
                    <a:pt x="750" y="614"/>
                  </a:lnTo>
                  <a:lnTo>
                    <a:pt x="750" y="610"/>
                  </a:lnTo>
                  <a:lnTo>
                    <a:pt x="751" y="607"/>
                  </a:lnTo>
                  <a:lnTo>
                    <a:pt x="753" y="609"/>
                  </a:lnTo>
                  <a:lnTo>
                    <a:pt x="754" y="610"/>
                  </a:lnTo>
                  <a:lnTo>
                    <a:pt x="753" y="611"/>
                  </a:lnTo>
                  <a:lnTo>
                    <a:pt x="753" y="613"/>
                  </a:lnTo>
                  <a:lnTo>
                    <a:pt x="754" y="615"/>
                  </a:lnTo>
                  <a:lnTo>
                    <a:pt x="751" y="620"/>
                  </a:lnTo>
                  <a:lnTo>
                    <a:pt x="750" y="620"/>
                  </a:lnTo>
                  <a:lnTo>
                    <a:pt x="750" y="620"/>
                  </a:lnTo>
                  <a:close/>
                  <a:moveTo>
                    <a:pt x="749" y="553"/>
                  </a:moveTo>
                  <a:lnTo>
                    <a:pt x="749" y="556"/>
                  </a:lnTo>
                  <a:lnTo>
                    <a:pt x="750" y="556"/>
                  </a:lnTo>
                  <a:lnTo>
                    <a:pt x="753" y="556"/>
                  </a:lnTo>
                  <a:lnTo>
                    <a:pt x="754" y="554"/>
                  </a:lnTo>
                  <a:lnTo>
                    <a:pt x="754" y="553"/>
                  </a:lnTo>
                  <a:lnTo>
                    <a:pt x="751" y="553"/>
                  </a:lnTo>
                  <a:lnTo>
                    <a:pt x="749" y="553"/>
                  </a:lnTo>
                  <a:lnTo>
                    <a:pt x="749" y="553"/>
                  </a:lnTo>
                  <a:close/>
                  <a:moveTo>
                    <a:pt x="750" y="552"/>
                  </a:moveTo>
                  <a:lnTo>
                    <a:pt x="751" y="549"/>
                  </a:lnTo>
                  <a:lnTo>
                    <a:pt x="751" y="546"/>
                  </a:lnTo>
                  <a:lnTo>
                    <a:pt x="754" y="543"/>
                  </a:lnTo>
                  <a:lnTo>
                    <a:pt x="756" y="542"/>
                  </a:lnTo>
                  <a:lnTo>
                    <a:pt x="757" y="542"/>
                  </a:lnTo>
                  <a:lnTo>
                    <a:pt x="757" y="545"/>
                  </a:lnTo>
                  <a:lnTo>
                    <a:pt x="756" y="549"/>
                  </a:lnTo>
                  <a:lnTo>
                    <a:pt x="756" y="550"/>
                  </a:lnTo>
                  <a:lnTo>
                    <a:pt x="753" y="552"/>
                  </a:lnTo>
                  <a:lnTo>
                    <a:pt x="750" y="552"/>
                  </a:lnTo>
                  <a:lnTo>
                    <a:pt x="750" y="552"/>
                  </a:lnTo>
                  <a:close/>
                  <a:moveTo>
                    <a:pt x="613" y="523"/>
                  </a:moveTo>
                  <a:lnTo>
                    <a:pt x="614" y="522"/>
                  </a:lnTo>
                  <a:lnTo>
                    <a:pt x="614" y="520"/>
                  </a:lnTo>
                  <a:lnTo>
                    <a:pt x="612" y="520"/>
                  </a:lnTo>
                  <a:lnTo>
                    <a:pt x="612" y="522"/>
                  </a:lnTo>
                  <a:lnTo>
                    <a:pt x="613" y="523"/>
                  </a:lnTo>
                  <a:lnTo>
                    <a:pt x="613" y="523"/>
                  </a:lnTo>
                  <a:close/>
                  <a:moveTo>
                    <a:pt x="497" y="490"/>
                  </a:moveTo>
                  <a:lnTo>
                    <a:pt x="497" y="489"/>
                  </a:lnTo>
                  <a:lnTo>
                    <a:pt x="500" y="489"/>
                  </a:lnTo>
                  <a:lnTo>
                    <a:pt x="499" y="490"/>
                  </a:lnTo>
                  <a:lnTo>
                    <a:pt x="499" y="490"/>
                  </a:lnTo>
                  <a:lnTo>
                    <a:pt x="497" y="490"/>
                  </a:lnTo>
                  <a:lnTo>
                    <a:pt x="497" y="490"/>
                  </a:lnTo>
                  <a:close/>
                  <a:moveTo>
                    <a:pt x="488" y="495"/>
                  </a:moveTo>
                  <a:lnTo>
                    <a:pt x="491" y="495"/>
                  </a:lnTo>
                  <a:lnTo>
                    <a:pt x="491" y="493"/>
                  </a:lnTo>
                  <a:lnTo>
                    <a:pt x="488" y="493"/>
                  </a:lnTo>
                  <a:lnTo>
                    <a:pt x="488" y="495"/>
                  </a:lnTo>
                  <a:lnTo>
                    <a:pt x="488" y="495"/>
                  </a:lnTo>
                  <a:close/>
                  <a:moveTo>
                    <a:pt x="492" y="505"/>
                  </a:moveTo>
                  <a:lnTo>
                    <a:pt x="491" y="504"/>
                  </a:lnTo>
                  <a:lnTo>
                    <a:pt x="492" y="503"/>
                  </a:lnTo>
                  <a:lnTo>
                    <a:pt x="492" y="505"/>
                  </a:lnTo>
                  <a:lnTo>
                    <a:pt x="492" y="505"/>
                  </a:lnTo>
                  <a:lnTo>
                    <a:pt x="492" y="505"/>
                  </a:lnTo>
                  <a:close/>
                  <a:moveTo>
                    <a:pt x="492" y="507"/>
                  </a:moveTo>
                  <a:lnTo>
                    <a:pt x="489" y="503"/>
                  </a:lnTo>
                  <a:lnTo>
                    <a:pt x="489" y="504"/>
                  </a:lnTo>
                  <a:lnTo>
                    <a:pt x="491" y="505"/>
                  </a:lnTo>
                  <a:lnTo>
                    <a:pt x="492" y="507"/>
                  </a:lnTo>
                  <a:lnTo>
                    <a:pt x="492" y="507"/>
                  </a:lnTo>
                  <a:close/>
                  <a:moveTo>
                    <a:pt x="496" y="512"/>
                  </a:moveTo>
                  <a:lnTo>
                    <a:pt x="497" y="516"/>
                  </a:lnTo>
                  <a:lnTo>
                    <a:pt x="499" y="516"/>
                  </a:lnTo>
                  <a:lnTo>
                    <a:pt x="500" y="515"/>
                  </a:lnTo>
                  <a:lnTo>
                    <a:pt x="500" y="514"/>
                  </a:lnTo>
                  <a:lnTo>
                    <a:pt x="501" y="512"/>
                  </a:lnTo>
                  <a:lnTo>
                    <a:pt x="499" y="512"/>
                  </a:lnTo>
                  <a:lnTo>
                    <a:pt x="499" y="514"/>
                  </a:lnTo>
                  <a:lnTo>
                    <a:pt x="497" y="512"/>
                  </a:lnTo>
                  <a:lnTo>
                    <a:pt x="496" y="512"/>
                  </a:lnTo>
                  <a:lnTo>
                    <a:pt x="496" y="512"/>
                  </a:lnTo>
                  <a:close/>
                  <a:moveTo>
                    <a:pt x="492" y="530"/>
                  </a:moveTo>
                  <a:lnTo>
                    <a:pt x="492" y="526"/>
                  </a:lnTo>
                  <a:lnTo>
                    <a:pt x="492" y="524"/>
                  </a:lnTo>
                  <a:lnTo>
                    <a:pt x="493" y="522"/>
                  </a:lnTo>
                  <a:lnTo>
                    <a:pt x="495" y="519"/>
                  </a:lnTo>
                  <a:lnTo>
                    <a:pt x="496" y="520"/>
                  </a:lnTo>
                  <a:lnTo>
                    <a:pt x="495" y="522"/>
                  </a:lnTo>
                  <a:lnTo>
                    <a:pt x="496" y="523"/>
                  </a:lnTo>
                  <a:lnTo>
                    <a:pt x="495" y="524"/>
                  </a:lnTo>
                  <a:lnTo>
                    <a:pt x="496" y="526"/>
                  </a:lnTo>
                  <a:lnTo>
                    <a:pt x="495" y="527"/>
                  </a:lnTo>
                  <a:lnTo>
                    <a:pt x="493" y="528"/>
                  </a:lnTo>
                  <a:lnTo>
                    <a:pt x="492" y="530"/>
                  </a:lnTo>
                  <a:lnTo>
                    <a:pt x="492" y="530"/>
                  </a:lnTo>
                  <a:close/>
                  <a:moveTo>
                    <a:pt x="598" y="465"/>
                  </a:moveTo>
                  <a:lnTo>
                    <a:pt x="598" y="463"/>
                  </a:lnTo>
                  <a:lnTo>
                    <a:pt x="599" y="463"/>
                  </a:lnTo>
                  <a:lnTo>
                    <a:pt x="599" y="463"/>
                  </a:lnTo>
                  <a:lnTo>
                    <a:pt x="599" y="466"/>
                  </a:lnTo>
                  <a:lnTo>
                    <a:pt x="598" y="465"/>
                  </a:lnTo>
                  <a:lnTo>
                    <a:pt x="598" y="465"/>
                  </a:lnTo>
                  <a:close/>
                  <a:moveTo>
                    <a:pt x="633" y="444"/>
                  </a:moveTo>
                  <a:lnTo>
                    <a:pt x="632" y="440"/>
                  </a:lnTo>
                  <a:lnTo>
                    <a:pt x="632" y="439"/>
                  </a:lnTo>
                  <a:lnTo>
                    <a:pt x="632" y="436"/>
                  </a:lnTo>
                  <a:lnTo>
                    <a:pt x="633" y="435"/>
                  </a:lnTo>
                  <a:lnTo>
                    <a:pt x="635" y="436"/>
                  </a:lnTo>
                  <a:lnTo>
                    <a:pt x="635" y="437"/>
                  </a:lnTo>
                  <a:lnTo>
                    <a:pt x="636" y="439"/>
                  </a:lnTo>
                  <a:lnTo>
                    <a:pt x="635" y="440"/>
                  </a:lnTo>
                  <a:lnTo>
                    <a:pt x="635" y="443"/>
                  </a:lnTo>
                  <a:lnTo>
                    <a:pt x="633" y="444"/>
                  </a:lnTo>
                  <a:lnTo>
                    <a:pt x="633" y="444"/>
                  </a:lnTo>
                  <a:close/>
                  <a:moveTo>
                    <a:pt x="594" y="486"/>
                  </a:moveTo>
                  <a:lnTo>
                    <a:pt x="594" y="485"/>
                  </a:lnTo>
                  <a:lnTo>
                    <a:pt x="594" y="484"/>
                  </a:lnTo>
                  <a:lnTo>
                    <a:pt x="595" y="482"/>
                  </a:lnTo>
                  <a:lnTo>
                    <a:pt x="595" y="481"/>
                  </a:lnTo>
                  <a:lnTo>
                    <a:pt x="597" y="480"/>
                  </a:lnTo>
                  <a:lnTo>
                    <a:pt x="597" y="477"/>
                  </a:lnTo>
                  <a:lnTo>
                    <a:pt x="594" y="477"/>
                  </a:lnTo>
                  <a:lnTo>
                    <a:pt x="594" y="476"/>
                  </a:lnTo>
                  <a:lnTo>
                    <a:pt x="594" y="473"/>
                  </a:lnTo>
                  <a:lnTo>
                    <a:pt x="597" y="473"/>
                  </a:lnTo>
                  <a:lnTo>
                    <a:pt x="597" y="470"/>
                  </a:lnTo>
                  <a:lnTo>
                    <a:pt x="594" y="469"/>
                  </a:lnTo>
                  <a:lnTo>
                    <a:pt x="593" y="469"/>
                  </a:lnTo>
                  <a:lnTo>
                    <a:pt x="593" y="470"/>
                  </a:lnTo>
                  <a:lnTo>
                    <a:pt x="591" y="471"/>
                  </a:lnTo>
                  <a:lnTo>
                    <a:pt x="590" y="470"/>
                  </a:lnTo>
                  <a:lnTo>
                    <a:pt x="586" y="470"/>
                  </a:lnTo>
                  <a:lnTo>
                    <a:pt x="583" y="474"/>
                  </a:lnTo>
                  <a:lnTo>
                    <a:pt x="580" y="476"/>
                  </a:lnTo>
                  <a:lnTo>
                    <a:pt x="580" y="474"/>
                  </a:lnTo>
                  <a:lnTo>
                    <a:pt x="583" y="473"/>
                  </a:lnTo>
                  <a:lnTo>
                    <a:pt x="584" y="470"/>
                  </a:lnTo>
                  <a:lnTo>
                    <a:pt x="584" y="467"/>
                  </a:lnTo>
                  <a:lnTo>
                    <a:pt x="583" y="469"/>
                  </a:lnTo>
                  <a:lnTo>
                    <a:pt x="582" y="469"/>
                  </a:lnTo>
                  <a:lnTo>
                    <a:pt x="582" y="466"/>
                  </a:lnTo>
                  <a:lnTo>
                    <a:pt x="584" y="465"/>
                  </a:lnTo>
                  <a:lnTo>
                    <a:pt x="583" y="462"/>
                  </a:lnTo>
                  <a:lnTo>
                    <a:pt x="584" y="459"/>
                  </a:lnTo>
                  <a:lnTo>
                    <a:pt x="586" y="459"/>
                  </a:lnTo>
                  <a:lnTo>
                    <a:pt x="586" y="461"/>
                  </a:lnTo>
                  <a:lnTo>
                    <a:pt x="587" y="465"/>
                  </a:lnTo>
                  <a:lnTo>
                    <a:pt x="588" y="466"/>
                  </a:lnTo>
                  <a:lnTo>
                    <a:pt x="590" y="466"/>
                  </a:lnTo>
                  <a:lnTo>
                    <a:pt x="593" y="466"/>
                  </a:lnTo>
                  <a:lnTo>
                    <a:pt x="594" y="462"/>
                  </a:lnTo>
                  <a:lnTo>
                    <a:pt x="593" y="462"/>
                  </a:lnTo>
                  <a:lnTo>
                    <a:pt x="593" y="461"/>
                  </a:lnTo>
                  <a:lnTo>
                    <a:pt x="595" y="461"/>
                  </a:lnTo>
                  <a:lnTo>
                    <a:pt x="595" y="461"/>
                  </a:lnTo>
                  <a:lnTo>
                    <a:pt x="597" y="461"/>
                  </a:lnTo>
                  <a:lnTo>
                    <a:pt x="599" y="458"/>
                  </a:lnTo>
                  <a:lnTo>
                    <a:pt x="601" y="455"/>
                  </a:lnTo>
                  <a:lnTo>
                    <a:pt x="601" y="458"/>
                  </a:lnTo>
                  <a:lnTo>
                    <a:pt x="602" y="458"/>
                  </a:lnTo>
                  <a:lnTo>
                    <a:pt x="605" y="456"/>
                  </a:lnTo>
                  <a:lnTo>
                    <a:pt x="602" y="461"/>
                  </a:lnTo>
                  <a:lnTo>
                    <a:pt x="602" y="465"/>
                  </a:lnTo>
                  <a:lnTo>
                    <a:pt x="603" y="463"/>
                  </a:lnTo>
                  <a:lnTo>
                    <a:pt x="605" y="465"/>
                  </a:lnTo>
                  <a:lnTo>
                    <a:pt x="603" y="466"/>
                  </a:lnTo>
                  <a:lnTo>
                    <a:pt x="605" y="466"/>
                  </a:lnTo>
                  <a:lnTo>
                    <a:pt x="606" y="463"/>
                  </a:lnTo>
                  <a:lnTo>
                    <a:pt x="607" y="462"/>
                  </a:lnTo>
                  <a:lnTo>
                    <a:pt x="610" y="458"/>
                  </a:lnTo>
                  <a:lnTo>
                    <a:pt x="612" y="458"/>
                  </a:lnTo>
                  <a:lnTo>
                    <a:pt x="612" y="461"/>
                  </a:lnTo>
                  <a:lnTo>
                    <a:pt x="609" y="463"/>
                  </a:lnTo>
                  <a:lnTo>
                    <a:pt x="609" y="467"/>
                  </a:lnTo>
                  <a:lnTo>
                    <a:pt x="612" y="467"/>
                  </a:lnTo>
                  <a:lnTo>
                    <a:pt x="613" y="469"/>
                  </a:lnTo>
                  <a:lnTo>
                    <a:pt x="614" y="467"/>
                  </a:lnTo>
                  <a:lnTo>
                    <a:pt x="617" y="463"/>
                  </a:lnTo>
                  <a:lnTo>
                    <a:pt x="618" y="459"/>
                  </a:lnTo>
                  <a:lnTo>
                    <a:pt x="620" y="456"/>
                  </a:lnTo>
                  <a:lnTo>
                    <a:pt x="620" y="454"/>
                  </a:lnTo>
                  <a:lnTo>
                    <a:pt x="620" y="452"/>
                  </a:lnTo>
                  <a:lnTo>
                    <a:pt x="620" y="451"/>
                  </a:lnTo>
                  <a:lnTo>
                    <a:pt x="618" y="451"/>
                  </a:lnTo>
                  <a:lnTo>
                    <a:pt x="617" y="451"/>
                  </a:lnTo>
                  <a:lnTo>
                    <a:pt x="616" y="452"/>
                  </a:lnTo>
                  <a:lnTo>
                    <a:pt x="616" y="448"/>
                  </a:lnTo>
                  <a:lnTo>
                    <a:pt x="617" y="448"/>
                  </a:lnTo>
                  <a:lnTo>
                    <a:pt x="616" y="447"/>
                  </a:lnTo>
                  <a:lnTo>
                    <a:pt x="613" y="447"/>
                  </a:lnTo>
                  <a:lnTo>
                    <a:pt x="613" y="446"/>
                  </a:lnTo>
                  <a:lnTo>
                    <a:pt x="610" y="443"/>
                  </a:lnTo>
                  <a:lnTo>
                    <a:pt x="610" y="442"/>
                  </a:lnTo>
                  <a:lnTo>
                    <a:pt x="607" y="437"/>
                  </a:lnTo>
                  <a:lnTo>
                    <a:pt x="607" y="433"/>
                  </a:lnTo>
                  <a:lnTo>
                    <a:pt x="609" y="431"/>
                  </a:lnTo>
                  <a:lnTo>
                    <a:pt x="607" y="427"/>
                  </a:lnTo>
                  <a:lnTo>
                    <a:pt x="606" y="429"/>
                  </a:lnTo>
                  <a:lnTo>
                    <a:pt x="606" y="432"/>
                  </a:lnTo>
                  <a:lnTo>
                    <a:pt x="603" y="429"/>
                  </a:lnTo>
                  <a:lnTo>
                    <a:pt x="601" y="428"/>
                  </a:lnTo>
                  <a:lnTo>
                    <a:pt x="601" y="423"/>
                  </a:lnTo>
                  <a:lnTo>
                    <a:pt x="598" y="421"/>
                  </a:lnTo>
                  <a:lnTo>
                    <a:pt x="598" y="416"/>
                  </a:lnTo>
                  <a:lnTo>
                    <a:pt x="597" y="414"/>
                  </a:lnTo>
                  <a:lnTo>
                    <a:pt x="595" y="412"/>
                  </a:lnTo>
                  <a:lnTo>
                    <a:pt x="595" y="409"/>
                  </a:lnTo>
                  <a:lnTo>
                    <a:pt x="595" y="408"/>
                  </a:lnTo>
                  <a:lnTo>
                    <a:pt x="598" y="408"/>
                  </a:lnTo>
                  <a:lnTo>
                    <a:pt x="598" y="403"/>
                  </a:lnTo>
                  <a:lnTo>
                    <a:pt x="601" y="403"/>
                  </a:lnTo>
                  <a:lnTo>
                    <a:pt x="601" y="405"/>
                  </a:lnTo>
                  <a:lnTo>
                    <a:pt x="603" y="403"/>
                  </a:lnTo>
                  <a:lnTo>
                    <a:pt x="603" y="401"/>
                  </a:lnTo>
                  <a:lnTo>
                    <a:pt x="606" y="395"/>
                  </a:lnTo>
                  <a:lnTo>
                    <a:pt x="606" y="391"/>
                  </a:lnTo>
                  <a:lnTo>
                    <a:pt x="606" y="390"/>
                  </a:lnTo>
                  <a:lnTo>
                    <a:pt x="603" y="386"/>
                  </a:lnTo>
                  <a:lnTo>
                    <a:pt x="605" y="383"/>
                  </a:lnTo>
                  <a:lnTo>
                    <a:pt x="607" y="382"/>
                  </a:lnTo>
                  <a:lnTo>
                    <a:pt x="607" y="378"/>
                  </a:lnTo>
                  <a:lnTo>
                    <a:pt x="610" y="374"/>
                  </a:lnTo>
                  <a:lnTo>
                    <a:pt x="610" y="372"/>
                  </a:lnTo>
                  <a:lnTo>
                    <a:pt x="612" y="370"/>
                  </a:lnTo>
                  <a:lnTo>
                    <a:pt x="612" y="364"/>
                  </a:lnTo>
                  <a:lnTo>
                    <a:pt x="613" y="364"/>
                  </a:lnTo>
                  <a:lnTo>
                    <a:pt x="613" y="361"/>
                  </a:lnTo>
                  <a:lnTo>
                    <a:pt x="617" y="357"/>
                  </a:lnTo>
                  <a:lnTo>
                    <a:pt x="616" y="355"/>
                  </a:lnTo>
                  <a:lnTo>
                    <a:pt x="617" y="353"/>
                  </a:lnTo>
                  <a:lnTo>
                    <a:pt x="618" y="352"/>
                  </a:lnTo>
                  <a:lnTo>
                    <a:pt x="618" y="349"/>
                  </a:lnTo>
                  <a:lnTo>
                    <a:pt x="617" y="346"/>
                  </a:lnTo>
                  <a:lnTo>
                    <a:pt x="617" y="345"/>
                  </a:lnTo>
                  <a:lnTo>
                    <a:pt x="617" y="342"/>
                  </a:lnTo>
                  <a:lnTo>
                    <a:pt x="616" y="341"/>
                  </a:lnTo>
                  <a:lnTo>
                    <a:pt x="614" y="337"/>
                  </a:lnTo>
                  <a:lnTo>
                    <a:pt x="614" y="336"/>
                  </a:lnTo>
                  <a:lnTo>
                    <a:pt x="613" y="331"/>
                  </a:lnTo>
                  <a:lnTo>
                    <a:pt x="610" y="330"/>
                  </a:lnTo>
                  <a:lnTo>
                    <a:pt x="609" y="329"/>
                  </a:lnTo>
                  <a:lnTo>
                    <a:pt x="607" y="329"/>
                  </a:lnTo>
                  <a:lnTo>
                    <a:pt x="607" y="333"/>
                  </a:lnTo>
                  <a:lnTo>
                    <a:pt x="606" y="333"/>
                  </a:lnTo>
                  <a:lnTo>
                    <a:pt x="603" y="327"/>
                  </a:lnTo>
                  <a:lnTo>
                    <a:pt x="602" y="327"/>
                  </a:lnTo>
                  <a:lnTo>
                    <a:pt x="599" y="325"/>
                  </a:lnTo>
                  <a:lnTo>
                    <a:pt x="598" y="326"/>
                  </a:lnTo>
                  <a:lnTo>
                    <a:pt x="598" y="330"/>
                  </a:lnTo>
                  <a:lnTo>
                    <a:pt x="597" y="330"/>
                  </a:lnTo>
                  <a:lnTo>
                    <a:pt x="595" y="330"/>
                  </a:lnTo>
                  <a:lnTo>
                    <a:pt x="594" y="333"/>
                  </a:lnTo>
                  <a:lnTo>
                    <a:pt x="594" y="336"/>
                  </a:lnTo>
                  <a:lnTo>
                    <a:pt x="593" y="336"/>
                  </a:lnTo>
                  <a:lnTo>
                    <a:pt x="590" y="342"/>
                  </a:lnTo>
                  <a:lnTo>
                    <a:pt x="590" y="345"/>
                  </a:lnTo>
                  <a:lnTo>
                    <a:pt x="588" y="348"/>
                  </a:lnTo>
                  <a:lnTo>
                    <a:pt x="588" y="352"/>
                  </a:lnTo>
                  <a:lnTo>
                    <a:pt x="587" y="352"/>
                  </a:lnTo>
                  <a:lnTo>
                    <a:pt x="587" y="355"/>
                  </a:lnTo>
                  <a:lnTo>
                    <a:pt x="584" y="356"/>
                  </a:lnTo>
                  <a:lnTo>
                    <a:pt x="584" y="361"/>
                  </a:lnTo>
                  <a:lnTo>
                    <a:pt x="582" y="363"/>
                  </a:lnTo>
                  <a:lnTo>
                    <a:pt x="582" y="363"/>
                  </a:lnTo>
                  <a:lnTo>
                    <a:pt x="579" y="367"/>
                  </a:lnTo>
                  <a:lnTo>
                    <a:pt x="580" y="368"/>
                  </a:lnTo>
                  <a:lnTo>
                    <a:pt x="579" y="371"/>
                  </a:lnTo>
                  <a:lnTo>
                    <a:pt x="579" y="374"/>
                  </a:lnTo>
                  <a:lnTo>
                    <a:pt x="576" y="376"/>
                  </a:lnTo>
                  <a:lnTo>
                    <a:pt x="579" y="379"/>
                  </a:lnTo>
                  <a:lnTo>
                    <a:pt x="578" y="382"/>
                  </a:lnTo>
                  <a:lnTo>
                    <a:pt x="575" y="382"/>
                  </a:lnTo>
                  <a:lnTo>
                    <a:pt x="576" y="383"/>
                  </a:lnTo>
                  <a:lnTo>
                    <a:pt x="579" y="383"/>
                  </a:lnTo>
                  <a:lnTo>
                    <a:pt x="579" y="386"/>
                  </a:lnTo>
                  <a:lnTo>
                    <a:pt x="576" y="386"/>
                  </a:lnTo>
                  <a:lnTo>
                    <a:pt x="575" y="386"/>
                  </a:lnTo>
                  <a:lnTo>
                    <a:pt x="572" y="387"/>
                  </a:lnTo>
                  <a:lnTo>
                    <a:pt x="571" y="387"/>
                  </a:lnTo>
                  <a:lnTo>
                    <a:pt x="569" y="389"/>
                  </a:lnTo>
                  <a:lnTo>
                    <a:pt x="569" y="391"/>
                  </a:lnTo>
                  <a:lnTo>
                    <a:pt x="568" y="391"/>
                  </a:lnTo>
                  <a:lnTo>
                    <a:pt x="567" y="391"/>
                  </a:lnTo>
                  <a:lnTo>
                    <a:pt x="567" y="389"/>
                  </a:lnTo>
                  <a:lnTo>
                    <a:pt x="567" y="386"/>
                  </a:lnTo>
                  <a:lnTo>
                    <a:pt x="565" y="384"/>
                  </a:lnTo>
                  <a:lnTo>
                    <a:pt x="565" y="379"/>
                  </a:lnTo>
                  <a:lnTo>
                    <a:pt x="568" y="375"/>
                  </a:lnTo>
                  <a:lnTo>
                    <a:pt x="568" y="372"/>
                  </a:lnTo>
                  <a:lnTo>
                    <a:pt x="571" y="371"/>
                  </a:lnTo>
                  <a:lnTo>
                    <a:pt x="571" y="368"/>
                  </a:lnTo>
                  <a:lnTo>
                    <a:pt x="571" y="365"/>
                  </a:lnTo>
                  <a:lnTo>
                    <a:pt x="572" y="360"/>
                  </a:lnTo>
                  <a:lnTo>
                    <a:pt x="576" y="359"/>
                  </a:lnTo>
                  <a:lnTo>
                    <a:pt x="576" y="355"/>
                  </a:lnTo>
                  <a:lnTo>
                    <a:pt x="575" y="355"/>
                  </a:lnTo>
                  <a:lnTo>
                    <a:pt x="573" y="355"/>
                  </a:lnTo>
                  <a:lnTo>
                    <a:pt x="573" y="353"/>
                  </a:lnTo>
                  <a:lnTo>
                    <a:pt x="575" y="351"/>
                  </a:lnTo>
                  <a:lnTo>
                    <a:pt x="575" y="345"/>
                  </a:lnTo>
                  <a:lnTo>
                    <a:pt x="573" y="344"/>
                  </a:lnTo>
                  <a:lnTo>
                    <a:pt x="572" y="341"/>
                  </a:lnTo>
                  <a:lnTo>
                    <a:pt x="573" y="340"/>
                  </a:lnTo>
                  <a:lnTo>
                    <a:pt x="573" y="336"/>
                  </a:lnTo>
                  <a:lnTo>
                    <a:pt x="572" y="336"/>
                  </a:lnTo>
                  <a:lnTo>
                    <a:pt x="569" y="333"/>
                  </a:lnTo>
                  <a:lnTo>
                    <a:pt x="565" y="334"/>
                  </a:lnTo>
                  <a:lnTo>
                    <a:pt x="564" y="337"/>
                  </a:lnTo>
                  <a:lnTo>
                    <a:pt x="567" y="338"/>
                  </a:lnTo>
                  <a:lnTo>
                    <a:pt x="567" y="341"/>
                  </a:lnTo>
                  <a:lnTo>
                    <a:pt x="568" y="342"/>
                  </a:lnTo>
                  <a:lnTo>
                    <a:pt x="568" y="345"/>
                  </a:lnTo>
                  <a:lnTo>
                    <a:pt x="567" y="345"/>
                  </a:lnTo>
                  <a:lnTo>
                    <a:pt x="565" y="342"/>
                  </a:lnTo>
                  <a:lnTo>
                    <a:pt x="564" y="342"/>
                  </a:lnTo>
                  <a:lnTo>
                    <a:pt x="563" y="345"/>
                  </a:lnTo>
                  <a:lnTo>
                    <a:pt x="564" y="346"/>
                  </a:lnTo>
                  <a:lnTo>
                    <a:pt x="565" y="349"/>
                  </a:lnTo>
                  <a:lnTo>
                    <a:pt x="565" y="352"/>
                  </a:lnTo>
                  <a:lnTo>
                    <a:pt x="564" y="353"/>
                  </a:lnTo>
                  <a:lnTo>
                    <a:pt x="564" y="352"/>
                  </a:lnTo>
                  <a:lnTo>
                    <a:pt x="563" y="351"/>
                  </a:lnTo>
                  <a:lnTo>
                    <a:pt x="563" y="355"/>
                  </a:lnTo>
                  <a:lnTo>
                    <a:pt x="560" y="352"/>
                  </a:lnTo>
                  <a:lnTo>
                    <a:pt x="560" y="349"/>
                  </a:lnTo>
                  <a:lnTo>
                    <a:pt x="559" y="351"/>
                  </a:lnTo>
                  <a:lnTo>
                    <a:pt x="556" y="353"/>
                  </a:lnTo>
                  <a:lnTo>
                    <a:pt x="556" y="352"/>
                  </a:lnTo>
                  <a:lnTo>
                    <a:pt x="556" y="349"/>
                  </a:lnTo>
                  <a:lnTo>
                    <a:pt x="557" y="348"/>
                  </a:lnTo>
                  <a:lnTo>
                    <a:pt x="556" y="346"/>
                  </a:lnTo>
                  <a:lnTo>
                    <a:pt x="553" y="348"/>
                  </a:lnTo>
                  <a:lnTo>
                    <a:pt x="549" y="352"/>
                  </a:lnTo>
                  <a:lnTo>
                    <a:pt x="548" y="348"/>
                  </a:lnTo>
                  <a:lnTo>
                    <a:pt x="545" y="348"/>
                  </a:lnTo>
                  <a:lnTo>
                    <a:pt x="544" y="351"/>
                  </a:lnTo>
                  <a:lnTo>
                    <a:pt x="541" y="351"/>
                  </a:lnTo>
                  <a:lnTo>
                    <a:pt x="540" y="349"/>
                  </a:lnTo>
                  <a:lnTo>
                    <a:pt x="537" y="349"/>
                  </a:lnTo>
                  <a:lnTo>
                    <a:pt x="535" y="348"/>
                  </a:lnTo>
                  <a:lnTo>
                    <a:pt x="538" y="346"/>
                  </a:lnTo>
                  <a:lnTo>
                    <a:pt x="541" y="345"/>
                  </a:lnTo>
                  <a:lnTo>
                    <a:pt x="544" y="346"/>
                  </a:lnTo>
                  <a:lnTo>
                    <a:pt x="546" y="345"/>
                  </a:lnTo>
                  <a:lnTo>
                    <a:pt x="546" y="344"/>
                  </a:lnTo>
                  <a:lnTo>
                    <a:pt x="548" y="342"/>
                  </a:lnTo>
                  <a:lnTo>
                    <a:pt x="550" y="344"/>
                  </a:lnTo>
                  <a:lnTo>
                    <a:pt x="553" y="341"/>
                  </a:lnTo>
                  <a:lnTo>
                    <a:pt x="553" y="338"/>
                  </a:lnTo>
                  <a:lnTo>
                    <a:pt x="553" y="337"/>
                  </a:lnTo>
                  <a:lnTo>
                    <a:pt x="552" y="336"/>
                  </a:lnTo>
                  <a:lnTo>
                    <a:pt x="549" y="330"/>
                  </a:lnTo>
                  <a:lnTo>
                    <a:pt x="546" y="330"/>
                  </a:lnTo>
                  <a:lnTo>
                    <a:pt x="546" y="327"/>
                  </a:lnTo>
                  <a:lnTo>
                    <a:pt x="541" y="323"/>
                  </a:lnTo>
                  <a:lnTo>
                    <a:pt x="541" y="322"/>
                  </a:lnTo>
                  <a:lnTo>
                    <a:pt x="538" y="322"/>
                  </a:lnTo>
                  <a:lnTo>
                    <a:pt x="535" y="325"/>
                  </a:lnTo>
                  <a:lnTo>
                    <a:pt x="534" y="325"/>
                  </a:lnTo>
                  <a:lnTo>
                    <a:pt x="529" y="329"/>
                  </a:lnTo>
                  <a:lnTo>
                    <a:pt x="530" y="330"/>
                  </a:lnTo>
                  <a:lnTo>
                    <a:pt x="530" y="333"/>
                  </a:lnTo>
                  <a:lnTo>
                    <a:pt x="529" y="333"/>
                  </a:lnTo>
                  <a:lnTo>
                    <a:pt x="526" y="334"/>
                  </a:lnTo>
                  <a:lnTo>
                    <a:pt x="526" y="333"/>
                  </a:lnTo>
                  <a:lnTo>
                    <a:pt x="525" y="333"/>
                  </a:lnTo>
                  <a:lnTo>
                    <a:pt x="522" y="331"/>
                  </a:lnTo>
                  <a:lnTo>
                    <a:pt x="519" y="331"/>
                  </a:lnTo>
                  <a:lnTo>
                    <a:pt x="518" y="333"/>
                  </a:lnTo>
                  <a:lnTo>
                    <a:pt x="515" y="333"/>
                  </a:lnTo>
                  <a:lnTo>
                    <a:pt x="514" y="331"/>
                  </a:lnTo>
                  <a:lnTo>
                    <a:pt x="515" y="330"/>
                  </a:lnTo>
                  <a:lnTo>
                    <a:pt x="519" y="330"/>
                  </a:lnTo>
                  <a:lnTo>
                    <a:pt x="521" y="327"/>
                  </a:lnTo>
                  <a:lnTo>
                    <a:pt x="523" y="326"/>
                  </a:lnTo>
                  <a:lnTo>
                    <a:pt x="525" y="327"/>
                  </a:lnTo>
                  <a:lnTo>
                    <a:pt x="526" y="323"/>
                  </a:lnTo>
                  <a:lnTo>
                    <a:pt x="527" y="321"/>
                  </a:lnTo>
                  <a:lnTo>
                    <a:pt x="527" y="319"/>
                  </a:lnTo>
                  <a:lnTo>
                    <a:pt x="530" y="319"/>
                  </a:lnTo>
                  <a:lnTo>
                    <a:pt x="533" y="315"/>
                  </a:lnTo>
                  <a:lnTo>
                    <a:pt x="531" y="311"/>
                  </a:lnTo>
                  <a:lnTo>
                    <a:pt x="533" y="308"/>
                  </a:lnTo>
                  <a:lnTo>
                    <a:pt x="531" y="306"/>
                  </a:lnTo>
                  <a:lnTo>
                    <a:pt x="529" y="306"/>
                  </a:lnTo>
                  <a:lnTo>
                    <a:pt x="525" y="307"/>
                  </a:lnTo>
                  <a:lnTo>
                    <a:pt x="519" y="308"/>
                  </a:lnTo>
                  <a:lnTo>
                    <a:pt x="514" y="311"/>
                  </a:lnTo>
                  <a:lnTo>
                    <a:pt x="504" y="312"/>
                  </a:lnTo>
                  <a:lnTo>
                    <a:pt x="492" y="317"/>
                  </a:lnTo>
                  <a:lnTo>
                    <a:pt x="488" y="321"/>
                  </a:lnTo>
                  <a:lnTo>
                    <a:pt x="480" y="322"/>
                  </a:lnTo>
                  <a:lnTo>
                    <a:pt x="470" y="327"/>
                  </a:lnTo>
                  <a:lnTo>
                    <a:pt x="466" y="330"/>
                  </a:lnTo>
                  <a:lnTo>
                    <a:pt x="466" y="333"/>
                  </a:lnTo>
                  <a:lnTo>
                    <a:pt x="469" y="333"/>
                  </a:lnTo>
                  <a:lnTo>
                    <a:pt x="470" y="333"/>
                  </a:lnTo>
                  <a:lnTo>
                    <a:pt x="468" y="336"/>
                  </a:lnTo>
                  <a:lnTo>
                    <a:pt x="465" y="336"/>
                  </a:lnTo>
                  <a:lnTo>
                    <a:pt x="459" y="340"/>
                  </a:lnTo>
                  <a:lnTo>
                    <a:pt x="455" y="340"/>
                  </a:lnTo>
                  <a:lnTo>
                    <a:pt x="454" y="341"/>
                  </a:lnTo>
                  <a:lnTo>
                    <a:pt x="454" y="344"/>
                  </a:lnTo>
                  <a:lnTo>
                    <a:pt x="450" y="346"/>
                  </a:lnTo>
                  <a:lnTo>
                    <a:pt x="447" y="349"/>
                  </a:lnTo>
                  <a:lnTo>
                    <a:pt x="447" y="353"/>
                  </a:lnTo>
                  <a:lnTo>
                    <a:pt x="450" y="352"/>
                  </a:lnTo>
                  <a:lnTo>
                    <a:pt x="451" y="353"/>
                  </a:lnTo>
                  <a:lnTo>
                    <a:pt x="450" y="355"/>
                  </a:lnTo>
                  <a:lnTo>
                    <a:pt x="451" y="356"/>
                  </a:lnTo>
                  <a:lnTo>
                    <a:pt x="453" y="356"/>
                  </a:lnTo>
                  <a:lnTo>
                    <a:pt x="455" y="353"/>
                  </a:lnTo>
                  <a:lnTo>
                    <a:pt x="458" y="355"/>
                  </a:lnTo>
                  <a:lnTo>
                    <a:pt x="461" y="356"/>
                  </a:lnTo>
                  <a:lnTo>
                    <a:pt x="459" y="357"/>
                  </a:lnTo>
                  <a:lnTo>
                    <a:pt x="457" y="359"/>
                  </a:lnTo>
                  <a:lnTo>
                    <a:pt x="453" y="357"/>
                  </a:lnTo>
                  <a:lnTo>
                    <a:pt x="451" y="359"/>
                  </a:lnTo>
                  <a:lnTo>
                    <a:pt x="451" y="361"/>
                  </a:lnTo>
                  <a:lnTo>
                    <a:pt x="457" y="364"/>
                  </a:lnTo>
                  <a:lnTo>
                    <a:pt x="458" y="363"/>
                  </a:lnTo>
                  <a:lnTo>
                    <a:pt x="458" y="360"/>
                  </a:lnTo>
                  <a:lnTo>
                    <a:pt x="461" y="360"/>
                  </a:lnTo>
                  <a:lnTo>
                    <a:pt x="461" y="361"/>
                  </a:lnTo>
                  <a:lnTo>
                    <a:pt x="461" y="364"/>
                  </a:lnTo>
                  <a:lnTo>
                    <a:pt x="462" y="364"/>
                  </a:lnTo>
                  <a:lnTo>
                    <a:pt x="468" y="364"/>
                  </a:lnTo>
                  <a:lnTo>
                    <a:pt x="472" y="363"/>
                  </a:lnTo>
                  <a:lnTo>
                    <a:pt x="474" y="363"/>
                  </a:lnTo>
                  <a:lnTo>
                    <a:pt x="478" y="365"/>
                  </a:lnTo>
                  <a:lnTo>
                    <a:pt x="481" y="364"/>
                  </a:lnTo>
                  <a:lnTo>
                    <a:pt x="484" y="365"/>
                  </a:lnTo>
                  <a:lnTo>
                    <a:pt x="485" y="368"/>
                  </a:lnTo>
                  <a:lnTo>
                    <a:pt x="488" y="368"/>
                  </a:lnTo>
                  <a:lnTo>
                    <a:pt x="487" y="370"/>
                  </a:lnTo>
                  <a:lnTo>
                    <a:pt x="485" y="370"/>
                  </a:lnTo>
                  <a:lnTo>
                    <a:pt x="481" y="367"/>
                  </a:lnTo>
                  <a:lnTo>
                    <a:pt x="476" y="367"/>
                  </a:lnTo>
                  <a:lnTo>
                    <a:pt x="474" y="368"/>
                  </a:lnTo>
                  <a:lnTo>
                    <a:pt x="478" y="370"/>
                  </a:lnTo>
                  <a:lnTo>
                    <a:pt x="478" y="371"/>
                  </a:lnTo>
                  <a:lnTo>
                    <a:pt x="474" y="371"/>
                  </a:lnTo>
                  <a:lnTo>
                    <a:pt x="472" y="370"/>
                  </a:lnTo>
                  <a:lnTo>
                    <a:pt x="466" y="370"/>
                  </a:lnTo>
                  <a:lnTo>
                    <a:pt x="465" y="371"/>
                  </a:lnTo>
                  <a:lnTo>
                    <a:pt x="462" y="370"/>
                  </a:lnTo>
                  <a:lnTo>
                    <a:pt x="461" y="370"/>
                  </a:lnTo>
                  <a:lnTo>
                    <a:pt x="458" y="371"/>
                  </a:lnTo>
                  <a:lnTo>
                    <a:pt x="457" y="371"/>
                  </a:lnTo>
                  <a:lnTo>
                    <a:pt x="450" y="371"/>
                  </a:lnTo>
                  <a:lnTo>
                    <a:pt x="449" y="372"/>
                  </a:lnTo>
                  <a:lnTo>
                    <a:pt x="443" y="372"/>
                  </a:lnTo>
                  <a:lnTo>
                    <a:pt x="442" y="376"/>
                  </a:lnTo>
                  <a:lnTo>
                    <a:pt x="443" y="383"/>
                  </a:lnTo>
                  <a:lnTo>
                    <a:pt x="444" y="384"/>
                  </a:lnTo>
                  <a:lnTo>
                    <a:pt x="443" y="389"/>
                  </a:lnTo>
                  <a:lnTo>
                    <a:pt x="443" y="389"/>
                  </a:lnTo>
                  <a:lnTo>
                    <a:pt x="443" y="391"/>
                  </a:lnTo>
                  <a:lnTo>
                    <a:pt x="444" y="393"/>
                  </a:lnTo>
                  <a:lnTo>
                    <a:pt x="447" y="391"/>
                  </a:lnTo>
                  <a:lnTo>
                    <a:pt x="449" y="391"/>
                  </a:lnTo>
                  <a:lnTo>
                    <a:pt x="450" y="393"/>
                  </a:lnTo>
                  <a:lnTo>
                    <a:pt x="453" y="393"/>
                  </a:lnTo>
                  <a:lnTo>
                    <a:pt x="453" y="391"/>
                  </a:lnTo>
                  <a:lnTo>
                    <a:pt x="454" y="391"/>
                  </a:lnTo>
                  <a:lnTo>
                    <a:pt x="455" y="393"/>
                  </a:lnTo>
                  <a:lnTo>
                    <a:pt x="457" y="394"/>
                  </a:lnTo>
                  <a:lnTo>
                    <a:pt x="458" y="393"/>
                  </a:lnTo>
                  <a:lnTo>
                    <a:pt x="459" y="394"/>
                  </a:lnTo>
                  <a:lnTo>
                    <a:pt x="459" y="395"/>
                  </a:lnTo>
                  <a:lnTo>
                    <a:pt x="462" y="397"/>
                  </a:lnTo>
                  <a:lnTo>
                    <a:pt x="463" y="395"/>
                  </a:lnTo>
                  <a:lnTo>
                    <a:pt x="465" y="395"/>
                  </a:lnTo>
                  <a:lnTo>
                    <a:pt x="466" y="397"/>
                  </a:lnTo>
                  <a:lnTo>
                    <a:pt x="470" y="397"/>
                  </a:lnTo>
                  <a:lnTo>
                    <a:pt x="472" y="397"/>
                  </a:lnTo>
                  <a:lnTo>
                    <a:pt x="474" y="398"/>
                  </a:lnTo>
                  <a:lnTo>
                    <a:pt x="477" y="397"/>
                  </a:lnTo>
                  <a:lnTo>
                    <a:pt x="478" y="398"/>
                  </a:lnTo>
                  <a:lnTo>
                    <a:pt x="481" y="398"/>
                  </a:lnTo>
                  <a:lnTo>
                    <a:pt x="484" y="397"/>
                  </a:lnTo>
                  <a:lnTo>
                    <a:pt x="487" y="398"/>
                  </a:lnTo>
                  <a:lnTo>
                    <a:pt x="488" y="399"/>
                  </a:lnTo>
                  <a:lnTo>
                    <a:pt x="489" y="399"/>
                  </a:lnTo>
                  <a:lnTo>
                    <a:pt x="489" y="401"/>
                  </a:lnTo>
                  <a:lnTo>
                    <a:pt x="492" y="403"/>
                  </a:lnTo>
                  <a:lnTo>
                    <a:pt x="492" y="405"/>
                  </a:lnTo>
                  <a:lnTo>
                    <a:pt x="493" y="406"/>
                  </a:lnTo>
                  <a:lnTo>
                    <a:pt x="496" y="406"/>
                  </a:lnTo>
                  <a:lnTo>
                    <a:pt x="497" y="406"/>
                  </a:lnTo>
                  <a:lnTo>
                    <a:pt x="499" y="409"/>
                  </a:lnTo>
                  <a:lnTo>
                    <a:pt x="500" y="409"/>
                  </a:lnTo>
                  <a:lnTo>
                    <a:pt x="501" y="410"/>
                  </a:lnTo>
                  <a:lnTo>
                    <a:pt x="501" y="412"/>
                  </a:lnTo>
                  <a:lnTo>
                    <a:pt x="500" y="413"/>
                  </a:lnTo>
                  <a:lnTo>
                    <a:pt x="503" y="416"/>
                  </a:lnTo>
                  <a:lnTo>
                    <a:pt x="507" y="418"/>
                  </a:lnTo>
                  <a:lnTo>
                    <a:pt x="507" y="420"/>
                  </a:lnTo>
                  <a:lnTo>
                    <a:pt x="506" y="421"/>
                  </a:lnTo>
                  <a:lnTo>
                    <a:pt x="507" y="423"/>
                  </a:lnTo>
                  <a:lnTo>
                    <a:pt x="506" y="421"/>
                  </a:lnTo>
                  <a:lnTo>
                    <a:pt x="500" y="421"/>
                  </a:lnTo>
                  <a:lnTo>
                    <a:pt x="496" y="420"/>
                  </a:lnTo>
                  <a:lnTo>
                    <a:pt x="495" y="420"/>
                  </a:lnTo>
                  <a:lnTo>
                    <a:pt x="492" y="420"/>
                  </a:lnTo>
                  <a:lnTo>
                    <a:pt x="492" y="420"/>
                  </a:lnTo>
                  <a:lnTo>
                    <a:pt x="489" y="420"/>
                  </a:lnTo>
                  <a:lnTo>
                    <a:pt x="488" y="417"/>
                  </a:lnTo>
                  <a:lnTo>
                    <a:pt x="485" y="417"/>
                  </a:lnTo>
                  <a:lnTo>
                    <a:pt x="484" y="416"/>
                  </a:lnTo>
                  <a:lnTo>
                    <a:pt x="482" y="414"/>
                  </a:lnTo>
                  <a:lnTo>
                    <a:pt x="480" y="416"/>
                  </a:lnTo>
                  <a:lnTo>
                    <a:pt x="478" y="414"/>
                  </a:lnTo>
                  <a:lnTo>
                    <a:pt x="477" y="413"/>
                  </a:lnTo>
                  <a:lnTo>
                    <a:pt x="474" y="412"/>
                  </a:lnTo>
                  <a:lnTo>
                    <a:pt x="473" y="410"/>
                  </a:lnTo>
                  <a:lnTo>
                    <a:pt x="473" y="410"/>
                  </a:lnTo>
                  <a:lnTo>
                    <a:pt x="470" y="409"/>
                  </a:lnTo>
                  <a:lnTo>
                    <a:pt x="468" y="410"/>
                  </a:lnTo>
                  <a:lnTo>
                    <a:pt x="466" y="409"/>
                  </a:lnTo>
                  <a:lnTo>
                    <a:pt x="461" y="409"/>
                  </a:lnTo>
                  <a:lnTo>
                    <a:pt x="457" y="409"/>
                  </a:lnTo>
                  <a:lnTo>
                    <a:pt x="454" y="408"/>
                  </a:lnTo>
                  <a:lnTo>
                    <a:pt x="443" y="408"/>
                  </a:lnTo>
                  <a:lnTo>
                    <a:pt x="440" y="409"/>
                  </a:lnTo>
                  <a:lnTo>
                    <a:pt x="438" y="409"/>
                  </a:lnTo>
                  <a:lnTo>
                    <a:pt x="436" y="412"/>
                  </a:lnTo>
                  <a:lnTo>
                    <a:pt x="435" y="416"/>
                  </a:lnTo>
                  <a:lnTo>
                    <a:pt x="434" y="420"/>
                  </a:lnTo>
                  <a:lnTo>
                    <a:pt x="434" y="424"/>
                  </a:lnTo>
                  <a:lnTo>
                    <a:pt x="434" y="425"/>
                  </a:lnTo>
                  <a:lnTo>
                    <a:pt x="434" y="428"/>
                  </a:lnTo>
                  <a:lnTo>
                    <a:pt x="435" y="428"/>
                  </a:lnTo>
                  <a:lnTo>
                    <a:pt x="435" y="429"/>
                  </a:lnTo>
                  <a:lnTo>
                    <a:pt x="434" y="431"/>
                  </a:lnTo>
                  <a:lnTo>
                    <a:pt x="436" y="436"/>
                  </a:lnTo>
                  <a:lnTo>
                    <a:pt x="438" y="437"/>
                  </a:lnTo>
                  <a:lnTo>
                    <a:pt x="439" y="439"/>
                  </a:lnTo>
                  <a:lnTo>
                    <a:pt x="443" y="442"/>
                  </a:lnTo>
                  <a:lnTo>
                    <a:pt x="444" y="443"/>
                  </a:lnTo>
                  <a:lnTo>
                    <a:pt x="446" y="443"/>
                  </a:lnTo>
                  <a:lnTo>
                    <a:pt x="447" y="444"/>
                  </a:lnTo>
                  <a:lnTo>
                    <a:pt x="450" y="444"/>
                  </a:lnTo>
                  <a:lnTo>
                    <a:pt x="453" y="443"/>
                  </a:lnTo>
                  <a:lnTo>
                    <a:pt x="454" y="443"/>
                  </a:lnTo>
                  <a:lnTo>
                    <a:pt x="457" y="446"/>
                  </a:lnTo>
                  <a:lnTo>
                    <a:pt x="459" y="446"/>
                  </a:lnTo>
                  <a:lnTo>
                    <a:pt x="461" y="448"/>
                  </a:lnTo>
                  <a:lnTo>
                    <a:pt x="463" y="450"/>
                  </a:lnTo>
                  <a:lnTo>
                    <a:pt x="463" y="451"/>
                  </a:lnTo>
                  <a:lnTo>
                    <a:pt x="461" y="452"/>
                  </a:lnTo>
                  <a:lnTo>
                    <a:pt x="461" y="454"/>
                  </a:lnTo>
                  <a:lnTo>
                    <a:pt x="459" y="455"/>
                  </a:lnTo>
                  <a:lnTo>
                    <a:pt x="459" y="456"/>
                  </a:lnTo>
                  <a:lnTo>
                    <a:pt x="458" y="458"/>
                  </a:lnTo>
                  <a:lnTo>
                    <a:pt x="455" y="461"/>
                  </a:lnTo>
                  <a:lnTo>
                    <a:pt x="455" y="462"/>
                  </a:lnTo>
                  <a:lnTo>
                    <a:pt x="454" y="463"/>
                  </a:lnTo>
                  <a:lnTo>
                    <a:pt x="457" y="465"/>
                  </a:lnTo>
                  <a:lnTo>
                    <a:pt x="457" y="467"/>
                  </a:lnTo>
                  <a:lnTo>
                    <a:pt x="458" y="471"/>
                  </a:lnTo>
                  <a:lnTo>
                    <a:pt x="458" y="473"/>
                  </a:lnTo>
                  <a:lnTo>
                    <a:pt x="454" y="474"/>
                  </a:lnTo>
                  <a:lnTo>
                    <a:pt x="455" y="476"/>
                  </a:lnTo>
                  <a:lnTo>
                    <a:pt x="459" y="476"/>
                  </a:lnTo>
                  <a:lnTo>
                    <a:pt x="462" y="476"/>
                  </a:lnTo>
                  <a:lnTo>
                    <a:pt x="463" y="476"/>
                  </a:lnTo>
                  <a:lnTo>
                    <a:pt x="463" y="477"/>
                  </a:lnTo>
                  <a:lnTo>
                    <a:pt x="465" y="476"/>
                  </a:lnTo>
                  <a:lnTo>
                    <a:pt x="466" y="474"/>
                  </a:lnTo>
                  <a:lnTo>
                    <a:pt x="468" y="476"/>
                  </a:lnTo>
                  <a:lnTo>
                    <a:pt x="472" y="476"/>
                  </a:lnTo>
                  <a:lnTo>
                    <a:pt x="476" y="477"/>
                  </a:lnTo>
                  <a:lnTo>
                    <a:pt x="477" y="476"/>
                  </a:lnTo>
                  <a:lnTo>
                    <a:pt x="481" y="476"/>
                  </a:lnTo>
                  <a:lnTo>
                    <a:pt x="482" y="477"/>
                  </a:lnTo>
                  <a:lnTo>
                    <a:pt x="482" y="477"/>
                  </a:lnTo>
                  <a:lnTo>
                    <a:pt x="484" y="477"/>
                  </a:lnTo>
                  <a:lnTo>
                    <a:pt x="485" y="476"/>
                  </a:lnTo>
                  <a:lnTo>
                    <a:pt x="487" y="477"/>
                  </a:lnTo>
                  <a:lnTo>
                    <a:pt x="488" y="478"/>
                  </a:lnTo>
                  <a:lnTo>
                    <a:pt x="489" y="478"/>
                  </a:lnTo>
                  <a:lnTo>
                    <a:pt x="491" y="477"/>
                  </a:lnTo>
                  <a:lnTo>
                    <a:pt x="492" y="478"/>
                  </a:lnTo>
                  <a:lnTo>
                    <a:pt x="492" y="480"/>
                  </a:lnTo>
                  <a:lnTo>
                    <a:pt x="493" y="480"/>
                  </a:lnTo>
                  <a:lnTo>
                    <a:pt x="495" y="478"/>
                  </a:lnTo>
                  <a:lnTo>
                    <a:pt x="497" y="478"/>
                  </a:lnTo>
                  <a:lnTo>
                    <a:pt x="500" y="477"/>
                  </a:lnTo>
                  <a:lnTo>
                    <a:pt x="501" y="476"/>
                  </a:lnTo>
                  <a:lnTo>
                    <a:pt x="504" y="476"/>
                  </a:lnTo>
                  <a:lnTo>
                    <a:pt x="507" y="473"/>
                  </a:lnTo>
                  <a:lnTo>
                    <a:pt x="510" y="471"/>
                  </a:lnTo>
                  <a:lnTo>
                    <a:pt x="512" y="471"/>
                  </a:lnTo>
                  <a:lnTo>
                    <a:pt x="514" y="470"/>
                  </a:lnTo>
                  <a:lnTo>
                    <a:pt x="515" y="470"/>
                  </a:lnTo>
                  <a:lnTo>
                    <a:pt x="518" y="470"/>
                  </a:lnTo>
                  <a:lnTo>
                    <a:pt x="521" y="470"/>
                  </a:lnTo>
                  <a:lnTo>
                    <a:pt x="522" y="471"/>
                  </a:lnTo>
                  <a:lnTo>
                    <a:pt x="527" y="471"/>
                  </a:lnTo>
                  <a:lnTo>
                    <a:pt x="533" y="467"/>
                  </a:lnTo>
                  <a:lnTo>
                    <a:pt x="534" y="466"/>
                  </a:lnTo>
                  <a:lnTo>
                    <a:pt x="535" y="466"/>
                  </a:lnTo>
                  <a:lnTo>
                    <a:pt x="535" y="466"/>
                  </a:lnTo>
                  <a:lnTo>
                    <a:pt x="537" y="465"/>
                  </a:lnTo>
                  <a:lnTo>
                    <a:pt x="538" y="463"/>
                  </a:lnTo>
                  <a:lnTo>
                    <a:pt x="538" y="462"/>
                  </a:lnTo>
                  <a:lnTo>
                    <a:pt x="540" y="461"/>
                  </a:lnTo>
                  <a:lnTo>
                    <a:pt x="541" y="462"/>
                  </a:lnTo>
                  <a:lnTo>
                    <a:pt x="542" y="461"/>
                  </a:lnTo>
                  <a:lnTo>
                    <a:pt x="544" y="459"/>
                  </a:lnTo>
                  <a:lnTo>
                    <a:pt x="544" y="458"/>
                  </a:lnTo>
                  <a:lnTo>
                    <a:pt x="545" y="459"/>
                  </a:lnTo>
                  <a:lnTo>
                    <a:pt x="545" y="458"/>
                  </a:lnTo>
                  <a:lnTo>
                    <a:pt x="546" y="461"/>
                  </a:lnTo>
                  <a:lnTo>
                    <a:pt x="546" y="462"/>
                  </a:lnTo>
                  <a:lnTo>
                    <a:pt x="548" y="463"/>
                  </a:lnTo>
                  <a:lnTo>
                    <a:pt x="545" y="465"/>
                  </a:lnTo>
                  <a:lnTo>
                    <a:pt x="545" y="466"/>
                  </a:lnTo>
                  <a:lnTo>
                    <a:pt x="544" y="467"/>
                  </a:lnTo>
                  <a:lnTo>
                    <a:pt x="542" y="469"/>
                  </a:lnTo>
                  <a:lnTo>
                    <a:pt x="544" y="470"/>
                  </a:lnTo>
                  <a:lnTo>
                    <a:pt x="545" y="470"/>
                  </a:lnTo>
                  <a:lnTo>
                    <a:pt x="548" y="471"/>
                  </a:lnTo>
                  <a:lnTo>
                    <a:pt x="548" y="471"/>
                  </a:lnTo>
                  <a:lnTo>
                    <a:pt x="549" y="471"/>
                  </a:lnTo>
                  <a:lnTo>
                    <a:pt x="552" y="471"/>
                  </a:lnTo>
                  <a:lnTo>
                    <a:pt x="553" y="474"/>
                  </a:lnTo>
                  <a:lnTo>
                    <a:pt x="554" y="476"/>
                  </a:lnTo>
                  <a:lnTo>
                    <a:pt x="554" y="474"/>
                  </a:lnTo>
                  <a:lnTo>
                    <a:pt x="554" y="474"/>
                  </a:lnTo>
                  <a:lnTo>
                    <a:pt x="557" y="474"/>
                  </a:lnTo>
                  <a:lnTo>
                    <a:pt x="557" y="476"/>
                  </a:lnTo>
                  <a:lnTo>
                    <a:pt x="554" y="478"/>
                  </a:lnTo>
                  <a:lnTo>
                    <a:pt x="553" y="478"/>
                  </a:lnTo>
                  <a:lnTo>
                    <a:pt x="552" y="480"/>
                  </a:lnTo>
                  <a:lnTo>
                    <a:pt x="552" y="481"/>
                  </a:lnTo>
                  <a:lnTo>
                    <a:pt x="553" y="481"/>
                  </a:lnTo>
                  <a:lnTo>
                    <a:pt x="554" y="481"/>
                  </a:lnTo>
                  <a:lnTo>
                    <a:pt x="557" y="484"/>
                  </a:lnTo>
                  <a:lnTo>
                    <a:pt x="559" y="482"/>
                  </a:lnTo>
                  <a:lnTo>
                    <a:pt x="561" y="480"/>
                  </a:lnTo>
                  <a:lnTo>
                    <a:pt x="561" y="480"/>
                  </a:lnTo>
                  <a:lnTo>
                    <a:pt x="561" y="482"/>
                  </a:lnTo>
                  <a:lnTo>
                    <a:pt x="563" y="485"/>
                  </a:lnTo>
                  <a:lnTo>
                    <a:pt x="565" y="485"/>
                  </a:lnTo>
                  <a:lnTo>
                    <a:pt x="567" y="485"/>
                  </a:lnTo>
                  <a:lnTo>
                    <a:pt x="568" y="485"/>
                  </a:lnTo>
                  <a:lnTo>
                    <a:pt x="569" y="486"/>
                  </a:lnTo>
                  <a:lnTo>
                    <a:pt x="572" y="486"/>
                  </a:lnTo>
                  <a:lnTo>
                    <a:pt x="573" y="488"/>
                  </a:lnTo>
                  <a:lnTo>
                    <a:pt x="573" y="489"/>
                  </a:lnTo>
                  <a:lnTo>
                    <a:pt x="573" y="486"/>
                  </a:lnTo>
                  <a:lnTo>
                    <a:pt x="575" y="486"/>
                  </a:lnTo>
                  <a:lnTo>
                    <a:pt x="578" y="485"/>
                  </a:lnTo>
                  <a:lnTo>
                    <a:pt x="579" y="486"/>
                  </a:lnTo>
                  <a:lnTo>
                    <a:pt x="579" y="488"/>
                  </a:lnTo>
                  <a:lnTo>
                    <a:pt x="579" y="489"/>
                  </a:lnTo>
                  <a:lnTo>
                    <a:pt x="582" y="488"/>
                  </a:lnTo>
                  <a:lnTo>
                    <a:pt x="583" y="486"/>
                  </a:lnTo>
                  <a:lnTo>
                    <a:pt x="584" y="486"/>
                  </a:lnTo>
                  <a:lnTo>
                    <a:pt x="584" y="489"/>
                  </a:lnTo>
                  <a:lnTo>
                    <a:pt x="586" y="489"/>
                  </a:lnTo>
                  <a:lnTo>
                    <a:pt x="587" y="488"/>
                  </a:lnTo>
                  <a:lnTo>
                    <a:pt x="587" y="486"/>
                  </a:lnTo>
                  <a:lnTo>
                    <a:pt x="588" y="485"/>
                  </a:lnTo>
                  <a:lnTo>
                    <a:pt x="591" y="485"/>
                  </a:lnTo>
                  <a:lnTo>
                    <a:pt x="591" y="486"/>
                  </a:lnTo>
                  <a:lnTo>
                    <a:pt x="593" y="486"/>
                  </a:lnTo>
                  <a:lnTo>
                    <a:pt x="594" y="486"/>
                  </a:lnTo>
                  <a:lnTo>
                    <a:pt x="594" y="486"/>
                  </a:lnTo>
                  <a:close/>
                  <a:moveTo>
                    <a:pt x="859" y="587"/>
                  </a:moveTo>
                  <a:lnTo>
                    <a:pt x="860" y="583"/>
                  </a:lnTo>
                  <a:lnTo>
                    <a:pt x="859" y="583"/>
                  </a:lnTo>
                  <a:lnTo>
                    <a:pt x="859" y="579"/>
                  </a:lnTo>
                  <a:lnTo>
                    <a:pt x="860" y="576"/>
                  </a:lnTo>
                  <a:lnTo>
                    <a:pt x="863" y="572"/>
                  </a:lnTo>
                  <a:lnTo>
                    <a:pt x="864" y="569"/>
                  </a:lnTo>
                  <a:lnTo>
                    <a:pt x="867" y="568"/>
                  </a:lnTo>
                  <a:lnTo>
                    <a:pt x="871" y="561"/>
                  </a:lnTo>
                  <a:lnTo>
                    <a:pt x="874" y="560"/>
                  </a:lnTo>
                  <a:lnTo>
                    <a:pt x="875" y="560"/>
                  </a:lnTo>
                  <a:lnTo>
                    <a:pt x="876" y="558"/>
                  </a:lnTo>
                  <a:lnTo>
                    <a:pt x="878" y="560"/>
                  </a:lnTo>
                  <a:lnTo>
                    <a:pt x="881" y="558"/>
                  </a:lnTo>
                  <a:lnTo>
                    <a:pt x="883" y="560"/>
                  </a:lnTo>
                  <a:lnTo>
                    <a:pt x="885" y="561"/>
                  </a:lnTo>
                  <a:lnTo>
                    <a:pt x="886" y="561"/>
                  </a:lnTo>
                  <a:lnTo>
                    <a:pt x="889" y="562"/>
                  </a:lnTo>
                  <a:lnTo>
                    <a:pt x="890" y="567"/>
                  </a:lnTo>
                  <a:lnTo>
                    <a:pt x="890" y="568"/>
                  </a:lnTo>
                  <a:lnTo>
                    <a:pt x="887" y="571"/>
                  </a:lnTo>
                  <a:lnTo>
                    <a:pt x="886" y="573"/>
                  </a:lnTo>
                  <a:lnTo>
                    <a:pt x="886" y="576"/>
                  </a:lnTo>
                  <a:lnTo>
                    <a:pt x="882" y="581"/>
                  </a:lnTo>
                  <a:lnTo>
                    <a:pt x="881" y="584"/>
                  </a:lnTo>
                  <a:lnTo>
                    <a:pt x="878" y="584"/>
                  </a:lnTo>
                  <a:lnTo>
                    <a:pt x="875" y="586"/>
                  </a:lnTo>
                  <a:lnTo>
                    <a:pt x="874" y="587"/>
                  </a:lnTo>
                  <a:lnTo>
                    <a:pt x="872" y="587"/>
                  </a:lnTo>
                  <a:lnTo>
                    <a:pt x="868" y="588"/>
                  </a:lnTo>
                  <a:lnTo>
                    <a:pt x="867" y="587"/>
                  </a:lnTo>
                  <a:lnTo>
                    <a:pt x="863" y="588"/>
                  </a:lnTo>
                  <a:lnTo>
                    <a:pt x="862" y="587"/>
                  </a:lnTo>
                  <a:lnTo>
                    <a:pt x="859" y="587"/>
                  </a:lnTo>
                  <a:lnTo>
                    <a:pt x="859" y="587"/>
                  </a:lnTo>
                  <a:lnTo>
                    <a:pt x="859" y="587"/>
                  </a:lnTo>
                  <a:close/>
                  <a:moveTo>
                    <a:pt x="607" y="477"/>
                  </a:moveTo>
                  <a:lnTo>
                    <a:pt x="606" y="476"/>
                  </a:lnTo>
                  <a:lnTo>
                    <a:pt x="607" y="474"/>
                  </a:lnTo>
                  <a:lnTo>
                    <a:pt x="609" y="474"/>
                  </a:lnTo>
                  <a:lnTo>
                    <a:pt x="607" y="471"/>
                  </a:lnTo>
                  <a:lnTo>
                    <a:pt x="609" y="470"/>
                  </a:lnTo>
                  <a:lnTo>
                    <a:pt x="610" y="470"/>
                  </a:lnTo>
                  <a:lnTo>
                    <a:pt x="610" y="471"/>
                  </a:lnTo>
                  <a:lnTo>
                    <a:pt x="612" y="473"/>
                  </a:lnTo>
                  <a:lnTo>
                    <a:pt x="612" y="474"/>
                  </a:lnTo>
                  <a:lnTo>
                    <a:pt x="610" y="477"/>
                  </a:lnTo>
                  <a:lnTo>
                    <a:pt x="609" y="476"/>
                  </a:lnTo>
                  <a:lnTo>
                    <a:pt x="607" y="478"/>
                  </a:lnTo>
                  <a:lnTo>
                    <a:pt x="607" y="477"/>
                  </a:lnTo>
                  <a:lnTo>
                    <a:pt x="607" y="477"/>
                  </a:lnTo>
                  <a:close/>
                  <a:moveTo>
                    <a:pt x="583" y="500"/>
                  </a:moveTo>
                  <a:lnTo>
                    <a:pt x="584" y="499"/>
                  </a:lnTo>
                  <a:lnTo>
                    <a:pt x="586" y="497"/>
                  </a:lnTo>
                  <a:lnTo>
                    <a:pt x="586" y="495"/>
                  </a:lnTo>
                  <a:lnTo>
                    <a:pt x="586" y="493"/>
                  </a:lnTo>
                  <a:lnTo>
                    <a:pt x="586" y="493"/>
                  </a:lnTo>
                  <a:lnTo>
                    <a:pt x="583" y="495"/>
                  </a:lnTo>
                  <a:lnTo>
                    <a:pt x="583" y="495"/>
                  </a:lnTo>
                  <a:lnTo>
                    <a:pt x="580" y="495"/>
                  </a:lnTo>
                  <a:lnTo>
                    <a:pt x="579" y="496"/>
                  </a:lnTo>
                  <a:lnTo>
                    <a:pt x="582" y="499"/>
                  </a:lnTo>
                  <a:lnTo>
                    <a:pt x="583" y="500"/>
                  </a:lnTo>
                  <a:lnTo>
                    <a:pt x="583" y="500"/>
                  </a:lnTo>
                  <a:close/>
                  <a:moveTo>
                    <a:pt x="612" y="495"/>
                  </a:moveTo>
                  <a:lnTo>
                    <a:pt x="609" y="496"/>
                  </a:lnTo>
                  <a:lnTo>
                    <a:pt x="607" y="497"/>
                  </a:lnTo>
                  <a:lnTo>
                    <a:pt x="607" y="499"/>
                  </a:lnTo>
                  <a:lnTo>
                    <a:pt x="605" y="496"/>
                  </a:lnTo>
                  <a:lnTo>
                    <a:pt x="605" y="495"/>
                  </a:lnTo>
                  <a:lnTo>
                    <a:pt x="607" y="490"/>
                  </a:lnTo>
                  <a:lnTo>
                    <a:pt x="607" y="489"/>
                  </a:lnTo>
                  <a:lnTo>
                    <a:pt x="609" y="488"/>
                  </a:lnTo>
                  <a:lnTo>
                    <a:pt x="610" y="488"/>
                  </a:lnTo>
                  <a:lnTo>
                    <a:pt x="610" y="489"/>
                  </a:lnTo>
                  <a:lnTo>
                    <a:pt x="613" y="492"/>
                  </a:lnTo>
                  <a:lnTo>
                    <a:pt x="612" y="495"/>
                  </a:lnTo>
                  <a:lnTo>
                    <a:pt x="612" y="495"/>
                  </a:lnTo>
                  <a:close/>
                  <a:moveTo>
                    <a:pt x="614" y="490"/>
                  </a:moveTo>
                  <a:lnTo>
                    <a:pt x="614" y="489"/>
                  </a:lnTo>
                  <a:lnTo>
                    <a:pt x="613" y="488"/>
                  </a:lnTo>
                  <a:lnTo>
                    <a:pt x="616" y="484"/>
                  </a:lnTo>
                  <a:lnTo>
                    <a:pt x="616" y="484"/>
                  </a:lnTo>
                  <a:lnTo>
                    <a:pt x="618" y="486"/>
                  </a:lnTo>
                  <a:lnTo>
                    <a:pt x="617" y="488"/>
                  </a:lnTo>
                  <a:lnTo>
                    <a:pt x="616" y="490"/>
                  </a:lnTo>
                  <a:lnTo>
                    <a:pt x="616" y="490"/>
                  </a:lnTo>
                  <a:lnTo>
                    <a:pt x="614" y="490"/>
                  </a:lnTo>
                  <a:lnTo>
                    <a:pt x="614" y="490"/>
                  </a:lnTo>
                  <a:close/>
                  <a:moveTo>
                    <a:pt x="667" y="492"/>
                  </a:moveTo>
                  <a:lnTo>
                    <a:pt x="669" y="488"/>
                  </a:lnTo>
                  <a:lnTo>
                    <a:pt x="671" y="484"/>
                  </a:lnTo>
                  <a:lnTo>
                    <a:pt x="674" y="485"/>
                  </a:lnTo>
                  <a:lnTo>
                    <a:pt x="674" y="488"/>
                  </a:lnTo>
                  <a:lnTo>
                    <a:pt x="671" y="493"/>
                  </a:lnTo>
                  <a:lnTo>
                    <a:pt x="670" y="493"/>
                  </a:lnTo>
                  <a:lnTo>
                    <a:pt x="670" y="492"/>
                  </a:lnTo>
                  <a:lnTo>
                    <a:pt x="670" y="489"/>
                  </a:lnTo>
                  <a:lnTo>
                    <a:pt x="669" y="490"/>
                  </a:lnTo>
                  <a:lnTo>
                    <a:pt x="669" y="492"/>
                  </a:lnTo>
                  <a:lnTo>
                    <a:pt x="669" y="492"/>
                  </a:lnTo>
                  <a:lnTo>
                    <a:pt x="667" y="492"/>
                  </a:lnTo>
                  <a:lnTo>
                    <a:pt x="667" y="492"/>
                  </a:lnTo>
                  <a:close/>
                  <a:moveTo>
                    <a:pt x="665" y="488"/>
                  </a:moveTo>
                  <a:lnTo>
                    <a:pt x="666" y="489"/>
                  </a:lnTo>
                  <a:lnTo>
                    <a:pt x="667" y="485"/>
                  </a:lnTo>
                  <a:lnTo>
                    <a:pt x="666" y="482"/>
                  </a:lnTo>
                  <a:lnTo>
                    <a:pt x="665" y="484"/>
                  </a:lnTo>
                  <a:lnTo>
                    <a:pt x="665" y="488"/>
                  </a:lnTo>
                  <a:lnTo>
                    <a:pt x="665" y="488"/>
                  </a:lnTo>
                  <a:close/>
                  <a:moveTo>
                    <a:pt x="663" y="514"/>
                  </a:moveTo>
                  <a:lnTo>
                    <a:pt x="665" y="511"/>
                  </a:lnTo>
                  <a:lnTo>
                    <a:pt x="669" y="509"/>
                  </a:lnTo>
                  <a:lnTo>
                    <a:pt x="669" y="507"/>
                  </a:lnTo>
                  <a:lnTo>
                    <a:pt x="665" y="508"/>
                  </a:lnTo>
                  <a:lnTo>
                    <a:pt x="663" y="505"/>
                  </a:lnTo>
                  <a:lnTo>
                    <a:pt x="666" y="500"/>
                  </a:lnTo>
                  <a:lnTo>
                    <a:pt x="667" y="497"/>
                  </a:lnTo>
                  <a:lnTo>
                    <a:pt x="665" y="499"/>
                  </a:lnTo>
                  <a:lnTo>
                    <a:pt x="662" y="503"/>
                  </a:lnTo>
                  <a:lnTo>
                    <a:pt x="662" y="500"/>
                  </a:lnTo>
                  <a:lnTo>
                    <a:pt x="665" y="493"/>
                  </a:lnTo>
                  <a:lnTo>
                    <a:pt x="662" y="485"/>
                  </a:lnTo>
                  <a:lnTo>
                    <a:pt x="659" y="482"/>
                  </a:lnTo>
                  <a:lnTo>
                    <a:pt x="659" y="478"/>
                  </a:lnTo>
                  <a:lnTo>
                    <a:pt x="656" y="478"/>
                  </a:lnTo>
                  <a:lnTo>
                    <a:pt x="654" y="481"/>
                  </a:lnTo>
                  <a:lnTo>
                    <a:pt x="654" y="478"/>
                  </a:lnTo>
                  <a:lnTo>
                    <a:pt x="656" y="477"/>
                  </a:lnTo>
                  <a:lnTo>
                    <a:pt x="655" y="474"/>
                  </a:lnTo>
                  <a:lnTo>
                    <a:pt x="655" y="471"/>
                  </a:lnTo>
                  <a:lnTo>
                    <a:pt x="655" y="469"/>
                  </a:lnTo>
                  <a:lnTo>
                    <a:pt x="651" y="469"/>
                  </a:lnTo>
                  <a:lnTo>
                    <a:pt x="647" y="473"/>
                  </a:lnTo>
                  <a:lnTo>
                    <a:pt x="645" y="478"/>
                  </a:lnTo>
                  <a:lnTo>
                    <a:pt x="647" y="482"/>
                  </a:lnTo>
                  <a:lnTo>
                    <a:pt x="644" y="481"/>
                  </a:lnTo>
                  <a:lnTo>
                    <a:pt x="643" y="478"/>
                  </a:lnTo>
                  <a:lnTo>
                    <a:pt x="641" y="477"/>
                  </a:lnTo>
                  <a:lnTo>
                    <a:pt x="641" y="481"/>
                  </a:lnTo>
                  <a:lnTo>
                    <a:pt x="640" y="481"/>
                  </a:lnTo>
                  <a:lnTo>
                    <a:pt x="641" y="484"/>
                  </a:lnTo>
                  <a:lnTo>
                    <a:pt x="639" y="486"/>
                  </a:lnTo>
                  <a:lnTo>
                    <a:pt x="637" y="486"/>
                  </a:lnTo>
                  <a:lnTo>
                    <a:pt x="636" y="489"/>
                  </a:lnTo>
                  <a:lnTo>
                    <a:pt x="631" y="488"/>
                  </a:lnTo>
                  <a:lnTo>
                    <a:pt x="629" y="489"/>
                  </a:lnTo>
                  <a:lnTo>
                    <a:pt x="628" y="489"/>
                  </a:lnTo>
                  <a:lnTo>
                    <a:pt x="621" y="492"/>
                  </a:lnTo>
                  <a:lnTo>
                    <a:pt x="621" y="496"/>
                  </a:lnTo>
                  <a:lnTo>
                    <a:pt x="624" y="499"/>
                  </a:lnTo>
                  <a:lnTo>
                    <a:pt x="626" y="497"/>
                  </a:lnTo>
                  <a:lnTo>
                    <a:pt x="626" y="496"/>
                  </a:lnTo>
                  <a:lnTo>
                    <a:pt x="626" y="493"/>
                  </a:lnTo>
                  <a:lnTo>
                    <a:pt x="629" y="496"/>
                  </a:lnTo>
                  <a:lnTo>
                    <a:pt x="629" y="500"/>
                  </a:lnTo>
                  <a:lnTo>
                    <a:pt x="632" y="503"/>
                  </a:lnTo>
                  <a:lnTo>
                    <a:pt x="633" y="500"/>
                  </a:lnTo>
                  <a:lnTo>
                    <a:pt x="635" y="501"/>
                  </a:lnTo>
                  <a:lnTo>
                    <a:pt x="633" y="504"/>
                  </a:lnTo>
                  <a:lnTo>
                    <a:pt x="636" y="508"/>
                  </a:lnTo>
                  <a:lnTo>
                    <a:pt x="639" y="508"/>
                  </a:lnTo>
                  <a:lnTo>
                    <a:pt x="640" y="512"/>
                  </a:lnTo>
                  <a:lnTo>
                    <a:pt x="643" y="515"/>
                  </a:lnTo>
                  <a:lnTo>
                    <a:pt x="645" y="511"/>
                  </a:lnTo>
                  <a:lnTo>
                    <a:pt x="645" y="514"/>
                  </a:lnTo>
                  <a:lnTo>
                    <a:pt x="648" y="516"/>
                  </a:lnTo>
                  <a:lnTo>
                    <a:pt x="651" y="516"/>
                  </a:lnTo>
                  <a:lnTo>
                    <a:pt x="654" y="516"/>
                  </a:lnTo>
                  <a:lnTo>
                    <a:pt x="656" y="514"/>
                  </a:lnTo>
                  <a:lnTo>
                    <a:pt x="658" y="514"/>
                  </a:lnTo>
                  <a:lnTo>
                    <a:pt x="662" y="511"/>
                  </a:lnTo>
                  <a:lnTo>
                    <a:pt x="663" y="514"/>
                  </a:lnTo>
                  <a:lnTo>
                    <a:pt x="663" y="514"/>
                  </a:lnTo>
                  <a:close/>
                  <a:moveTo>
                    <a:pt x="954" y="493"/>
                  </a:moveTo>
                  <a:lnTo>
                    <a:pt x="954" y="490"/>
                  </a:lnTo>
                  <a:lnTo>
                    <a:pt x="953" y="489"/>
                  </a:lnTo>
                  <a:lnTo>
                    <a:pt x="954" y="488"/>
                  </a:lnTo>
                  <a:lnTo>
                    <a:pt x="957" y="486"/>
                  </a:lnTo>
                  <a:lnTo>
                    <a:pt x="958" y="486"/>
                  </a:lnTo>
                  <a:lnTo>
                    <a:pt x="959" y="488"/>
                  </a:lnTo>
                  <a:lnTo>
                    <a:pt x="961" y="488"/>
                  </a:lnTo>
                  <a:lnTo>
                    <a:pt x="962" y="489"/>
                  </a:lnTo>
                  <a:lnTo>
                    <a:pt x="961" y="492"/>
                  </a:lnTo>
                  <a:lnTo>
                    <a:pt x="958" y="492"/>
                  </a:lnTo>
                  <a:lnTo>
                    <a:pt x="957" y="492"/>
                  </a:lnTo>
                  <a:lnTo>
                    <a:pt x="955" y="492"/>
                  </a:lnTo>
                  <a:lnTo>
                    <a:pt x="954" y="493"/>
                  </a:lnTo>
                  <a:lnTo>
                    <a:pt x="954" y="493"/>
                  </a:lnTo>
                  <a:lnTo>
                    <a:pt x="954" y="493"/>
                  </a:lnTo>
                  <a:lnTo>
                    <a:pt x="954" y="493"/>
                  </a:lnTo>
                  <a:close/>
                  <a:moveTo>
                    <a:pt x="947" y="743"/>
                  </a:moveTo>
                  <a:lnTo>
                    <a:pt x="944" y="743"/>
                  </a:lnTo>
                  <a:lnTo>
                    <a:pt x="942" y="740"/>
                  </a:lnTo>
                  <a:lnTo>
                    <a:pt x="938" y="739"/>
                  </a:lnTo>
                  <a:lnTo>
                    <a:pt x="936" y="738"/>
                  </a:lnTo>
                  <a:lnTo>
                    <a:pt x="934" y="738"/>
                  </a:lnTo>
                  <a:lnTo>
                    <a:pt x="929" y="734"/>
                  </a:lnTo>
                  <a:lnTo>
                    <a:pt x="929" y="732"/>
                  </a:lnTo>
                  <a:lnTo>
                    <a:pt x="927" y="731"/>
                  </a:lnTo>
                  <a:lnTo>
                    <a:pt x="925" y="732"/>
                  </a:lnTo>
                  <a:lnTo>
                    <a:pt x="924" y="731"/>
                  </a:lnTo>
                  <a:lnTo>
                    <a:pt x="923" y="732"/>
                  </a:lnTo>
                  <a:lnTo>
                    <a:pt x="919" y="730"/>
                  </a:lnTo>
                  <a:lnTo>
                    <a:pt x="919" y="728"/>
                  </a:lnTo>
                  <a:lnTo>
                    <a:pt x="917" y="727"/>
                  </a:lnTo>
                  <a:lnTo>
                    <a:pt x="914" y="727"/>
                  </a:lnTo>
                  <a:lnTo>
                    <a:pt x="912" y="724"/>
                  </a:lnTo>
                  <a:lnTo>
                    <a:pt x="912" y="721"/>
                  </a:lnTo>
                  <a:lnTo>
                    <a:pt x="910" y="721"/>
                  </a:lnTo>
                  <a:lnTo>
                    <a:pt x="909" y="721"/>
                  </a:lnTo>
                  <a:lnTo>
                    <a:pt x="908" y="719"/>
                  </a:lnTo>
                  <a:lnTo>
                    <a:pt x="909" y="717"/>
                  </a:lnTo>
                  <a:lnTo>
                    <a:pt x="910" y="716"/>
                  </a:lnTo>
                  <a:lnTo>
                    <a:pt x="908" y="716"/>
                  </a:lnTo>
                  <a:lnTo>
                    <a:pt x="906" y="716"/>
                  </a:lnTo>
                  <a:lnTo>
                    <a:pt x="906" y="717"/>
                  </a:lnTo>
                  <a:lnTo>
                    <a:pt x="905" y="716"/>
                  </a:lnTo>
                  <a:lnTo>
                    <a:pt x="905" y="715"/>
                  </a:lnTo>
                  <a:lnTo>
                    <a:pt x="902" y="715"/>
                  </a:lnTo>
                  <a:lnTo>
                    <a:pt x="898" y="712"/>
                  </a:lnTo>
                  <a:lnTo>
                    <a:pt x="895" y="712"/>
                  </a:lnTo>
                  <a:lnTo>
                    <a:pt x="894" y="711"/>
                  </a:lnTo>
                  <a:lnTo>
                    <a:pt x="891" y="708"/>
                  </a:lnTo>
                  <a:lnTo>
                    <a:pt x="893" y="706"/>
                  </a:lnTo>
                  <a:lnTo>
                    <a:pt x="890" y="706"/>
                  </a:lnTo>
                  <a:lnTo>
                    <a:pt x="889" y="705"/>
                  </a:lnTo>
                  <a:lnTo>
                    <a:pt x="887" y="702"/>
                  </a:lnTo>
                  <a:lnTo>
                    <a:pt x="887" y="698"/>
                  </a:lnTo>
                  <a:lnTo>
                    <a:pt x="885" y="697"/>
                  </a:lnTo>
                  <a:lnTo>
                    <a:pt x="885" y="697"/>
                  </a:lnTo>
                  <a:lnTo>
                    <a:pt x="889" y="697"/>
                  </a:lnTo>
                  <a:lnTo>
                    <a:pt x="894" y="693"/>
                  </a:lnTo>
                  <a:lnTo>
                    <a:pt x="895" y="692"/>
                  </a:lnTo>
                  <a:lnTo>
                    <a:pt x="891" y="693"/>
                  </a:lnTo>
                  <a:lnTo>
                    <a:pt x="889" y="689"/>
                  </a:lnTo>
                  <a:lnTo>
                    <a:pt x="889" y="686"/>
                  </a:lnTo>
                  <a:lnTo>
                    <a:pt x="889" y="685"/>
                  </a:lnTo>
                  <a:lnTo>
                    <a:pt x="887" y="686"/>
                  </a:lnTo>
                  <a:lnTo>
                    <a:pt x="886" y="689"/>
                  </a:lnTo>
                  <a:lnTo>
                    <a:pt x="886" y="690"/>
                  </a:lnTo>
                  <a:lnTo>
                    <a:pt x="883" y="687"/>
                  </a:lnTo>
                  <a:lnTo>
                    <a:pt x="885" y="686"/>
                  </a:lnTo>
                  <a:lnTo>
                    <a:pt x="885" y="682"/>
                  </a:lnTo>
                  <a:lnTo>
                    <a:pt x="883" y="685"/>
                  </a:lnTo>
                  <a:lnTo>
                    <a:pt x="882" y="683"/>
                  </a:lnTo>
                  <a:lnTo>
                    <a:pt x="882" y="681"/>
                  </a:lnTo>
                  <a:lnTo>
                    <a:pt x="881" y="681"/>
                  </a:lnTo>
                  <a:lnTo>
                    <a:pt x="879" y="678"/>
                  </a:lnTo>
                  <a:lnTo>
                    <a:pt x="879" y="677"/>
                  </a:lnTo>
                  <a:lnTo>
                    <a:pt x="878" y="672"/>
                  </a:lnTo>
                  <a:lnTo>
                    <a:pt x="876" y="671"/>
                  </a:lnTo>
                  <a:lnTo>
                    <a:pt x="876" y="668"/>
                  </a:lnTo>
                  <a:lnTo>
                    <a:pt x="879" y="666"/>
                  </a:lnTo>
                  <a:lnTo>
                    <a:pt x="878" y="664"/>
                  </a:lnTo>
                  <a:lnTo>
                    <a:pt x="874" y="668"/>
                  </a:lnTo>
                  <a:lnTo>
                    <a:pt x="874" y="671"/>
                  </a:lnTo>
                  <a:lnTo>
                    <a:pt x="872" y="670"/>
                  </a:lnTo>
                  <a:lnTo>
                    <a:pt x="874" y="666"/>
                  </a:lnTo>
                  <a:lnTo>
                    <a:pt x="872" y="666"/>
                  </a:lnTo>
                  <a:lnTo>
                    <a:pt x="871" y="666"/>
                  </a:lnTo>
                  <a:lnTo>
                    <a:pt x="870" y="666"/>
                  </a:lnTo>
                  <a:lnTo>
                    <a:pt x="868" y="670"/>
                  </a:lnTo>
                  <a:lnTo>
                    <a:pt x="866" y="671"/>
                  </a:lnTo>
                  <a:lnTo>
                    <a:pt x="866" y="668"/>
                  </a:lnTo>
                  <a:lnTo>
                    <a:pt x="868" y="666"/>
                  </a:lnTo>
                  <a:lnTo>
                    <a:pt x="868" y="663"/>
                  </a:lnTo>
                  <a:lnTo>
                    <a:pt x="868" y="662"/>
                  </a:lnTo>
                  <a:lnTo>
                    <a:pt x="866" y="663"/>
                  </a:lnTo>
                  <a:lnTo>
                    <a:pt x="864" y="664"/>
                  </a:lnTo>
                  <a:lnTo>
                    <a:pt x="863" y="664"/>
                  </a:lnTo>
                  <a:lnTo>
                    <a:pt x="860" y="667"/>
                  </a:lnTo>
                  <a:lnTo>
                    <a:pt x="860" y="668"/>
                  </a:lnTo>
                  <a:lnTo>
                    <a:pt x="856" y="668"/>
                  </a:lnTo>
                  <a:lnTo>
                    <a:pt x="855" y="666"/>
                  </a:lnTo>
                  <a:lnTo>
                    <a:pt x="852" y="666"/>
                  </a:lnTo>
                  <a:lnTo>
                    <a:pt x="849" y="662"/>
                  </a:lnTo>
                  <a:lnTo>
                    <a:pt x="849" y="662"/>
                  </a:lnTo>
                  <a:lnTo>
                    <a:pt x="848" y="663"/>
                  </a:lnTo>
                  <a:lnTo>
                    <a:pt x="848" y="666"/>
                  </a:lnTo>
                  <a:lnTo>
                    <a:pt x="847" y="667"/>
                  </a:lnTo>
                  <a:lnTo>
                    <a:pt x="844" y="667"/>
                  </a:lnTo>
                  <a:lnTo>
                    <a:pt x="842" y="667"/>
                  </a:lnTo>
                  <a:lnTo>
                    <a:pt x="840" y="667"/>
                  </a:lnTo>
                  <a:lnTo>
                    <a:pt x="838" y="668"/>
                  </a:lnTo>
                  <a:lnTo>
                    <a:pt x="836" y="668"/>
                  </a:lnTo>
                  <a:lnTo>
                    <a:pt x="834" y="670"/>
                  </a:lnTo>
                  <a:lnTo>
                    <a:pt x="832" y="668"/>
                  </a:lnTo>
                  <a:lnTo>
                    <a:pt x="828" y="668"/>
                  </a:lnTo>
                  <a:lnTo>
                    <a:pt x="829" y="667"/>
                  </a:lnTo>
                  <a:lnTo>
                    <a:pt x="826" y="663"/>
                  </a:lnTo>
                  <a:lnTo>
                    <a:pt x="825" y="664"/>
                  </a:lnTo>
                  <a:lnTo>
                    <a:pt x="822" y="662"/>
                  </a:lnTo>
                  <a:lnTo>
                    <a:pt x="819" y="656"/>
                  </a:lnTo>
                  <a:lnTo>
                    <a:pt x="821" y="653"/>
                  </a:lnTo>
                  <a:lnTo>
                    <a:pt x="823" y="652"/>
                  </a:lnTo>
                  <a:lnTo>
                    <a:pt x="823" y="649"/>
                  </a:lnTo>
                  <a:lnTo>
                    <a:pt x="825" y="647"/>
                  </a:lnTo>
                  <a:lnTo>
                    <a:pt x="828" y="647"/>
                  </a:lnTo>
                  <a:lnTo>
                    <a:pt x="830" y="645"/>
                  </a:lnTo>
                  <a:lnTo>
                    <a:pt x="833" y="645"/>
                  </a:lnTo>
                  <a:lnTo>
                    <a:pt x="834" y="645"/>
                  </a:lnTo>
                  <a:lnTo>
                    <a:pt x="834" y="643"/>
                  </a:lnTo>
                  <a:lnTo>
                    <a:pt x="833" y="641"/>
                  </a:lnTo>
                  <a:lnTo>
                    <a:pt x="833" y="639"/>
                  </a:lnTo>
                  <a:lnTo>
                    <a:pt x="833" y="639"/>
                  </a:lnTo>
                  <a:lnTo>
                    <a:pt x="834" y="639"/>
                  </a:lnTo>
                  <a:lnTo>
                    <a:pt x="836" y="637"/>
                  </a:lnTo>
                  <a:lnTo>
                    <a:pt x="836" y="636"/>
                  </a:lnTo>
                  <a:lnTo>
                    <a:pt x="836" y="634"/>
                  </a:lnTo>
                  <a:lnTo>
                    <a:pt x="838" y="640"/>
                  </a:lnTo>
                  <a:lnTo>
                    <a:pt x="842" y="640"/>
                  </a:lnTo>
                  <a:lnTo>
                    <a:pt x="845" y="643"/>
                  </a:lnTo>
                  <a:lnTo>
                    <a:pt x="847" y="644"/>
                  </a:lnTo>
                  <a:lnTo>
                    <a:pt x="848" y="645"/>
                  </a:lnTo>
                  <a:lnTo>
                    <a:pt x="852" y="647"/>
                  </a:lnTo>
                  <a:lnTo>
                    <a:pt x="853" y="644"/>
                  </a:lnTo>
                  <a:lnTo>
                    <a:pt x="856" y="644"/>
                  </a:lnTo>
                  <a:lnTo>
                    <a:pt x="856" y="647"/>
                  </a:lnTo>
                  <a:lnTo>
                    <a:pt x="859" y="647"/>
                  </a:lnTo>
                  <a:lnTo>
                    <a:pt x="862" y="647"/>
                  </a:lnTo>
                  <a:lnTo>
                    <a:pt x="863" y="645"/>
                  </a:lnTo>
                  <a:lnTo>
                    <a:pt x="864" y="643"/>
                  </a:lnTo>
                  <a:lnTo>
                    <a:pt x="868" y="643"/>
                  </a:lnTo>
                  <a:lnTo>
                    <a:pt x="868" y="643"/>
                  </a:lnTo>
                  <a:lnTo>
                    <a:pt x="867" y="644"/>
                  </a:lnTo>
                  <a:lnTo>
                    <a:pt x="870" y="645"/>
                  </a:lnTo>
                  <a:lnTo>
                    <a:pt x="872" y="643"/>
                  </a:lnTo>
                  <a:lnTo>
                    <a:pt x="874" y="641"/>
                  </a:lnTo>
                  <a:lnTo>
                    <a:pt x="876" y="639"/>
                  </a:lnTo>
                  <a:lnTo>
                    <a:pt x="878" y="641"/>
                  </a:lnTo>
                  <a:lnTo>
                    <a:pt x="878" y="644"/>
                  </a:lnTo>
                  <a:lnTo>
                    <a:pt x="878" y="647"/>
                  </a:lnTo>
                  <a:lnTo>
                    <a:pt x="879" y="644"/>
                  </a:lnTo>
                  <a:lnTo>
                    <a:pt x="881" y="643"/>
                  </a:lnTo>
                  <a:lnTo>
                    <a:pt x="882" y="644"/>
                  </a:lnTo>
                  <a:lnTo>
                    <a:pt x="883" y="643"/>
                  </a:lnTo>
                  <a:lnTo>
                    <a:pt x="882" y="636"/>
                  </a:lnTo>
                  <a:lnTo>
                    <a:pt x="879" y="632"/>
                  </a:lnTo>
                  <a:lnTo>
                    <a:pt x="879" y="629"/>
                  </a:lnTo>
                  <a:lnTo>
                    <a:pt x="878" y="626"/>
                  </a:lnTo>
                  <a:lnTo>
                    <a:pt x="878" y="624"/>
                  </a:lnTo>
                  <a:lnTo>
                    <a:pt x="879" y="622"/>
                  </a:lnTo>
                  <a:lnTo>
                    <a:pt x="881" y="622"/>
                  </a:lnTo>
                  <a:lnTo>
                    <a:pt x="885" y="618"/>
                  </a:lnTo>
                  <a:lnTo>
                    <a:pt x="890" y="615"/>
                  </a:lnTo>
                  <a:lnTo>
                    <a:pt x="893" y="614"/>
                  </a:lnTo>
                  <a:lnTo>
                    <a:pt x="895" y="611"/>
                  </a:lnTo>
                  <a:lnTo>
                    <a:pt x="897" y="611"/>
                  </a:lnTo>
                  <a:lnTo>
                    <a:pt x="898" y="613"/>
                  </a:lnTo>
                  <a:lnTo>
                    <a:pt x="901" y="611"/>
                  </a:lnTo>
                  <a:lnTo>
                    <a:pt x="902" y="611"/>
                  </a:lnTo>
                  <a:lnTo>
                    <a:pt x="898" y="610"/>
                  </a:lnTo>
                  <a:lnTo>
                    <a:pt x="898" y="607"/>
                  </a:lnTo>
                  <a:lnTo>
                    <a:pt x="904" y="603"/>
                  </a:lnTo>
                  <a:lnTo>
                    <a:pt x="904" y="602"/>
                  </a:lnTo>
                  <a:lnTo>
                    <a:pt x="905" y="600"/>
                  </a:lnTo>
                  <a:lnTo>
                    <a:pt x="909" y="602"/>
                  </a:lnTo>
                  <a:lnTo>
                    <a:pt x="914" y="599"/>
                  </a:lnTo>
                  <a:lnTo>
                    <a:pt x="914" y="598"/>
                  </a:lnTo>
                  <a:lnTo>
                    <a:pt x="913" y="595"/>
                  </a:lnTo>
                  <a:lnTo>
                    <a:pt x="914" y="594"/>
                  </a:lnTo>
                  <a:lnTo>
                    <a:pt x="914" y="588"/>
                  </a:lnTo>
                  <a:lnTo>
                    <a:pt x="914" y="587"/>
                  </a:lnTo>
                  <a:lnTo>
                    <a:pt x="914" y="587"/>
                  </a:lnTo>
                  <a:lnTo>
                    <a:pt x="914" y="584"/>
                  </a:lnTo>
                  <a:lnTo>
                    <a:pt x="916" y="581"/>
                  </a:lnTo>
                  <a:lnTo>
                    <a:pt x="916" y="579"/>
                  </a:lnTo>
                  <a:lnTo>
                    <a:pt x="914" y="579"/>
                  </a:lnTo>
                  <a:lnTo>
                    <a:pt x="914" y="577"/>
                  </a:lnTo>
                  <a:lnTo>
                    <a:pt x="916" y="573"/>
                  </a:lnTo>
                  <a:lnTo>
                    <a:pt x="917" y="573"/>
                  </a:lnTo>
                  <a:lnTo>
                    <a:pt x="917" y="571"/>
                  </a:lnTo>
                  <a:lnTo>
                    <a:pt x="919" y="568"/>
                  </a:lnTo>
                  <a:lnTo>
                    <a:pt x="919" y="567"/>
                  </a:lnTo>
                  <a:lnTo>
                    <a:pt x="917" y="567"/>
                  </a:lnTo>
                  <a:lnTo>
                    <a:pt x="916" y="569"/>
                  </a:lnTo>
                  <a:lnTo>
                    <a:pt x="916" y="571"/>
                  </a:lnTo>
                  <a:lnTo>
                    <a:pt x="914" y="571"/>
                  </a:lnTo>
                  <a:lnTo>
                    <a:pt x="914" y="569"/>
                  </a:lnTo>
                  <a:lnTo>
                    <a:pt x="914" y="567"/>
                  </a:lnTo>
                  <a:lnTo>
                    <a:pt x="913" y="565"/>
                  </a:lnTo>
                  <a:lnTo>
                    <a:pt x="908" y="565"/>
                  </a:lnTo>
                  <a:lnTo>
                    <a:pt x="906" y="564"/>
                  </a:lnTo>
                  <a:lnTo>
                    <a:pt x="906" y="562"/>
                  </a:lnTo>
                  <a:lnTo>
                    <a:pt x="910" y="561"/>
                  </a:lnTo>
                  <a:lnTo>
                    <a:pt x="910" y="560"/>
                  </a:lnTo>
                  <a:lnTo>
                    <a:pt x="908" y="558"/>
                  </a:lnTo>
                  <a:lnTo>
                    <a:pt x="909" y="556"/>
                  </a:lnTo>
                  <a:lnTo>
                    <a:pt x="909" y="554"/>
                  </a:lnTo>
                  <a:lnTo>
                    <a:pt x="906" y="552"/>
                  </a:lnTo>
                  <a:lnTo>
                    <a:pt x="905" y="552"/>
                  </a:lnTo>
                  <a:lnTo>
                    <a:pt x="905" y="554"/>
                  </a:lnTo>
                  <a:lnTo>
                    <a:pt x="906" y="556"/>
                  </a:lnTo>
                  <a:lnTo>
                    <a:pt x="905" y="557"/>
                  </a:lnTo>
                  <a:lnTo>
                    <a:pt x="902" y="558"/>
                  </a:lnTo>
                  <a:lnTo>
                    <a:pt x="901" y="556"/>
                  </a:lnTo>
                  <a:lnTo>
                    <a:pt x="900" y="556"/>
                  </a:lnTo>
                  <a:lnTo>
                    <a:pt x="900" y="552"/>
                  </a:lnTo>
                  <a:lnTo>
                    <a:pt x="901" y="549"/>
                  </a:lnTo>
                  <a:lnTo>
                    <a:pt x="901" y="548"/>
                  </a:lnTo>
                  <a:lnTo>
                    <a:pt x="897" y="548"/>
                  </a:lnTo>
                  <a:lnTo>
                    <a:pt x="897" y="548"/>
                  </a:lnTo>
                  <a:lnTo>
                    <a:pt x="901" y="546"/>
                  </a:lnTo>
                  <a:lnTo>
                    <a:pt x="901" y="545"/>
                  </a:lnTo>
                  <a:lnTo>
                    <a:pt x="900" y="545"/>
                  </a:lnTo>
                  <a:lnTo>
                    <a:pt x="901" y="543"/>
                  </a:lnTo>
                  <a:lnTo>
                    <a:pt x="902" y="542"/>
                  </a:lnTo>
                  <a:lnTo>
                    <a:pt x="902" y="541"/>
                  </a:lnTo>
                  <a:lnTo>
                    <a:pt x="901" y="539"/>
                  </a:lnTo>
                  <a:lnTo>
                    <a:pt x="898" y="542"/>
                  </a:lnTo>
                  <a:lnTo>
                    <a:pt x="897" y="545"/>
                  </a:lnTo>
                  <a:lnTo>
                    <a:pt x="894" y="546"/>
                  </a:lnTo>
                  <a:lnTo>
                    <a:pt x="894" y="545"/>
                  </a:lnTo>
                  <a:lnTo>
                    <a:pt x="894" y="542"/>
                  </a:lnTo>
                  <a:lnTo>
                    <a:pt x="893" y="543"/>
                  </a:lnTo>
                  <a:lnTo>
                    <a:pt x="891" y="545"/>
                  </a:lnTo>
                  <a:lnTo>
                    <a:pt x="889" y="545"/>
                  </a:lnTo>
                  <a:lnTo>
                    <a:pt x="887" y="546"/>
                  </a:lnTo>
                  <a:lnTo>
                    <a:pt x="885" y="546"/>
                  </a:lnTo>
                  <a:lnTo>
                    <a:pt x="882" y="548"/>
                  </a:lnTo>
                  <a:lnTo>
                    <a:pt x="882" y="549"/>
                  </a:lnTo>
                  <a:lnTo>
                    <a:pt x="881" y="549"/>
                  </a:lnTo>
                  <a:lnTo>
                    <a:pt x="881" y="546"/>
                  </a:lnTo>
                  <a:lnTo>
                    <a:pt x="882" y="545"/>
                  </a:lnTo>
                  <a:lnTo>
                    <a:pt x="882" y="543"/>
                  </a:lnTo>
                  <a:lnTo>
                    <a:pt x="881" y="543"/>
                  </a:lnTo>
                  <a:lnTo>
                    <a:pt x="882" y="541"/>
                  </a:lnTo>
                  <a:lnTo>
                    <a:pt x="883" y="539"/>
                  </a:lnTo>
                  <a:lnTo>
                    <a:pt x="886" y="541"/>
                  </a:lnTo>
                  <a:lnTo>
                    <a:pt x="887" y="541"/>
                  </a:lnTo>
                  <a:lnTo>
                    <a:pt x="889" y="541"/>
                  </a:lnTo>
                  <a:lnTo>
                    <a:pt x="890" y="541"/>
                  </a:lnTo>
                  <a:lnTo>
                    <a:pt x="893" y="538"/>
                  </a:lnTo>
                  <a:lnTo>
                    <a:pt x="893" y="535"/>
                  </a:lnTo>
                  <a:lnTo>
                    <a:pt x="893" y="534"/>
                  </a:lnTo>
                  <a:lnTo>
                    <a:pt x="890" y="533"/>
                  </a:lnTo>
                  <a:lnTo>
                    <a:pt x="887" y="531"/>
                  </a:lnTo>
                  <a:lnTo>
                    <a:pt x="887" y="530"/>
                  </a:lnTo>
                  <a:lnTo>
                    <a:pt x="886" y="528"/>
                  </a:lnTo>
                  <a:lnTo>
                    <a:pt x="886" y="527"/>
                  </a:lnTo>
                  <a:lnTo>
                    <a:pt x="886" y="524"/>
                  </a:lnTo>
                  <a:lnTo>
                    <a:pt x="883" y="524"/>
                  </a:lnTo>
                  <a:lnTo>
                    <a:pt x="883" y="524"/>
                  </a:lnTo>
                  <a:lnTo>
                    <a:pt x="881" y="523"/>
                  </a:lnTo>
                  <a:lnTo>
                    <a:pt x="881" y="522"/>
                  </a:lnTo>
                  <a:lnTo>
                    <a:pt x="883" y="520"/>
                  </a:lnTo>
                  <a:lnTo>
                    <a:pt x="883" y="522"/>
                  </a:lnTo>
                  <a:lnTo>
                    <a:pt x="885" y="520"/>
                  </a:lnTo>
                  <a:lnTo>
                    <a:pt x="885" y="519"/>
                  </a:lnTo>
                  <a:lnTo>
                    <a:pt x="887" y="518"/>
                  </a:lnTo>
                  <a:lnTo>
                    <a:pt x="885" y="518"/>
                  </a:lnTo>
                  <a:lnTo>
                    <a:pt x="882" y="515"/>
                  </a:lnTo>
                  <a:lnTo>
                    <a:pt x="881" y="515"/>
                  </a:lnTo>
                  <a:lnTo>
                    <a:pt x="881" y="515"/>
                  </a:lnTo>
                  <a:lnTo>
                    <a:pt x="878" y="514"/>
                  </a:lnTo>
                  <a:lnTo>
                    <a:pt x="876" y="516"/>
                  </a:lnTo>
                  <a:lnTo>
                    <a:pt x="876" y="516"/>
                  </a:lnTo>
                  <a:lnTo>
                    <a:pt x="876" y="515"/>
                  </a:lnTo>
                  <a:lnTo>
                    <a:pt x="878" y="511"/>
                  </a:lnTo>
                  <a:lnTo>
                    <a:pt x="881" y="507"/>
                  </a:lnTo>
                  <a:lnTo>
                    <a:pt x="881" y="505"/>
                  </a:lnTo>
                  <a:lnTo>
                    <a:pt x="882" y="503"/>
                  </a:lnTo>
                  <a:lnTo>
                    <a:pt x="882" y="500"/>
                  </a:lnTo>
                  <a:lnTo>
                    <a:pt x="883" y="497"/>
                  </a:lnTo>
                  <a:lnTo>
                    <a:pt x="882" y="496"/>
                  </a:lnTo>
                  <a:lnTo>
                    <a:pt x="879" y="497"/>
                  </a:lnTo>
                  <a:lnTo>
                    <a:pt x="878" y="497"/>
                  </a:lnTo>
                  <a:lnTo>
                    <a:pt x="878" y="497"/>
                  </a:lnTo>
                  <a:lnTo>
                    <a:pt x="876" y="499"/>
                  </a:lnTo>
                  <a:lnTo>
                    <a:pt x="875" y="499"/>
                  </a:lnTo>
                  <a:lnTo>
                    <a:pt x="872" y="495"/>
                  </a:lnTo>
                  <a:lnTo>
                    <a:pt x="872" y="493"/>
                  </a:lnTo>
                  <a:lnTo>
                    <a:pt x="871" y="490"/>
                  </a:lnTo>
                  <a:lnTo>
                    <a:pt x="870" y="490"/>
                  </a:lnTo>
                  <a:lnTo>
                    <a:pt x="870" y="488"/>
                  </a:lnTo>
                  <a:lnTo>
                    <a:pt x="872" y="486"/>
                  </a:lnTo>
                  <a:lnTo>
                    <a:pt x="872" y="485"/>
                  </a:lnTo>
                  <a:lnTo>
                    <a:pt x="872" y="484"/>
                  </a:lnTo>
                  <a:lnTo>
                    <a:pt x="872" y="481"/>
                  </a:lnTo>
                  <a:lnTo>
                    <a:pt x="871" y="481"/>
                  </a:lnTo>
                  <a:lnTo>
                    <a:pt x="868" y="482"/>
                  </a:lnTo>
                  <a:lnTo>
                    <a:pt x="868" y="486"/>
                  </a:lnTo>
                  <a:lnTo>
                    <a:pt x="867" y="489"/>
                  </a:lnTo>
                  <a:lnTo>
                    <a:pt x="867" y="486"/>
                  </a:lnTo>
                  <a:lnTo>
                    <a:pt x="866" y="485"/>
                  </a:lnTo>
                  <a:lnTo>
                    <a:pt x="864" y="486"/>
                  </a:lnTo>
                  <a:lnTo>
                    <a:pt x="864" y="488"/>
                  </a:lnTo>
                  <a:lnTo>
                    <a:pt x="863" y="488"/>
                  </a:lnTo>
                  <a:lnTo>
                    <a:pt x="863" y="490"/>
                  </a:lnTo>
                  <a:lnTo>
                    <a:pt x="864" y="495"/>
                  </a:lnTo>
                  <a:lnTo>
                    <a:pt x="867" y="493"/>
                  </a:lnTo>
                  <a:lnTo>
                    <a:pt x="868" y="499"/>
                  </a:lnTo>
                  <a:lnTo>
                    <a:pt x="870" y="500"/>
                  </a:lnTo>
                  <a:lnTo>
                    <a:pt x="870" y="503"/>
                  </a:lnTo>
                  <a:lnTo>
                    <a:pt x="868" y="505"/>
                  </a:lnTo>
                  <a:lnTo>
                    <a:pt x="867" y="508"/>
                  </a:lnTo>
                  <a:lnTo>
                    <a:pt x="866" y="509"/>
                  </a:lnTo>
                  <a:lnTo>
                    <a:pt x="859" y="509"/>
                  </a:lnTo>
                  <a:lnTo>
                    <a:pt x="857" y="508"/>
                  </a:lnTo>
                  <a:lnTo>
                    <a:pt x="856" y="509"/>
                  </a:lnTo>
                  <a:lnTo>
                    <a:pt x="852" y="507"/>
                  </a:lnTo>
                  <a:lnTo>
                    <a:pt x="853" y="507"/>
                  </a:lnTo>
                  <a:lnTo>
                    <a:pt x="853" y="504"/>
                  </a:lnTo>
                  <a:lnTo>
                    <a:pt x="849" y="504"/>
                  </a:lnTo>
                  <a:lnTo>
                    <a:pt x="844" y="501"/>
                  </a:lnTo>
                  <a:lnTo>
                    <a:pt x="840" y="501"/>
                  </a:lnTo>
                  <a:lnTo>
                    <a:pt x="842" y="505"/>
                  </a:lnTo>
                  <a:lnTo>
                    <a:pt x="844" y="509"/>
                  </a:lnTo>
                  <a:lnTo>
                    <a:pt x="842" y="509"/>
                  </a:lnTo>
                  <a:lnTo>
                    <a:pt x="841" y="509"/>
                  </a:lnTo>
                  <a:lnTo>
                    <a:pt x="840" y="507"/>
                  </a:lnTo>
                  <a:lnTo>
                    <a:pt x="837" y="504"/>
                  </a:lnTo>
                  <a:lnTo>
                    <a:pt x="836" y="504"/>
                  </a:lnTo>
                  <a:lnTo>
                    <a:pt x="836" y="501"/>
                  </a:lnTo>
                  <a:lnTo>
                    <a:pt x="833" y="499"/>
                  </a:lnTo>
                  <a:lnTo>
                    <a:pt x="830" y="496"/>
                  </a:lnTo>
                  <a:lnTo>
                    <a:pt x="830" y="495"/>
                  </a:lnTo>
                  <a:lnTo>
                    <a:pt x="828" y="495"/>
                  </a:lnTo>
                  <a:lnTo>
                    <a:pt x="826" y="492"/>
                  </a:lnTo>
                  <a:lnTo>
                    <a:pt x="823" y="490"/>
                  </a:lnTo>
                  <a:lnTo>
                    <a:pt x="823" y="490"/>
                  </a:lnTo>
                  <a:lnTo>
                    <a:pt x="821" y="489"/>
                  </a:lnTo>
                  <a:lnTo>
                    <a:pt x="822" y="490"/>
                  </a:lnTo>
                  <a:lnTo>
                    <a:pt x="828" y="495"/>
                  </a:lnTo>
                  <a:lnTo>
                    <a:pt x="828" y="497"/>
                  </a:lnTo>
                  <a:lnTo>
                    <a:pt x="830" y="500"/>
                  </a:lnTo>
                  <a:lnTo>
                    <a:pt x="832" y="501"/>
                  </a:lnTo>
                  <a:lnTo>
                    <a:pt x="833" y="503"/>
                  </a:lnTo>
                  <a:lnTo>
                    <a:pt x="832" y="505"/>
                  </a:lnTo>
                  <a:lnTo>
                    <a:pt x="830" y="504"/>
                  </a:lnTo>
                  <a:lnTo>
                    <a:pt x="829" y="505"/>
                  </a:lnTo>
                  <a:lnTo>
                    <a:pt x="825" y="503"/>
                  </a:lnTo>
                  <a:lnTo>
                    <a:pt x="823" y="503"/>
                  </a:lnTo>
                  <a:lnTo>
                    <a:pt x="822" y="501"/>
                  </a:lnTo>
                  <a:lnTo>
                    <a:pt x="819" y="500"/>
                  </a:lnTo>
                  <a:lnTo>
                    <a:pt x="819" y="497"/>
                  </a:lnTo>
                  <a:lnTo>
                    <a:pt x="814" y="499"/>
                  </a:lnTo>
                  <a:lnTo>
                    <a:pt x="811" y="500"/>
                  </a:lnTo>
                  <a:lnTo>
                    <a:pt x="810" y="499"/>
                  </a:lnTo>
                  <a:lnTo>
                    <a:pt x="807" y="497"/>
                  </a:lnTo>
                  <a:lnTo>
                    <a:pt x="804" y="497"/>
                  </a:lnTo>
                  <a:lnTo>
                    <a:pt x="803" y="496"/>
                  </a:lnTo>
                  <a:lnTo>
                    <a:pt x="799" y="493"/>
                  </a:lnTo>
                  <a:lnTo>
                    <a:pt x="799" y="492"/>
                  </a:lnTo>
                  <a:lnTo>
                    <a:pt x="803" y="488"/>
                  </a:lnTo>
                  <a:lnTo>
                    <a:pt x="804" y="488"/>
                  </a:lnTo>
                  <a:lnTo>
                    <a:pt x="804" y="486"/>
                  </a:lnTo>
                  <a:lnTo>
                    <a:pt x="803" y="486"/>
                  </a:lnTo>
                  <a:lnTo>
                    <a:pt x="800" y="489"/>
                  </a:lnTo>
                  <a:lnTo>
                    <a:pt x="799" y="490"/>
                  </a:lnTo>
                  <a:lnTo>
                    <a:pt x="798" y="492"/>
                  </a:lnTo>
                  <a:lnTo>
                    <a:pt x="795" y="489"/>
                  </a:lnTo>
                  <a:lnTo>
                    <a:pt x="792" y="489"/>
                  </a:lnTo>
                  <a:lnTo>
                    <a:pt x="791" y="489"/>
                  </a:lnTo>
                  <a:lnTo>
                    <a:pt x="794" y="492"/>
                  </a:lnTo>
                  <a:lnTo>
                    <a:pt x="792" y="492"/>
                  </a:lnTo>
                  <a:lnTo>
                    <a:pt x="788" y="492"/>
                  </a:lnTo>
                  <a:lnTo>
                    <a:pt x="785" y="489"/>
                  </a:lnTo>
                  <a:lnTo>
                    <a:pt x="784" y="485"/>
                  </a:lnTo>
                  <a:lnTo>
                    <a:pt x="781" y="484"/>
                  </a:lnTo>
                  <a:lnTo>
                    <a:pt x="783" y="481"/>
                  </a:lnTo>
                  <a:lnTo>
                    <a:pt x="787" y="478"/>
                  </a:lnTo>
                  <a:lnTo>
                    <a:pt x="788" y="477"/>
                  </a:lnTo>
                  <a:lnTo>
                    <a:pt x="787" y="477"/>
                  </a:lnTo>
                  <a:lnTo>
                    <a:pt x="785" y="478"/>
                  </a:lnTo>
                  <a:lnTo>
                    <a:pt x="781" y="478"/>
                  </a:lnTo>
                  <a:lnTo>
                    <a:pt x="780" y="481"/>
                  </a:lnTo>
                  <a:lnTo>
                    <a:pt x="779" y="482"/>
                  </a:lnTo>
                  <a:lnTo>
                    <a:pt x="779" y="480"/>
                  </a:lnTo>
                  <a:lnTo>
                    <a:pt x="779" y="477"/>
                  </a:lnTo>
                  <a:lnTo>
                    <a:pt x="779" y="477"/>
                  </a:lnTo>
                  <a:lnTo>
                    <a:pt x="777" y="477"/>
                  </a:lnTo>
                  <a:lnTo>
                    <a:pt x="776" y="478"/>
                  </a:lnTo>
                  <a:lnTo>
                    <a:pt x="777" y="480"/>
                  </a:lnTo>
                  <a:lnTo>
                    <a:pt x="776" y="481"/>
                  </a:lnTo>
                  <a:lnTo>
                    <a:pt x="775" y="481"/>
                  </a:lnTo>
                  <a:lnTo>
                    <a:pt x="772" y="480"/>
                  </a:lnTo>
                  <a:lnTo>
                    <a:pt x="770" y="478"/>
                  </a:lnTo>
                  <a:lnTo>
                    <a:pt x="768" y="480"/>
                  </a:lnTo>
                  <a:lnTo>
                    <a:pt x="768" y="481"/>
                  </a:lnTo>
                  <a:lnTo>
                    <a:pt x="766" y="481"/>
                  </a:lnTo>
                  <a:lnTo>
                    <a:pt x="765" y="478"/>
                  </a:lnTo>
                  <a:lnTo>
                    <a:pt x="764" y="477"/>
                  </a:lnTo>
                  <a:lnTo>
                    <a:pt x="765" y="477"/>
                  </a:lnTo>
                  <a:lnTo>
                    <a:pt x="766" y="477"/>
                  </a:lnTo>
                  <a:lnTo>
                    <a:pt x="766" y="477"/>
                  </a:lnTo>
                  <a:lnTo>
                    <a:pt x="764" y="474"/>
                  </a:lnTo>
                  <a:lnTo>
                    <a:pt x="760" y="471"/>
                  </a:lnTo>
                  <a:lnTo>
                    <a:pt x="760" y="470"/>
                  </a:lnTo>
                  <a:lnTo>
                    <a:pt x="760" y="466"/>
                  </a:lnTo>
                  <a:lnTo>
                    <a:pt x="760" y="463"/>
                  </a:lnTo>
                  <a:lnTo>
                    <a:pt x="758" y="459"/>
                  </a:lnTo>
                  <a:lnTo>
                    <a:pt x="760" y="456"/>
                  </a:lnTo>
                  <a:lnTo>
                    <a:pt x="761" y="456"/>
                  </a:lnTo>
                  <a:lnTo>
                    <a:pt x="761" y="455"/>
                  </a:lnTo>
                  <a:lnTo>
                    <a:pt x="760" y="452"/>
                  </a:lnTo>
                  <a:lnTo>
                    <a:pt x="760" y="451"/>
                  </a:lnTo>
                  <a:lnTo>
                    <a:pt x="762" y="451"/>
                  </a:lnTo>
                  <a:lnTo>
                    <a:pt x="764" y="452"/>
                  </a:lnTo>
                  <a:lnTo>
                    <a:pt x="769" y="452"/>
                  </a:lnTo>
                  <a:lnTo>
                    <a:pt x="770" y="455"/>
                  </a:lnTo>
                  <a:lnTo>
                    <a:pt x="772" y="458"/>
                  </a:lnTo>
                  <a:lnTo>
                    <a:pt x="777" y="459"/>
                  </a:lnTo>
                  <a:lnTo>
                    <a:pt x="781" y="459"/>
                  </a:lnTo>
                  <a:lnTo>
                    <a:pt x="783" y="459"/>
                  </a:lnTo>
                  <a:lnTo>
                    <a:pt x="787" y="459"/>
                  </a:lnTo>
                  <a:lnTo>
                    <a:pt x="785" y="458"/>
                  </a:lnTo>
                  <a:lnTo>
                    <a:pt x="784" y="455"/>
                  </a:lnTo>
                  <a:lnTo>
                    <a:pt x="781" y="454"/>
                  </a:lnTo>
                  <a:lnTo>
                    <a:pt x="780" y="450"/>
                  </a:lnTo>
                  <a:lnTo>
                    <a:pt x="777" y="450"/>
                  </a:lnTo>
                  <a:lnTo>
                    <a:pt x="773" y="447"/>
                  </a:lnTo>
                  <a:lnTo>
                    <a:pt x="772" y="447"/>
                  </a:lnTo>
                  <a:lnTo>
                    <a:pt x="768" y="446"/>
                  </a:lnTo>
                  <a:lnTo>
                    <a:pt x="765" y="446"/>
                  </a:lnTo>
                  <a:lnTo>
                    <a:pt x="761" y="443"/>
                  </a:lnTo>
                  <a:lnTo>
                    <a:pt x="760" y="440"/>
                  </a:lnTo>
                  <a:lnTo>
                    <a:pt x="760" y="435"/>
                  </a:lnTo>
                  <a:lnTo>
                    <a:pt x="762" y="433"/>
                  </a:lnTo>
                  <a:lnTo>
                    <a:pt x="762" y="432"/>
                  </a:lnTo>
                  <a:lnTo>
                    <a:pt x="764" y="428"/>
                  </a:lnTo>
                  <a:lnTo>
                    <a:pt x="765" y="428"/>
                  </a:lnTo>
                  <a:lnTo>
                    <a:pt x="766" y="425"/>
                  </a:lnTo>
                  <a:lnTo>
                    <a:pt x="766" y="421"/>
                  </a:lnTo>
                  <a:lnTo>
                    <a:pt x="768" y="418"/>
                  </a:lnTo>
                  <a:lnTo>
                    <a:pt x="769" y="418"/>
                  </a:lnTo>
                  <a:lnTo>
                    <a:pt x="770" y="416"/>
                  </a:lnTo>
                  <a:lnTo>
                    <a:pt x="775" y="413"/>
                  </a:lnTo>
                  <a:lnTo>
                    <a:pt x="776" y="413"/>
                  </a:lnTo>
                  <a:lnTo>
                    <a:pt x="777" y="412"/>
                  </a:lnTo>
                  <a:lnTo>
                    <a:pt x="776" y="412"/>
                  </a:lnTo>
                  <a:lnTo>
                    <a:pt x="775" y="412"/>
                  </a:lnTo>
                  <a:lnTo>
                    <a:pt x="775" y="410"/>
                  </a:lnTo>
                  <a:lnTo>
                    <a:pt x="777" y="405"/>
                  </a:lnTo>
                  <a:lnTo>
                    <a:pt x="780" y="401"/>
                  </a:lnTo>
                  <a:lnTo>
                    <a:pt x="780" y="401"/>
                  </a:lnTo>
                  <a:lnTo>
                    <a:pt x="783" y="398"/>
                  </a:lnTo>
                  <a:lnTo>
                    <a:pt x="785" y="398"/>
                  </a:lnTo>
                  <a:lnTo>
                    <a:pt x="785" y="398"/>
                  </a:lnTo>
                  <a:lnTo>
                    <a:pt x="787" y="394"/>
                  </a:lnTo>
                  <a:lnTo>
                    <a:pt x="788" y="394"/>
                  </a:lnTo>
                  <a:lnTo>
                    <a:pt x="790" y="395"/>
                  </a:lnTo>
                  <a:lnTo>
                    <a:pt x="791" y="394"/>
                  </a:lnTo>
                  <a:lnTo>
                    <a:pt x="790" y="393"/>
                  </a:lnTo>
                  <a:lnTo>
                    <a:pt x="794" y="387"/>
                  </a:lnTo>
                  <a:lnTo>
                    <a:pt x="795" y="387"/>
                  </a:lnTo>
                  <a:lnTo>
                    <a:pt x="795" y="384"/>
                  </a:lnTo>
                  <a:lnTo>
                    <a:pt x="798" y="382"/>
                  </a:lnTo>
                  <a:lnTo>
                    <a:pt x="800" y="382"/>
                  </a:lnTo>
                  <a:lnTo>
                    <a:pt x="802" y="379"/>
                  </a:lnTo>
                  <a:lnTo>
                    <a:pt x="804" y="379"/>
                  </a:lnTo>
                  <a:lnTo>
                    <a:pt x="806" y="379"/>
                  </a:lnTo>
                  <a:lnTo>
                    <a:pt x="806" y="378"/>
                  </a:lnTo>
                  <a:lnTo>
                    <a:pt x="806" y="375"/>
                  </a:lnTo>
                  <a:lnTo>
                    <a:pt x="811" y="372"/>
                  </a:lnTo>
                  <a:lnTo>
                    <a:pt x="815" y="368"/>
                  </a:lnTo>
                  <a:lnTo>
                    <a:pt x="823" y="365"/>
                  </a:lnTo>
                  <a:lnTo>
                    <a:pt x="829" y="365"/>
                  </a:lnTo>
                  <a:lnTo>
                    <a:pt x="830" y="364"/>
                  </a:lnTo>
                  <a:lnTo>
                    <a:pt x="834" y="365"/>
                  </a:lnTo>
                  <a:lnTo>
                    <a:pt x="837" y="364"/>
                  </a:lnTo>
                  <a:lnTo>
                    <a:pt x="838" y="365"/>
                  </a:lnTo>
                  <a:lnTo>
                    <a:pt x="842" y="365"/>
                  </a:lnTo>
                  <a:lnTo>
                    <a:pt x="845" y="367"/>
                  </a:lnTo>
                  <a:lnTo>
                    <a:pt x="852" y="370"/>
                  </a:lnTo>
                  <a:lnTo>
                    <a:pt x="852" y="372"/>
                  </a:lnTo>
                  <a:lnTo>
                    <a:pt x="851" y="374"/>
                  </a:lnTo>
                  <a:lnTo>
                    <a:pt x="848" y="375"/>
                  </a:lnTo>
                  <a:lnTo>
                    <a:pt x="842" y="378"/>
                  </a:lnTo>
                  <a:lnTo>
                    <a:pt x="840" y="378"/>
                  </a:lnTo>
                  <a:lnTo>
                    <a:pt x="838" y="379"/>
                  </a:lnTo>
                  <a:lnTo>
                    <a:pt x="837" y="382"/>
                  </a:lnTo>
                  <a:lnTo>
                    <a:pt x="833" y="383"/>
                  </a:lnTo>
                  <a:lnTo>
                    <a:pt x="829" y="389"/>
                  </a:lnTo>
                  <a:lnTo>
                    <a:pt x="823" y="394"/>
                  </a:lnTo>
                  <a:lnTo>
                    <a:pt x="819" y="397"/>
                  </a:lnTo>
                  <a:lnTo>
                    <a:pt x="818" y="398"/>
                  </a:lnTo>
                  <a:lnTo>
                    <a:pt x="815" y="403"/>
                  </a:lnTo>
                  <a:lnTo>
                    <a:pt x="814" y="406"/>
                  </a:lnTo>
                  <a:lnTo>
                    <a:pt x="815" y="409"/>
                  </a:lnTo>
                  <a:lnTo>
                    <a:pt x="817" y="412"/>
                  </a:lnTo>
                  <a:lnTo>
                    <a:pt x="817" y="414"/>
                  </a:lnTo>
                  <a:lnTo>
                    <a:pt x="815" y="416"/>
                  </a:lnTo>
                  <a:lnTo>
                    <a:pt x="813" y="418"/>
                  </a:lnTo>
                  <a:lnTo>
                    <a:pt x="810" y="421"/>
                  </a:lnTo>
                  <a:lnTo>
                    <a:pt x="810" y="424"/>
                  </a:lnTo>
                  <a:lnTo>
                    <a:pt x="809" y="427"/>
                  </a:lnTo>
                  <a:lnTo>
                    <a:pt x="807" y="428"/>
                  </a:lnTo>
                  <a:lnTo>
                    <a:pt x="806" y="431"/>
                  </a:lnTo>
                  <a:lnTo>
                    <a:pt x="807" y="433"/>
                  </a:lnTo>
                  <a:lnTo>
                    <a:pt x="809" y="437"/>
                  </a:lnTo>
                  <a:lnTo>
                    <a:pt x="810" y="439"/>
                  </a:lnTo>
                  <a:lnTo>
                    <a:pt x="810" y="443"/>
                  </a:lnTo>
                  <a:lnTo>
                    <a:pt x="811" y="446"/>
                  </a:lnTo>
                  <a:lnTo>
                    <a:pt x="813" y="447"/>
                  </a:lnTo>
                  <a:lnTo>
                    <a:pt x="815" y="448"/>
                  </a:lnTo>
                  <a:lnTo>
                    <a:pt x="815" y="451"/>
                  </a:lnTo>
                  <a:lnTo>
                    <a:pt x="814" y="454"/>
                  </a:lnTo>
                  <a:lnTo>
                    <a:pt x="813" y="452"/>
                  </a:lnTo>
                  <a:lnTo>
                    <a:pt x="811" y="452"/>
                  </a:lnTo>
                  <a:lnTo>
                    <a:pt x="811" y="454"/>
                  </a:lnTo>
                  <a:lnTo>
                    <a:pt x="810" y="454"/>
                  </a:lnTo>
                  <a:lnTo>
                    <a:pt x="807" y="454"/>
                  </a:lnTo>
                  <a:lnTo>
                    <a:pt x="806" y="455"/>
                  </a:lnTo>
                  <a:lnTo>
                    <a:pt x="807" y="455"/>
                  </a:lnTo>
                  <a:lnTo>
                    <a:pt x="810" y="458"/>
                  </a:lnTo>
                  <a:lnTo>
                    <a:pt x="811" y="458"/>
                  </a:lnTo>
                  <a:lnTo>
                    <a:pt x="811" y="456"/>
                  </a:lnTo>
                  <a:lnTo>
                    <a:pt x="813" y="458"/>
                  </a:lnTo>
                  <a:lnTo>
                    <a:pt x="811" y="459"/>
                  </a:lnTo>
                  <a:lnTo>
                    <a:pt x="810" y="463"/>
                  </a:lnTo>
                  <a:lnTo>
                    <a:pt x="810" y="466"/>
                  </a:lnTo>
                  <a:lnTo>
                    <a:pt x="809" y="469"/>
                  </a:lnTo>
                  <a:lnTo>
                    <a:pt x="813" y="465"/>
                  </a:lnTo>
                  <a:lnTo>
                    <a:pt x="813" y="463"/>
                  </a:lnTo>
                  <a:lnTo>
                    <a:pt x="815" y="458"/>
                  </a:lnTo>
                  <a:lnTo>
                    <a:pt x="817" y="456"/>
                  </a:lnTo>
                  <a:lnTo>
                    <a:pt x="817" y="451"/>
                  </a:lnTo>
                  <a:lnTo>
                    <a:pt x="818" y="450"/>
                  </a:lnTo>
                  <a:lnTo>
                    <a:pt x="821" y="447"/>
                  </a:lnTo>
                  <a:lnTo>
                    <a:pt x="821" y="446"/>
                  </a:lnTo>
                  <a:lnTo>
                    <a:pt x="821" y="443"/>
                  </a:lnTo>
                  <a:lnTo>
                    <a:pt x="821" y="442"/>
                  </a:lnTo>
                  <a:lnTo>
                    <a:pt x="819" y="440"/>
                  </a:lnTo>
                  <a:lnTo>
                    <a:pt x="817" y="440"/>
                  </a:lnTo>
                  <a:lnTo>
                    <a:pt x="817" y="436"/>
                  </a:lnTo>
                  <a:lnTo>
                    <a:pt x="817" y="435"/>
                  </a:lnTo>
                  <a:lnTo>
                    <a:pt x="817" y="432"/>
                  </a:lnTo>
                  <a:lnTo>
                    <a:pt x="815" y="429"/>
                  </a:lnTo>
                  <a:lnTo>
                    <a:pt x="814" y="427"/>
                  </a:lnTo>
                  <a:lnTo>
                    <a:pt x="815" y="425"/>
                  </a:lnTo>
                  <a:lnTo>
                    <a:pt x="817" y="428"/>
                  </a:lnTo>
                  <a:lnTo>
                    <a:pt x="818" y="427"/>
                  </a:lnTo>
                  <a:lnTo>
                    <a:pt x="821" y="425"/>
                  </a:lnTo>
                  <a:lnTo>
                    <a:pt x="822" y="424"/>
                  </a:lnTo>
                  <a:lnTo>
                    <a:pt x="822" y="421"/>
                  </a:lnTo>
                  <a:lnTo>
                    <a:pt x="823" y="420"/>
                  </a:lnTo>
                  <a:lnTo>
                    <a:pt x="825" y="420"/>
                  </a:lnTo>
                  <a:lnTo>
                    <a:pt x="828" y="424"/>
                  </a:lnTo>
                  <a:lnTo>
                    <a:pt x="826" y="425"/>
                  </a:lnTo>
                  <a:lnTo>
                    <a:pt x="828" y="427"/>
                  </a:lnTo>
                  <a:lnTo>
                    <a:pt x="829" y="424"/>
                  </a:lnTo>
                  <a:lnTo>
                    <a:pt x="829" y="421"/>
                  </a:lnTo>
                  <a:lnTo>
                    <a:pt x="832" y="420"/>
                  </a:lnTo>
                  <a:lnTo>
                    <a:pt x="833" y="420"/>
                  </a:lnTo>
                  <a:lnTo>
                    <a:pt x="833" y="417"/>
                  </a:lnTo>
                  <a:lnTo>
                    <a:pt x="834" y="417"/>
                  </a:lnTo>
                  <a:lnTo>
                    <a:pt x="837" y="416"/>
                  </a:lnTo>
                  <a:lnTo>
                    <a:pt x="836" y="414"/>
                  </a:lnTo>
                  <a:lnTo>
                    <a:pt x="834" y="414"/>
                  </a:lnTo>
                  <a:lnTo>
                    <a:pt x="829" y="417"/>
                  </a:lnTo>
                  <a:lnTo>
                    <a:pt x="828" y="417"/>
                  </a:lnTo>
                  <a:lnTo>
                    <a:pt x="826" y="414"/>
                  </a:lnTo>
                  <a:lnTo>
                    <a:pt x="825" y="413"/>
                  </a:lnTo>
                  <a:lnTo>
                    <a:pt x="825" y="412"/>
                  </a:lnTo>
                  <a:lnTo>
                    <a:pt x="828" y="410"/>
                  </a:lnTo>
                  <a:lnTo>
                    <a:pt x="826" y="408"/>
                  </a:lnTo>
                  <a:lnTo>
                    <a:pt x="828" y="403"/>
                  </a:lnTo>
                  <a:lnTo>
                    <a:pt x="829" y="401"/>
                  </a:lnTo>
                  <a:lnTo>
                    <a:pt x="830" y="398"/>
                  </a:lnTo>
                  <a:lnTo>
                    <a:pt x="832" y="395"/>
                  </a:lnTo>
                  <a:lnTo>
                    <a:pt x="836" y="397"/>
                  </a:lnTo>
                  <a:lnTo>
                    <a:pt x="837" y="399"/>
                  </a:lnTo>
                  <a:lnTo>
                    <a:pt x="838" y="401"/>
                  </a:lnTo>
                  <a:lnTo>
                    <a:pt x="841" y="402"/>
                  </a:lnTo>
                  <a:lnTo>
                    <a:pt x="844" y="405"/>
                  </a:lnTo>
                  <a:lnTo>
                    <a:pt x="847" y="405"/>
                  </a:lnTo>
                  <a:lnTo>
                    <a:pt x="844" y="403"/>
                  </a:lnTo>
                  <a:lnTo>
                    <a:pt x="844" y="402"/>
                  </a:lnTo>
                  <a:lnTo>
                    <a:pt x="840" y="399"/>
                  </a:lnTo>
                  <a:lnTo>
                    <a:pt x="838" y="397"/>
                  </a:lnTo>
                  <a:lnTo>
                    <a:pt x="838" y="395"/>
                  </a:lnTo>
                  <a:lnTo>
                    <a:pt x="836" y="395"/>
                  </a:lnTo>
                  <a:lnTo>
                    <a:pt x="834" y="394"/>
                  </a:lnTo>
                  <a:lnTo>
                    <a:pt x="834" y="393"/>
                  </a:lnTo>
                  <a:lnTo>
                    <a:pt x="840" y="393"/>
                  </a:lnTo>
                  <a:lnTo>
                    <a:pt x="840" y="391"/>
                  </a:lnTo>
                  <a:lnTo>
                    <a:pt x="841" y="391"/>
                  </a:lnTo>
                  <a:lnTo>
                    <a:pt x="847" y="397"/>
                  </a:lnTo>
                  <a:lnTo>
                    <a:pt x="849" y="398"/>
                  </a:lnTo>
                  <a:lnTo>
                    <a:pt x="851" y="398"/>
                  </a:lnTo>
                  <a:lnTo>
                    <a:pt x="848" y="397"/>
                  </a:lnTo>
                  <a:lnTo>
                    <a:pt x="845" y="393"/>
                  </a:lnTo>
                  <a:lnTo>
                    <a:pt x="842" y="390"/>
                  </a:lnTo>
                  <a:lnTo>
                    <a:pt x="841" y="389"/>
                  </a:lnTo>
                  <a:lnTo>
                    <a:pt x="842" y="386"/>
                  </a:lnTo>
                  <a:lnTo>
                    <a:pt x="847" y="384"/>
                  </a:lnTo>
                  <a:lnTo>
                    <a:pt x="848" y="384"/>
                  </a:lnTo>
                  <a:lnTo>
                    <a:pt x="848" y="387"/>
                  </a:lnTo>
                  <a:lnTo>
                    <a:pt x="848" y="390"/>
                  </a:lnTo>
                  <a:lnTo>
                    <a:pt x="849" y="389"/>
                  </a:lnTo>
                  <a:lnTo>
                    <a:pt x="849" y="386"/>
                  </a:lnTo>
                  <a:lnTo>
                    <a:pt x="851" y="384"/>
                  </a:lnTo>
                  <a:lnTo>
                    <a:pt x="855" y="384"/>
                  </a:lnTo>
                  <a:lnTo>
                    <a:pt x="856" y="387"/>
                  </a:lnTo>
                  <a:lnTo>
                    <a:pt x="857" y="389"/>
                  </a:lnTo>
                  <a:lnTo>
                    <a:pt x="859" y="393"/>
                  </a:lnTo>
                  <a:lnTo>
                    <a:pt x="860" y="390"/>
                  </a:lnTo>
                  <a:lnTo>
                    <a:pt x="860" y="389"/>
                  </a:lnTo>
                  <a:lnTo>
                    <a:pt x="857" y="384"/>
                  </a:lnTo>
                  <a:lnTo>
                    <a:pt x="857" y="383"/>
                  </a:lnTo>
                  <a:lnTo>
                    <a:pt x="864" y="382"/>
                  </a:lnTo>
                  <a:lnTo>
                    <a:pt x="868" y="380"/>
                  </a:lnTo>
                  <a:lnTo>
                    <a:pt x="872" y="379"/>
                  </a:lnTo>
                  <a:lnTo>
                    <a:pt x="875" y="378"/>
                  </a:lnTo>
                  <a:lnTo>
                    <a:pt x="879" y="379"/>
                  </a:lnTo>
                  <a:lnTo>
                    <a:pt x="885" y="379"/>
                  </a:lnTo>
                  <a:lnTo>
                    <a:pt x="889" y="380"/>
                  </a:lnTo>
                  <a:lnTo>
                    <a:pt x="889" y="382"/>
                  </a:lnTo>
                  <a:lnTo>
                    <a:pt x="889" y="383"/>
                  </a:lnTo>
                  <a:lnTo>
                    <a:pt x="887" y="389"/>
                  </a:lnTo>
                  <a:lnTo>
                    <a:pt x="887" y="391"/>
                  </a:lnTo>
                  <a:lnTo>
                    <a:pt x="885" y="393"/>
                  </a:lnTo>
                  <a:lnTo>
                    <a:pt x="883" y="397"/>
                  </a:lnTo>
                  <a:lnTo>
                    <a:pt x="883" y="398"/>
                  </a:lnTo>
                  <a:lnTo>
                    <a:pt x="886" y="399"/>
                  </a:lnTo>
                  <a:lnTo>
                    <a:pt x="887" y="401"/>
                  </a:lnTo>
                  <a:lnTo>
                    <a:pt x="887" y="403"/>
                  </a:lnTo>
                  <a:lnTo>
                    <a:pt x="883" y="408"/>
                  </a:lnTo>
                  <a:lnTo>
                    <a:pt x="882" y="409"/>
                  </a:lnTo>
                  <a:lnTo>
                    <a:pt x="882" y="412"/>
                  </a:lnTo>
                  <a:lnTo>
                    <a:pt x="885" y="414"/>
                  </a:lnTo>
                  <a:lnTo>
                    <a:pt x="885" y="416"/>
                  </a:lnTo>
                  <a:lnTo>
                    <a:pt x="882" y="418"/>
                  </a:lnTo>
                  <a:lnTo>
                    <a:pt x="881" y="418"/>
                  </a:lnTo>
                  <a:lnTo>
                    <a:pt x="878" y="421"/>
                  </a:lnTo>
                  <a:lnTo>
                    <a:pt x="875" y="421"/>
                  </a:lnTo>
                  <a:lnTo>
                    <a:pt x="874" y="423"/>
                  </a:lnTo>
                  <a:lnTo>
                    <a:pt x="872" y="425"/>
                  </a:lnTo>
                  <a:lnTo>
                    <a:pt x="870" y="428"/>
                  </a:lnTo>
                  <a:lnTo>
                    <a:pt x="872" y="428"/>
                  </a:lnTo>
                  <a:lnTo>
                    <a:pt x="875" y="424"/>
                  </a:lnTo>
                  <a:lnTo>
                    <a:pt x="879" y="421"/>
                  </a:lnTo>
                  <a:lnTo>
                    <a:pt x="881" y="421"/>
                  </a:lnTo>
                  <a:lnTo>
                    <a:pt x="882" y="421"/>
                  </a:lnTo>
                  <a:lnTo>
                    <a:pt x="879" y="424"/>
                  </a:lnTo>
                  <a:lnTo>
                    <a:pt x="879" y="425"/>
                  </a:lnTo>
                  <a:lnTo>
                    <a:pt x="875" y="429"/>
                  </a:lnTo>
                  <a:lnTo>
                    <a:pt x="872" y="431"/>
                  </a:lnTo>
                  <a:lnTo>
                    <a:pt x="872" y="432"/>
                  </a:lnTo>
                  <a:lnTo>
                    <a:pt x="872" y="433"/>
                  </a:lnTo>
                  <a:lnTo>
                    <a:pt x="872" y="435"/>
                  </a:lnTo>
                  <a:lnTo>
                    <a:pt x="870" y="433"/>
                  </a:lnTo>
                  <a:lnTo>
                    <a:pt x="868" y="433"/>
                  </a:lnTo>
                  <a:lnTo>
                    <a:pt x="868" y="436"/>
                  </a:lnTo>
                  <a:lnTo>
                    <a:pt x="870" y="436"/>
                  </a:lnTo>
                  <a:lnTo>
                    <a:pt x="871" y="436"/>
                  </a:lnTo>
                  <a:lnTo>
                    <a:pt x="871" y="439"/>
                  </a:lnTo>
                  <a:lnTo>
                    <a:pt x="868" y="440"/>
                  </a:lnTo>
                  <a:lnTo>
                    <a:pt x="871" y="440"/>
                  </a:lnTo>
                  <a:lnTo>
                    <a:pt x="872" y="439"/>
                  </a:lnTo>
                  <a:lnTo>
                    <a:pt x="874" y="439"/>
                  </a:lnTo>
                  <a:lnTo>
                    <a:pt x="876" y="436"/>
                  </a:lnTo>
                  <a:lnTo>
                    <a:pt x="876" y="433"/>
                  </a:lnTo>
                  <a:lnTo>
                    <a:pt x="878" y="432"/>
                  </a:lnTo>
                  <a:lnTo>
                    <a:pt x="879" y="431"/>
                  </a:lnTo>
                  <a:lnTo>
                    <a:pt x="881" y="431"/>
                  </a:lnTo>
                  <a:lnTo>
                    <a:pt x="881" y="435"/>
                  </a:lnTo>
                  <a:lnTo>
                    <a:pt x="882" y="436"/>
                  </a:lnTo>
                  <a:lnTo>
                    <a:pt x="882" y="432"/>
                  </a:lnTo>
                  <a:lnTo>
                    <a:pt x="881" y="429"/>
                  </a:lnTo>
                  <a:lnTo>
                    <a:pt x="882" y="428"/>
                  </a:lnTo>
                  <a:lnTo>
                    <a:pt x="883" y="427"/>
                  </a:lnTo>
                  <a:lnTo>
                    <a:pt x="886" y="427"/>
                  </a:lnTo>
                  <a:lnTo>
                    <a:pt x="886" y="431"/>
                  </a:lnTo>
                  <a:lnTo>
                    <a:pt x="886" y="432"/>
                  </a:lnTo>
                  <a:lnTo>
                    <a:pt x="887" y="431"/>
                  </a:lnTo>
                  <a:lnTo>
                    <a:pt x="890" y="428"/>
                  </a:lnTo>
                  <a:lnTo>
                    <a:pt x="891" y="429"/>
                  </a:lnTo>
                  <a:lnTo>
                    <a:pt x="893" y="432"/>
                  </a:lnTo>
                  <a:lnTo>
                    <a:pt x="893" y="435"/>
                  </a:lnTo>
                  <a:lnTo>
                    <a:pt x="889" y="439"/>
                  </a:lnTo>
                  <a:lnTo>
                    <a:pt x="886" y="442"/>
                  </a:lnTo>
                  <a:lnTo>
                    <a:pt x="885" y="443"/>
                  </a:lnTo>
                  <a:lnTo>
                    <a:pt x="887" y="444"/>
                  </a:lnTo>
                  <a:lnTo>
                    <a:pt x="890" y="446"/>
                  </a:lnTo>
                  <a:lnTo>
                    <a:pt x="891" y="444"/>
                  </a:lnTo>
                  <a:lnTo>
                    <a:pt x="890" y="442"/>
                  </a:lnTo>
                  <a:lnTo>
                    <a:pt x="891" y="439"/>
                  </a:lnTo>
                  <a:lnTo>
                    <a:pt x="894" y="436"/>
                  </a:lnTo>
                  <a:lnTo>
                    <a:pt x="895" y="440"/>
                  </a:lnTo>
                  <a:lnTo>
                    <a:pt x="895" y="443"/>
                  </a:lnTo>
                  <a:lnTo>
                    <a:pt x="897" y="442"/>
                  </a:lnTo>
                  <a:lnTo>
                    <a:pt x="895" y="437"/>
                  </a:lnTo>
                  <a:lnTo>
                    <a:pt x="894" y="435"/>
                  </a:lnTo>
                  <a:lnTo>
                    <a:pt x="894" y="429"/>
                  </a:lnTo>
                  <a:lnTo>
                    <a:pt x="895" y="429"/>
                  </a:lnTo>
                  <a:lnTo>
                    <a:pt x="898" y="431"/>
                  </a:lnTo>
                  <a:lnTo>
                    <a:pt x="898" y="433"/>
                  </a:lnTo>
                  <a:lnTo>
                    <a:pt x="897" y="435"/>
                  </a:lnTo>
                  <a:lnTo>
                    <a:pt x="898" y="435"/>
                  </a:lnTo>
                  <a:lnTo>
                    <a:pt x="901" y="433"/>
                  </a:lnTo>
                  <a:lnTo>
                    <a:pt x="905" y="439"/>
                  </a:lnTo>
                  <a:lnTo>
                    <a:pt x="905" y="440"/>
                  </a:lnTo>
                  <a:lnTo>
                    <a:pt x="909" y="440"/>
                  </a:lnTo>
                  <a:lnTo>
                    <a:pt x="910" y="442"/>
                  </a:lnTo>
                  <a:lnTo>
                    <a:pt x="912" y="442"/>
                  </a:lnTo>
                  <a:lnTo>
                    <a:pt x="910" y="439"/>
                  </a:lnTo>
                  <a:lnTo>
                    <a:pt x="909" y="437"/>
                  </a:lnTo>
                  <a:lnTo>
                    <a:pt x="908" y="436"/>
                  </a:lnTo>
                  <a:lnTo>
                    <a:pt x="902" y="432"/>
                  </a:lnTo>
                  <a:lnTo>
                    <a:pt x="901" y="432"/>
                  </a:lnTo>
                  <a:lnTo>
                    <a:pt x="900" y="431"/>
                  </a:lnTo>
                  <a:lnTo>
                    <a:pt x="902" y="427"/>
                  </a:lnTo>
                  <a:lnTo>
                    <a:pt x="906" y="427"/>
                  </a:lnTo>
                  <a:lnTo>
                    <a:pt x="909" y="424"/>
                  </a:lnTo>
                  <a:lnTo>
                    <a:pt x="913" y="423"/>
                  </a:lnTo>
                  <a:lnTo>
                    <a:pt x="916" y="423"/>
                  </a:lnTo>
                  <a:lnTo>
                    <a:pt x="917" y="424"/>
                  </a:lnTo>
                  <a:lnTo>
                    <a:pt x="919" y="424"/>
                  </a:lnTo>
                  <a:lnTo>
                    <a:pt x="923" y="427"/>
                  </a:lnTo>
                  <a:lnTo>
                    <a:pt x="923" y="428"/>
                  </a:lnTo>
                  <a:lnTo>
                    <a:pt x="925" y="429"/>
                  </a:lnTo>
                  <a:lnTo>
                    <a:pt x="927" y="431"/>
                  </a:lnTo>
                  <a:lnTo>
                    <a:pt x="927" y="432"/>
                  </a:lnTo>
                  <a:lnTo>
                    <a:pt x="929" y="432"/>
                  </a:lnTo>
                  <a:lnTo>
                    <a:pt x="929" y="432"/>
                  </a:lnTo>
                  <a:lnTo>
                    <a:pt x="932" y="432"/>
                  </a:lnTo>
                  <a:lnTo>
                    <a:pt x="932" y="435"/>
                  </a:lnTo>
                  <a:lnTo>
                    <a:pt x="936" y="436"/>
                  </a:lnTo>
                  <a:lnTo>
                    <a:pt x="936" y="437"/>
                  </a:lnTo>
                  <a:lnTo>
                    <a:pt x="936" y="439"/>
                  </a:lnTo>
                  <a:lnTo>
                    <a:pt x="936" y="440"/>
                  </a:lnTo>
                  <a:lnTo>
                    <a:pt x="936" y="443"/>
                  </a:lnTo>
                  <a:lnTo>
                    <a:pt x="935" y="446"/>
                  </a:lnTo>
                  <a:lnTo>
                    <a:pt x="932" y="446"/>
                  </a:lnTo>
                  <a:lnTo>
                    <a:pt x="929" y="444"/>
                  </a:lnTo>
                  <a:lnTo>
                    <a:pt x="925" y="446"/>
                  </a:lnTo>
                  <a:lnTo>
                    <a:pt x="921" y="450"/>
                  </a:lnTo>
                  <a:lnTo>
                    <a:pt x="925" y="447"/>
                  </a:lnTo>
                  <a:lnTo>
                    <a:pt x="931" y="446"/>
                  </a:lnTo>
                  <a:lnTo>
                    <a:pt x="931" y="447"/>
                  </a:lnTo>
                  <a:lnTo>
                    <a:pt x="929" y="450"/>
                  </a:lnTo>
                  <a:lnTo>
                    <a:pt x="927" y="451"/>
                  </a:lnTo>
                  <a:lnTo>
                    <a:pt x="923" y="456"/>
                  </a:lnTo>
                  <a:lnTo>
                    <a:pt x="921" y="458"/>
                  </a:lnTo>
                  <a:lnTo>
                    <a:pt x="920" y="458"/>
                  </a:lnTo>
                  <a:lnTo>
                    <a:pt x="919" y="461"/>
                  </a:lnTo>
                  <a:lnTo>
                    <a:pt x="920" y="461"/>
                  </a:lnTo>
                  <a:lnTo>
                    <a:pt x="925" y="455"/>
                  </a:lnTo>
                  <a:lnTo>
                    <a:pt x="928" y="452"/>
                  </a:lnTo>
                  <a:lnTo>
                    <a:pt x="931" y="451"/>
                  </a:lnTo>
                  <a:lnTo>
                    <a:pt x="935" y="447"/>
                  </a:lnTo>
                  <a:lnTo>
                    <a:pt x="938" y="448"/>
                  </a:lnTo>
                  <a:lnTo>
                    <a:pt x="939" y="450"/>
                  </a:lnTo>
                  <a:lnTo>
                    <a:pt x="940" y="450"/>
                  </a:lnTo>
                  <a:lnTo>
                    <a:pt x="940" y="452"/>
                  </a:lnTo>
                  <a:lnTo>
                    <a:pt x="939" y="454"/>
                  </a:lnTo>
                  <a:lnTo>
                    <a:pt x="939" y="456"/>
                  </a:lnTo>
                  <a:lnTo>
                    <a:pt x="936" y="458"/>
                  </a:lnTo>
                  <a:lnTo>
                    <a:pt x="935" y="461"/>
                  </a:lnTo>
                  <a:lnTo>
                    <a:pt x="932" y="461"/>
                  </a:lnTo>
                  <a:lnTo>
                    <a:pt x="931" y="459"/>
                  </a:lnTo>
                  <a:lnTo>
                    <a:pt x="928" y="459"/>
                  </a:lnTo>
                  <a:lnTo>
                    <a:pt x="927" y="461"/>
                  </a:lnTo>
                  <a:lnTo>
                    <a:pt x="929" y="461"/>
                  </a:lnTo>
                  <a:lnTo>
                    <a:pt x="931" y="463"/>
                  </a:lnTo>
                  <a:lnTo>
                    <a:pt x="925" y="466"/>
                  </a:lnTo>
                  <a:lnTo>
                    <a:pt x="927" y="466"/>
                  </a:lnTo>
                  <a:lnTo>
                    <a:pt x="929" y="465"/>
                  </a:lnTo>
                  <a:lnTo>
                    <a:pt x="932" y="463"/>
                  </a:lnTo>
                  <a:lnTo>
                    <a:pt x="934" y="462"/>
                  </a:lnTo>
                  <a:lnTo>
                    <a:pt x="934" y="463"/>
                  </a:lnTo>
                  <a:lnTo>
                    <a:pt x="932" y="465"/>
                  </a:lnTo>
                  <a:lnTo>
                    <a:pt x="929" y="466"/>
                  </a:lnTo>
                  <a:lnTo>
                    <a:pt x="927" y="467"/>
                  </a:lnTo>
                  <a:lnTo>
                    <a:pt x="929" y="467"/>
                  </a:lnTo>
                  <a:lnTo>
                    <a:pt x="929" y="469"/>
                  </a:lnTo>
                  <a:lnTo>
                    <a:pt x="928" y="470"/>
                  </a:lnTo>
                  <a:lnTo>
                    <a:pt x="925" y="473"/>
                  </a:lnTo>
                  <a:lnTo>
                    <a:pt x="924" y="476"/>
                  </a:lnTo>
                  <a:lnTo>
                    <a:pt x="925" y="476"/>
                  </a:lnTo>
                  <a:lnTo>
                    <a:pt x="928" y="473"/>
                  </a:lnTo>
                  <a:lnTo>
                    <a:pt x="931" y="469"/>
                  </a:lnTo>
                  <a:lnTo>
                    <a:pt x="932" y="466"/>
                  </a:lnTo>
                  <a:lnTo>
                    <a:pt x="938" y="463"/>
                  </a:lnTo>
                  <a:lnTo>
                    <a:pt x="938" y="465"/>
                  </a:lnTo>
                  <a:lnTo>
                    <a:pt x="938" y="466"/>
                  </a:lnTo>
                  <a:lnTo>
                    <a:pt x="940" y="465"/>
                  </a:lnTo>
                  <a:lnTo>
                    <a:pt x="940" y="463"/>
                  </a:lnTo>
                  <a:lnTo>
                    <a:pt x="944" y="461"/>
                  </a:lnTo>
                  <a:lnTo>
                    <a:pt x="946" y="461"/>
                  </a:lnTo>
                  <a:lnTo>
                    <a:pt x="946" y="462"/>
                  </a:lnTo>
                  <a:lnTo>
                    <a:pt x="942" y="466"/>
                  </a:lnTo>
                  <a:lnTo>
                    <a:pt x="936" y="469"/>
                  </a:lnTo>
                  <a:lnTo>
                    <a:pt x="935" y="470"/>
                  </a:lnTo>
                  <a:lnTo>
                    <a:pt x="935" y="471"/>
                  </a:lnTo>
                  <a:lnTo>
                    <a:pt x="936" y="471"/>
                  </a:lnTo>
                  <a:lnTo>
                    <a:pt x="935" y="474"/>
                  </a:lnTo>
                  <a:lnTo>
                    <a:pt x="934" y="477"/>
                  </a:lnTo>
                  <a:lnTo>
                    <a:pt x="935" y="477"/>
                  </a:lnTo>
                  <a:lnTo>
                    <a:pt x="936" y="474"/>
                  </a:lnTo>
                  <a:lnTo>
                    <a:pt x="936" y="473"/>
                  </a:lnTo>
                  <a:lnTo>
                    <a:pt x="940" y="469"/>
                  </a:lnTo>
                  <a:lnTo>
                    <a:pt x="943" y="467"/>
                  </a:lnTo>
                  <a:lnTo>
                    <a:pt x="943" y="469"/>
                  </a:lnTo>
                  <a:lnTo>
                    <a:pt x="944" y="470"/>
                  </a:lnTo>
                  <a:lnTo>
                    <a:pt x="943" y="473"/>
                  </a:lnTo>
                  <a:lnTo>
                    <a:pt x="939" y="476"/>
                  </a:lnTo>
                  <a:lnTo>
                    <a:pt x="939" y="477"/>
                  </a:lnTo>
                  <a:lnTo>
                    <a:pt x="936" y="481"/>
                  </a:lnTo>
                  <a:lnTo>
                    <a:pt x="935" y="482"/>
                  </a:lnTo>
                  <a:lnTo>
                    <a:pt x="935" y="484"/>
                  </a:lnTo>
                  <a:lnTo>
                    <a:pt x="938" y="482"/>
                  </a:lnTo>
                  <a:lnTo>
                    <a:pt x="939" y="481"/>
                  </a:lnTo>
                  <a:lnTo>
                    <a:pt x="942" y="476"/>
                  </a:lnTo>
                  <a:lnTo>
                    <a:pt x="944" y="474"/>
                  </a:lnTo>
                  <a:lnTo>
                    <a:pt x="946" y="477"/>
                  </a:lnTo>
                  <a:lnTo>
                    <a:pt x="946" y="477"/>
                  </a:lnTo>
                  <a:lnTo>
                    <a:pt x="946" y="478"/>
                  </a:lnTo>
                  <a:lnTo>
                    <a:pt x="944" y="480"/>
                  </a:lnTo>
                  <a:lnTo>
                    <a:pt x="942" y="484"/>
                  </a:lnTo>
                  <a:lnTo>
                    <a:pt x="942" y="486"/>
                  </a:lnTo>
                  <a:lnTo>
                    <a:pt x="942" y="486"/>
                  </a:lnTo>
                  <a:lnTo>
                    <a:pt x="943" y="485"/>
                  </a:lnTo>
                  <a:lnTo>
                    <a:pt x="944" y="482"/>
                  </a:lnTo>
                  <a:lnTo>
                    <a:pt x="946" y="480"/>
                  </a:lnTo>
                  <a:lnTo>
                    <a:pt x="948" y="478"/>
                  </a:lnTo>
                  <a:lnTo>
                    <a:pt x="948" y="476"/>
                  </a:lnTo>
                  <a:lnTo>
                    <a:pt x="950" y="474"/>
                  </a:lnTo>
                  <a:lnTo>
                    <a:pt x="953" y="473"/>
                  </a:lnTo>
                  <a:lnTo>
                    <a:pt x="953" y="470"/>
                  </a:lnTo>
                  <a:lnTo>
                    <a:pt x="953" y="469"/>
                  </a:lnTo>
                  <a:lnTo>
                    <a:pt x="954" y="469"/>
                  </a:lnTo>
                  <a:lnTo>
                    <a:pt x="955" y="467"/>
                  </a:lnTo>
                  <a:lnTo>
                    <a:pt x="955" y="465"/>
                  </a:lnTo>
                  <a:lnTo>
                    <a:pt x="957" y="465"/>
                  </a:lnTo>
                  <a:lnTo>
                    <a:pt x="959" y="469"/>
                  </a:lnTo>
                  <a:lnTo>
                    <a:pt x="961" y="470"/>
                  </a:lnTo>
                  <a:lnTo>
                    <a:pt x="963" y="473"/>
                  </a:lnTo>
                  <a:lnTo>
                    <a:pt x="963" y="474"/>
                  </a:lnTo>
                  <a:lnTo>
                    <a:pt x="965" y="477"/>
                  </a:lnTo>
                  <a:lnTo>
                    <a:pt x="967" y="481"/>
                  </a:lnTo>
                  <a:lnTo>
                    <a:pt x="967" y="482"/>
                  </a:lnTo>
                  <a:lnTo>
                    <a:pt x="966" y="484"/>
                  </a:lnTo>
                  <a:lnTo>
                    <a:pt x="963" y="486"/>
                  </a:lnTo>
                  <a:lnTo>
                    <a:pt x="961" y="486"/>
                  </a:lnTo>
                  <a:lnTo>
                    <a:pt x="959" y="485"/>
                  </a:lnTo>
                  <a:lnTo>
                    <a:pt x="957" y="484"/>
                  </a:lnTo>
                  <a:lnTo>
                    <a:pt x="955" y="484"/>
                  </a:lnTo>
                  <a:lnTo>
                    <a:pt x="954" y="485"/>
                  </a:lnTo>
                  <a:lnTo>
                    <a:pt x="953" y="485"/>
                  </a:lnTo>
                  <a:lnTo>
                    <a:pt x="951" y="488"/>
                  </a:lnTo>
                  <a:lnTo>
                    <a:pt x="950" y="489"/>
                  </a:lnTo>
                  <a:lnTo>
                    <a:pt x="947" y="489"/>
                  </a:lnTo>
                  <a:lnTo>
                    <a:pt x="946" y="490"/>
                  </a:lnTo>
                  <a:lnTo>
                    <a:pt x="950" y="490"/>
                  </a:lnTo>
                  <a:lnTo>
                    <a:pt x="951" y="490"/>
                  </a:lnTo>
                  <a:lnTo>
                    <a:pt x="951" y="492"/>
                  </a:lnTo>
                  <a:lnTo>
                    <a:pt x="950" y="495"/>
                  </a:lnTo>
                  <a:lnTo>
                    <a:pt x="947" y="496"/>
                  </a:lnTo>
                  <a:lnTo>
                    <a:pt x="944" y="497"/>
                  </a:lnTo>
                  <a:lnTo>
                    <a:pt x="948" y="497"/>
                  </a:lnTo>
                  <a:lnTo>
                    <a:pt x="950" y="496"/>
                  </a:lnTo>
                  <a:lnTo>
                    <a:pt x="954" y="495"/>
                  </a:lnTo>
                  <a:lnTo>
                    <a:pt x="955" y="496"/>
                  </a:lnTo>
                  <a:lnTo>
                    <a:pt x="958" y="493"/>
                  </a:lnTo>
                  <a:lnTo>
                    <a:pt x="961" y="493"/>
                  </a:lnTo>
                  <a:lnTo>
                    <a:pt x="962" y="495"/>
                  </a:lnTo>
                  <a:lnTo>
                    <a:pt x="962" y="496"/>
                  </a:lnTo>
                  <a:lnTo>
                    <a:pt x="962" y="497"/>
                  </a:lnTo>
                  <a:lnTo>
                    <a:pt x="963" y="496"/>
                  </a:lnTo>
                  <a:lnTo>
                    <a:pt x="963" y="493"/>
                  </a:lnTo>
                  <a:lnTo>
                    <a:pt x="963" y="490"/>
                  </a:lnTo>
                  <a:lnTo>
                    <a:pt x="965" y="489"/>
                  </a:lnTo>
                  <a:lnTo>
                    <a:pt x="969" y="486"/>
                  </a:lnTo>
                  <a:lnTo>
                    <a:pt x="970" y="488"/>
                  </a:lnTo>
                  <a:lnTo>
                    <a:pt x="969" y="489"/>
                  </a:lnTo>
                  <a:lnTo>
                    <a:pt x="970" y="492"/>
                  </a:lnTo>
                  <a:lnTo>
                    <a:pt x="969" y="495"/>
                  </a:lnTo>
                  <a:lnTo>
                    <a:pt x="966" y="497"/>
                  </a:lnTo>
                  <a:lnTo>
                    <a:pt x="963" y="499"/>
                  </a:lnTo>
                  <a:lnTo>
                    <a:pt x="962" y="500"/>
                  </a:lnTo>
                  <a:lnTo>
                    <a:pt x="961" y="501"/>
                  </a:lnTo>
                  <a:lnTo>
                    <a:pt x="958" y="501"/>
                  </a:lnTo>
                  <a:lnTo>
                    <a:pt x="957" y="501"/>
                  </a:lnTo>
                  <a:lnTo>
                    <a:pt x="955" y="501"/>
                  </a:lnTo>
                  <a:lnTo>
                    <a:pt x="954" y="503"/>
                  </a:lnTo>
                  <a:lnTo>
                    <a:pt x="954" y="504"/>
                  </a:lnTo>
                  <a:lnTo>
                    <a:pt x="951" y="507"/>
                  </a:lnTo>
                  <a:lnTo>
                    <a:pt x="951" y="508"/>
                  </a:lnTo>
                  <a:lnTo>
                    <a:pt x="950" y="511"/>
                  </a:lnTo>
                  <a:lnTo>
                    <a:pt x="951" y="509"/>
                  </a:lnTo>
                  <a:lnTo>
                    <a:pt x="954" y="507"/>
                  </a:lnTo>
                  <a:lnTo>
                    <a:pt x="957" y="503"/>
                  </a:lnTo>
                  <a:lnTo>
                    <a:pt x="958" y="503"/>
                  </a:lnTo>
                  <a:lnTo>
                    <a:pt x="959" y="503"/>
                  </a:lnTo>
                  <a:lnTo>
                    <a:pt x="959" y="503"/>
                  </a:lnTo>
                  <a:lnTo>
                    <a:pt x="961" y="504"/>
                  </a:lnTo>
                  <a:lnTo>
                    <a:pt x="959" y="505"/>
                  </a:lnTo>
                  <a:lnTo>
                    <a:pt x="957" y="509"/>
                  </a:lnTo>
                  <a:lnTo>
                    <a:pt x="954" y="512"/>
                  </a:lnTo>
                  <a:lnTo>
                    <a:pt x="951" y="515"/>
                  </a:lnTo>
                  <a:lnTo>
                    <a:pt x="951" y="515"/>
                  </a:lnTo>
                  <a:lnTo>
                    <a:pt x="957" y="514"/>
                  </a:lnTo>
                  <a:lnTo>
                    <a:pt x="961" y="508"/>
                  </a:lnTo>
                  <a:lnTo>
                    <a:pt x="962" y="503"/>
                  </a:lnTo>
                  <a:lnTo>
                    <a:pt x="963" y="501"/>
                  </a:lnTo>
                  <a:lnTo>
                    <a:pt x="965" y="500"/>
                  </a:lnTo>
                  <a:lnTo>
                    <a:pt x="966" y="500"/>
                  </a:lnTo>
                  <a:lnTo>
                    <a:pt x="970" y="497"/>
                  </a:lnTo>
                  <a:lnTo>
                    <a:pt x="973" y="496"/>
                  </a:lnTo>
                  <a:lnTo>
                    <a:pt x="976" y="495"/>
                  </a:lnTo>
                  <a:lnTo>
                    <a:pt x="976" y="496"/>
                  </a:lnTo>
                  <a:lnTo>
                    <a:pt x="974" y="497"/>
                  </a:lnTo>
                  <a:lnTo>
                    <a:pt x="972" y="500"/>
                  </a:lnTo>
                  <a:lnTo>
                    <a:pt x="969" y="500"/>
                  </a:lnTo>
                  <a:lnTo>
                    <a:pt x="967" y="503"/>
                  </a:lnTo>
                  <a:lnTo>
                    <a:pt x="967" y="504"/>
                  </a:lnTo>
                  <a:lnTo>
                    <a:pt x="967" y="505"/>
                  </a:lnTo>
                  <a:lnTo>
                    <a:pt x="969" y="503"/>
                  </a:lnTo>
                  <a:lnTo>
                    <a:pt x="973" y="503"/>
                  </a:lnTo>
                  <a:lnTo>
                    <a:pt x="974" y="500"/>
                  </a:lnTo>
                  <a:lnTo>
                    <a:pt x="977" y="500"/>
                  </a:lnTo>
                  <a:lnTo>
                    <a:pt x="978" y="499"/>
                  </a:lnTo>
                  <a:lnTo>
                    <a:pt x="980" y="497"/>
                  </a:lnTo>
                  <a:lnTo>
                    <a:pt x="982" y="497"/>
                  </a:lnTo>
                  <a:lnTo>
                    <a:pt x="984" y="500"/>
                  </a:lnTo>
                  <a:lnTo>
                    <a:pt x="987" y="504"/>
                  </a:lnTo>
                  <a:lnTo>
                    <a:pt x="988" y="505"/>
                  </a:lnTo>
                  <a:lnTo>
                    <a:pt x="991" y="507"/>
                  </a:lnTo>
                  <a:lnTo>
                    <a:pt x="991" y="508"/>
                  </a:lnTo>
                  <a:lnTo>
                    <a:pt x="991" y="511"/>
                  </a:lnTo>
                  <a:lnTo>
                    <a:pt x="988" y="514"/>
                  </a:lnTo>
                  <a:lnTo>
                    <a:pt x="987" y="514"/>
                  </a:lnTo>
                  <a:lnTo>
                    <a:pt x="987" y="511"/>
                  </a:lnTo>
                  <a:lnTo>
                    <a:pt x="985" y="511"/>
                  </a:lnTo>
                  <a:lnTo>
                    <a:pt x="984" y="512"/>
                  </a:lnTo>
                  <a:lnTo>
                    <a:pt x="984" y="514"/>
                  </a:lnTo>
                  <a:lnTo>
                    <a:pt x="981" y="515"/>
                  </a:lnTo>
                  <a:lnTo>
                    <a:pt x="977" y="516"/>
                  </a:lnTo>
                  <a:lnTo>
                    <a:pt x="974" y="516"/>
                  </a:lnTo>
                  <a:lnTo>
                    <a:pt x="972" y="516"/>
                  </a:lnTo>
                  <a:lnTo>
                    <a:pt x="967" y="519"/>
                  </a:lnTo>
                  <a:lnTo>
                    <a:pt x="966" y="519"/>
                  </a:lnTo>
                  <a:lnTo>
                    <a:pt x="962" y="522"/>
                  </a:lnTo>
                  <a:lnTo>
                    <a:pt x="965" y="522"/>
                  </a:lnTo>
                  <a:lnTo>
                    <a:pt x="966" y="522"/>
                  </a:lnTo>
                  <a:lnTo>
                    <a:pt x="965" y="523"/>
                  </a:lnTo>
                  <a:lnTo>
                    <a:pt x="961" y="524"/>
                  </a:lnTo>
                  <a:lnTo>
                    <a:pt x="961" y="526"/>
                  </a:lnTo>
                  <a:lnTo>
                    <a:pt x="965" y="524"/>
                  </a:lnTo>
                  <a:lnTo>
                    <a:pt x="967" y="522"/>
                  </a:lnTo>
                  <a:lnTo>
                    <a:pt x="972" y="519"/>
                  </a:lnTo>
                  <a:lnTo>
                    <a:pt x="976" y="518"/>
                  </a:lnTo>
                  <a:lnTo>
                    <a:pt x="977" y="519"/>
                  </a:lnTo>
                  <a:lnTo>
                    <a:pt x="980" y="518"/>
                  </a:lnTo>
                  <a:lnTo>
                    <a:pt x="981" y="518"/>
                  </a:lnTo>
                  <a:lnTo>
                    <a:pt x="981" y="519"/>
                  </a:lnTo>
                  <a:lnTo>
                    <a:pt x="981" y="522"/>
                  </a:lnTo>
                  <a:lnTo>
                    <a:pt x="978" y="523"/>
                  </a:lnTo>
                  <a:lnTo>
                    <a:pt x="977" y="524"/>
                  </a:lnTo>
                  <a:lnTo>
                    <a:pt x="974" y="524"/>
                  </a:lnTo>
                  <a:lnTo>
                    <a:pt x="973" y="526"/>
                  </a:lnTo>
                  <a:lnTo>
                    <a:pt x="972" y="528"/>
                  </a:lnTo>
                  <a:lnTo>
                    <a:pt x="969" y="530"/>
                  </a:lnTo>
                  <a:lnTo>
                    <a:pt x="966" y="528"/>
                  </a:lnTo>
                  <a:lnTo>
                    <a:pt x="965" y="528"/>
                  </a:lnTo>
                  <a:lnTo>
                    <a:pt x="963" y="531"/>
                  </a:lnTo>
                  <a:lnTo>
                    <a:pt x="965" y="531"/>
                  </a:lnTo>
                  <a:lnTo>
                    <a:pt x="966" y="530"/>
                  </a:lnTo>
                  <a:lnTo>
                    <a:pt x="969" y="530"/>
                  </a:lnTo>
                  <a:lnTo>
                    <a:pt x="970" y="531"/>
                  </a:lnTo>
                  <a:lnTo>
                    <a:pt x="973" y="528"/>
                  </a:lnTo>
                  <a:lnTo>
                    <a:pt x="974" y="526"/>
                  </a:lnTo>
                  <a:lnTo>
                    <a:pt x="977" y="526"/>
                  </a:lnTo>
                  <a:lnTo>
                    <a:pt x="978" y="526"/>
                  </a:lnTo>
                  <a:lnTo>
                    <a:pt x="981" y="527"/>
                  </a:lnTo>
                  <a:lnTo>
                    <a:pt x="984" y="524"/>
                  </a:lnTo>
                  <a:lnTo>
                    <a:pt x="987" y="523"/>
                  </a:lnTo>
                  <a:lnTo>
                    <a:pt x="987" y="523"/>
                  </a:lnTo>
                  <a:lnTo>
                    <a:pt x="987" y="520"/>
                  </a:lnTo>
                  <a:lnTo>
                    <a:pt x="987" y="520"/>
                  </a:lnTo>
                  <a:lnTo>
                    <a:pt x="988" y="518"/>
                  </a:lnTo>
                  <a:lnTo>
                    <a:pt x="988" y="516"/>
                  </a:lnTo>
                  <a:lnTo>
                    <a:pt x="989" y="516"/>
                  </a:lnTo>
                  <a:lnTo>
                    <a:pt x="991" y="516"/>
                  </a:lnTo>
                  <a:lnTo>
                    <a:pt x="991" y="516"/>
                  </a:lnTo>
                  <a:lnTo>
                    <a:pt x="992" y="519"/>
                  </a:lnTo>
                  <a:lnTo>
                    <a:pt x="995" y="524"/>
                  </a:lnTo>
                  <a:lnTo>
                    <a:pt x="995" y="528"/>
                  </a:lnTo>
                  <a:lnTo>
                    <a:pt x="997" y="530"/>
                  </a:lnTo>
                  <a:lnTo>
                    <a:pt x="996" y="533"/>
                  </a:lnTo>
                  <a:lnTo>
                    <a:pt x="995" y="534"/>
                  </a:lnTo>
                  <a:lnTo>
                    <a:pt x="992" y="534"/>
                  </a:lnTo>
                  <a:lnTo>
                    <a:pt x="991" y="533"/>
                  </a:lnTo>
                  <a:lnTo>
                    <a:pt x="987" y="533"/>
                  </a:lnTo>
                  <a:lnTo>
                    <a:pt x="984" y="534"/>
                  </a:lnTo>
                  <a:lnTo>
                    <a:pt x="982" y="535"/>
                  </a:lnTo>
                  <a:lnTo>
                    <a:pt x="980" y="535"/>
                  </a:lnTo>
                  <a:lnTo>
                    <a:pt x="980" y="534"/>
                  </a:lnTo>
                  <a:lnTo>
                    <a:pt x="977" y="534"/>
                  </a:lnTo>
                  <a:lnTo>
                    <a:pt x="976" y="537"/>
                  </a:lnTo>
                  <a:lnTo>
                    <a:pt x="972" y="537"/>
                  </a:lnTo>
                  <a:lnTo>
                    <a:pt x="973" y="538"/>
                  </a:lnTo>
                  <a:lnTo>
                    <a:pt x="978" y="537"/>
                  </a:lnTo>
                  <a:lnTo>
                    <a:pt x="981" y="538"/>
                  </a:lnTo>
                  <a:lnTo>
                    <a:pt x="984" y="541"/>
                  </a:lnTo>
                  <a:lnTo>
                    <a:pt x="987" y="542"/>
                  </a:lnTo>
                  <a:lnTo>
                    <a:pt x="988" y="541"/>
                  </a:lnTo>
                  <a:lnTo>
                    <a:pt x="989" y="541"/>
                  </a:lnTo>
                  <a:lnTo>
                    <a:pt x="991" y="542"/>
                  </a:lnTo>
                  <a:lnTo>
                    <a:pt x="993" y="543"/>
                  </a:lnTo>
                  <a:lnTo>
                    <a:pt x="996" y="545"/>
                  </a:lnTo>
                  <a:lnTo>
                    <a:pt x="996" y="546"/>
                  </a:lnTo>
                  <a:lnTo>
                    <a:pt x="997" y="549"/>
                  </a:lnTo>
                  <a:lnTo>
                    <a:pt x="997" y="552"/>
                  </a:lnTo>
                  <a:lnTo>
                    <a:pt x="996" y="553"/>
                  </a:lnTo>
                  <a:lnTo>
                    <a:pt x="995" y="553"/>
                  </a:lnTo>
                  <a:lnTo>
                    <a:pt x="993" y="550"/>
                  </a:lnTo>
                  <a:lnTo>
                    <a:pt x="992" y="550"/>
                  </a:lnTo>
                  <a:lnTo>
                    <a:pt x="991" y="552"/>
                  </a:lnTo>
                  <a:lnTo>
                    <a:pt x="989" y="552"/>
                  </a:lnTo>
                  <a:lnTo>
                    <a:pt x="989" y="550"/>
                  </a:lnTo>
                  <a:lnTo>
                    <a:pt x="988" y="550"/>
                  </a:lnTo>
                  <a:lnTo>
                    <a:pt x="985" y="550"/>
                  </a:lnTo>
                  <a:lnTo>
                    <a:pt x="982" y="546"/>
                  </a:lnTo>
                  <a:lnTo>
                    <a:pt x="981" y="546"/>
                  </a:lnTo>
                  <a:lnTo>
                    <a:pt x="980" y="546"/>
                  </a:lnTo>
                  <a:lnTo>
                    <a:pt x="977" y="546"/>
                  </a:lnTo>
                  <a:lnTo>
                    <a:pt x="974" y="545"/>
                  </a:lnTo>
                  <a:lnTo>
                    <a:pt x="976" y="546"/>
                  </a:lnTo>
                  <a:lnTo>
                    <a:pt x="978" y="548"/>
                  </a:lnTo>
                  <a:lnTo>
                    <a:pt x="981" y="548"/>
                  </a:lnTo>
                  <a:lnTo>
                    <a:pt x="980" y="549"/>
                  </a:lnTo>
                  <a:lnTo>
                    <a:pt x="976" y="549"/>
                  </a:lnTo>
                  <a:lnTo>
                    <a:pt x="974" y="550"/>
                  </a:lnTo>
                  <a:lnTo>
                    <a:pt x="972" y="550"/>
                  </a:lnTo>
                  <a:lnTo>
                    <a:pt x="969" y="552"/>
                  </a:lnTo>
                  <a:lnTo>
                    <a:pt x="970" y="553"/>
                  </a:lnTo>
                  <a:lnTo>
                    <a:pt x="972" y="553"/>
                  </a:lnTo>
                  <a:lnTo>
                    <a:pt x="972" y="552"/>
                  </a:lnTo>
                  <a:lnTo>
                    <a:pt x="976" y="552"/>
                  </a:lnTo>
                  <a:lnTo>
                    <a:pt x="977" y="550"/>
                  </a:lnTo>
                  <a:lnTo>
                    <a:pt x="980" y="550"/>
                  </a:lnTo>
                  <a:lnTo>
                    <a:pt x="981" y="553"/>
                  </a:lnTo>
                  <a:lnTo>
                    <a:pt x="981" y="553"/>
                  </a:lnTo>
                  <a:lnTo>
                    <a:pt x="982" y="554"/>
                  </a:lnTo>
                  <a:lnTo>
                    <a:pt x="984" y="556"/>
                  </a:lnTo>
                  <a:lnTo>
                    <a:pt x="982" y="556"/>
                  </a:lnTo>
                  <a:lnTo>
                    <a:pt x="980" y="556"/>
                  </a:lnTo>
                  <a:lnTo>
                    <a:pt x="978" y="557"/>
                  </a:lnTo>
                  <a:lnTo>
                    <a:pt x="977" y="556"/>
                  </a:lnTo>
                  <a:lnTo>
                    <a:pt x="977" y="554"/>
                  </a:lnTo>
                  <a:lnTo>
                    <a:pt x="976" y="554"/>
                  </a:lnTo>
                  <a:lnTo>
                    <a:pt x="974" y="556"/>
                  </a:lnTo>
                  <a:lnTo>
                    <a:pt x="977" y="557"/>
                  </a:lnTo>
                  <a:lnTo>
                    <a:pt x="978" y="558"/>
                  </a:lnTo>
                  <a:lnTo>
                    <a:pt x="980" y="558"/>
                  </a:lnTo>
                  <a:lnTo>
                    <a:pt x="980" y="561"/>
                  </a:lnTo>
                  <a:lnTo>
                    <a:pt x="981" y="562"/>
                  </a:lnTo>
                  <a:lnTo>
                    <a:pt x="978" y="562"/>
                  </a:lnTo>
                  <a:lnTo>
                    <a:pt x="973" y="561"/>
                  </a:lnTo>
                  <a:lnTo>
                    <a:pt x="970" y="561"/>
                  </a:lnTo>
                  <a:lnTo>
                    <a:pt x="965" y="558"/>
                  </a:lnTo>
                  <a:lnTo>
                    <a:pt x="963" y="558"/>
                  </a:lnTo>
                  <a:lnTo>
                    <a:pt x="963" y="560"/>
                  </a:lnTo>
                  <a:lnTo>
                    <a:pt x="966" y="561"/>
                  </a:lnTo>
                  <a:lnTo>
                    <a:pt x="974" y="564"/>
                  </a:lnTo>
                  <a:lnTo>
                    <a:pt x="974" y="565"/>
                  </a:lnTo>
                  <a:lnTo>
                    <a:pt x="973" y="567"/>
                  </a:lnTo>
                  <a:lnTo>
                    <a:pt x="969" y="564"/>
                  </a:lnTo>
                  <a:lnTo>
                    <a:pt x="967" y="564"/>
                  </a:lnTo>
                  <a:lnTo>
                    <a:pt x="966" y="567"/>
                  </a:lnTo>
                  <a:lnTo>
                    <a:pt x="967" y="565"/>
                  </a:lnTo>
                  <a:lnTo>
                    <a:pt x="969" y="567"/>
                  </a:lnTo>
                  <a:lnTo>
                    <a:pt x="970" y="568"/>
                  </a:lnTo>
                  <a:lnTo>
                    <a:pt x="972" y="568"/>
                  </a:lnTo>
                  <a:lnTo>
                    <a:pt x="973" y="568"/>
                  </a:lnTo>
                  <a:lnTo>
                    <a:pt x="973" y="569"/>
                  </a:lnTo>
                  <a:lnTo>
                    <a:pt x="974" y="572"/>
                  </a:lnTo>
                  <a:lnTo>
                    <a:pt x="974" y="571"/>
                  </a:lnTo>
                  <a:lnTo>
                    <a:pt x="976" y="569"/>
                  </a:lnTo>
                  <a:lnTo>
                    <a:pt x="977" y="569"/>
                  </a:lnTo>
                  <a:lnTo>
                    <a:pt x="977" y="571"/>
                  </a:lnTo>
                  <a:lnTo>
                    <a:pt x="977" y="572"/>
                  </a:lnTo>
                  <a:lnTo>
                    <a:pt x="977" y="573"/>
                  </a:lnTo>
                  <a:lnTo>
                    <a:pt x="978" y="573"/>
                  </a:lnTo>
                  <a:lnTo>
                    <a:pt x="978" y="571"/>
                  </a:lnTo>
                  <a:lnTo>
                    <a:pt x="980" y="571"/>
                  </a:lnTo>
                  <a:lnTo>
                    <a:pt x="982" y="572"/>
                  </a:lnTo>
                  <a:lnTo>
                    <a:pt x="985" y="572"/>
                  </a:lnTo>
                  <a:lnTo>
                    <a:pt x="988" y="572"/>
                  </a:lnTo>
                  <a:lnTo>
                    <a:pt x="987" y="575"/>
                  </a:lnTo>
                  <a:lnTo>
                    <a:pt x="987" y="576"/>
                  </a:lnTo>
                  <a:lnTo>
                    <a:pt x="984" y="575"/>
                  </a:lnTo>
                  <a:lnTo>
                    <a:pt x="982" y="573"/>
                  </a:lnTo>
                  <a:lnTo>
                    <a:pt x="978" y="575"/>
                  </a:lnTo>
                  <a:lnTo>
                    <a:pt x="974" y="576"/>
                  </a:lnTo>
                  <a:lnTo>
                    <a:pt x="974" y="579"/>
                  </a:lnTo>
                  <a:lnTo>
                    <a:pt x="977" y="576"/>
                  </a:lnTo>
                  <a:lnTo>
                    <a:pt x="980" y="576"/>
                  </a:lnTo>
                  <a:lnTo>
                    <a:pt x="982" y="577"/>
                  </a:lnTo>
                  <a:lnTo>
                    <a:pt x="980" y="577"/>
                  </a:lnTo>
                  <a:lnTo>
                    <a:pt x="980" y="580"/>
                  </a:lnTo>
                  <a:lnTo>
                    <a:pt x="981" y="579"/>
                  </a:lnTo>
                  <a:lnTo>
                    <a:pt x="984" y="579"/>
                  </a:lnTo>
                  <a:lnTo>
                    <a:pt x="985" y="580"/>
                  </a:lnTo>
                  <a:lnTo>
                    <a:pt x="985" y="581"/>
                  </a:lnTo>
                  <a:lnTo>
                    <a:pt x="987" y="581"/>
                  </a:lnTo>
                  <a:lnTo>
                    <a:pt x="988" y="583"/>
                  </a:lnTo>
                  <a:lnTo>
                    <a:pt x="988" y="586"/>
                  </a:lnTo>
                  <a:lnTo>
                    <a:pt x="987" y="588"/>
                  </a:lnTo>
                  <a:lnTo>
                    <a:pt x="987" y="590"/>
                  </a:lnTo>
                  <a:lnTo>
                    <a:pt x="988" y="590"/>
                  </a:lnTo>
                  <a:lnTo>
                    <a:pt x="988" y="587"/>
                  </a:lnTo>
                  <a:lnTo>
                    <a:pt x="989" y="586"/>
                  </a:lnTo>
                  <a:lnTo>
                    <a:pt x="992" y="586"/>
                  </a:lnTo>
                  <a:lnTo>
                    <a:pt x="992" y="587"/>
                  </a:lnTo>
                  <a:lnTo>
                    <a:pt x="991" y="588"/>
                  </a:lnTo>
                  <a:lnTo>
                    <a:pt x="988" y="594"/>
                  </a:lnTo>
                  <a:lnTo>
                    <a:pt x="987" y="595"/>
                  </a:lnTo>
                  <a:lnTo>
                    <a:pt x="987" y="598"/>
                  </a:lnTo>
                  <a:lnTo>
                    <a:pt x="988" y="596"/>
                  </a:lnTo>
                  <a:lnTo>
                    <a:pt x="991" y="594"/>
                  </a:lnTo>
                  <a:lnTo>
                    <a:pt x="991" y="592"/>
                  </a:lnTo>
                  <a:lnTo>
                    <a:pt x="992" y="590"/>
                  </a:lnTo>
                  <a:lnTo>
                    <a:pt x="995" y="588"/>
                  </a:lnTo>
                  <a:lnTo>
                    <a:pt x="995" y="588"/>
                  </a:lnTo>
                  <a:lnTo>
                    <a:pt x="995" y="587"/>
                  </a:lnTo>
                  <a:lnTo>
                    <a:pt x="997" y="584"/>
                  </a:lnTo>
                  <a:lnTo>
                    <a:pt x="997" y="586"/>
                  </a:lnTo>
                  <a:lnTo>
                    <a:pt x="997" y="587"/>
                  </a:lnTo>
                  <a:lnTo>
                    <a:pt x="995" y="591"/>
                  </a:lnTo>
                  <a:lnTo>
                    <a:pt x="993" y="592"/>
                  </a:lnTo>
                  <a:lnTo>
                    <a:pt x="993" y="595"/>
                  </a:lnTo>
                  <a:lnTo>
                    <a:pt x="993" y="598"/>
                  </a:lnTo>
                  <a:lnTo>
                    <a:pt x="995" y="598"/>
                  </a:lnTo>
                  <a:lnTo>
                    <a:pt x="995" y="595"/>
                  </a:lnTo>
                  <a:lnTo>
                    <a:pt x="995" y="592"/>
                  </a:lnTo>
                  <a:lnTo>
                    <a:pt x="996" y="591"/>
                  </a:lnTo>
                  <a:lnTo>
                    <a:pt x="997" y="590"/>
                  </a:lnTo>
                  <a:lnTo>
                    <a:pt x="1001" y="587"/>
                  </a:lnTo>
                  <a:lnTo>
                    <a:pt x="1003" y="586"/>
                  </a:lnTo>
                  <a:lnTo>
                    <a:pt x="1004" y="586"/>
                  </a:lnTo>
                  <a:lnTo>
                    <a:pt x="1004" y="590"/>
                  </a:lnTo>
                  <a:lnTo>
                    <a:pt x="1003" y="591"/>
                  </a:lnTo>
                  <a:lnTo>
                    <a:pt x="1000" y="591"/>
                  </a:lnTo>
                  <a:lnTo>
                    <a:pt x="999" y="594"/>
                  </a:lnTo>
                  <a:lnTo>
                    <a:pt x="999" y="595"/>
                  </a:lnTo>
                  <a:lnTo>
                    <a:pt x="999" y="596"/>
                  </a:lnTo>
                  <a:lnTo>
                    <a:pt x="1000" y="595"/>
                  </a:lnTo>
                  <a:lnTo>
                    <a:pt x="1001" y="596"/>
                  </a:lnTo>
                  <a:lnTo>
                    <a:pt x="1003" y="595"/>
                  </a:lnTo>
                  <a:lnTo>
                    <a:pt x="1006" y="594"/>
                  </a:lnTo>
                  <a:lnTo>
                    <a:pt x="1007" y="595"/>
                  </a:lnTo>
                  <a:lnTo>
                    <a:pt x="1007" y="599"/>
                  </a:lnTo>
                  <a:lnTo>
                    <a:pt x="1007" y="600"/>
                  </a:lnTo>
                  <a:lnTo>
                    <a:pt x="1006" y="602"/>
                  </a:lnTo>
                  <a:lnTo>
                    <a:pt x="1006" y="602"/>
                  </a:lnTo>
                  <a:lnTo>
                    <a:pt x="1007" y="603"/>
                  </a:lnTo>
                  <a:lnTo>
                    <a:pt x="1008" y="605"/>
                  </a:lnTo>
                  <a:lnTo>
                    <a:pt x="1006" y="606"/>
                  </a:lnTo>
                  <a:lnTo>
                    <a:pt x="1004" y="606"/>
                  </a:lnTo>
                  <a:lnTo>
                    <a:pt x="1006" y="606"/>
                  </a:lnTo>
                  <a:lnTo>
                    <a:pt x="1008" y="607"/>
                  </a:lnTo>
                  <a:lnTo>
                    <a:pt x="1003" y="609"/>
                  </a:lnTo>
                  <a:lnTo>
                    <a:pt x="1000" y="609"/>
                  </a:lnTo>
                  <a:lnTo>
                    <a:pt x="1001" y="610"/>
                  </a:lnTo>
                  <a:lnTo>
                    <a:pt x="1004" y="610"/>
                  </a:lnTo>
                  <a:lnTo>
                    <a:pt x="1008" y="610"/>
                  </a:lnTo>
                  <a:lnTo>
                    <a:pt x="1010" y="609"/>
                  </a:lnTo>
                  <a:lnTo>
                    <a:pt x="1012" y="609"/>
                  </a:lnTo>
                  <a:lnTo>
                    <a:pt x="1012" y="609"/>
                  </a:lnTo>
                  <a:lnTo>
                    <a:pt x="1010" y="611"/>
                  </a:lnTo>
                  <a:lnTo>
                    <a:pt x="1010" y="614"/>
                  </a:lnTo>
                  <a:lnTo>
                    <a:pt x="1011" y="611"/>
                  </a:lnTo>
                  <a:lnTo>
                    <a:pt x="1014" y="611"/>
                  </a:lnTo>
                  <a:lnTo>
                    <a:pt x="1015" y="610"/>
                  </a:lnTo>
                  <a:lnTo>
                    <a:pt x="1018" y="607"/>
                  </a:lnTo>
                  <a:lnTo>
                    <a:pt x="1020" y="609"/>
                  </a:lnTo>
                  <a:lnTo>
                    <a:pt x="1019" y="610"/>
                  </a:lnTo>
                  <a:lnTo>
                    <a:pt x="1018" y="611"/>
                  </a:lnTo>
                  <a:lnTo>
                    <a:pt x="1016" y="611"/>
                  </a:lnTo>
                  <a:lnTo>
                    <a:pt x="1015" y="614"/>
                  </a:lnTo>
                  <a:lnTo>
                    <a:pt x="1014" y="617"/>
                  </a:lnTo>
                  <a:lnTo>
                    <a:pt x="1011" y="618"/>
                  </a:lnTo>
                  <a:lnTo>
                    <a:pt x="1010" y="620"/>
                  </a:lnTo>
                  <a:lnTo>
                    <a:pt x="1010" y="622"/>
                  </a:lnTo>
                  <a:lnTo>
                    <a:pt x="1011" y="622"/>
                  </a:lnTo>
                  <a:lnTo>
                    <a:pt x="1014" y="620"/>
                  </a:lnTo>
                  <a:lnTo>
                    <a:pt x="1014" y="618"/>
                  </a:lnTo>
                  <a:lnTo>
                    <a:pt x="1016" y="615"/>
                  </a:lnTo>
                  <a:lnTo>
                    <a:pt x="1019" y="614"/>
                  </a:lnTo>
                  <a:lnTo>
                    <a:pt x="1019" y="617"/>
                  </a:lnTo>
                  <a:lnTo>
                    <a:pt x="1016" y="620"/>
                  </a:lnTo>
                  <a:lnTo>
                    <a:pt x="1016" y="622"/>
                  </a:lnTo>
                  <a:lnTo>
                    <a:pt x="1015" y="625"/>
                  </a:lnTo>
                  <a:lnTo>
                    <a:pt x="1018" y="624"/>
                  </a:lnTo>
                  <a:lnTo>
                    <a:pt x="1019" y="620"/>
                  </a:lnTo>
                  <a:lnTo>
                    <a:pt x="1019" y="618"/>
                  </a:lnTo>
                  <a:lnTo>
                    <a:pt x="1020" y="617"/>
                  </a:lnTo>
                  <a:lnTo>
                    <a:pt x="1020" y="618"/>
                  </a:lnTo>
                  <a:lnTo>
                    <a:pt x="1022" y="622"/>
                  </a:lnTo>
                  <a:lnTo>
                    <a:pt x="1023" y="624"/>
                  </a:lnTo>
                  <a:lnTo>
                    <a:pt x="1023" y="624"/>
                  </a:lnTo>
                  <a:lnTo>
                    <a:pt x="1023" y="620"/>
                  </a:lnTo>
                  <a:lnTo>
                    <a:pt x="1025" y="618"/>
                  </a:lnTo>
                  <a:lnTo>
                    <a:pt x="1027" y="617"/>
                  </a:lnTo>
                  <a:lnTo>
                    <a:pt x="1029" y="617"/>
                  </a:lnTo>
                  <a:lnTo>
                    <a:pt x="1027" y="620"/>
                  </a:lnTo>
                  <a:lnTo>
                    <a:pt x="1029" y="620"/>
                  </a:lnTo>
                  <a:lnTo>
                    <a:pt x="1030" y="620"/>
                  </a:lnTo>
                  <a:lnTo>
                    <a:pt x="1031" y="621"/>
                  </a:lnTo>
                  <a:lnTo>
                    <a:pt x="1031" y="624"/>
                  </a:lnTo>
                  <a:lnTo>
                    <a:pt x="1033" y="624"/>
                  </a:lnTo>
                  <a:lnTo>
                    <a:pt x="1034" y="625"/>
                  </a:lnTo>
                  <a:lnTo>
                    <a:pt x="1034" y="626"/>
                  </a:lnTo>
                  <a:lnTo>
                    <a:pt x="1035" y="628"/>
                  </a:lnTo>
                  <a:lnTo>
                    <a:pt x="1037" y="630"/>
                  </a:lnTo>
                  <a:lnTo>
                    <a:pt x="1035" y="630"/>
                  </a:lnTo>
                  <a:lnTo>
                    <a:pt x="1034" y="632"/>
                  </a:lnTo>
                  <a:lnTo>
                    <a:pt x="1031" y="632"/>
                  </a:lnTo>
                  <a:lnTo>
                    <a:pt x="1031" y="630"/>
                  </a:lnTo>
                  <a:lnTo>
                    <a:pt x="1030" y="628"/>
                  </a:lnTo>
                  <a:lnTo>
                    <a:pt x="1029" y="628"/>
                  </a:lnTo>
                  <a:lnTo>
                    <a:pt x="1029" y="626"/>
                  </a:lnTo>
                  <a:lnTo>
                    <a:pt x="1027" y="628"/>
                  </a:lnTo>
                  <a:lnTo>
                    <a:pt x="1026" y="629"/>
                  </a:lnTo>
                  <a:lnTo>
                    <a:pt x="1027" y="629"/>
                  </a:lnTo>
                  <a:lnTo>
                    <a:pt x="1029" y="629"/>
                  </a:lnTo>
                  <a:lnTo>
                    <a:pt x="1030" y="630"/>
                  </a:lnTo>
                  <a:lnTo>
                    <a:pt x="1029" y="630"/>
                  </a:lnTo>
                  <a:lnTo>
                    <a:pt x="1030" y="632"/>
                  </a:lnTo>
                  <a:lnTo>
                    <a:pt x="1030" y="633"/>
                  </a:lnTo>
                  <a:lnTo>
                    <a:pt x="1029" y="633"/>
                  </a:lnTo>
                  <a:lnTo>
                    <a:pt x="1027" y="633"/>
                  </a:lnTo>
                  <a:lnTo>
                    <a:pt x="1026" y="634"/>
                  </a:lnTo>
                  <a:lnTo>
                    <a:pt x="1026" y="634"/>
                  </a:lnTo>
                  <a:lnTo>
                    <a:pt x="1030" y="634"/>
                  </a:lnTo>
                  <a:lnTo>
                    <a:pt x="1031" y="634"/>
                  </a:lnTo>
                  <a:lnTo>
                    <a:pt x="1031" y="636"/>
                  </a:lnTo>
                  <a:lnTo>
                    <a:pt x="1030" y="637"/>
                  </a:lnTo>
                  <a:lnTo>
                    <a:pt x="1029" y="637"/>
                  </a:lnTo>
                  <a:lnTo>
                    <a:pt x="1026" y="639"/>
                  </a:lnTo>
                  <a:lnTo>
                    <a:pt x="1023" y="637"/>
                  </a:lnTo>
                  <a:lnTo>
                    <a:pt x="1020" y="637"/>
                  </a:lnTo>
                  <a:lnTo>
                    <a:pt x="1022" y="634"/>
                  </a:lnTo>
                  <a:lnTo>
                    <a:pt x="1022" y="634"/>
                  </a:lnTo>
                  <a:lnTo>
                    <a:pt x="1019" y="633"/>
                  </a:lnTo>
                  <a:lnTo>
                    <a:pt x="1019" y="632"/>
                  </a:lnTo>
                  <a:lnTo>
                    <a:pt x="1018" y="632"/>
                  </a:lnTo>
                  <a:lnTo>
                    <a:pt x="1018" y="633"/>
                  </a:lnTo>
                  <a:lnTo>
                    <a:pt x="1019" y="634"/>
                  </a:lnTo>
                  <a:lnTo>
                    <a:pt x="1019" y="637"/>
                  </a:lnTo>
                  <a:lnTo>
                    <a:pt x="1019" y="639"/>
                  </a:lnTo>
                  <a:lnTo>
                    <a:pt x="1018" y="639"/>
                  </a:lnTo>
                  <a:lnTo>
                    <a:pt x="1015" y="637"/>
                  </a:lnTo>
                  <a:lnTo>
                    <a:pt x="1015" y="636"/>
                  </a:lnTo>
                  <a:lnTo>
                    <a:pt x="1015" y="639"/>
                  </a:lnTo>
                  <a:lnTo>
                    <a:pt x="1016" y="640"/>
                  </a:lnTo>
                  <a:lnTo>
                    <a:pt x="1019" y="640"/>
                  </a:lnTo>
                  <a:lnTo>
                    <a:pt x="1020" y="641"/>
                  </a:lnTo>
                  <a:lnTo>
                    <a:pt x="1022" y="641"/>
                  </a:lnTo>
                  <a:lnTo>
                    <a:pt x="1022" y="643"/>
                  </a:lnTo>
                  <a:lnTo>
                    <a:pt x="1022" y="645"/>
                  </a:lnTo>
                  <a:lnTo>
                    <a:pt x="1018" y="644"/>
                  </a:lnTo>
                  <a:lnTo>
                    <a:pt x="1016" y="643"/>
                  </a:lnTo>
                  <a:lnTo>
                    <a:pt x="1014" y="641"/>
                  </a:lnTo>
                  <a:lnTo>
                    <a:pt x="1012" y="640"/>
                  </a:lnTo>
                  <a:lnTo>
                    <a:pt x="1012" y="640"/>
                  </a:lnTo>
                  <a:lnTo>
                    <a:pt x="1012" y="641"/>
                  </a:lnTo>
                  <a:lnTo>
                    <a:pt x="1015" y="644"/>
                  </a:lnTo>
                  <a:lnTo>
                    <a:pt x="1016" y="645"/>
                  </a:lnTo>
                  <a:lnTo>
                    <a:pt x="1016" y="648"/>
                  </a:lnTo>
                  <a:lnTo>
                    <a:pt x="1015" y="651"/>
                  </a:lnTo>
                  <a:lnTo>
                    <a:pt x="1014" y="649"/>
                  </a:lnTo>
                  <a:lnTo>
                    <a:pt x="1014" y="648"/>
                  </a:lnTo>
                  <a:lnTo>
                    <a:pt x="1012" y="647"/>
                  </a:lnTo>
                  <a:lnTo>
                    <a:pt x="1010" y="645"/>
                  </a:lnTo>
                  <a:lnTo>
                    <a:pt x="1011" y="647"/>
                  </a:lnTo>
                  <a:lnTo>
                    <a:pt x="1011" y="648"/>
                  </a:lnTo>
                  <a:lnTo>
                    <a:pt x="1011" y="651"/>
                  </a:lnTo>
                  <a:lnTo>
                    <a:pt x="1011" y="653"/>
                  </a:lnTo>
                  <a:lnTo>
                    <a:pt x="1011" y="653"/>
                  </a:lnTo>
                  <a:lnTo>
                    <a:pt x="1010" y="653"/>
                  </a:lnTo>
                  <a:lnTo>
                    <a:pt x="1008" y="653"/>
                  </a:lnTo>
                  <a:lnTo>
                    <a:pt x="1008" y="651"/>
                  </a:lnTo>
                  <a:lnTo>
                    <a:pt x="1007" y="651"/>
                  </a:lnTo>
                  <a:lnTo>
                    <a:pt x="1007" y="652"/>
                  </a:lnTo>
                  <a:lnTo>
                    <a:pt x="1006" y="653"/>
                  </a:lnTo>
                  <a:lnTo>
                    <a:pt x="1004" y="652"/>
                  </a:lnTo>
                  <a:lnTo>
                    <a:pt x="1004" y="651"/>
                  </a:lnTo>
                  <a:lnTo>
                    <a:pt x="1003" y="648"/>
                  </a:lnTo>
                  <a:lnTo>
                    <a:pt x="1003" y="647"/>
                  </a:lnTo>
                  <a:lnTo>
                    <a:pt x="1003" y="645"/>
                  </a:lnTo>
                  <a:lnTo>
                    <a:pt x="1001" y="647"/>
                  </a:lnTo>
                  <a:lnTo>
                    <a:pt x="1001" y="651"/>
                  </a:lnTo>
                  <a:lnTo>
                    <a:pt x="1001" y="652"/>
                  </a:lnTo>
                  <a:lnTo>
                    <a:pt x="999" y="652"/>
                  </a:lnTo>
                  <a:lnTo>
                    <a:pt x="1000" y="652"/>
                  </a:lnTo>
                  <a:lnTo>
                    <a:pt x="1001" y="653"/>
                  </a:lnTo>
                  <a:lnTo>
                    <a:pt x="1001" y="653"/>
                  </a:lnTo>
                  <a:lnTo>
                    <a:pt x="1000" y="655"/>
                  </a:lnTo>
                  <a:lnTo>
                    <a:pt x="999" y="655"/>
                  </a:lnTo>
                  <a:lnTo>
                    <a:pt x="997" y="655"/>
                  </a:lnTo>
                  <a:lnTo>
                    <a:pt x="997" y="655"/>
                  </a:lnTo>
                  <a:lnTo>
                    <a:pt x="999" y="656"/>
                  </a:lnTo>
                  <a:lnTo>
                    <a:pt x="1000" y="656"/>
                  </a:lnTo>
                  <a:lnTo>
                    <a:pt x="1001" y="658"/>
                  </a:lnTo>
                  <a:lnTo>
                    <a:pt x="1000" y="659"/>
                  </a:lnTo>
                  <a:lnTo>
                    <a:pt x="999" y="660"/>
                  </a:lnTo>
                  <a:lnTo>
                    <a:pt x="999" y="662"/>
                  </a:lnTo>
                  <a:lnTo>
                    <a:pt x="1000" y="663"/>
                  </a:lnTo>
                  <a:lnTo>
                    <a:pt x="1000" y="664"/>
                  </a:lnTo>
                  <a:lnTo>
                    <a:pt x="999" y="664"/>
                  </a:lnTo>
                  <a:lnTo>
                    <a:pt x="997" y="664"/>
                  </a:lnTo>
                  <a:lnTo>
                    <a:pt x="997" y="664"/>
                  </a:lnTo>
                  <a:lnTo>
                    <a:pt x="999" y="666"/>
                  </a:lnTo>
                  <a:lnTo>
                    <a:pt x="1000" y="667"/>
                  </a:lnTo>
                  <a:lnTo>
                    <a:pt x="999" y="670"/>
                  </a:lnTo>
                  <a:lnTo>
                    <a:pt x="996" y="671"/>
                  </a:lnTo>
                  <a:lnTo>
                    <a:pt x="996" y="671"/>
                  </a:lnTo>
                  <a:lnTo>
                    <a:pt x="995" y="671"/>
                  </a:lnTo>
                  <a:lnTo>
                    <a:pt x="995" y="670"/>
                  </a:lnTo>
                  <a:lnTo>
                    <a:pt x="993" y="670"/>
                  </a:lnTo>
                  <a:lnTo>
                    <a:pt x="993" y="668"/>
                  </a:lnTo>
                  <a:lnTo>
                    <a:pt x="992" y="668"/>
                  </a:lnTo>
                  <a:lnTo>
                    <a:pt x="992" y="667"/>
                  </a:lnTo>
                  <a:lnTo>
                    <a:pt x="993" y="666"/>
                  </a:lnTo>
                  <a:lnTo>
                    <a:pt x="993" y="664"/>
                  </a:lnTo>
                  <a:lnTo>
                    <a:pt x="992" y="664"/>
                  </a:lnTo>
                  <a:lnTo>
                    <a:pt x="991" y="666"/>
                  </a:lnTo>
                  <a:lnTo>
                    <a:pt x="989" y="667"/>
                  </a:lnTo>
                  <a:lnTo>
                    <a:pt x="989" y="667"/>
                  </a:lnTo>
                  <a:lnTo>
                    <a:pt x="988" y="666"/>
                  </a:lnTo>
                  <a:lnTo>
                    <a:pt x="988" y="664"/>
                  </a:lnTo>
                  <a:lnTo>
                    <a:pt x="988" y="663"/>
                  </a:lnTo>
                  <a:lnTo>
                    <a:pt x="988" y="662"/>
                  </a:lnTo>
                  <a:lnTo>
                    <a:pt x="988" y="660"/>
                  </a:lnTo>
                  <a:lnTo>
                    <a:pt x="988" y="660"/>
                  </a:lnTo>
                  <a:lnTo>
                    <a:pt x="989" y="659"/>
                  </a:lnTo>
                  <a:lnTo>
                    <a:pt x="988" y="658"/>
                  </a:lnTo>
                  <a:lnTo>
                    <a:pt x="987" y="660"/>
                  </a:lnTo>
                  <a:lnTo>
                    <a:pt x="985" y="662"/>
                  </a:lnTo>
                  <a:lnTo>
                    <a:pt x="984" y="664"/>
                  </a:lnTo>
                  <a:lnTo>
                    <a:pt x="984" y="663"/>
                  </a:lnTo>
                  <a:lnTo>
                    <a:pt x="984" y="662"/>
                  </a:lnTo>
                  <a:lnTo>
                    <a:pt x="982" y="660"/>
                  </a:lnTo>
                  <a:lnTo>
                    <a:pt x="982" y="659"/>
                  </a:lnTo>
                  <a:lnTo>
                    <a:pt x="982" y="658"/>
                  </a:lnTo>
                  <a:lnTo>
                    <a:pt x="985" y="656"/>
                  </a:lnTo>
                  <a:lnTo>
                    <a:pt x="985" y="656"/>
                  </a:lnTo>
                  <a:lnTo>
                    <a:pt x="987" y="655"/>
                  </a:lnTo>
                  <a:lnTo>
                    <a:pt x="987" y="655"/>
                  </a:lnTo>
                  <a:lnTo>
                    <a:pt x="984" y="655"/>
                  </a:lnTo>
                  <a:lnTo>
                    <a:pt x="982" y="655"/>
                  </a:lnTo>
                  <a:lnTo>
                    <a:pt x="981" y="655"/>
                  </a:lnTo>
                  <a:lnTo>
                    <a:pt x="981" y="653"/>
                  </a:lnTo>
                  <a:lnTo>
                    <a:pt x="981" y="652"/>
                  </a:lnTo>
                  <a:lnTo>
                    <a:pt x="984" y="652"/>
                  </a:lnTo>
                  <a:lnTo>
                    <a:pt x="985" y="649"/>
                  </a:lnTo>
                  <a:lnTo>
                    <a:pt x="984" y="649"/>
                  </a:lnTo>
                  <a:lnTo>
                    <a:pt x="982" y="651"/>
                  </a:lnTo>
                  <a:lnTo>
                    <a:pt x="981" y="649"/>
                  </a:lnTo>
                  <a:lnTo>
                    <a:pt x="981" y="648"/>
                  </a:lnTo>
                  <a:lnTo>
                    <a:pt x="982" y="648"/>
                  </a:lnTo>
                  <a:lnTo>
                    <a:pt x="984" y="647"/>
                  </a:lnTo>
                  <a:lnTo>
                    <a:pt x="987" y="647"/>
                  </a:lnTo>
                  <a:lnTo>
                    <a:pt x="984" y="645"/>
                  </a:lnTo>
                  <a:lnTo>
                    <a:pt x="982" y="645"/>
                  </a:lnTo>
                  <a:lnTo>
                    <a:pt x="981" y="647"/>
                  </a:lnTo>
                  <a:lnTo>
                    <a:pt x="980" y="645"/>
                  </a:lnTo>
                  <a:lnTo>
                    <a:pt x="980" y="645"/>
                  </a:lnTo>
                  <a:lnTo>
                    <a:pt x="982" y="641"/>
                  </a:lnTo>
                  <a:lnTo>
                    <a:pt x="984" y="641"/>
                  </a:lnTo>
                  <a:lnTo>
                    <a:pt x="987" y="641"/>
                  </a:lnTo>
                  <a:lnTo>
                    <a:pt x="989" y="639"/>
                  </a:lnTo>
                  <a:lnTo>
                    <a:pt x="991" y="637"/>
                  </a:lnTo>
                  <a:lnTo>
                    <a:pt x="992" y="636"/>
                  </a:lnTo>
                  <a:lnTo>
                    <a:pt x="993" y="633"/>
                  </a:lnTo>
                  <a:lnTo>
                    <a:pt x="995" y="633"/>
                  </a:lnTo>
                  <a:lnTo>
                    <a:pt x="995" y="632"/>
                  </a:lnTo>
                  <a:lnTo>
                    <a:pt x="993" y="632"/>
                  </a:lnTo>
                  <a:lnTo>
                    <a:pt x="991" y="633"/>
                  </a:lnTo>
                  <a:lnTo>
                    <a:pt x="989" y="634"/>
                  </a:lnTo>
                  <a:lnTo>
                    <a:pt x="988" y="637"/>
                  </a:lnTo>
                  <a:lnTo>
                    <a:pt x="985" y="639"/>
                  </a:lnTo>
                  <a:lnTo>
                    <a:pt x="982" y="639"/>
                  </a:lnTo>
                  <a:lnTo>
                    <a:pt x="980" y="641"/>
                  </a:lnTo>
                  <a:lnTo>
                    <a:pt x="977" y="641"/>
                  </a:lnTo>
                  <a:lnTo>
                    <a:pt x="976" y="640"/>
                  </a:lnTo>
                  <a:lnTo>
                    <a:pt x="976" y="640"/>
                  </a:lnTo>
                  <a:lnTo>
                    <a:pt x="978" y="636"/>
                  </a:lnTo>
                  <a:lnTo>
                    <a:pt x="981" y="633"/>
                  </a:lnTo>
                  <a:lnTo>
                    <a:pt x="982" y="633"/>
                  </a:lnTo>
                  <a:lnTo>
                    <a:pt x="984" y="632"/>
                  </a:lnTo>
                  <a:lnTo>
                    <a:pt x="984" y="629"/>
                  </a:lnTo>
                  <a:lnTo>
                    <a:pt x="981" y="632"/>
                  </a:lnTo>
                  <a:lnTo>
                    <a:pt x="976" y="636"/>
                  </a:lnTo>
                  <a:lnTo>
                    <a:pt x="974" y="636"/>
                  </a:lnTo>
                  <a:lnTo>
                    <a:pt x="973" y="636"/>
                  </a:lnTo>
                  <a:lnTo>
                    <a:pt x="973" y="634"/>
                  </a:lnTo>
                  <a:lnTo>
                    <a:pt x="973" y="633"/>
                  </a:lnTo>
                  <a:lnTo>
                    <a:pt x="972" y="632"/>
                  </a:lnTo>
                  <a:lnTo>
                    <a:pt x="970" y="633"/>
                  </a:lnTo>
                  <a:lnTo>
                    <a:pt x="969" y="632"/>
                  </a:lnTo>
                  <a:lnTo>
                    <a:pt x="970" y="630"/>
                  </a:lnTo>
                  <a:lnTo>
                    <a:pt x="972" y="630"/>
                  </a:lnTo>
                  <a:lnTo>
                    <a:pt x="972" y="629"/>
                  </a:lnTo>
                  <a:lnTo>
                    <a:pt x="970" y="628"/>
                  </a:lnTo>
                  <a:lnTo>
                    <a:pt x="969" y="628"/>
                  </a:lnTo>
                  <a:lnTo>
                    <a:pt x="969" y="628"/>
                  </a:lnTo>
                  <a:lnTo>
                    <a:pt x="969" y="625"/>
                  </a:lnTo>
                  <a:lnTo>
                    <a:pt x="970" y="624"/>
                  </a:lnTo>
                  <a:lnTo>
                    <a:pt x="970" y="622"/>
                  </a:lnTo>
                  <a:lnTo>
                    <a:pt x="969" y="622"/>
                  </a:lnTo>
                  <a:lnTo>
                    <a:pt x="967" y="621"/>
                  </a:lnTo>
                  <a:lnTo>
                    <a:pt x="966" y="621"/>
                  </a:lnTo>
                  <a:lnTo>
                    <a:pt x="966" y="622"/>
                  </a:lnTo>
                  <a:lnTo>
                    <a:pt x="967" y="624"/>
                  </a:lnTo>
                  <a:lnTo>
                    <a:pt x="965" y="625"/>
                  </a:lnTo>
                  <a:lnTo>
                    <a:pt x="963" y="624"/>
                  </a:lnTo>
                  <a:lnTo>
                    <a:pt x="962" y="622"/>
                  </a:lnTo>
                  <a:lnTo>
                    <a:pt x="959" y="622"/>
                  </a:lnTo>
                  <a:lnTo>
                    <a:pt x="962" y="624"/>
                  </a:lnTo>
                  <a:lnTo>
                    <a:pt x="963" y="626"/>
                  </a:lnTo>
                  <a:lnTo>
                    <a:pt x="965" y="629"/>
                  </a:lnTo>
                  <a:lnTo>
                    <a:pt x="962" y="629"/>
                  </a:lnTo>
                  <a:lnTo>
                    <a:pt x="962" y="629"/>
                  </a:lnTo>
                  <a:lnTo>
                    <a:pt x="962" y="630"/>
                  </a:lnTo>
                  <a:lnTo>
                    <a:pt x="961" y="630"/>
                  </a:lnTo>
                  <a:lnTo>
                    <a:pt x="959" y="629"/>
                  </a:lnTo>
                  <a:lnTo>
                    <a:pt x="958" y="626"/>
                  </a:lnTo>
                  <a:lnTo>
                    <a:pt x="958" y="625"/>
                  </a:lnTo>
                  <a:lnTo>
                    <a:pt x="957" y="626"/>
                  </a:lnTo>
                  <a:lnTo>
                    <a:pt x="958" y="628"/>
                  </a:lnTo>
                  <a:lnTo>
                    <a:pt x="958" y="629"/>
                  </a:lnTo>
                  <a:lnTo>
                    <a:pt x="958" y="632"/>
                  </a:lnTo>
                  <a:lnTo>
                    <a:pt x="959" y="632"/>
                  </a:lnTo>
                  <a:lnTo>
                    <a:pt x="961" y="633"/>
                  </a:lnTo>
                  <a:lnTo>
                    <a:pt x="962" y="636"/>
                  </a:lnTo>
                  <a:lnTo>
                    <a:pt x="962" y="637"/>
                  </a:lnTo>
                  <a:lnTo>
                    <a:pt x="962" y="639"/>
                  </a:lnTo>
                  <a:lnTo>
                    <a:pt x="962" y="640"/>
                  </a:lnTo>
                  <a:lnTo>
                    <a:pt x="961" y="640"/>
                  </a:lnTo>
                  <a:lnTo>
                    <a:pt x="958" y="640"/>
                  </a:lnTo>
                  <a:lnTo>
                    <a:pt x="957" y="639"/>
                  </a:lnTo>
                  <a:lnTo>
                    <a:pt x="957" y="640"/>
                  </a:lnTo>
                  <a:lnTo>
                    <a:pt x="955" y="640"/>
                  </a:lnTo>
                  <a:lnTo>
                    <a:pt x="953" y="637"/>
                  </a:lnTo>
                  <a:lnTo>
                    <a:pt x="953" y="636"/>
                  </a:lnTo>
                  <a:lnTo>
                    <a:pt x="953" y="634"/>
                  </a:lnTo>
                  <a:lnTo>
                    <a:pt x="953" y="632"/>
                  </a:lnTo>
                  <a:lnTo>
                    <a:pt x="950" y="630"/>
                  </a:lnTo>
                  <a:lnTo>
                    <a:pt x="948" y="630"/>
                  </a:lnTo>
                  <a:lnTo>
                    <a:pt x="947" y="629"/>
                  </a:lnTo>
                  <a:lnTo>
                    <a:pt x="947" y="628"/>
                  </a:lnTo>
                  <a:lnTo>
                    <a:pt x="946" y="629"/>
                  </a:lnTo>
                  <a:lnTo>
                    <a:pt x="943" y="629"/>
                  </a:lnTo>
                  <a:lnTo>
                    <a:pt x="939" y="629"/>
                  </a:lnTo>
                  <a:lnTo>
                    <a:pt x="940" y="630"/>
                  </a:lnTo>
                  <a:lnTo>
                    <a:pt x="944" y="630"/>
                  </a:lnTo>
                  <a:lnTo>
                    <a:pt x="946" y="632"/>
                  </a:lnTo>
                  <a:lnTo>
                    <a:pt x="950" y="633"/>
                  </a:lnTo>
                  <a:lnTo>
                    <a:pt x="950" y="636"/>
                  </a:lnTo>
                  <a:lnTo>
                    <a:pt x="947" y="637"/>
                  </a:lnTo>
                  <a:lnTo>
                    <a:pt x="947" y="639"/>
                  </a:lnTo>
                  <a:lnTo>
                    <a:pt x="950" y="639"/>
                  </a:lnTo>
                  <a:lnTo>
                    <a:pt x="950" y="640"/>
                  </a:lnTo>
                  <a:lnTo>
                    <a:pt x="950" y="641"/>
                  </a:lnTo>
                  <a:lnTo>
                    <a:pt x="950" y="641"/>
                  </a:lnTo>
                  <a:lnTo>
                    <a:pt x="953" y="641"/>
                  </a:lnTo>
                  <a:lnTo>
                    <a:pt x="953" y="643"/>
                  </a:lnTo>
                  <a:lnTo>
                    <a:pt x="951" y="645"/>
                  </a:lnTo>
                  <a:lnTo>
                    <a:pt x="947" y="649"/>
                  </a:lnTo>
                  <a:lnTo>
                    <a:pt x="946" y="651"/>
                  </a:lnTo>
                  <a:lnTo>
                    <a:pt x="950" y="649"/>
                  </a:lnTo>
                  <a:lnTo>
                    <a:pt x="951" y="648"/>
                  </a:lnTo>
                  <a:lnTo>
                    <a:pt x="953" y="647"/>
                  </a:lnTo>
                  <a:lnTo>
                    <a:pt x="957" y="647"/>
                  </a:lnTo>
                  <a:lnTo>
                    <a:pt x="958" y="648"/>
                  </a:lnTo>
                  <a:lnTo>
                    <a:pt x="958" y="649"/>
                  </a:lnTo>
                  <a:lnTo>
                    <a:pt x="955" y="651"/>
                  </a:lnTo>
                  <a:lnTo>
                    <a:pt x="954" y="652"/>
                  </a:lnTo>
                  <a:lnTo>
                    <a:pt x="955" y="652"/>
                  </a:lnTo>
                  <a:lnTo>
                    <a:pt x="957" y="653"/>
                  </a:lnTo>
                  <a:lnTo>
                    <a:pt x="958" y="655"/>
                  </a:lnTo>
                  <a:lnTo>
                    <a:pt x="958" y="655"/>
                  </a:lnTo>
                  <a:lnTo>
                    <a:pt x="955" y="656"/>
                  </a:lnTo>
                  <a:lnTo>
                    <a:pt x="954" y="656"/>
                  </a:lnTo>
                  <a:lnTo>
                    <a:pt x="955" y="658"/>
                  </a:lnTo>
                  <a:lnTo>
                    <a:pt x="955" y="659"/>
                  </a:lnTo>
                  <a:lnTo>
                    <a:pt x="955" y="659"/>
                  </a:lnTo>
                  <a:lnTo>
                    <a:pt x="955" y="660"/>
                  </a:lnTo>
                  <a:lnTo>
                    <a:pt x="957" y="660"/>
                  </a:lnTo>
                  <a:lnTo>
                    <a:pt x="957" y="663"/>
                  </a:lnTo>
                  <a:lnTo>
                    <a:pt x="958" y="663"/>
                  </a:lnTo>
                  <a:lnTo>
                    <a:pt x="958" y="664"/>
                  </a:lnTo>
                  <a:lnTo>
                    <a:pt x="958" y="668"/>
                  </a:lnTo>
                  <a:lnTo>
                    <a:pt x="959" y="668"/>
                  </a:lnTo>
                  <a:lnTo>
                    <a:pt x="959" y="667"/>
                  </a:lnTo>
                  <a:lnTo>
                    <a:pt x="959" y="664"/>
                  </a:lnTo>
                  <a:lnTo>
                    <a:pt x="961" y="663"/>
                  </a:lnTo>
                  <a:lnTo>
                    <a:pt x="963" y="664"/>
                  </a:lnTo>
                  <a:lnTo>
                    <a:pt x="963" y="668"/>
                  </a:lnTo>
                  <a:lnTo>
                    <a:pt x="965" y="670"/>
                  </a:lnTo>
                  <a:lnTo>
                    <a:pt x="963" y="670"/>
                  </a:lnTo>
                  <a:lnTo>
                    <a:pt x="962" y="671"/>
                  </a:lnTo>
                  <a:lnTo>
                    <a:pt x="962" y="672"/>
                  </a:lnTo>
                  <a:lnTo>
                    <a:pt x="966" y="672"/>
                  </a:lnTo>
                  <a:lnTo>
                    <a:pt x="966" y="671"/>
                  </a:lnTo>
                  <a:lnTo>
                    <a:pt x="966" y="672"/>
                  </a:lnTo>
                  <a:lnTo>
                    <a:pt x="967" y="671"/>
                  </a:lnTo>
                  <a:lnTo>
                    <a:pt x="967" y="670"/>
                  </a:lnTo>
                  <a:lnTo>
                    <a:pt x="969" y="670"/>
                  </a:lnTo>
                  <a:lnTo>
                    <a:pt x="970" y="672"/>
                  </a:lnTo>
                  <a:lnTo>
                    <a:pt x="970" y="674"/>
                  </a:lnTo>
                  <a:lnTo>
                    <a:pt x="969" y="677"/>
                  </a:lnTo>
                  <a:lnTo>
                    <a:pt x="967" y="678"/>
                  </a:lnTo>
                  <a:lnTo>
                    <a:pt x="967" y="679"/>
                  </a:lnTo>
                  <a:lnTo>
                    <a:pt x="969" y="679"/>
                  </a:lnTo>
                  <a:lnTo>
                    <a:pt x="972" y="679"/>
                  </a:lnTo>
                  <a:lnTo>
                    <a:pt x="974" y="679"/>
                  </a:lnTo>
                  <a:lnTo>
                    <a:pt x="974" y="679"/>
                  </a:lnTo>
                  <a:lnTo>
                    <a:pt x="973" y="682"/>
                  </a:lnTo>
                  <a:lnTo>
                    <a:pt x="972" y="682"/>
                  </a:lnTo>
                  <a:lnTo>
                    <a:pt x="969" y="683"/>
                  </a:lnTo>
                  <a:lnTo>
                    <a:pt x="970" y="685"/>
                  </a:lnTo>
                  <a:lnTo>
                    <a:pt x="973" y="687"/>
                  </a:lnTo>
                  <a:lnTo>
                    <a:pt x="972" y="690"/>
                  </a:lnTo>
                  <a:lnTo>
                    <a:pt x="973" y="690"/>
                  </a:lnTo>
                  <a:lnTo>
                    <a:pt x="973" y="694"/>
                  </a:lnTo>
                  <a:lnTo>
                    <a:pt x="977" y="698"/>
                  </a:lnTo>
                  <a:lnTo>
                    <a:pt x="977" y="700"/>
                  </a:lnTo>
                  <a:lnTo>
                    <a:pt x="976" y="701"/>
                  </a:lnTo>
                  <a:lnTo>
                    <a:pt x="976" y="704"/>
                  </a:lnTo>
                  <a:lnTo>
                    <a:pt x="974" y="708"/>
                  </a:lnTo>
                  <a:lnTo>
                    <a:pt x="974" y="711"/>
                  </a:lnTo>
                  <a:lnTo>
                    <a:pt x="974" y="711"/>
                  </a:lnTo>
                  <a:lnTo>
                    <a:pt x="970" y="706"/>
                  </a:lnTo>
                  <a:lnTo>
                    <a:pt x="969" y="704"/>
                  </a:lnTo>
                  <a:lnTo>
                    <a:pt x="970" y="701"/>
                  </a:lnTo>
                  <a:lnTo>
                    <a:pt x="969" y="697"/>
                  </a:lnTo>
                  <a:lnTo>
                    <a:pt x="969" y="701"/>
                  </a:lnTo>
                  <a:lnTo>
                    <a:pt x="967" y="705"/>
                  </a:lnTo>
                  <a:lnTo>
                    <a:pt x="970" y="709"/>
                  </a:lnTo>
                  <a:lnTo>
                    <a:pt x="970" y="713"/>
                  </a:lnTo>
                  <a:lnTo>
                    <a:pt x="969" y="716"/>
                  </a:lnTo>
                  <a:lnTo>
                    <a:pt x="970" y="719"/>
                  </a:lnTo>
                  <a:lnTo>
                    <a:pt x="969" y="720"/>
                  </a:lnTo>
                  <a:lnTo>
                    <a:pt x="967" y="719"/>
                  </a:lnTo>
                  <a:lnTo>
                    <a:pt x="966" y="717"/>
                  </a:lnTo>
                  <a:lnTo>
                    <a:pt x="963" y="717"/>
                  </a:lnTo>
                  <a:lnTo>
                    <a:pt x="965" y="723"/>
                  </a:lnTo>
                  <a:lnTo>
                    <a:pt x="965" y="725"/>
                  </a:lnTo>
                  <a:lnTo>
                    <a:pt x="966" y="727"/>
                  </a:lnTo>
                  <a:lnTo>
                    <a:pt x="966" y="728"/>
                  </a:lnTo>
                  <a:lnTo>
                    <a:pt x="963" y="728"/>
                  </a:lnTo>
                  <a:lnTo>
                    <a:pt x="962" y="727"/>
                  </a:lnTo>
                  <a:lnTo>
                    <a:pt x="961" y="721"/>
                  </a:lnTo>
                  <a:lnTo>
                    <a:pt x="961" y="720"/>
                  </a:lnTo>
                  <a:lnTo>
                    <a:pt x="961" y="717"/>
                  </a:lnTo>
                  <a:lnTo>
                    <a:pt x="961" y="719"/>
                  </a:lnTo>
                  <a:lnTo>
                    <a:pt x="958" y="720"/>
                  </a:lnTo>
                  <a:lnTo>
                    <a:pt x="957" y="717"/>
                  </a:lnTo>
                  <a:lnTo>
                    <a:pt x="957" y="713"/>
                  </a:lnTo>
                  <a:lnTo>
                    <a:pt x="955" y="715"/>
                  </a:lnTo>
                  <a:lnTo>
                    <a:pt x="955" y="717"/>
                  </a:lnTo>
                  <a:lnTo>
                    <a:pt x="955" y="716"/>
                  </a:lnTo>
                  <a:lnTo>
                    <a:pt x="955" y="715"/>
                  </a:lnTo>
                  <a:lnTo>
                    <a:pt x="954" y="712"/>
                  </a:lnTo>
                  <a:lnTo>
                    <a:pt x="953" y="711"/>
                  </a:lnTo>
                  <a:lnTo>
                    <a:pt x="953" y="712"/>
                  </a:lnTo>
                  <a:lnTo>
                    <a:pt x="953" y="713"/>
                  </a:lnTo>
                  <a:lnTo>
                    <a:pt x="953" y="715"/>
                  </a:lnTo>
                  <a:lnTo>
                    <a:pt x="951" y="715"/>
                  </a:lnTo>
                  <a:lnTo>
                    <a:pt x="950" y="713"/>
                  </a:lnTo>
                  <a:lnTo>
                    <a:pt x="948" y="712"/>
                  </a:lnTo>
                  <a:lnTo>
                    <a:pt x="950" y="709"/>
                  </a:lnTo>
                  <a:lnTo>
                    <a:pt x="947" y="705"/>
                  </a:lnTo>
                  <a:lnTo>
                    <a:pt x="947" y="702"/>
                  </a:lnTo>
                  <a:lnTo>
                    <a:pt x="947" y="705"/>
                  </a:lnTo>
                  <a:lnTo>
                    <a:pt x="947" y="709"/>
                  </a:lnTo>
                  <a:lnTo>
                    <a:pt x="948" y="712"/>
                  </a:lnTo>
                  <a:lnTo>
                    <a:pt x="946" y="713"/>
                  </a:lnTo>
                  <a:lnTo>
                    <a:pt x="944" y="709"/>
                  </a:lnTo>
                  <a:lnTo>
                    <a:pt x="943" y="708"/>
                  </a:lnTo>
                  <a:lnTo>
                    <a:pt x="943" y="706"/>
                  </a:lnTo>
                  <a:lnTo>
                    <a:pt x="940" y="705"/>
                  </a:lnTo>
                  <a:lnTo>
                    <a:pt x="939" y="701"/>
                  </a:lnTo>
                  <a:lnTo>
                    <a:pt x="938" y="700"/>
                  </a:lnTo>
                  <a:lnTo>
                    <a:pt x="938" y="698"/>
                  </a:lnTo>
                  <a:lnTo>
                    <a:pt x="936" y="697"/>
                  </a:lnTo>
                  <a:lnTo>
                    <a:pt x="935" y="697"/>
                  </a:lnTo>
                  <a:lnTo>
                    <a:pt x="935" y="698"/>
                  </a:lnTo>
                  <a:lnTo>
                    <a:pt x="936" y="702"/>
                  </a:lnTo>
                  <a:lnTo>
                    <a:pt x="936" y="704"/>
                  </a:lnTo>
                  <a:lnTo>
                    <a:pt x="935" y="702"/>
                  </a:lnTo>
                  <a:lnTo>
                    <a:pt x="935" y="701"/>
                  </a:lnTo>
                  <a:lnTo>
                    <a:pt x="934" y="700"/>
                  </a:lnTo>
                  <a:lnTo>
                    <a:pt x="931" y="698"/>
                  </a:lnTo>
                  <a:lnTo>
                    <a:pt x="929" y="694"/>
                  </a:lnTo>
                  <a:lnTo>
                    <a:pt x="928" y="692"/>
                  </a:lnTo>
                  <a:lnTo>
                    <a:pt x="925" y="692"/>
                  </a:lnTo>
                  <a:lnTo>
                    <a:pt x="924" y="693"/>
                  </a:lnTo>
                  <a:lnTo>
                    <a:pt x="923" y="692"/>
                  </a:lnTo>
                  <a:lnTo>
                    <a:pt x="923" y="694"/>
                  </a:lnTo>
                  <a:lnTo>
                    <a:pt x="923" y="698"/>
                  </a:lnTo>
                  <a:lnTo>
                    <a:pt x="927" y="701"/>
                  </a:lnTo>
                  <a:lnTo>
                    <a:pt x="927" y="702"/>
                  </a:lnTo>
                  <a:lnTo>
                    <a:pt x="928" y="705"/>
                  </a:lnTo>
                  <a:lnTo>
                    <a:pt x="928" y="708"/>
                  </a:lnTo>
                  <a:lnTo>
                    <a:pt x="929" y="708"/>
                  </a:lnTo>
                  <a:lnTo>
                    <a:pt x="932" y="708"/>
                  </a:lnTo>
                  <a:lnTo>
                    <a:pt x="934" y="711"/>
                  </a:lnTo>
                  <a:lnTo>
                    <a:pt x="934" y="712"/>
                  </a:lnTo>
                  <a:lnTo>
                    <a:pt x="935" y="712"/>
                  </a:lnTo>
                  <a:lnTo>
                    <a:pt x="936" y="712"/>
                  </a:lnTo>
                  <a:lnTo>
                    <a:pt x="935" y="715"/>
                  </a:lnTo>
                  <a:lnTo>
                    <a:pt x="938" y="715"/>
                  </a:lnTo>
                  <a:lnTo>
                    <a:pt x="939" y="716"/>
                  </a:lnTo>
                  <a:lnTo>
                    <a:pt x="940" y="719"/>
                  </a:lnTo>
                  <a:lnTo>
                    <a:pt x="939" y="721"/>
                  </a:lnTo>
                  <a:lnTo>
                    <a:pt x="942" y="721"/>
                  </a:lnTo>
                  <a:lnTo>
                    <a:pt x="943" y="721"/>
                  </a:lnTo>
                  <a:lnTo>
                    <a:pt x="943" y="725"/>
                  </a:lnTo>
                  <a:lnTo>
                    <a:pt x="942" y="728"/>
                  </a:lnTo>
                  <a:lnTo>
                    <a:pt x="943" y="727"/>
                  </a:lnTo>
                  <a:lnTo>
                    <a:pt x="943" y="730"/>
                  </a:lnTo>
                  <a:lnTo>
                    <a:pt x="943" y="731"/>
                  </a:lnTo>
                  <a:lnTo>
                    <a:pt x="946" y="728"/>
                  </a:lnTo>
                  <a:lnTo>
                    <a:pt x="947" y="730"/>
                  </a:lnTo>
                  <a:lnTo>
                    <a:pt x="946" y="732"/>
                  </a:lnTo>
                  <a:lnTo>
                    <a:pt x="947" y="734"/>
                  </a:lnTo>
                  <a:lnTo>
                    <a:pt x="948" y="732"/>
                  </a:lnTo>
                  <a:lnTo>
                    <a:pt x="950" y="734"/>
                  </a:lnTo>
                  <a:lnTo>
                    <a:pt x="948" y="736"/>
                  </a:lnTo>
                  <a:lnTo>
                    <a:pt x="946" y="735"/>
                  </a:lnTo>
                  <a:lnTo>
                    <a:pt x="946" y="736"/>
                  </a:lnTo>
                  <a:lnTo>
                    <a:pt x="946" y="738"/>
                  </a:lnTo>
                  <a:lnTo>
                    <a:pt x="948" y="740"/>
                  </a:lnTo>
                  <a:lnTo>
                    <a:pt x="948" y="742"/>
                  </a:lnTo>
                  <a:lnTo>
                    <a:pt x="947" y="743"/>
                  </a:lnTo>
                  <a:lnTo>
                    <a:pt x="947" y="743"/>
                  </a:lnTo>
                  <a:close/>
                  <a:moveTo>
                    <a:pt x="709" y="672"/>
                  </a:moveTo>
                  <a:lnTo>
                    <a:pt x="709" y="672"/>
                  </a:lnTo>
                  <a:lnTo>
                    <a:pt x="711" y="672"/>
                  </a:lnTo>
                  <a:lnTo>
                    <a:pt x="712" y="670"/>
                  </a:lnTo>
                  <a:lnTo>
                    <a:pt x="713" y="670"/>
                  </a:lnTo>
                  <a:lnTo>
                    <a:pt x="713" y="670"/>
                  </a:lnTo>
                  <a:lnTo>
                    <a:pt x="716" y="671"/>
                  </a:lnTo>
                  <a:lnTo>
                    <a:pt x="718" y="671"/>
                  </a:lnTo>
                  <a:lnTo>
                    <a:pt x="719" y="670"/>
                  </a:lnTo>
                  <a:lnTo>
                    <a:pt x="720" y="670"/>
                  </a:lnTo>
                  <a:lnTo>
                    <a:pt x="722" y="671"/>
                  </a:lnTo>
                  <a:lnTo>
                    <a:pt x="722" y="672"/>
                  </a:lnTo>
                  <a:lnTo>
                    <a:pt x="720" y="675"/>
                  </a:lnTo>
                  <a:lnTo>
                    <a:pt x="720" y="678"/>
                  </a:lnTo>
                  <a:lnTo>
                    <a:pt x="719" y="681"/>
                  </a:lnTo>
                  <a:lnTo>
                    <a:pt x="719" y="685"/>
                  </a:lnTo>
                  <a:lnTo>
                    <a:pt x="719" y="685"/>
                  </a:lnTo>
                  <a:lnTo>
                    <a:pt x="722" y="685"/>
                  </a:lnTo>
                  <a:lnTo>
                    <a:pt x="722" y="685"/>
                  </a:lnTo>
                  <a:lnTo>
                    <a:pt x="724" y="686"/>
                  </a:lnTo>
                  <a:lnTo>
                    <a:pt x="726" y="685"/>
                  </a:lnTo>
                  <a:lnTo>
                    <a:pt x="728" y="685"/>
                  </a:lnTo>
                  <a:lnTo>
                    <a:pt x="728" y="683"/>
                  </a:lnTo>
                  <a:lnTo>
                    <a:pt x="731" y="682"/>
                  </a:lnTo>
                  <a:lnTo>
                    <a:pt x="732" y="682"/>
                  </a:lnTo>
                  <a:lnTo>
                    <a:pt x="735" y="681"/>
                  </a:lnTo>
                  <a:lnTo>
                    <a:pt x="735" y="677"/>
                  </a:lnTo>
                  <a:lnTo>
                    <a:pt x="738" y="675"/>
                  </a:lnTo>
                  <a:lnTo>
                    <a:pt x="739" y="674"/>
                  </a:lnTo>
                  <a:lnTo>
                    <a:pt x="741" y="672"/>
                  </a:lnTo>
                  <a:lnTo>
                    <a:pt x="742" y="674"/>
                  </a:lnTo>
                  <a:lnTo>
                    <a:pt x="743" y="672"/>
                  </a:lnTo>
                  <a:lnTo>
                    <a:pt x="745" y="672"/>
                  </a:lnTo>
                  <a:lnTo>
                    <a:pt x="746" y="672"/>
                  </a:lnTo>
                  <a:lnTo>
                    <a:pt x="747" y="668"/>
                  </a:lnTo>
                  <a:lnTo>
                    <a:pt x="747" y="666"/>
                  </a:lnTo>
                  <a:lnTo>
                    <a:pt x="750" y="663"/>
                  </a:lnTo>
                  <a:lnTo>
                    <a:pt x="750" y="662"/>
                  </a:lnTo>
                  <a:lnTo>
                    <a:pt x="753" y="662"/>
                  </a:lnTo>
                  <a:lnTo>
                    <a:pt x="754" y="663"/>
                  </a:lnTo>
                  <a:lnTo>
                    <a:pt x="756" y="662"/>
                  </a:lnTo>
                  <a:lnTo>
                    <a:pt x="757" y="660"/>
                  </a:lnTo>
                  <a:lnTo>
                    <a:pt x="758" y="662"/>
                  </a:lnTo>
                  <a:lnTo>
                    <a:pt x="758" y="664"/>
                  </a:lnTo>
                  <a:lnTo>
                    <a:pt x="757" y="666"/>
                  </a:lnTo>
                  <a:lnTo>
                    <a:pt x="756" y="667"/>
                  </a:lnTo>
                  <a:lnTo>
                    <a:pt x="758" y="668"/>
                  </a:lnTo>
                  <a:lnTo>
                    <a:pt x="761" y="668"/>
                  </a:lnTo>
                  <a:lnTo>
                    <a:pt x="764" y="668"/>
                  </a:lnTo>
                  <a:lnTo>
                    <a:pt x="764" y="671"/>
                  </a:lnTo>
                  <a:lnTo>
                    <a:pt x="762" y="674"/>
                  </a:lnTo>
                  <a:lnTo>
                    <a:pt x="761" y="674"/>
                  </a:lnTo>
                  <a:lnTo>
                    <a:pt x="761" y="678"/>
                  </a:lnTo>
                  <a:lnTo>
                    <a:pt x="762" y="678"/>
                  </a:lnTo>
                  <a:lnTo>
                    <a:pt x="764" y="678"/>
                  </a:lnTo>
                  <a:lnTo>
                    <a:pt x="765" y="678"/>
                  </a:lnTo>
                  <a:lnTo>
                    <a:pt x="766" y="678"/>
                  </a:lnTo>
                  <a:lnTo>
                    <a:pt x="768" y="678"/>
                  </a:lnTo>
                  <a:lnTo>
                    <a:pt x="769" y="679"/>
                  </a:lnTo>
                  <a:lnTo>
                    <a:pt x="772" y="679"/>
                  </a:lnTo>
                  <a:lnTo>
                    <a:pt x="773" y="681"/>
                  </a:lnTo>
                  <a:lnTo>
                    <a:pt x="775" y="681"/>
                  </a:lnTo>
                  <a:lnTo>
                    <a:pt x="777" y="683"/>
                  </a:lnTo>
                  <a:lnTo>
                    <a:pt x="779" y="682"/>
                  </a:lnTo>
                  <a:lnTo>
                    <a:pt x="780" y="679"/>
                  </a:lnTo>
                  <a:lnTo>
                    <a:pt x="783" y="679"/>
                  </a:lnTo>
                  <a:lnTo>
                    <a:pt x="784" y="677"/>
                  </a:lnTo>
                  <a:lnTo>
                    <a:pt x="787" y="677"/>
                  </a:lnTo>
                  <a:lnTo>
                    <a:pt x="787" y="675"/>
                  </a:lnTo>
                  <a:lnTo>
                    <a:pt x="785" y="674"/>
                  </a:lnTo>
                  <a:lnTo>
                    <a:pt x="784" y="672"/>
                  </a:lnTo>
                  <a:lnTo>
                    <a:pt x="785" y="672"/>
                  </a:lnTo>
                  <a:lnTo>
                    <a:pt x="787" y="670"/>
                  </a:lnTo>
                  <a:lnTo>
                    <a:pt x="785" y="670"/>
                  </a:lnTo>
                  <a:lnTo>
                    <a:pt x="784" y="667"/>
                  </a:lnTo>
                  <a:lnTo>
                    <a:pt x="783" y="668"/>
                  </a:lnTo>
                  <a:lnTo>
                    <a:pt x="783" y="670"/>
                  </a:lnTo>
                  <a:lnTo>
                    <a:pt x="781" y="670"/>
                  </a:lnTo>
                  <a:lnTo>
                    <a:pt x="781" y="670"/>
                  </a:lnTo>
                  <a:lnTo>
                    <a:pt x="779" y="668"/>
                  </a:lnTo>
                  <a:lnTo>
                    <a:pt x="779" y="667"/>
                  </a:lnTo>
                  <a:lnTo>
                    <a:pt x="777" y="667"/>
                  </a:lnTo>
                  <a:lnTo>
                    <a:pt x="776" y="668"/>
                  </a:lnTo>
                  <a:lnTo>
                    <a:pt x="770" y="668"/>
                  </a:lnTo>
                  <a:lnTo>
                    <a:pt x="769" y="667"/>
                  </a:lnTo>
                  <a:lnTo>
                    <a:pt x="772" y="666"/>
                  </a:lnTo>
                  <a:lnTo>
                    <a:pt x="773" y="666"/>
                  </a:lnTo>
                  <a:lnTo>
                    <a:pt x="776" y="664"/>
                  </a:lnTo>
                  <a:lnTo>
                    <a:pt x="776" y="663"/>
                  </a:lnTo>
                  <a:lnTo>
                    <a:pt x="775" y="662"/>
                  </a:lnTo>
                  <a:lnTo>
                    <a:pt x="775" y="659"/>
                  </a:lnTo>
                  <a:lnTo>
                    <a:pt x="776" y="658"/>
                  </a:lnTo>
                  <a:lnTo>
                    <a:pt x="776" y="655"/>
                  </a:lnTo>
                  <a:lnTo>
                    <a:pt x="775" y="653"/>
                  </a:lnTo>
                  <a:lnTo>
                    <a:pt x="775" y="652"/>
                  </a:lnTo>
                  <a:lnTo>
                    <a:pt x="770" y="648"/>
                  </a:lnTo>
                  <a:lnTo>
                    <a:pt x="766" y="647"/>
                  </a:lnTo>
                  <a:lnTo>
                    <a:pt x="766" y="645"/>
                  </a:lnTo>
                  <a:lnTo>
                    <a:pt x="765" y="643"/>
                  </a:lnTo>
                  <a:lnTo>
                    <a:pt x="764" y="643"/>
                  </a:lnTo>
                  <a:lnTo>
                    <a:pt x="762" y="640"/>
                  </a:lnTo>
                  <a:lnTo>
                    <a:pt x="764" y="637"/>
                  </a:lnTo>
                  <a:lnTo>
                    <a:pt x="762" y="634"/>
                  </a:lnTo>
                  <a:lnTo>
                    <a:pt x="758" y="634"/>
                  </a:lnTo>
                  <a:lnTo>
                    <a:pt x="754" y="633"/>
                  </a:lnTo>
                  <a:lnTo>
                    <a:pt x="753" y="630"/>
                  </a:lnTo>
                  <a:lnTo>
                    <a:pt x="754" y="629"/>
                  </a:lnTo>
                  <a:lnTo>
                    <a:pt x="754" y="628"/>
                  </a:lnTo>
                  <a:lnTo>
                    <a:pt x="751" y="626"/>
                  </a:lnTo>
                  <a:lnTo>
                    <a:pt x="751" y="624"/>
                  </a:lnTo>
                  <a:lnTo>
                    <a:pt x="750" y="624"/>
                  </a:lnTo>
                  <a:lnTo>
                    <a:pt x="747" y="626"/>
                  </a:lnTo>
                  <a:lnTo>
                    <a:pt x="747" y="629"/>
                  </a:lnTo>
                  <a:lnTo>
                    <a:pt x="746" y="630"/>
                  </a:lnTo>
                  <a:lnTo>
                    <a:pt x="745" y="629"/>
                  </a:lnTo>
                  <a:lnTo>
                    <a:pt x="745" y="626"/>
                  </a:lnTo>
                  <a:lnTo>
                    <a:pt x="743" y="624"/>
                  </a:lnTo>
                  <a:lnTo>
                    <a:pt x="745" y="622"/>
                  </a:lnTo>
                  <a:lnTo>
                    <a:pt x="746" y="622"/>
                  </a:lnTo>
                  <a:lnTo>
                    <a:pt x="747" y="622"/>
                  </a:lnTo>
                  <a:lnTo>
                    <a:pt x="747" y="620"/>
                  </a:lnTo>
                  <a:lnTo>
                    <a:pt x="747" y="618"/>
                  </a:lnTo>
                  <a:lnTo>
                    <a:pt x="746" y="615"/>
                  </a:lnTo>
                  <a:lnTo>
                    <a:pt x="745" y="615"/>
                  </a:lnTo>
                  <a:lnTo>
                    <a:pt x="745" y="614"/>
                  </a:lnTo>
                  <a:lnTo>
                    <a:pt x="746" y="611"/>
                  </a:lnTo>
                  <a:lnTo>
                    <a:pt x="745" y="611"/>
                  </a:lnTo>
                  <a:lnTo>
                    <a:pt x="739" y="613"/>
                  </a:lnTo>
                  <a:lnTo>
                    <a:pt x="737" y="615"/>
                  </a:lnTo>
                  <a:lnTo>
                    <a:pt x="735" y="621"/>
                  </a:lnTo>
                  <a:lnTo>
                    <a:pt x="732" y="625"/>
                  </a:lnTo>
                  <a:lnTo>
                    <a:pt x="732" y="626"/>
                  </a:lnTo>
                  <a:lnTo>
                    <a:pt x="730" y="629"/>
                  </a:lnTo>
                  <a:lnTo>
                    <a:pt x="730" y="630"/>
                  </a:lnTo>
                  <a:lnTo>
                    <a:pt x="727" y="636"/>
                  </a:lnTo>
                  <a:lnTo>
                    <a:pt x="728" y="637"/>
                  </a:lnTo>
                  <a:lnTo>
                    <a:pt x="727" y="639"/>
                  </a:lnTo>
                  <a:lnTo>
                    <a:pt x="726" y="641"/>
                  </a:lnTo>
                  <a:lnTo>
                    <a:pt x="726" y="643"/>
                  </a:lnTo>
                  <a:lnTo>
                    <a:pt x="722" y="647"/>
                  </a:lnTo>
                  <a:lnTo>
                    <a:pt x="722" y="648"/>
                  </a:lnTo>
                  <a:lnTo>
                    <a:pt x="722" y="652"/>
                  </a:lnTo>
                  <a:lnTo>
                    <a:pt x="720" y="653"/>
                  </a:lnTo>
                  <a:lnTo>
                    <a:pt x="720" y="658"/>
                  </a:lnTo>
                  <a:lnTo>
                    <a:pt x="719" y="660"/>
                  </a:lnTo>
                  <a:lnTo>
                    <a:pt x="715" y="660"/>
                  </a:lnTo>
                  <a:lnTo>
                    <a:pt x="711" y="662"/>
                  </a:lnTo>
                  <a:lnTo>
                    <a:pt x="711" y="664"/>
                  </a:lnTo>
                  <a:lnTo>
                    <a:pt x="709" y="670"/>
                  </a:lnTo>
                  <a:lnTo>
                    <a:pt x="709" y="672"/>
                  </a:lnTo>
                  <a:lnTo>
                    <a:pt x="709" y="672"/>
                  </a:lnTo>
                  <a:close/>
                  <a:moveTo>
                    <a:pt x="732" y="713"/>
                  </a:moveTo>
                  <a:lnTo>
                    <a:pt x="732" y="713"/>
                  </a:lnTo>
                  <a:lnTo>
                    <a:pt x="734" y="715"/>
                  </a:lnTo>
                  <a:lnTo>
                    <a:pt x="734" y="713"/>
                  </a:lnTo>
                  <a:lnTo>
                    <a:pt x="737" y="711"/>
                  </a:lnTo>
                  <a:lnTo>
                    <a:pt x="739" y="711"/>
                  </a:lnTo>
                  <a:lnTo>
                    <a:pt x="741" y="711"/>
                  </a:lnTo>
                  <a:lnTo>
                    <a:pt x="741" y="712"/>
                  </a:lnTo>
                  <a:lnTo>
                    <a:pt x="742" y="712"/>
                  </a:lnTo>
                  <a:lnTo>
                    <a:pt x="746" y="709"/>
                  </a:lnTo>
                  <a:lnTo>
                    <a:pt x="749" y="709"/>
                  </a:lnTo>
                  <a:lnTo>
                    <a:pt x="751" y="706"/>
                  </a:lnTo>
                  <a:lnTo>
                    <a:pt x="753" y="704"/>
                  </a:lnTo>
                  <a:lnTo>
                    <a:pt x="756" y="704"/>
                  </a:lnTo>
                  <a:lnTo>
                    <a:pt x="758" y="701"/>
                  </a:lnTo>
                  <a:lnTo>
                    <a:pt x="758" y="700"/>
                  </a:lnTo>
                  <a:lnTo>
                    <a:pt x="761" y="697"/>
                  </a:lnTo>
                  <a:lnTo>
                    <a:pt x="760" y="696"/>
                  </a:lnTo>
                  <a:lnTo>
                    <a:pt x="758" y="696"/>
                  </a:lnTo>
                  <a:lnTo>
                    <a:pt x="757" y="696"/>
                  </a:lnTo>
                  <a:lnTo>
                    <a:pt x="754" y="696"/>
                  </a:lnTo>
                  <a:lnTo>
                    <a:pt x="753" y="696"/>
                  </a:lnTo>
                  <a:lnTo>
                    <a:pt x="751" y="696"/>
                  </a:lnTo>
                  <a:lnTo>
                    <a:pt x="750" y="696"/>
                  </a:lnTo>
                  <a:lnTo>
                    <a:pt x="747" y="698"/>
                  </a:lnTo>
                  <a:lnTo>
                    <a:pt x="746" y="697"/>
                  </a:lnTo>
                  <a:lnTo>
                    <a:pt x="745" y="694"/>
                  </a:lnTo>
                  <a:lnTo>
                    <a:pt x="743" y="694"/>
                  </a:lnTo>
                  <a:lnTo>
                    <a:pt x="742" y="696"/>
                  </a:lnTo>
                  <a:lnTo>
                    <a:pt x="738" y="700"/>
                  </a:lnTo>
                  <a:lnTo>
                    <a:pt x="738" y="701"/>
                  </a:lnTo>
                  <a:lnTo>
                    <a:pt x="737" y="702"/>
                  </a:lnTo>
                  <a:lnTo>
                    <a:pt x="732" y="704"/>
                  </a:lnTo>
                  <a:lnTo>
                    <a:pt x="731" y="705"/>
                  </a:lnTo>
                  <a:lnTo>
                    <a:pt x="732" y="706"/>
                  </a:lnTo>
                  <a:lnTo>
                    <a:pt x="734" y="709"/>
                  </a:lnTo>
                  <a:lnTo>
                    <a:pt x="732" y="711"/>
                  </a:lnTo>
                  <a:lnTo>
                    <a:pt x="732" y="713"/>
                  </a:lnTo>
                  <a:lnTo>
                    <a:pt x="732" y="713"/>
                  </a:lnTo>
                  <a:close/>
                  <a:moveTo>
                    <a:pt x="962" y="732"/>
                  </a:moveTo>
                  <a:lnTo>
                    <a:pt x="962" y="732"/>
                  </a:lnTo>
                  <a:lnTo>
                    <a:pt x="965" y="732"/>
                  </a:lnTo>
                  <a:lnTo>
                    <a:pt x="967" y="735"/>
                  </a:lnTo>
                  <a:lnTo>
                    <a:pt x="969" y="734"/>
                  </a:lnTo>
                  <a:lnTo>
                    <a:pt x="969" y="732"/>
                  </a:lnTo>
                  <a:lnTo>
                    <a:pt x="970" y="731"/>
                  </a:lnTo>
                  <a:lnTo>
                    <a:pt x="970" y="730"/>
                  </a:lnTo>
                  <a:lnTo>
                    <a:pt x="969" y="730"/>
                  </a:lnTo>
                  <a:lnTo>
                    <a:pt x="966" y="730"/>
                  </a:lnTo>
                  <a:lnTo>
                    <a:pt x="963" y="731"/>
                  </a:lnTo>
                  <a:lnTo>
                    <a:pt x="962" y="732"/>
                  </a:lnTo>
                  <a:lnTo>
                    <a:pt x="962" y="732"/>
                  </a:lnTo>
                  <a:close/>
                  <a:moveTo>
                    <a:pt x="890" y="713"/>
                  </a:moveTo>
                  <a:lnTo>
                    <a:pt x="891" y="713"/>
                  </a:lnTo>
                  <a:lnTo>
                    <a:pt x="894" y="715"/>
                  </a:lnTo>
                  <a:lnTo>
                    <a:pt x="894" y="716"/>
                  </a:lnTo>
                  <a:lnTo>
                    <a:pt x="894" y="717"/>
                  </a:lnTo>
                  <a:lnTo>
                    <a:pt x="894" y="719"/>
                  </a:lnTo>
                  <a:lnTo>
                    <a:pt x="897" y="720"/>
                  </a:lnTo>
                  <a:lnTo>
                    <a:pt x="897" y="720"/>
                  </a:lnTo>
                  <a:lnTo>
                    <a:pt x="900" y="720"/>
                  </a:lnTo>
                  <a:lnTo>
                    <a:pt x="900" y="720"/>
                  </a:lnTo>
                  <a:lnTo>
                    <a:pt x="900" y="719"/>
                  </a:lnTo>
                  <a:lnTo>
                    <a:pt x="900" y="717"/>
                  </a:lnTo>
                  <a:lnTo>
                    <a:pt x="898" y="716"/>
                  </a:lnTo>
                  <a:lnTo>
                    <a:pt x="897" y="715"/>
                  </a:lnTo>
                  <a:lnTo>
                    <a:pt x="895" y="715"/>
                  </a:lnTo>
                  <a:lnTo>
                    <a:pt x="893" y="713"/>
                  </a:lnTo>
                  <a:lnTo>
                    <a:pt x="891" y="713"/>
                  </a:lnTo>
                  <a:lnTo>
                    <a:pt x="890" y="713"/>
                  </a:lnTo>
                  <a:lnTo>
                    <a:pt x="890" y="713"/>
                  </a:lnTo>
                  <a:close/>
                  <a:moveTo>
                    <a:pt x="959" y="750"/>
                  </a:moveTo>
                  <a:lnTo>
                    <a:pt x="957" y="749"/>
                  </a:lnTo>
                  <a:lnTo>
                    <a:pt x="957" y="747"/>
                  </a:lnTo>
                  <a:lnTo>
                    <a:pt x="955" y="746"/>
                  </a:lnTo>
                  <a:lnTo>
                    <a:pt x="955" y="745"/>
                  </a:lnTo>
                  <a:lnTo>
                    <a:pt x="957" y="743"/>
                  </a:lnTo>
                  <a:lnTo>
                    <a:pt x="958" y="745"/>
                  </a:lnTo>
                  <a:lnTo>
                    <a:pt x="958" y="746"/>
                  </a:lnTo>
                  <a:lnTo>
                    <a:pt x="959" y="747"/>
                  </a:lnTo>
                  <a:lnTo>
                    <a:pt x="959" y="750"/>
                  </a:lnTo>
                  <a:lnTo>
                    <a:pt x="959" y="750"/>
                  </a:lnTo>
                  <a:lnTo>
                    <a:pt x="959" y="750"/>
                  </a:lnTo>
                  <a:close/>
                  <a:moveTo>
                    <a:pt x="957" y="759"/>
                  </a:moveTo>
                  <a:lnTo>
                    <a:pt x="955" y="758"/>
                  </a:lnTo>
                  <a:lnTo>
                    <a:pt x="955" y="757"/>
                  </a:lnTo>
                  <a:lnTo>
                    <a:pt x="954" y="755"/>
                  </a:lnTo>
                  <a:lnTo>
                    <a:pt x="953" y="755"/>
                  </a:lnTo>
                  <a:lnTo>
                    <a:pt x="951" y="753"/>
                  </a:lnTo>
                  <a:lnTo>
                    <a:pt x="951" y="751"/>
                  </a:lnTo>
                  <a:lnTo>
                    <a:pt x="953" y="751"/>
                  </a:lnTo>
                  <a:lnTo>
                    <a:pt x="954" y="750"/>
                  </a:lnTo>
                  <a:lnTo>
                    <a:pt x="958" y="751"/>
                  </a:lnTo>
                  <a:lnTo>
                    <a:pt x="961" y="753"/>
                  </a:lnTo>
                  <a:lnTo>
                    <a:pt x="961" y="754"/>
                  </a:lnTo>
                  <a:lnTo>
                    <a:pt x="959" y="755"/>
                  </a:lnTo>
                  <a:lnTo>
                    <a:pt x="959" y="757"/>
                  </a:lnTo>
                  <a:lnTo>
                    <a:pt x="958" y="757"/>
                  </a:lnTo>
                  <a:lnTo>
                    <a:pt x="957" y="759"/>
                  </a:lnTo>
                  <a:lnTo>
                    <a:pt x="957" y="759"/>
                  </a:lnTo>
                  <a:lnTo>
                    <a:pt x="957" y="759"/>
                  </a:lnTo>
                  <a:close/>
                  <a:moveTo>
                    <a:pt x="886" y="802"/>
                  </a:moveTo>
                  <a:lnTo>
                    <a:pt x="886" y="803"/>
                  </a:lnTo>
                  <a:lnTo>
                    <a:pt x="886" y="803"/>
                  </a:lnTo>
                  <a:lnTo>
                    <a:pt x="886" y="802"/>
                  </a:lnTo>
                  <a:lnTo>
                    <a:pt x="886" y="802"/>
                  </a:lnTo>
                  <a:close/>
                  <a:moveTo>
                    <a:pt x="887" y="802"/>
                  </a:moveTo>
                  <a:lnTo>
                    <a:pt x="887" y="804"/>
                  </a:lnTo>
                  <a:lnTo>
                    <a:pt x="887" y="804"/>
                  </a:lnTo>
                  <a:lnTo>
                    <a:pt x="887" y="802"/>
                  </a:lnTo>
                  <a:lnTo>
                    <a:pt x="887" y="802"/>
                  </a:lnTo>
                  <a:close/>
                  <a:moveTo>
                    <a:pt x="889" y="802"/>
                  </a:moveTo>
                  <a:lnTo>
                    <a:pt x="889" y="803"/>
                  </a:lnTo>
                  <a:lnTo>
                    <a:pt x="889" y="806"/>
                  </a:lnTo>
                  <a:lnTo>
                    <a:pt x="889" y="807"/>
                  </a:lnTo>
                  <a:lnTo>
                    <a:pt x="890" y="807"/>
                  </a:lnTo>
                  <a:lnTo>
                    <a:pt x="890" y="804"/>
                  </a:lnTo>
                  <a:lnTo>
                    <a:pt x="889" y="802"/>
                  </a:lnTo>
                  <a:lnTo>
                    <a:pt x="889" y="802"/>
                  </a:lnTo>
                  <a:close/>
                  <a:moveTo>
                    <a:pt x="908" y="781"/>
                  </a:moveTo>
                  <a:lnTo>
                    <a:pt x="908" y="778"/>
                  </a:lnTo>
                  <a:lnTo>
                    <a:pt x="908" y="777"/>
                  </a:lnTo>
                  <a:lnTo>
                    <a:pt x="909" y="776"/>
                  </a:lnTo>
                  <a:lnTo>
                    <a:pt x="909" y="774"/>
                  </a:lnTo>
                  <a:lnTo>
                    <a:pt x="913" y="772"/>
                  </a:lnTo>
                  <a:lnTo>
                    <a:pt x="916" y="772"/>
                  </a:lnTo>
                  <a:lnTo>
                    <a:pt x="916" y="772"/>
                  </a:lnTo>
                  <a:lnTo>
                    <a:pt x="916" y="773"/>
                  </a:lnTo>
                  <a:lnTo>
                    <a:pt x="916" y="774"/>
                  </a:lnTo>
                  <a:lnTo>
                    <a:pt x="916" y="776"/>
                  </a:lnTo>
                  <a:lnTo>
                    <a:pt x="914" y="777"/>
                  </a:lnTo>
                  <a:lnTo>
                    <a:pt x="913" y="778"/>
                  </a:lnTo>
                  <a:lnTo>
                    <a:pt x="912" y="778"/>
                  </a:lnTo>
                  <a:lnTo>
                    <a:pt x="909" y="781"/>
                  </a:lnTo>
                  <a:lnTo>
                    <a:pt x="908" y="781"/>
                  </a:lnTo>
                  <a:lnTo>
                    <a:pt x="908" y="781"/>
                  </a:lnTo>
                  <a:close/>
                  <a:moveTo>
                    <a:pt x="845" y="711"/>
                  </a:moveTo>
                  <a:lnTo>
                    <a:pt x="848" y="712"/>
                  </a:lnTo>
                  <a:lnTo>
                    <a:pt x="849" y="713"/>
                  </a:lnTo>
                  <a:lnTo>
                    <a:pt x="852" y="715"/>
                  </a:lnTo>
                  <a:lnTo>
                    <a:pt x="855" y="715"/>
                  </a:lnTo>
                  <a:lnTo>
                    <a:pt x="853" y="715"/>
                  </a:lnTo>
                  <a:lnTo>
                    <a:pt x="852" y="713"/>
                  </a:lnTo>
                  <a:lnTo>
                    <a:pt x="848" y="711"/>
                  </a:lnTo>
                  <a:lnTo>
                    <a:pt x="847" y="711"/>
                  </a:lnTo>
                  <a:lnTo>
                    <a:pt x="845" y="711"/>
                  </a:lnTo>
                  <a:lnTo>
                    <a:pt x="845" y="711"/>
                  </a:lnTo>
                  <a:close/>
                  <a:moveTo>
                    <a:pt x="825" y="692"/>
                  </a:moveTo>
                  <a:lnTo>
                    <a:pt x="825" y="692"/>
                  </a:lnTo>
                  <a:lnTo>
                    <a:pt x="826" y="692"/>
                  </a:lnTo>
                  <a:lnTo>
                    <a:pt x="828" y="693"/>
                  </a:lnTo>
                  <a:lnTo>
                    <a:pt x="829" y="692"/>
                  </a:lnTo>
                  <a:lnTo>
                    <a:pt x="829" y="692"/>
                  </a:lnTo>
                  <a:lnTo>
                    <a:pt x="830" y="692"/>
                  </a:lnTo>
                  <a:lnTo>
                    <a:pt x="830" y="690"/>
                  </a:lnTo>
                  <a:lnTo>
                    <a:pt x="829" y="689"/>
                  </a:lnTo>
                  <a:lnTo>
                    <a:pt x="830" y="687"/>
                  </a:lnTo>
                  <a:lnTo>
                    <a:pt x="830" y="687"/>
                  </a:lnTo>
                  <a:lnTo>
                    <a:pt x="828" y="685"/>
                  </a:lnTo>
                  <a:lnTo>
                    <a:pt x="826" y="685"/>
                  </a:lnTo>
                  <a:lnTo>
                    <a:pt x="825" y="683"/>
                  </a:lnTo>
                  <a:lnTo>
                    <a:pt x="825" y="683"/>
                  </a:lnTo>
                  <a:lnTo>
                    <a:pt x="823" y="683"/>
                  </a:lnTo>
                  <a:lnTo>
                    <a:pt x="822" y="682"/>
                  </a:lnTo>
                  <a:lnTo>
                    <a:pt x="821" y="683"/>
                  </a:lnTo>
                  <a:lnTo>
                    <a:pt x="819" y="683"/>
                  </a:lnTo>
                  <a:lnTo>
                    <a:pt x="821" y="686"/>
                  </a:lnTo>
                  <a:lnTo>
                    <a:pt x="821" y="686"/>
                  </a:lnTo>
                  <a:lnTo>
                    <a:pt x="822" y="686"/>
                  </a:lnTo>
                  <a:lnTo>
                    <a:pt x="823" y="687"/>
                  </a:lnTo>
                  <a:lnTo>
                    <a:pt x="825" y="689"/>
                  </a:lnTo>
                  <a:lnTo>
                    <a:pt x="825" y="692"/>
                  </a:lnTo>
                  <a:lnTo>
                    <a:pt x="825" y="692"/>
                  </a:lnTo>
                  <a:close/>
                  <a:moveTo>
                    <a:pt x="810" y="698"/>
                  </a:moveTo>
                  <a:lnTo>
                    <a:pt x="813" y="698"/>
                  </a:lnTo>
                  <a:lnTo>
                    <a:pt x="814" y="697"/>
                  </a:lnTo>
                  <a:lnTo>
                    <a:pt x="815" y="697"/>
                  </a:lnTo>
                  <a:lnTo>
                    <a:pt x="817" y="696"/>
                  </a:lnTo>
                  <a:lnTo>
                    <a:pt x="817" y="694"/>
                  </a:lnTo>
                  <a:lnTo>
                    <a:pt x="817" y="693"/>
                  </a:lnTo>
                  <a:lnTo>
                    <a:pt x="817" y="690"/>
                  </a:lnTo>
                  <a:lnTo>
                    <a:pt x="815" y="689"/>
                  </a:lnTo>
                  <a:lnTo>
                    <a:pt x="811" y="689"/>
                  </a:lnTo>
                  <a:lnTo>
                    <a:pt x="810" y="687"/>
                  </a:lnTo>
                  <a:lnTo>
                    <a:pt x="809" y="686"/>
                  </a:lnTo>
                  <a:lnTo>
                    <a:pt x="807" y="686"/>
                  </a:lnTo>
                  <a:lnTo>
                    <a:pt x="806" y="686"/>
                  </a:lnTo>
                  <a:lnTo>
                    <a:pt x="804" y="686"/>
                  </a:lnTo>
                  <a:lnTo>
                    <a:pt x="803" y="687"/>
                  </a:lnTo>
                  <a:lnTo>
                    <a:pt x="804" y="690"/>
                  </a:lnTo>
                  <a:lnTo>
                    <a:pt x="806" y="692"/>
                  </a:lnTo>
                  <a:lnTo>
                    <a:pt x="807" y="694"/>
                  </a:lnTo>
                  <a:lnTo>
                    <a:pt x="809" y="696"/>
                  </a:lnTo>
                  <a:lnTo>
                    <a:pt x="809" y="697"/>
                  </a:lnTo>
                  <a:lnTo>
                    <a:pt x="810" y="698"/>
                  </a:lnTo>
                  <a:lnTo>
                    <a:pt x="810" y="698"/>
                  </a:lnTo>
                  <a:close/>
                  <a:moveTo>
                    <a:pt x="807" y="711"/>
                  </a:moveTo>
                  <a:lnTo>
                    <a:pt x="807" y="711"/>
                  </a:lnTo>
                  <a:lnTo>
                    <a:pt x="809" y="709"/>
                  </a:lnTo>
                  <a:lnTo>
                    <a:pt x="804" y="709"/>
                  </a:lnTo>
                  <a:lnTo>
                    <a:pt x="804" y="709"/>
                  </a:lnTo>
                  <a:lnTo>
                    <a:pt x="804" y="711"/>
                  </a:lnTo>
                  <a:lnTo>
                    <a:pt x="807" y="711"/>
                  </a:lnTo>
                  <a:lnTo>
                    <a:pt x="807" y="711"/>
                  </a:lnTo>
                  <a:close/>
                  <a:moveTo>
                    <a:pt x="776" y="732"/>
                  </a:moveTo>
                  <a:lnTo>
                    <a:pt x="776" y="732"/>
                  </a:lnTo>
                  <a:lnTo>
                    <a:pt x="777" y="731"/>
                  </a:lnTo>
                  <a:lnTo>
                    <a:pt x="777" y="730"/>
                  </a:lnTo>
                  <a:lnTo>
                    <a:pt x="779" y="728"/>
                  </a:lnTo>
                  <a:lnTo>
                    <a:pt x="779" y="728"/>
                  </a:lnTo>
                  <a:lnTo>
                    <a:pt x="779" y="727"/>
                  </a:lnTo>
                  <a:lnTo>
                    <a:pt x="779" y="725"/>
                  </a:lnTo>
                  <a:lnTo>
                    <a:pt x="781" y="724"/>
                  </a:lnTo>
                  <a:lnTo>
                    <a:pt x="783" y="721"/>
                  </a:lnTo>
                  <a:lnTo>
                    <a:pt x="784" y="721"/>
                  </a:lnTo>
                  <a:lnTo>
                    <a:pt x="785" y="720"/>
                  </a:lnTo>
                  <a:lnTo>
                    <a:pt x="784" y="719"/>
                  </a:lnTo>
                  <a:lnTo>
                    <a:pt x="784" y="717"/>
                  </a:lnTo>
                  <a:lnTo>
                    <a:pt x="785" y="716"/>
                  </a:lnTo>
                  <a:lnTo>
                    <a:pt x="787" y="715"/>
                  </a:lnTo>
                  <a:lnTo>
                    <a:pt x="787" y="713"/>
                  </a:lnTo>
                  <a:lnTo>
                    <a:pt x="787" y="712"/>
                  </a:lnTo>
                  <a:lnTo>
                    <a:pt x="785" y="711"/>
                  </a:lnTo>
                  <a:lnTo>
                    <a:pt x="784" y="711"/>
                  </a:lnTo>
                  <a:lnTo>
                    <a:pt x="783" y="711"/>
                  </a:lnTo>
                  <a:lnTo>
                    <a:pt x="781" y="709"/>
                  </a:lnTo>
                  <a:lnTo>
                    <a:pt x="780" y="709"/>
                  </a:lnTo>
                  <a:lnTo>
                    <a:pt x="780" y="711"/>
                  </a:lnTo>
                  <a:lnTo>
                    <a:pt x="777" y="713"/>
                  </a:lnTo>
                  <a:lnTo>
                    <a:pt x="776" y="713"/>
                  </a:lnTo>
                  <a:lnTo>
                    <a:pt x="775" y="715"/>
                  </a:lnTo>
                  <a:lnTo>
                    <a:pt x="773" y="717"/>
                  </a:lnTo>
                  <a:lnTo>
                    <a:pt x="775" y="720"/>
                  </a:lnTo>
                  <a:lnTo>
                    <a:pt x="772" y="720"/>
                  </a:lnTo>
                  <a:lnTo>
                    <a:pt x="772" y="723"/>
                  </a:lnTo>
                  <a:lnTo>
                    <a:pt x="772" y="724"/>
                  </a:lnTo>
                  <a:lnTo>
                    <a:pt x="770" y="727"/>
                  </a:lnTo>
                  <a:lnTo>
                    <a:pt x="772" y="727"/>
                  </a:lnTo>
                  <a:lnTo>
                    <a:pt x="773" y="728"/>
                  </a:lnTo>
                  <a:lnTo>
                    <a:pt x="775" y="730"/>
                  </a:lnTo>
                  <a:lnTo>
                    <a:pt x="776" y="730"/>
                  </a:lnTo>
                  <a:lnTo>
                    <a:pt x="776" y="732"/>
                  </a:lnTo>
                  <a:lnTo>
                    <a:pt x="776" y="732"/>
                  </a:lnTo>
                  <a:close/>
                  <a:moveTo>
                    <a:pt x="747" y="852"/>
                  </a:moveTo>
                  <a:lnTo>
                    <a:pt x="747" y="852"/>
                  </a:lnTo>
                  <a:lnTo>
                    <a:pt x="749" y="852"/>
                  </a:lnTo>
                  <a:lnTo>
                    <a:pt x="749" y="850"/>
                  </a:lnTo>
                  <a:lnTo>
                    <a:pt x="747" y="852"/>
                  </a:lnTo>
                  <a:lnTo>
                    <a:pt x="747" y="852"/>
                  </a:lnTo>
                  <a:close/>
                  <a:moveTo>
                    <a:pt x="749" y="863"/>
                  </a:moveTo>
                  <a:lnTo>
                    <a:pt x="751" y="861"/>
                  </a:lnTo>
                  <a:lnTo>
                    <a:pt x="751" y="859"/>
                  </a:lnTo>
                  <a:lnTo>
                    <a:pt x="753" y="859"/>
                  </a:lnTo>
                  <a:lnTo>
                    <a:pt x="753" y="861"/>
                  </a:lnTo>
                  <a:lnTo>
                    <a:pt x="750" y="864"/>
                  </a:lnTo>
                  <a:lnTo>
                    <a:pt x="750" y="864"/>
                  </a:lnTo>
                  <a:lnTo>
                    <a:pt x="749" y="863"/>
                  </a:lnTo>
                  <a:lnTo>
                    <a:pt x="749" y="863"/>
                  </a:lnTo>
                  <a:close/>
                  <a:moveTo>
                    <a:pt x="732" y="860"/>
                  </a:moveTo>
                  <a:lnTo>
                    <a:pt x="734" y="857"/>
                  </a:lnTo>
                  <a:lnTo>
                    <a:pt x="735" y="857"/>
                  </a:lnTo>
                  <a:lnTo>
                    <a:pt x="737" y="856"/>
                  </a:lnTo>
                  <a:lnTo>
                    <a:pt x="738" y="856"/>
                  </a:lnTo>
                  <a:lnTo>
                    <a:pt x="739" y="855"/>
                  </a:lnTo>
                  <a:lnTo>
                    <a:pt x="741" y="853"/>
                  </a:lnTo>
                  <a:lnTo>
                    <a:pt x="739" y="857"/>
                  </a:lnTo>
                  <a:lnTo>
                    <a:pt x="735" y="860"/>
                  </a:lnTo>
                  <a:lnTo>
                    <a:pt x="732" y="860"/>
                  </a:lnTo>
                  <a:lnTo>
                    <a:pt x="732" y="860"/>
                  </a:lnTo>
                  <a:lnTo>
                    <a:pt x="732" y="860"/>
                  </a:lnTo>
                  <a:close/>
                  <a:moveTo>
                    <a:pt x="743" y="865"/>
                  </a:moveTo>
                  <a:lnTo>
                    <a:pt x="747" y="860"/>
                  </a:lnTo>
                  <a:lnTo>
                    <a:pt x="747" y="859"/>
                  </a:lnTo>
                  <a:lnTo>
                    <a:pt x="749" y="859"/>
                  </a:lnTo>
                  <a:lnTo>
                    <a:pt x="749" y="860"/>
                  </a:lnTo>
                  <a:lnTo>
                    <a:pt x="745" y="864"/>
                  </a:lnTo>
                  <a:lnTo>
                    <a:pt x="745" y="867"/>
                  </a:lnTo>
                  <a:lnTo>
                    <a:pt x="746" y="865"/>
                  </a:lnTo>
                  <a:lnTo>
                    <a:pt x="749" y="861"/>
                  </a:lnTo>
                  <a:lnTo>
                    <a:pt x="750" y="860"/>
                  </a:lnTo>
                  <a:lnTo>
                    <a:pt x="750" y="857"/>
                  </a:lnTo>
                  <a:lnTo>
                    <a:pt x="749" y="856"/>
                  </a:lnTo>
                  <a:lnTo>
                    <a:pt x="749" y="856"/>
                  </a:lnTo>
                  <a:lnTo>
                    <a:pt x="749" y="855"/>
                  </a:lnTo>
                  <a:lnTo>
                    <a:pt x="746" y="853"/>
                  </a:lnTo>
                  <a:lnTo>
                    <a:pt x="746" y="855"/>
                  </a:lnTo>
                  <a:lnTo>
                    <a:pt x="745" y="859"/>
                  </a:lnTo>
                  <a:lnTo>
                    <a:pt x="742" y="860"/>
                  </a:lnTo>
                  <a:lnTo>
                    <a:pt x="741" y="861"/>
                  </a:lnTo>
                  <a:lnTo>
                    <a:pt x="741" y="860"/>
                  </a:lnTo>
                  <a:lnTo>
                    <a:pt x="743" y="857"/>
                  </a:lnTo>
                  <a:lnTo>
                    <a:pt x="743" y="855"/>
                  </a:lnTo>
                  <a:lnTo>
                    <a:pt x="743" y="855"/>
                  </a:lnTo>
                  <a:lnTo>
                    <a:pt x="742" y="856"/>
                  </a:lnTo>
                  <a:lnTo>
                    <a:pt x="739" y="859"/>
                  </a:lnTo>
                  <a:lnTo>
                    <a:pt x="737" y="863"/>
                  </a:lnTo>
                  <a:lnTo>
                    <a:pt x="737" y="864"/>
                  </a:lnTo>
                  <a:lnTo>
                    <a:pt x="734" y="867"/>
                  </a:lnTo>
                  <a:lnTo>
                    <a:pt x="735" y="868"/>
                  </a:lnTo>
                  <a:lnTo>
                    <a:pt x="735" y="868"/>
                  </a:lnTo>
                  <a:lnTo>
                    <a:pt x="738" y="864"/>
                  </a:lnTo>
                  <a:lnTo>
                    <a:pt x="741" y="864"/>
                  </a:lnTo>
                  <a:lnTo>
                    <a:pt x="739" y="865"/>
                  </a:lnTo>
                  <a:lnTo>
                    <a:pt x="738" y="868"/>
                  </a:lnTo>
                  <a:lnTo>
                    <a:pt x="738" y="868"/>
                  </a:lnTo>
                  <a:lnTo>
                    <a:pt x="741" y="867"/>
                  </a:lnTo>
                  <a:lnTo>
                    <a:pt x="742" y="867"/>
                  </a:lnTo>
                  <a:lnTo>
                    <a:pt x="742" y="867"/>
                  </a:lnTo>
                  <a:lnTo>
                    <a:pt x="743" y="865"/>
                  </a:lnTo>
                  <a:lnTo>
                    <a:pt x="743" y="865"/>
                  </a:lnTo>
                  <a:close/>
                  <a:moveTo>
                    <a:pt x="741" y="865"/>
                  </a:moveTo>
                  <a:lnTo>
                    <a:pt x="742" y="863"/>
                  </a:lnTo>
                  <a:lnTo>
                    <a:pt x="745" y="859"/>
                  </a:lnTo>
                  <a:lnTo>
                    <a:pt x="743" y="863"/>
                  </a:lnTo>
                  <a:lnTo>
                    <a:pt x="742" y="864"/>
                  </a:lnTo>
                  <a:lnTo>
                    <a:pt x="741" y="865"/>
                  </a:lnTo>
                  <a:lnTo>
                    <a:pt x="741" y="865"/>
                  </a:lnTo>
                  <a:close/>
                  <a:moveTo>
                    <a:pt x="932" y="1060"/>
                  </a:moveTo>
                  <a:lnTo>
                    <a:pt x="932" y="1060"/>
                  </a:lnTo>
                  <a:lnTo>
                    <a:pt x="931" y="1058"/>
                  </a:lnTo>
                  <a:lnTo>
                    <a:pt x="932" y="1058"/>
                  </a:lnTo>
                  <a:lnTo>
                    <a:pt x="932" y="1056"/>
                  </a:lnTo>
                  <a:lnTo>
                    <a:pt x="935" y="1054"/>
                  </a:lnTo>
                  <a:lnTo>
                    <a:pt x="935" y="1054"/>
                  </a:lnTo>
                  <a:lnTo>
                    <a:pt x="935" y="1054"/>
                  </a:lnTo>
                  <a:lnTo>
                    <a:pt x="935" y="1054"/>
                  </a:lnTo>
                  <a:lnTo>
                    <a:pt x="932" y="1056"/>
                  </a:lnTo>
                  <a:lnTo>
                    <a:pt x="931" y="1058"/>
                  </a:lnTo>
                  <a:lnTo>
                    <a:pt x="931" y="1060"/>
                  </a:lnTo>
                  <a:lnTo>
                    <a:pt x="932" y="1060"/>
                  </a:lnTo>
                  <a:lnTo>
                    <a:pt x="932" y="1060"/>
                  </a:lnTo>
                  <a:lnTo>
                    <a:pt x="932" y="1060"/>
                  </a:lnTo>
                  <a:close/>
                  <a:moveTo>
                    <a:pt x="1003" y="1072"/>
                  </a:moveTo>
                  <a:lnTo>
                    <a:pt x="1003" y="1071"/>
                  </a:lnTo>
                  <a:lnTo>
                    <a:pt x="1003" y="1069"/>
                  </a:lnTo>
                  <a:lnTo>
                    <a:pt x="1003" y="1066"/>
                  </a:lnTo>
                  <a:lnTo>
                    <a:pt x="1001" y="1065"/>
                  </a:lnTo>
                  <a:lnTo>
                    <a:pt x="1003" y="1064"/>
                  </a:lnTo>
                  <a:lnTo>
                    <a:pt x="1003" y="1062"/>
                  </a:lnTo>
                  <a:lnTo>
                    <a:pt x="1003" y="1064"/>
                  </a:lnTo>
                  <a:lnTo>
                    <a:pt x="1004" y="1065"/>
                  </a:lnTo>
                  <a:lnTo>
                    <a:pt x="1004" y="1066"/>
                  </a:lnTo>
                  <a:lnTo>
                    <a:pt x="1003" y="1068"/>
                  </a:lnTo>
                  <a:lnTo>
                    <a:pt x="1003" y="1068"/>
                  </a:lnTo>
                  <a:lnTo>
                    <a:pt x="1004" y="1069"/>
                  </a:lnTo>
                  <a:lnTo>
                    <a:pt x="1004" y="1071"/>
                  </a:lnTo>
                  <a:lnTo>
                    <a:pt x="1004" y="1072"/>
                  </a:lnTo>
                  <a:lnTo>
                    <a:pt x="1003" y="1072"/>
                  </a:lnTo>
                  <a:lnTo>
                    <a:pt x="1003" y="1072"/>
                  </a:lnTo>
                  <a:close/>
                  <a:moveTo>
                    <a:pt x="1006" y="1073"/>
                  </a:moveTo>
                  <a:lnTo>
                    <a:pt x="1006" y="1072"/>
                  </a:lnTo>
                  <a:lnTo>
                    <a:pt x="1007" y="1072"/>
                  </a:lnTo>
                  <a:lnTo>
                    <a:pt x="1007" y="1073"/>
                  </a:lnTo>
                  <a:lnTo>
                    <a:pt x="1006" y="1075"/>
                  </a:lnTo>
                  <a:lnTo>
                    <a:pt x="1006" y="1073"/>
                  </a:lnTo>
                  <a:lnTo>
                    <a:pt x="1006" y="1073"/>
                  </a:lnTo>
                  <a:close/>
                  <a:moveTo>
                    <a:pt x="1033" y="974"/>
                  </a:moveTo>
                  <a:lnTo>
                    <a:pt x="1034" y="971"/>
                  </a:lnTo>
                  <a:lnTo>
                    <a:pt x="1035" y="970"/>
                  </a:lnTo>
                  <a:lnTo>
                    <a:pt x="1035" y="971"/>
                  </a:lnTo>
                  <a:lnTo>
                    <a:pt x="1035" y="974"/>
                  </a:lnTo>
                  <a:lnTo>
                    <a:pt x="1034" y="974"/>
                  </a:lnTo>
                  <a:lnTo>
                    <a:pt x="1034" y="974"/>
                  </a:lnTo>
                  <a:lnTo>
                    <a:pt x="1033" y="974"/>
                  </a:lnTo>
                  <a:lnTo>
                    <a:pt x="1033" y="974"/>
                  </a:lnTo>
                  <a:close/>
                  <a:moveTo>
                    <a:pt x="1025" y="994"/>
                  </a:moveTo>
                  <a:lnTo>
                    <a:pt x="1025" y="996"/>
                  </a:lnTo>
                  <a:lnTo>
                    <a:pt x="1026" y="996"/>
                  </a:lnTo>
                  <a:lnTo>
                    <a:pt x="1026" y="996"/>
                  </a:lnTo>
                  <a:lnTo>
                    <a:pt x="1027" y="996"/>
                  </a:lnTo>
                  <a:lnTo>
                    <a:pt x="1027" y="994"/>
                  </a:lnTo>
                  <a:lnTo>
                    <a:pt x="1026" y="994"/>
                  </a:lnTo>
                  <a:lnTo>
                    <a:pt x="1025" y="994"/>
                  </a:lnTo>
                  <a:lnTo>
                    <a:pt x="1025" y="994"/>
                  </a:lnTo>
                  <a:close/>
                  <a:moveTo>
                    <a:pt x="1039" y="1019"/>
                  </a:moveTo>
                  <a:lnTo>
                    <a:pt x="1038" y="1015"/>
                  </a:lnTo>
                  <a:lnTo>
                    <a:pt x="1038" y="1015"/>
                  </a:lnTo>
                  <a:lnTo>
                    <a:pt x="1039" y="1015"/>
                  </a:lnTo>
                  <a:lnTo>
                    <a:pt x="1041" y="1016"/>
                  </a:lnTo>
                  <a:lnTo>
                    <a:pt x="1041" y="1015"/>
                  </a:lnTo>
                  <a:lnTo>
                    <a:pt x="1042" y="1016"/>
                  </a:lnTo>
                  <a:lnTo>
                    <a:pt x="1042" y="1018"/>
                  </a:lnTo>
                  <a:lnTo>
                    <a:pt x="1041" y="1019"/>
                  </a:lnTo>
                  <a:lnTo>
                    <a:pt x="1041" y="1019"/>
                  </a:lnTo>
                  <a:lnTo>
                    <a:pt x="1039" y="1019"/>
                  </a:lnTo>
                  <a:lnTo>
                    <a:pt x="1039" y="1019"/>
                  </a:lnTo>
                  <a:close/>
                  <a:moveTo>
                    <a:pt x="1033" y="1018"/>
                  </a:moveTo>
                  <a:lnTo>
                    <a:pt x="1034" y="1019"/>
                  </a:lnTo>
                  <a:lnTo>
                    <a:pt x="1035" y="1018"/>
                  </a:lnTo>
                  <a:lnTo>
                    <a:pt x="1035" y="1016"/>
                  </a:lnTo>
                  <a:lnTo>
                    <a:pt x="1035" y="1016"/>
                  </a:lnTo>
                  <a:lnTo>
                    <a:pt x="1035" y="1016"/>
                  </a:lnTo>
                  <a:lnTo>
                    <a:pt x="1037" y="1018"/>
                  </a:lnTo>
                  <a:lnTo>
                    <a:pt x="1035" y="1019"/>
                  </a:lnTo>
                  <a:lnTo>
                    <a:pt x="1033" y="1020"/>
                  </a:lnTo>
                  <a:lnTo>
                    <a:pt x="1031" y="1020"/>
                  </a:lnTo>
                  <a:lnTo>
                    <a:pt x="1031" y="1019"/>
                  </a:lnTo>
                  <a:lnTo>
                    <a:pt x="1033" y="1018"/>
                  </a:lnTo>
                  <a:lnTo>
                    <a:pt x="1033" y="1018"/>
                  </a:lnTo>
                  <a:close/>
                  <a:moveTo>
                    <a:pt x="1010" y="1054"/>
                  </a:moveTo>
                  <a:lnTo>
                    <a:pt x="1011" y="1053"/>
                  </a:lnTo>
                  <a:lnTo>
                    <a:pt x="1011" y="1054"/>
                  </a:lnTo>
                  <a:lnTo>
                    <a:pt x="1011" y="1054"/>
                  </a:lnTo>
                  <a:lnTo>
                    <a:pt x="1010" y="1054"/>
                  </a:lnTo>
                  <a:lnTo>
                    <a:pt x="1010" y="1054"/>
                  </a:lnTo>
                  <a:close/>
                  <a:moveTo>
                    <a:pt x="1039" y="1046"/>
                  </a:moveTo>
                  <a:lnTo>
                    <a:pt x="1039" y="1047"/>
                  </a:lnTo>
                  <a:lnTo>
                    <a:pt x="1041" y="1047"/>
                  </a:lnTo>
                  <a:lnTo>
                    <a:pt x="1044" y="1047"/>
                  </a:lnTo>
                  <a:lnTo>
                    <a:pt x="1044" y="1047"/>
                  </a:lnTo>
                  <a:lnTo>
                    <a:pt x="1041" y="1046"/>
                  </a:lnTo>
                  <a:lnTo>
                    <a:pt x="1039" y="1046"/>
                  </a:lnTo>
                  <a:lnTo>
                    <a:pt x="1039" y="1046"/>
                  </a:lnTo>
                  <a:close/>
                  <a:moveTo>
                    <a:pt x="1008" y="992"/>
                  </a:moveTo>
                  <a:lnTo>
                    <a:pt x="1007" y="993"/>
                  </a:lnTo>
                  <a:lnTo>
                    <a:pt x="1004" y="996"/>
                  </a:lnTo>
                  <a:lnTo>
                    <a:pt x="1003" y="996"/>
                  </a:lnTo>
                  <a:lnTo>
                    <a:pt x="1003" y="997"/>
                  </a:lnTo>
                  <a:lnTo>
                    <a:pt x="1003" y="999"/>
                  </a:lnTo>
                  <a:lnTo>
                    <a:pt x="1001" y="999"/>
                  </a:lnTo>
                  <a:lnTo>
                    <a:pt x="1001" y="1000"/>
                  </a:lnTo>
                  <a:lnTo>
                    <a:pt x="1001" y="1000"/>
                  </a:lnTo>
                  <a:lnTo>
                    <a:pt x="1001" y="1001"/>
                  </a:lnTo>
                  <a:lnTo>
                    <a:pt x="999" y="1001"/>
                  </a:lnTo>
                  <a:lnTo>
                    <a:pt x="997" y="1003"/>
                  </a:lnTo>
                  <a:lnTo>
                    <a:pt x="997" y="1004"/>
                  </a:lnTo>
                  <a:lnTo>
                    <a:pt x="999" y="1004"/>
                  </a:lnTo>
                  <a:lnTo>
                    <a:pt x="999" y="1005"/>
                  </a:lnTo>
                  <a:lnTo>
                    <a:pt x="997" y="1005"/>
                  </a:lnTo>
                  <a:lnTo>
                    <a:pt x="996" y="1005"/>
                  </a:lnTo>
                  <a:lnTo>
                    <a:pt x="995" y="1008"/>
                  </a:lnTo>
                  <a:lnTo>
                    <a:pt x="995" y="1009"/>
                  </a:lnTo>
                  <a:lnTo>
                    <a:pt x="992" y="1015"/>
                  </a:lnTo>
                  <a:lnTo>
                    <a:pt x="992" y="1016"/>
                  </a:lnTo>
                  <a:lnTo>
                    <a:pt x="992" y="1016"/>
                  </a:lnTo>
                  <a:lnTo>
                    <a:pt x="992" y="1018"/>
                  </a:lnTo>
                  <a:lnTo>
                    <a:pt x="992" y="1019"/>
                  </a:lnTo>
                  <a:lnTo>
                    <a:pt x="991" y="1018"/>
                  </a:lnTo>
                  <a:lnTo>
                    <a:pt x="991" y="1018"/>
                  </a:lnTo>
                  <a:lnTo>
                    <a:pt x="988" y="1019"/>
                  </a:lnTo>
                  <a:lnTo>
                    <a:pt x="987" y="1020"/>
                  </a:lnTo>
                  <a:lnTo>
                    <a:pt x="987" y="1022"/>
                  </a:lnTo>
                  <a:lnTo>
                    <a:pt x="988" y="1022"/>
                  </a:lnTo>
                  <a:lnTo>
                    <a:pt x="989" y="1023"/>
                  </a:lnTo>
                  <a:lnTo>
                    <a:pt x="988" y="1024"/>
                  </a:lnTo>
                  <a:lnTo>
                    <a:pt x="988" y="1026"/>
                  </a:lnTo>
                  <a:lnTo>
                    <a:pt x="987" y="1027"/>
                  </a:lnTo>
                  <a:lnTo>
                    <a:pt x="984" y="1026"/>
                  </a:lnTo>
                  <a:lnTo>
                    <a:pt x="982" y="1027"/>
                  </a:lnTo>
                  <a:lnTo>
                    <a:pt x="982" y="1028"/>
                  </a:lnTo>
                  <a:lnTo>
                    <a:pt x="981" y="1030"/>
                  </a:lnTo>
                  <a:lnTo>
                    <a:pt x="980" y="1033"/>
                  </a:lnTo>
                  <a:lnTo>
                    <a:pt x="978" y="1034"/>
                  </a:lnTo>
                  <a:lnTo>
                    <a:pt x="977" y="1034"/>
                  </a:lnTo>
                  <a:lnTo>
                    <a:pt x="977" y="1033"/>
                  </a:lnTo>
                  <a:lnTo>
                    <a:pt x="976" y="1034"/>
                  </a:lnTo>
                  <a:lnTo>
                    <a:pt x="976" y="1033"/>
                  </a:lnTo>
                  <a:lnTo>
                    <a:pt x="976" y="1031"/>
                  </a:lnTo>
                  <a:lnTo>
                    <a:pt x="977" y="1030"/>
                  </a:lnTo>
                  <a:lnTo>
                    <a:pt x="978" y="1028"/>
                  </a:lnTo>
                  <a:lnTo>
                    <a:pt x="977" y="1030"/>
                  </a:lnTo>
                  <a:lnTo>
                    <a:pt x="976" y="1031"/>
                  </a:lnTo>
                  <a:lnTo>
                    <a:pt x="972" y="1033"/>
                  </a:lnTo>
                  <a:lnTo>
                    <a:pt x="970" y="1037"/>
                  </a:lnTo>
                  <a:lnTo>
                    <a:pt x="972" y="1037"/>
                  </a:lnTo>
                  <a:lnTo>
                    <a:pt x="973" y="1035"/>
                  </a:lnTo>
                  <a:lnTo>
                    <a:pt x="977" y="1035"/>
                  </a:lnTo>
                  <a:lnTo>
                    <a:pt x="981" y="1035"/>
                  </a:lnTo>
                  <a:lnTo>
                    <a:pt x="978" y="1037"/>
                  </a:lnTo>
                  <a:lnTo>
                    <a:pt x="976" y="1041"/>
                  </a:lnTo>
                  <a:lnTo>
                    <a:pt x="974" y="1043"/>
                  </a:lnTo>
                  <a:lnTo>
                    <a:pt x="972" y="1045"/>
                  </a:lnTo>
                  <a:lnTo>
                    <a:pt x="969" y="1047"/>
                  </a:lnTo>
                  <a:lnTo>
                    <a:pt x="966" y="1047"/>
                  </a:lnTo>
                  <a:lnTo>
                    <a:pt x="966" y="1049"/>
                  </a:lnTo>
                  <a:lnTo>
                    <a:pt x="966" y="1050"/>
                  </a:lnTo>
                  <a:lnTo>
                    <a:pt x="966" y="1052"/>
                  </a:lnTo>
                  <a:lnTo>
                    <a:pt x="966" y="1053"/>
                  </a:lnTo>
                  <a:lnTo>
                    <a:pt x="969" y="1053"/>
                  </a:lnTo>
                  <a:lnTo>
                    <a:pt x="972" y="1054"/>
                  </a:lnTo>
                  <a:lnTo>
                    <a:pt x="974" y="1054"/>
                  </a:lnTo>
                  <a:lnTo>
                    <a:pt x="976" y="1053"/>
                  </a:lnTo>
                  <a:lnTo>
                    <a:pt x="978" y="1052"/>
                  </a:lnTo>
                  <a:lnTo>
                    <a:pt x="980" y="1050"/>
                  </a:lnTo>
                  <a:lnTo>
                    <a:pt x="981" y="1049"/>
                  </a:lnTo>
                  <a:lnTo>
                    <a:pt x="981" y="1050"/>
                  </a:lnTo>
                  <a:lnTo>
                    <a:pt x="980" y="1052"/>
                  </a:lnTo>
                  <a:lnTo>
                    <a:pt x="982" y="1053"/>
                  </a:lnTo>
                  <a:lnTo>
                    <a:pt x="985" y="1052"/>
                  </a:lnTo>
                  <a:lnTo>
                    <a:pt x="985" y="1053"/>
                  </a:lnTo>
                  <a:lnTo>
                    <a:pt x="989" y="1053"/>
                  </a:lnTo>
                  <a:lnTo>
                    <a:pt x="992" y="1053"/>
                  </a:lnTo>
                  <a:lnTo>
                    <a:pt x="992" y="1054"/>
                  </a:lnTo>
                  <a:lnTo>
                    <a:pt x="993" y="1056"/>
                  </a:lnTo>
                  <a:lnTo>
                    <a:pt x="996" y="1056"/>
                  </a:lnTo>
                  <a:lnTo>
                    <a:pt x="996" y="1054"/>
                  </a:lnTo>
                  <a:lnTo>
                    <a:pt x="997" y="1056"/>
                  </a:lnTo>
                  <a:lnTo>
                    <a:pt x="999" y="1056"/>
                  </a:lnTo>
                  <a:lnTo>
                    <a:pt x="1000" y="1054"/>
                  </a:lnTo>
                  <a:lnTo>
                    <a:pt x="1000" y="1054"/>
                  </a:lnTo>
                  <a:lnTo>
                    <a:pt x="1001" y="1054"/>
                  </a:lnTo>
                  <a:lnTo>
                    <a:pt x="1003" y="1054"/>
                  </a:lnTo>
                  <a:lnTo>
                    <a:pt x="1004" y="1054"/>
                  </a:lnTo>
                  <a:lnTo>
                    <a:pt x="1006" y="1053"/>
                  </a:lnTo>
                  <a:lnTo>
                    <a:pt x="1007" y="1053"/>
                  </a:lnTo>
                  <a:lnTo>
                    <a:pt x="1008" y="1054"/>
                  </a:lnTo>
                  <a:lnTo>
                    <a:pt x="1008" y="1053"/>
                  </a:lnTo>
                  <a:lnTo>
                    <a:pt x="1008" y="1052"/>
                  </a:lnTo>
                  <a:lnTo>
                    <a:pt x="1008" y="1050"/>
                  </a:lnTo>
                  <a:lnTo>
                    <a:pt x="1008" y="1050"/>
                  </a:lnTo>
                  <a:lnTo>
                    <a:pt x="1010" y="1049"/>
                  </a:lnTo>
                  <a:lnTo>
                    <a:pt x="1011" y="1049"/>
                  </a:lnTo>
                  <a:lnTo>
                    <a:pt x="1010" y="1049"/>
                  </a:lnTo>
                  <a:lnTo>
                    <a:pt x="1010" y="1052"/>
                  </a:lnTo>
                  <a:lnTo>
                    <a:pt x="1010" y="1053"/>
                  </a:lnTo>
                  <a:lnTo>
                    <a:pt x="1011" y="1052"/>
                  </a:lnTo>
                  <a:lnTo>
                    <a:pt x="1012" y="1050"/>
                  </a:lnTo>
                  <a:lnTo>
                    <a:pt x="1012" y="1049"/>
                  </a:lnTo>
                  <a:lnTo>
                    <a:pt x="1012" y="1052"/>
                  </a:lnTo>
                  <a:lnTo>
                    <a:pt x="1012" y="1053"/>
                  </a:lnTo>
                  <a:lnTo>
                    <a:pt x="1012" y="1054"/>
                  </a:lnTo>
                  <a:lnTo>
                    <a:pt x="1014" y="1053"/>
                  </a:lnTo>
                  <a:lnTo>
                    <a:pt x="1014" y="1053"/>
                  </a:lnTo>
                  <a:lnTo>
                    <a:pt x="1014" y="1054"/>
                  </a:lnTo>
                  <a:lnTo>
                    <a:pt x="1011" y="1056"/>
                  </a:lnTo>
                  <a:lnTo>
                    <a:pt x="1008" y="1057"/>
                  </a:lnTo>
                  <a:lnTo>
                    <a:pt x="1010" y="1057"/>
                  </a:lnTo>
                  <a:lnTo>
                    <a:pt x="1010" y="1057"/>
                  </a:lnTo>
                  <a:lnTo>
                    <a:pt x="1012" y="1057"/>
                  </a:lnTo>
                  <a:lnTo>
                    <a:pt x="1012" y="1057"/>
                  </a:lnTo>
                  <a:lnTo>
                    <a:pt x="1014" y="1057"/>
                  </a:lnTo>
                  <a:lnTo>
                    <a:pt x="1015" y="1058"/>
                  </a:lnTo>
                  <a:lnTo>
                    <a:pt x="1015" y="1057"/>
                  </a:lnTo>
                  <a:lnTo>
                    <a:pt x="1018" y="1057"/>
                  </a:lnTo>
                  <a:lnTo>
                    <a:pt x="1018" y="1056"/>
                  </a:lnTo>
                  <a:lnTo>
                    <a:pt x="1018" y="1053"/>
                  </a:lnTo>
                  <a:lnTo>
                    <a:pt x="1019" y="1054"/>
                  </a:lnTo>
                  <a:lnTo>
                    <a:pt x="1022" y="1054"/>
                  </a:lnTo>
                  <a:lnTo>
                    <a:pt x="1022" y="1056"/>
                  </a:lnTo>
                  <a:lnTo>
                    <a:pt x="1023" y="1056"/>
                  </a:lnTo>
                  <a:lnTo>
                    <a:pt x="1025" y="1054"/>
                  </a:lnTo>
                  <a:lnTo>
                    <a:pt x="1027" y="1056"/>
                  </a:lnTo>
                  <a:lnTo>
                    <a:pt x="1026" y="1056"/>
                  </a:lnTo>
                  <a:lnTo>
                    <a:pt x="1026" y="1057"/>
                  </a:lnTo>
                  <a:lnTo>
                    <a:pt x="1023" y="1058"/>
                  </a:lnTo>
                  <a:lnTo>
                    <a:pt x="1020" y="1058"/>
                  </a:lnTo>
                  <a:lnTo>
                    <a:pt x="1019" y="1060"/>
                  </a:lnTo>
                  <a:lnTo>
                    <a:pt x="1019" y="1061"/>
                  </a:lnTo>
                  <a:lnTo>
                    <a:pt x="1018" y="1061"/>
                  </a:lnTo>
                  <a:lnTo>
                    <a:pt x="1018" y="1062"/>
                  </a:lnTo>
                  <a:lnTo>
                    <a:pt x="1016" y="1062"/>
                  </a:lnTo>
                  <a:lnTo>
                    <a:pt x="1015" y="1062"/>
                  </a:lnTo>
                  <a:lnTo>
                    <a:pt x="1015" y="1064"/>
                  </a:lnTo>
                  <a:lnTo>
                    <a:pt x="1014" y="1065"/>
                  </a:lnTo>
                  <a:lnTo>
                    <a:pt x="1011" y="1065"/>
                  </a:lnTo>
                  <a:lnTo>
                    <a:pt x="1010" y="1066"/>
                  </a:lnTo>
                  <a:lnTo>
                    <a:pt x="1008" y="1068"/>
                  </a:lnTo>
                  <a:lnTo>
                    <a:pt x="1010" y="1069"/>
                  </a:lnTo>
                  <a:lnTo>
                    <a:pt x="1010" y="1069"/>
                  </a:lnTo>
                  <a:lnTo>
                    <a:pt x="1012" y="1069"/>
                  </a:lnTo>
                  <a:lnTo>
                    <a:pt x="1012" y="1068"/>
                  </a:lnTo>
                  <a:lnTo>
                    <a:pt x="1014" y="1068"/>
                  </a:lnTo>
                  <a:lnTo>
                    <a:pt x="1015" y="1068"/>
                  </a:lnTo>
                  <a:lnTo>
                    <a:pt x="1015" y="1069"/>
                  </a:lnTo>
                  <a:lnTo>
                    <a:pt x="1015" y="1069"/>
                  </a:lnTo>
                  <a:lnTo>
                    <a:pt x="1018" y="1069"/>
                  </a:lnTo>
                  <a:lnTo>
                    <a:pt x="1019" y="1068"/>
                  </a:lnTo>
                  <a:lnTo>
                    <a:pt x="1019" y="1066"/>
                  </a:lnTo>
                  <a:lnTo>
                    <a:pt x="1020" y="1066"/>
                  </a:lnTo>
                  <a:lnTo>
                    <a:pt x="1020" y="1065"/>
                  </a:lnTo>
                  <a:lnTo>
                    <a:pt x="1020" y="1062"/>
                  </a:lnTo>
                  <a:lnTo>
                    <a:pt x="1022" y="1062"/>
                  </a:lnTo>
                  <a:lnTo>
                    <a:pt x="1025" y="1060"/>
                  </a:lnTo>
                  <a:lnTo>
                    <a:pt x="1026" y="1058"/>
                  </a:lnTo>
                  <a:lnTo>
                    <a:pt x="1027" y="1060"/>
                  </a:lnTo>
                  <a:lnTo>
                    <a:pt x="1029" y="1060"/>
                  </a:lnTo>
                  <a:lnTo>
                    <a:pt x="1027" y="1061"/>
                  </a:lnTo>
                  <a:lnTo>
                    <a:pt x="1029" y="1061"/>
                  </a:lnTo>
                  <a:lnTo>
                    <a:pt x="1030" y="1060"/>
                  </a:lnTo>
                  <a:lnTo>
                    <a:pt x="1031" y="1057"/>
                  </a:lnTo>
                  <a:lnTo>
                    <a:pt x="1033" y="1054"/>
                  </a:lnTo>
                  <a:lnTo>
                    <a:pt x="1033" y="1052"/>
                  </a:lnTo>
                  <a:lnTo>
                    <a:pt x="1033" y="1050"/>
                  </a:lnTo>
                  <a:lnTo>
                    <a:pt x="1034" y="1050"/>
                  </a:lnTo>
                  <a:lnTo>
                    <a:pt x="1034" y="1052"/>
                  </a:lnTo>
                  <a:lnTo>
                    <a:pt x="1035" y="1052"/>
                  </a:lnTo>
                  <a:lnTo>
                    <a:pt x="1037" y="1053"/>
                  </a:lnTo>
                  <a:lnTo>
                    <a:pt x="1037" y="1056"/>
                  </a:lnTo>
                  <a:lnTo>
                    <a:pt x="1037" y="1057"/>
                  </a:lnTo>
                  <a:lnTo>
                    <a:pt x="1037" y="1058"/>
                  </a:lnTo>
                  <a:lnTo>
                    <a:pt x="1037" y="1060"/>
                  </a:lnTo>
                  <a:lnTo>
                    <a:pt x="1037" y="1061"/>
                  </a:lnTo>
                  <a:lnTo>
                    <a:pt x="1034" y="1064"/>
                  </a:lnTo>
                  <a:lnTo>
                    <a:pt x="1033" y="1068"/>
                  </a:lnTo>
                  <a:lnTo>
                    <a:pt x="1033" y="1069"/>
                  </a:lnTo>
                  <a:lnTo>
                    <a:pt x="1031" y="1071"/>
                  </a:lnTo>
                  <a:lnTo>
                    <a:pt x="1031" y="1072"/>
                  </a:lnTo>
                  <a:lnTo>
                    <a:pt x="1033" y="1072"/>
                  </a:lnTo>
                  <a:lnTo>
                    <a:pt x="1035" y="1071"/>
                  </a:lnTo>
                  <a:lnTo>
                    <a:pt x="1037" y="1068"/>
                  </a:lnTo>
                  <a:lnTo>
                    <a:pt x="1038" y="1068"/>
                  </a:lnTo>
                  <a:lnTo>
                    <a:pt x="1039" y="1065"/>
                  </a:lnTo>
                  <a:lnTo>
                    <a:pt x="1041" y="1064"/>
                  </a:lnTo>
                  <a:lnTo>
                    <a:pt x="1041" y="1064"/>
                  </a:lnTo>
                  <a:lnTo>
                    <a:pt x="1044" y="1064"/>
                  </a:lnTo>
                  <a:lnTo>
                    <a:pt x="1044" y="1065"/>
                  </a:lnTo>
                  <a:lnTo>
                    <a:pt x="1042" y="1065"/>
                  </a:lnTo>
                  <a:lnTo>
                    <a:pt x="1039" y="1068"/>
                  </a:lnTo>
                  <a:lnTo>
                    <a:pt x="1039" y="1069"/>
                  </a:lnTo>
                  <a:lnTo>
                    <a:pt x="1039" y="1072"/>
                  </a:lnTo>
                  <a:lnTo>
                    <a:pt x="1039" y="1072"/>
                  </a:lnTo>
                  <a:lnTo>
                    <a:pt x="1039" y="1075"/>
                  </a:lnTo>
                  <a:lnTo>
                    <a:pt x="1041" y="1076"/>
                  </a:lnTo>
                  <a:lnTo>
                    <a:pt x="1042" y="1075"/>
                  </a:lnTo>
                  <a:lnTo>
                    <a:pt x="1044" y="1073"/>
                  </a:lnTo>
                  <a:lnTo>
                    <a:pt x="1044" y="1073"/>
                  </a:lnTo>
                  <a:lnTo>
                    <a:pt x="1045" y="1073"/>
                  </a:lnTo>
                  <a:lnTo>
                    <a:pt x="1045" y="1073"/>
                  </a:lnTo>
                  <a:lnTo>
                    <a:pt x="1045" y="1075"/>
                  </a:lnTo>
                  <a:lnTo>
                    <a:pt x="1046" y="1075"/>
                  </a:lnTo>
                  <a:lnTo>
                    <a:pt x="1049" y="1075"/>
                  </a:lnTo>
                  <a:lnTo>
                    <a:pt x="1049" y="1073"/>
                  </a:lnTo>
                  <a:lnTo>
                    <a:pt x="1049" y="1072"/>
                  </a:lnTo>
                  <a:lnTo>
                    <a:pt x="1050" y="1071"/>
                  </a:lnTo>
                  <a:lnTo>
                    <a:pt x="1050" y="1069"/>
                  </a:lnTo>
                  <a:lnTo>
                    <a:pt x="1050" y="1069"/>
                  </a:lnTo>
                  <a:lnTo>
                    <a:pt x="1050" y="1068"/>
                  </a:lnTo>
                  <a:lnTo>
                    <a:pt x="1050" y="1066"/>
                  </a:lnTo>
                  <a:lnTo>
                    <a:pt x="1050" y="1064"/>
                  </a:lnTo>
                  <a:lnTo>
                    <a:pt x="1053" y="1061"/>
                  </a:lnTo>
                  <a:lnTo>
                    <a:pt x="1054" y="1058"/>
                  </a:lnTo>
                  <a:lnTo>
                    <a:pt x="1054" y="1054"/>
                  </a:lnTo>
                  <a:lnTo>
                    <a:pt x="1054" y="1053"/>
                  </a:lnTo>
                  <a:lnTo>
                    <a:pt x="1053" y="1053"/>
                  </a:lnTo>
                  <a:lnTo>
                    <a:pt x="1053" y="1054"/>
                  </a:lnTo>
                  <a:lnTo>
                    <a:pt x="1053" y="1056"/>
                  </a:lnTo>
                  <a:lnTo>
                    <a:pt x="1050" y="1057"/>
                  </a:lnTo>
                  <a:lnTo>
                    <a:pt x="1049" y="1060"/>
                  </a:lnTo>
                  <a:lnTo>
                    <a:pt x="1048" y="1060"/>
                  </a:lnTo>
                  <a:lnTo>
                    <a:pt x="1046" y="1058"/>
                  </a:lnTo>
                  <a:lnTo>
                    <a:pt x="1048" y="1056"/>
                  </a:lnTo>
                  <a:lnTo>
                    <a:pt x="1048" y="1054"/>
                  </a:lnTo>
                  <a:lnTo>
                    <a:pt x="1049" y="1052"/>
                  </a:lnTo>
                  <a:lnTo>
                    <a:pt x="1050" y="1052"/>
                  </a:lnTo>
                  <a:lnTo>
                    <a:pt x="1052" y="1049"/>
                  </a:lnTo>
                  <a:lnTo>
                    <a:pt x="1053" y="1049"/>
                  </a:lnTo>
                  <a:lnTo>
                    <a:pt x="1054" y="1049"/>
                  </a:lnTo>
                  <a:lnTo>
                    <a:pt x="1053" y="1047"/>
                  </a:lnTo>
                  <a:lnTo>
                    <a:pt x="1052" y="1049"/>
                  </a:lnTo>
                  <a:lnTo>
                    <a:pt x="1052" y="1049"/>
                  </a:lnTo>
                  <a:lnTo>
                    <a:pt x="1049" y="1049"/>
                  </a:lnTo>
                  <a:lnTo>
                    <a:pt x="1048" y="1050"/>
                  </a:lnTo>
                  <a:lnTo>
                    <a:pt x="1046" y="1052"/>
                  </a:lnTo>
                  <a:lnTo>
                    <a:pt x="1046" y="1053"/>
                  </a:lnTo>
                  <a:lnTo>
                    <a:pt x="1042" y="1054"/>
                  </a:lnTo>
                  <a:lnTo>
                    <a:pt x="1042" y="1056"/>
                  </a:lnTo>
                  <a:lnTo>
                    <a:pt x="1041" y="1057"/>
                  </a:lnTo>
                  <a:lnTo>
                    <a:pt x="1039" y="1056"/>
                  </a:lnTo>
                  <a:lnTo>
                    <a:pt x="1039" y="1054"/>
                  </a:lnTo>
                  <a:lnTo>
                    <a:pt x="1038" y="1052"/>
                  </a:lnTo>
                  <a:lnTo>
                    <a:pt x="1038" y="1050"/>
                  </a:lnTo>
                  <a:lnTo>
                    <a:pt x="1039" y="1052"/>
                  </a:lnTo>
                  <a:lnTo>
                    <a:pt x="1039" y="1052"/>
                  </a:lnTo>
                  <a:lnTo>
                    <a:pt x="1042" y="1049"/>
                  </a:lnTo>
                  <a:lnTo>
                    <a:pt x="1041" y="1050"/>
                  </a:lnTo>
                  <a:lnTo>
                    <a:pt x="1038" y="1049"/>
                  </a:lnTo>
                  <a:lnTo>
                    <a:pt x="1039" y="1049"/>
                  </a:lnTo>
                  <a:lnTo>
                    <a:pt x="1042" y="1049"/>
                  </a:lnTo>
                  <a:lnTo>
                    <a:pt x="1039" y="1049"/>
                  </a:lnTo>
                  <a:lnTo>
                    <a:pt x="1039" y="1047"/>
                  </a:lnTo>
                  <a:lnTo>
                    <a:pt x="1039" y="1046"/>
                  </a:lnTo>
                  <a:lnTo>
                    <a:pt x="1039" y="1045"/>
                  </a:lnTo>
                  <a:lnTo>
                    <a:pt x="1042" y="1045"/>
                  </a:lnTo>
                  <a:lnTo>
                    <a:pt x="1042" y="1045"/>
                  </a:lnTo>
                  <a:lnTo>
                    <a:pt x="1045" y="1043"/>
                  </a:lnTo>
                  <a:lnTo>
                    <a:pt x="1046" y="1041"/>
                  </a:lnTo>
                  <a:lnTo>
                    <a:pt x="1048" y="1041"/>
                  </a:lnTo>
                  <a:lnTo>
                    <a:pt x="1049" y="1042"/>
                  </a:lnTo>
                  <a:lnTo>
                    <a:pt x="1052" y="1039"/>
                  </a:lnTo>
                  <a:lnTo>
                    <a:pt x="1052" y="1038"/>
                  </a:lnTo>
                  <a:lnTo>
                    <a:pt x="1052" y="1037"/>
                  </a:lnTo>
                  <a:lnTo>
                    <a:pt x="1052" y="1034"/>
                  </a:lnTo>
                  <a:lnTo>
                    <a:pt x="1049" y="1037"/>
                  </a:lnTo>
                  <a:lnTo>
                    <a:pt x="1048" y="1038"/>
                  </a:lnTo>
                  <a:lnTo>
                    <a:pt x="1048" y="1037"/>
                  </a:lnTo>
                  <a:lnTo>
                    <a:pt x="1046" y="1037"/>
                  </a:lnTo>
                  <a:lnTo>
                    <a:pt x="1046" y="1038"/>
                  </a:lnTo>
                  <a:lnTo>
                    <a:pt x="1046" y="1039"/>
                  </a:lnTo>
                  <a:lnTo>
                    <a:pt x="1045" y="1039"/>
                  </a:lnTo>
                  <a:lnTo>
                    <a:pt x="1044" y="1039"/>
                  </a:lnTo>
                  <a:lnTo>
                    <a:pt x="1042" y="1041"/>
                  </a:lnTo>
                  <a:lnTo>
                    <a:pt x="1041" y="1042"/>
                  </a:lnTo>
                  <a:lnTo>
                    <a:pt x="1041" y="1043"/>
                  </a:lnTo>
                  <a:lnTo>
                    <a:pt x="1039" y="1043"/>
                  </a:lnTo>
                  <a:lnTo>
                    <a:pt x="1039" y="1042"/>
                  </a:lnTo>
                  <a:lnTo>
                    <a:pt x="1039" y="1041"/>
                  </a:lnTo>
                  <a:lnTo>
                    <a:pt x="1039" y="1042"/>
                  </a:lnTo>
                  <a:lnTo>
                    <a:pt x="1038" y="1042"/>
                  </a:lnTo>
                  <a:lnTo>
                    <a:pt x="1039" y="1041"/>
                  </a:lnTo>
                  <a:lnTo>
                    <a:pt x="1041" y="1039"/>
                  </a:lnTo>
                  <a:lnTo>
                    <a:pt x="1041" y="1039"/>
                  </a:lnTo>
                  <a:lnTo>
                    <a:pt x="1039" y="1038"/>
                  </a:lnTo>
                  <a:lnTo>
                    <a:pt x="1041" y="1037"/>
                  </a:lnTo>
                  <a:lnTo>
                    <a:pt x="1042" y="1035"/>
                  </a:lnTo>
                  <a:lnTo>
                    <a:pt x="1041" y="1034"/>
                  </a:lnTo>
                  <a:lnTo>
                    <a:pt x="1039" y="1035"/>
                  </a:lnTo>
                  <a:lnTo>
                    <a:pt x="1041" y="1034"/>
                  </a:lnTo>
                  <a:lnTo>
                    <a:pt x="1041" y="1033"/>
                  </a:lnTo>
                  <a:lnTo>
                    <a:pt x="1039" y="1033"/>
                  </a:lnTo>
                  <a:lnTo>
                    <a:pt x="1038" y="1033"/>
                  </a:lnTo>
                  <a:lnTo>
                    <a:pt x="1035" y="1033"/>
                  </a:lnTo>
                  <a:lnTo>
                    <a:pt x="1038" y="1033"/>
                  </a:lnTo>
                  <a:lnTo>
                    <a:pt x="1039" y="1033"/>
                  </a:lnTo>
                  <a:lnTo>
                    <a:pt x="1041" y="1031"/>
                  </a:lnTo>
                  <a:lnTo>
                    <a:pt x="1044" y="1031"/>
                  </a:lnTo>
                  <a:lnTo>
                    <a:pt x="1044" y="1030"/>
                  </a:lnTo>
                  <a:lnTo>
                    <a:pt x="1045" y="1030"/>
                  </a:lnTo>
                  <a:lnTo>
                    <a:pt x="1046" y="1028"/>
                  </a:lnTo>
                  <a:lnTo>
                    <a:pt x="1046" y="1027"/>
                  </a:lnTo>
                  <a:lnTo>
                    <a:pt x="1048" y="1026"/>
                  </a:lnTo>
                  <a:lnTo>
                    <a:pt x="1048" y="1024"/>
                  </a:lnTo>
                  <a:lnTo>
                    <a:pt x="1046" y="1023"/>
                  </a:lnTo>
                  <a:lnTo>
                    <a:pt x="1044" y="1020"/>
                  </a:lnTo>
                  <a:lnTo>
                    <a:pt x="1042" y="1020"/>
                  </a:lnTo>
                  <a:lnTo>
                    <a:pt x="1039" y="1022"/>
                  </a:lnTo>
                  <a:lnTo>
                    <a:pt x="1038" y="1022"/>
                  </a:lnTo>
                  <a:lnTo>
                    <a:pt x="1038" y="1023"/>
                  </a:lnTo>
                  <a:lnTo>
                    <a:pt x="1037" y="1024"/>
                  </a:lnTo>
                  <a:lnTo>
                    <a:pt x="1037" y="1027"/>
                  </a:lnTo>
                  <a:lnTo>
                    <a:pt x="1035" y="1028"/>
                  </a:lnTo>
                  <a:lnTo>
                    <a:pt x="1035" y="1027"/>
                  </a:lnTo>
                  <a:lnTo>
                    <a:pt x="1037" y="1024"/>
                  </a:lnTo>
                  <a:lnTo>
                    <a:pt x="1035" y="1023"/>
                  </a:lnTo>
                  <a:lnTo>
                    <a:pt x="1037" y="1022"/>
                  </a:lnTo>
                  <a:lnTo>
                    <a:pt x="1037" y="1020"/>
                  </a:lnTo>
                  <a:lnTo>
                    <a:pt x="1037" y="1020"/>
                  </a:lnTo>
                  <a:lnTo>
                    <a:pt x="1034" y="1022"/>
                  </a:lnTo>
                  <a:lnTo>
                    <a:pt x="1034" y="1023"/>
                  </a:lnTo>
                  <a:lnTo>
                    <a:pt x="1033" y="1024"/>
                  </a:lnTo>
                  <a:lnTo>
                    <a:pt x="1031" y="1023"/>
                  </a:lnTo>
                  <a:lnTo>
                    <a:pt x="1030" y="1024"/>
                  </a:lnTo>
                  <a:lnTo>
                    <a:pt x="1029" y="1024"/>
                  </a:lnTo>
                  <a:lnTo>
                    <a:pt x="1029" y="1023"/>
                  </a:lnTo>
                  <a:lnTo>
                    <a:pt x="1026" y="1024"/>
                  </a:lnTo>
                  <a:lnTo>
                    <a:pt x="1026" y="1027"/>
                  </a:lnTo>
                  <a:lnTo>
                    <a:pt x="1025" y="1028"/>
                  </a:lnTo>
                  <a:lnTo>
                    <a:pt x="1026" y="1027"/>
                  </a:lnTo>
                  <a:lnTo>
                    <a:pt x="1026" y="1024"/>
                  </a:lnTo>
                  <a:lnTo>
                    <a:pt x="1027" y="1022"/>
                  </a:lnTo>
                  <a:lnTo>
                    <a:pt x="1027" y="1022"/>
                  </a:lnTo>
                  <a:lnTo>
                    <a:pt x="1026" y="1022"/>
                  </a:lnTo>
                  <a:lnTo>
                    <a:pt x="1025" y="1023"/>
                  </a:lnTo>
                  <a:lnTo>
                    <a:pt x="1023" y="1024"/>
                  </a:lnTo>
                  <a:lnTo>
                    <a:pt x="1023" y="1024"/>
                  </a:lnTo>
                  <a:lnTo>
                    <a:pt x="1023" y="1023"/>
                  </a:lnTo>
                  <a:lnTo>
                    <a:pt x="1025" y="1022"/>
                  </a:lnTo>
                  <a:lnTo>
                    <a:pt x="1023" y="1020"/>
                  </a:lnTo>
                  <a:lnTo>
                    <a:pt x="1022" y="1022"/>
                  </a:lnTo>
                  <a:lnTo>
                    <a:pt x="1019" y="1023"/>
                  </a:lnTo>
                  <a:lnTo>
                    <a:pt x="1019" y="1023"/>
                  </a:lnTo>
                  <a:lnTo>
                    <a:pt x="1018" y="1020"/>
                  </a:lnTo>
                  <a:lnTo>
                    <a:pt x="1018" y="1020"/>
                  </a:lnTo>
                  <a:lnTo>
                    <a:pt x="1015" y="1022"/>
                  </a:lnTo>
                  <a:lnTo>
                    <a:pt x="1014" y="1022"/>
                  </a:lnTo>
                  <a:lnTo>
                    <a:pt x="1014" y="1022"/>
                  </a:lnTo>
                  <a:lnTo>
                    <a:pt x="1016" y="1020"/>
                  </a:lnTo>
                  <a:lnTo>
                    <a:pt x="1018" y="1018"/>
                  </a:lnTo>
                  <a:lnTo>
                    <a:pt x="1018" y="1016"/>
                  </a:lnTo>
                  <a:lnTo>
                    <a:pt x="1018" y="1016"/>
                  </a:lnTo>
                  <a:lnTo>
                    <a:pt x="1016" y="1016"/>
                  </a:lnTo>
                  <a:lnTo>
                    <a:pt x="1014" y="1018"/>
                  </a:lnTo>
                  <a:lnTo>
                    <a:pt x="1015" y="1016"/>
                  </a:lnTo>
                  <a:lnTo>
                    <a:pt x="1018" y="1014"/>
                  </a:lnTo>
                  <a:lnTo>
                    <a:pt x="1020" y="1014"/>
                  </a:lnTo>
                  <a:lnTo>
                    <a:pt x="1020" y="1014"/>
                  </a:lnTo>
                  <a:lnTo>
                    <a:pt x="1023" y="1012"/>
                  </a:lnTo>
                  <a:lnTo>
                    <a:pt x="1025" y="1011"/>
                  </a:lnTo>
                  <a:lnTo>
                    <a:pt x="1025" y="1009"/>
                  </a:lnTo>
                  <a:lnTo>
                    <a:pt x="1023" y="1011"/>
                  </a:lnTo>
                  <a:lnTo>
                    <a:pt x="1020" y="1011"/>
                  </a:lnTo>
                  <a:lnTo>
                    <a:pt x="1019" y="1011"/>
                  </a:lnTo>
                  <a:lnTo>
                    <a:pt x="1018" y="1009"/>
                  </a:lnTo>
                  <a:lnTo>
                    <a:pt x="1016" y="1009"/>
                  </a:lnTo>
                  <a:lnTo>
                    <a:pt x="1015" y="1011"/>
                  </a:lnTo>
                  <a:lnTo>
                    <a:pt x="1016" y="1008"/>
                  </a:lnTo>
                  <a:lnTo>
                    <a:pt x="1018" y="1007"/>
                  </a:lnTo>
                  <a:lnTo>
                    <a:pt x="1016" y="1007"/>
                  </a:lnTo>
                  <a:lnTo>
                    <a:pt x="1015" y="1007"/>
                  </a:lnTo>
                  <a:lnTo>
                    <a:pt x="1014" y="1008"/>
                  </a:lnTo>
                  <a:lnTo>
                    <a:pt x="1012" y="1009"/>
                  </a:lnTo>
                  <a:lnTo>
                    <a:pt x="1011" y="1012"/>
                  </a:lnTo>
                  <a:lnTo>
                    <a:pt x="1010" y="1012"/>
                  </a:lnTo>
                  <a:lnTo>
                    <a:pt x="1010" y="1014"/>
                  </a:lnTo>
                  <a:lnTo>
                    <a:pt x="1007" y="1015"/>
                  </a:lnTo>
                  <a:lnTo>
                    <a:pt x="1006" y="1018"/>
                  </a:lnTo>
                  <a:lnTo>
                    <a:pt x="1006" y="1015"/>
                  </a:lnTo>
                  <a:lnTo>
                    <a:pt x="1006" y="1014"/>
                  </a:lnTo>
                  <a:lnTo>
                    <a:pt x="1007" y="1011"/>
                  </a:lnTo>
                  <a:lnTo>
                    <a:pt x="1007" y="1009"/>
                  </a:lnTo>
                  <a:lnTo>
                    <a:pt x="1008" y="1007"/>
                  </a:lnTo>
                  <a:lnTo>
                    <a:pt x="1010" y="1005"/>
                  </a:lnTo>
                  <a:lnTo>
                    <a:pt x="1010" y="1004"/>
                  </a:lnTo>
                  <a:lnTo>
                    <a:pt x="1011" y="1003"/>
                  </a:lnTo>
                  <a:lnTo>
                    <a:pt x="1012" y="1003"/>
                  </a:lnTo>
                  <a:lnTo>
                    <a:pt x="1014" y="1000"/>
                  </a:lnTo>
                  <a:lnTo>
                    <a:pt x="1015" y="999"/>
                  </a:lnTo>
                  <a:lnTo>
                    <a:pt x="1016" y="997"/>
                  </a:lnTo>
                  <a:lnTo>
                    <a:pt x="1018" y="997"/>
                  </a:lnTo>
                  <a:lnTo>
                    <a:pt x="1018" y="996"/>
                  </a:lnTo>
                  <a:lnTo>
                    <a:pt x="1018" y="994"/>
                  </a:lnTo>
                  <a:lnTo>
                    <a:pt x="1019" y="993"/>
                  </a:lnTo>
                  <a:lnTo>
                    <a:pt x="1019" y="992"/>
                  </a:lnTo>
                  <a:lnTo>
                    <a:pt x="1019" y="993"/>
                  </a:lnTo>
                  <a:lnTo>
                    <a:pt x="1019" y="994"/>
                  </a:lnTo>
                  <a:lnTo>
                    <a:pt x="1020" y="996"/>
                  </a:lnTo>
                  <a:lnTo>
                    <a:pt x="1022" y="993"/>
                  </a:lnTo>
                  <a:lnTo>
                    <a:pt x="1025" y="990"/>
                  </a:lnTo>
                  <a:lnTo>
                    <a:pt x="1025" y="989"/>
                  </a:lnTo>
                  <a:lnTo>
                    <a:pt x="1025" y="988"/>
                  </a:lnTo>
                  <a:lnTo>
                    <a:pt x="1023" y="988"/>
                  </a:lnTo>
                  <a:lnTo>
                    <a:pt x="1022" y="988"/>
                  </a:lnTo>
                  <a:lnTo>
                    <a:pt x="1022" y="986"/>
                  </a:lnTo>
                  <a:lnTo>
                    <a:pt x="1020" y="985"/>
                  </a:lnTo>
                  <a:lnTo>
                    <a:pt x="1022" y="984"/>
                  </a:lnTo>
                  <a:lnTo>
                    <a:pt x="1023" y="984"/>
                  </a:lnTo>
                  <a:lnTo>
                    <a:pt x="1025" y="984"/>
                  </a:lnTo>
                  <a:lnTo>
                    <a:pt x="1027" y="985"/>
                  </a:lnTo>
                  <a:lnTo>
                    <a:pt x="1027" y="985"/>
                  </a:lnTo>
                  <a:lnTo>
                    <a:pt x="1029" y="984"/>
                  </a:lnTo>
                  <a:lnTo>
                    <a:pt x="1029" y="980"/>
                  </a:lnTo>
                  <a:lnTo>
                    <a:pt x="1027" y="980"/>
                  </a:lnTo>
                  <a:lnTo>
                    <a:pt x="1026" y="981"/>
                  </a:lnTo>
                  <a:lnTo>
                    <a:pt x="1026" y="981"/>
                  </a:lnTo>
                  <a:lnTo>
                    <a:pt x="1025" y="981"/>
                  </a:lnTo>
                  <a:lnTo>
                    <a:pt x="1025" y="980"/>
                  </a:lnTo>
                  <a:lnTo>
                    <a:pt x="1025" y="980"/>
                  </a:lnTo>
                  <a:lnTo>
                    <a:pt x="1023" y="980"/>
                  </a:lnTo>
                  <a:lnTo>
                    <a:pt x="1022" y="981"/>
                  </a:lnTo>
                  <a:lnTo>
                    <a:pt x="1020" y="981"/>
                  </a:lnTo>
                  <a:lnTo>
                    <a:pt x="1019" y="982"/>
                  </a:lnTo>
                  <a:lnTo>
                    <a:pt x="1018" y="984"/>
                  </a:lnTo>
                  <a:lnTo>
                    <a:pt x="1015" y="984"/>
                  </a:lnTo>
                  <a:lnTo>
                    <a:pt x="1012" y="985"/>
                  </a:lnTo>
                  <a:lnTo>
                    <a:pt x="1010" y="988"/>
                  </a:lnTo>
                  <a:lnTo>
                    <a:pt x="1010" y="989"/>
                  </a:lnTo>
                  <a:lnTo>
                    <a:pt x="1008" y="989"/>
                  </a:lnTo>
                  <a:lnTo>
                    <a:pt x="1007" y="989"/>
                  </a:lnTo>
                  <a:lnTo>
                    <a:pt x="1007" y="990"/>
                  </a:lnTo>
                  <a:lnTo>
                    <a:pt x="1008" y="990"/>
                  </a:lnTo>
                  <a:lnTo>
                    <a:pt x="1008" y="992"/>
                  </a:lnTo>
                  <a:lnTo>
                    <a:pt x="1008" y="992"/>
                  </a:lnTo>
                  <a:close/>
                  <a:moveTo>
                    <a:pt x="916" y="1018"/>
                  </a:moveTo>
                  <a:lnTo>
                    <a:pt x="919" y="1019"/>
                  </a:lnTo>
                  <a:lnTo>
                    <a:pt x="924" y="1023"/>
                  </a:lnTo>
                  <a:lnTo>
                    <a:pt x="927" y="1023"/>
                  </a:lnTo>
                  <a:lnTo>
                    <a:pt x="931" y="1023"/>
                  </a:lnTo>
                  <a:lnTo>
                    <a:pt x="932" y="1024"/>
                  </a:lnTo>
                  <a:lnTo>
                    <a:pt x="935" y="1024"/>
                  </a:lnTo>
                  <a:lnTo>
                    <a:pt x="936" y="1026"/>
                  </a:lnTo>
                  <a:lnTo>
                    <a:pt x="940" y="1024"/>
                  </a:lnTo>
                  <a:lnTo>
                    <a:pt x="940" y="1023"/>
                  </a:lnTo>
                  <a:lnTo>
                    <a:pt x="939" y="1022"/>
                  </a:lnTo>
                  <a:lnTo>
                    <a:pt x="938" y="1020"/>
                  </a:lnTo>
                  <a:lnTo>
                    <a:pt x="936" y="1019"/>
                  </a:lnTo>
                  <a:lnTo>
                    <a:pt x="935" y="1019"/>
                  </a:lnTo>
                  <a:lnTo>
                    <a:pt x="932" y="1016"/>
                  </a:lnTo>
                  <a:lnTo>
                    <a:pt x="929" y="1014"/>
                  </a:lnTo>
                  <a:lnTo>
                    <a:pt x="928" y="1014"/>
                  </a:lnTo>
                  <a:lnTo>
                    <a:pt x="925" y="1011"/>
                  </a:lnTo>
                  <a:lnTo>
                    <a:pt x="923" y="1009"/>
                  </a:lnTo>
                  <a:lnTo>
                    <a:pt x="919" y="1009"/>
                  </a:lnTo>
                  <a:lnTo>
                    <a:pt x="912" y="1007"/>
                  </a:lnTo>
                  <a:lnTo>
                    <a:pt x="909" y="1005"/>
                  </a:lnTo>
                  <a:lnTo>
                    <a:pt x="906" y="1007"/>
                  </a:lnTo>
                  <a:lnTo>
                    <a:pt x="908" y="1009"/>
                  </a:lnTo>
                  <a:lnTo>
                    <a:pt x="910" y="1011"/>
                  </a:lnTo>
                  <a:lnTo>
                    <a:pt x="914" y="1015"/>
                  </a:lnTo>
                  <a:lnTo>
                    <a:pt x="916" y="1018"/>
                  </a:lnTo>
                  <a:lnTo>
                    <a:pt x="916" y="1018"/>
                  </a:lnTo>
                  <a:lnTo>
                    <a:pt x="916" y="1018"/>
                  </a:lnTo>
                  <a:close/>
                  <a:moveTo>
                    <a:pt x="917" y="1083"/>
                  </a:moveTo>
                  <a:lnTo>
                    <a:pt x="914" y="1081"/>
                  </a:lnTo>
                  <a:lnTo>
                    <a:pt x="913" y="1079"/>
                  </a:lnTo>
                  <a:lnTo>
                    <a:pt x="906" y="1077"/>
                  </a:lnTo>
                  <a:lnTo>
                    <a:pt x="905" y="1077"/>
                  </a:lnTo>
                  <a:lnTo>
                    <a:pt x="905" y="1075"/>
                  </a:lnTo>
                  <a:lnTo>
                    <a:pt x="904" y="1073"/>
                  </a:lnTo>
                  <a:lnTo>
                    <a:pt x="902" y="1073"/>
                  </a:lnTo>
                  <a:lnTo>
                    <a:pt x="901" y="1072"/>
                  </a:lnTo>
                  <a:lnTo>
                    <a:pt x="900" y="1072"/>
                  </a:lnTo>
                  <a:lnTo>
                    <a:pt x="900" y="1069"/>
                  </a:lnTo>
                  <a:lnTo>
                    <a:pt x="898" y="1068"/>
                  </a:lnTo>
                  <a:lnTo>
                    <a:pt x="897" y="1068"/>
                  </a:lnTo>
                  <a:lnTo>
                    <a:pt x="897" y="1068"/>
                  </a:lnTo>
                  <a:lnTo>
                    <a:pt x="897" y="1065"/>
                  </a:lnTo>
                  <a:lnTo>
                    <a:pt x="902" y="1061"/>
                  </a:lnTo>
                  <a:lnTo>
                    <a:pt x="904" y="1064"/>
                  </a:lnTo>
                  <a:lnTo>
                    <a:pt x="901" y="1065"/>
                  </a:lnTo>
                  <a:lnTo>
                    <a:pt x="901" y="1066"/>
                  </a:lnTo>
                  <a:lnTo>
                    <a:pt x="902" y="1068"/>
                  </a:lnTo>
                  <a:lnTo>
                    <a:pt x="902" y="1071"/>
                  </a:lnTo>
                  <a:lnTo>
                    <a:pt x="905" y="1072"/>
                  </a:lnTo>
                  <a:lnTo>
                    <a:pt x="905" y="1071"/>
                  </a:lnTo>
                  <a:lnTo>
                    <a:pt x="908" y="1071"/>
                  </a:lnTo>
                  <a:lnTo>
                    <a:pt x="910" y="1073"/>
                  </a:lnTo>
                  <a:lnTo>
                    <a:pt x="912" y="1073"/>
                  </a:lnTo>
                  <a:lnTo>
                    <a:pt x="913" y="1075"/>
                  </a:lnTo>
                  <a:lnTo>
                    <a:pt x="917" y="1075"/>
                  </a:lnTo>
                  <a:lnTo>
                    <a:pt x="919" y="1073"/>
                  </a:lnTo>
                  <a:lnTo>
                    <a:pt x="921" y="1073"/>
                  </a:lnTo>
                  <a:lnTo>
                    <a:pt x="925" y="1073"/>
                  </a:lnTo>
                  <a:lnTo>
                    <a:pt x="924" y="1075"/>
                  </a:lnTo>
                  <a:lnTo>
                    <a:pt x="921" y="1075"/>
                  </a:lnTo>
                  <a:lnTo>
                    <a:pt x="920" y="1077"/>
                  </a:lnTo>
                  <a:lnTo>
                    <a:pt x="920" y="1080"/>
                  </a:lnTo>
                  <a:lnTo>
                    <a:pt x="920" y="1083"/>
                  </a:lnTo>
                  <a:lnTo>
                    <a:pt x="917" y="1083"/>
                  </a:lnTo>
                  <a:lnTo>
                    <a:pt x="917" y="1083"/>
                  </a:lnTo>
                  <a:close/>
                  <a:moveTo>
                    <a:pt x="938" y="1092"/>
                  </a:moveTo>
                  <a:lnTo>
                    <a:pt x="938" y="1091"/>
                  </a:lnTo>
                  <a:lnTo>
                    <a:pt x="932" y="1088"/>
                  </a:lnTo>
                  <a:lnTo>
                    <a:pt x="932" y="1084"/>
                  </a:lnTo>
                  <a:lnTo>
                    <a:pt x="931" y="1083"/>
                  </a:lnTo>
                  <a:lnTo>
                    <a:pt x="932" y="1080"/>
                  </a:lnTo>
                  <a:lnTo>
                    <a:pt x="936" y="1079"/>
                  </a:lnTo>
                  <a:lnTo>
                    <a:pt x="939" y="1075"/>
                  </a:lnTo>
                  <a:lnTo>
                    <a:pt x="940" y="1073"/>
                  </a:lnTo>
                  <a:lnTo>
                    <a:pt x="942" y="1069"/>
                  </a:lnTo>
                  <a:lnTo>
                    <a:pt x="946" y="1066"/>
                  </a:lnTo>
                  <a:lnTo>
                    <a:pt x="947" y="1065"/>
                  </a:lnTo>
                  <a:lnTo>
                    <a:pt x="948" y="1065"/>
                  </a:lnTo>
                  <a:lnTo>
                    <a:pt x="948" y="1065"/>
                  </a:lnTo>
                  <a:lnTo>
                    <a:pt x="948" y="1068"/>
                  </a:lnTo>
                  <a:lnTo>
                    <a:pt x="950" y="1068"/>
                  </a:lnTo>
                  <a:lnTo>
                    <a:pt x="950" y="1069"/>
                  </a:lnTo>
                  <a:lnTo>
                    <a:pt x="947" y="1075"/>
                  </a:lnTo>
                  <a:lnTo>
                    <a:pt x="946" y="1077"/>
                  </a:lnTo>
                  <a:lnTo>
                    <a:pt x="948" y="1077"/>
                  </a:lnTo>
                  <a:lnTo>
                    <a:pt x="950" y="1080"/>
                  </a:lnTo>
                  <a:lnTo>
                    <a:pt x="948" y="1081"/>
                  </a:lnTo>
                  <a:lnTo>
                    <a:pt x="948" y="1083"/>
                  </a:lnTo>
                  <a:lnTo>
                    <a:pt x="951" y="1081"/>
                  </a:lnTo>
                  <a:lnTo>
                    <a:pt x="951" y="1080"/>
                  </a:lnTo>
                  <a:lnTo>
                    <a:pt x="953" y="1079"/>
                  </a:lnTo>
                  <a:lnTo>
                    <a:pt x="955" y="1080"/>
                  </a:lnTo>
                  <a:lnTo>
                    <a:pt x="955" y="1083"/>
                  </a:lnTo>
                  <a:lnTo>
                    <a:pt x="957" y="1084"/>
                  </a:lnTo>
                  <a:lnTo>
                    <a:pt x="954" y="1086"/>
                  </a:lnTo>
                  <a:lnTo>
                    <a:pt x="953" y="1087"/>
                  </a:lnTo>
                  <a:lnTo>
                    <a:pt x="948" y="1087"/>
                  </a:lnTo>
                  <a:lnTo>
                    <a:pt x="944" y="1091"/>
                  </a:lnTo>
                  <a:lnTo>
                    <a:pt x="942" y="1091"/>
                  </a:lnTo>
                  <a:lnTo>
                    <a:pt x="940" y="1090"/>
                  </a:lnTo>
                  <a:lnTo>
                    <a:pt x="939" y="1090"/>
                  </a:lnTo>
                  <a:lnTo>
                    <a:pt x="939" y="1092"/>
                  </a:lnTo>
                  <a:lnTo>
                    <a:pt x="938" y="1092"/>
                  </a:lnTo>
                  <a:lnTo>
                    <a:pt x="938" y="1092"/>
                  </a:lnTo>
                  <a:close/>
                  <a:moveTo>
                    <a:pt x="718" y="921"/>
                  </a:moveTo>
                  <a:lnTo>
                    <a:pt x="718" y="924"/>
                  </a:lnTo>
                  <a:lnTo>
                    <a:pt x="719" y="925"/>
                  </a:lnTo>
                  <a:lnTo>
                    <a:pt x="719" y="924"/>
                  </a:lnTo>
                  <a:lnTo>
                    <a:pt x="719" y="920"/>
                  </a:lnTo>
                  <a:lnTo>
                    <a:pt x="719" y="921"/>
                  </a:lnTo>
                  <a:lnTo>
                    <a:pt x="718" y="921"/>
                  </a:lnTo>
                  <a:lnTo>
                    <a:pt x="718" y="921"/>
                  </a:lnTo>
                  <a:close/>
                  <a:moveTo>
                    <a:pt x="718" y="952"/>
                  </a:moveTo>
                  <a:lnTo>
                    <a:pt x="719" y="951"/>
                  </a:lnTo>
                  <a:lnTo>
                    <a:pt x="720" y="950"/>
                  </a:lnTo>
                  <a:lnTo>
                    <a:pt x="722" y="950"/>
                  </a:lnTo>
                  <a:lnTo>
                    <a:pt x="722" y="951"/>
                  </a:lnTo>
                  <a:lnTo>
                    <a:pt x="719" y="954"/>
                  </a:lnTo>
                  <a:lnTo>
                    <a:pt x="718" y="952"/>
                  </a:lnTo>
                  <a:lnTo>
                    <a:pt x="718" y="952"/>
                  </a:lnTo>
                  <a:close/>
                  <a:moveTo>
                    <a:pt x="692" y="931"/>
                  </a:moveTo>
                  <a:lnTo>
                    <a:pt x="694" y="927"/>
                  </a:lnTo>
                  <a:lnTo>
                    <a:pt x="696" y="927"/>
                  </a:lnTo>
                  <a:lnTo>
                    <a:pt x="696" y="925"/>
                  </a:lnTo>
                  <a:lnTo>
                    <a:pt x="697" y="924"/>
                  </a:lnTo>
                  <a:lnTo>
                    <a:pt x="700" y="924"/>
                  </a:lnTo>
                  <a:lnTo>
                    <a:pt x="701" y="925"/>
                  </a:lnTo>
                  <a:lnTo>
                    <a:pt x="704" y="925"/>
                  </a:lnTo>
                  <a:lnTo>
                    <a:pt x="707" y="928"/>
                  </a:lnTo>
                  <a:lnTo>
                    <a:pt x="708" y="931"/>
                  </a:lnTo>
                  <a:lnTo>
                    <a:pt x="708" y="932"/>
                  </a:lnTo>
                  <a:lnTo>
                    <a:pt x="708" y="935"/>
                  </a:lnTo>
                  <a:lnTo>
                    <a:pt x="701" y="933"/>
                  </a:lnTo>
                  <a:lnTo>
                    <a:pt x="698" y="932"/>
                  </a:lnTo>
                  <a:lnTo>
                    <a:pt x="696" y="931"/>
                  </a:lnTo>
                  <a:lnTo>
                    <a:pt x="696" y="933"/>
                  </a:lnTo>
                  <a:lnTo>
                    <a:pt x="696" y="933"/>
                  </a:lnTo>
                  <a:lnTo>
                    <a:pt x="694" y="932"/>
                  </a:lnTo>
                  <a:lnTo>
                    <a:pt x="694" y="931"/>
                  </a:lnTo>
                  <a:lnTo>
                    <a:pt x="692" y="932"/>
                  </a:lnTo>
                  <a:lnTo>
                    <a:pt x="692" y="931"/>
                  </a:lnTo>
                  <a:lnTo>
                    <a:pt x="692" y="931"/>
                  </a:lnTo>
                  <a:close/>
                  <a:moveTo>
                    <a:pt x="109" y="941"/>
                  </a:moveTo>
                  <a:lnTo>
                    <a:pt x="112" y="944"/>
                  </a:lnTo>
                  <a:lnTo>
                    <a:pt x="114" y="948"/>
                  </a:lnTo>
                  <a:lnTo>
                    <a:pt x="114" y="950"/>
                  </a:lnTo>
                  <a:lnTo>
                    <a:pt x="110" y="946"/>
                  </a:lnTo>
                  <a:lnTo>
                    <a:pt x="109" y="941"/>
                  </a:lnTo>
                  <a:lnTo>
                    <a:pt x="109" y="941"/>
                  </a:lnTo>
                  <a:close/>
                  <a:moveTo>
                    <a:pt x="103" y="935"/>
                  </a:moveTo>
                  <a:lnTo>
                    <a:pt x="103" y="931"/>
                  </a:lnTo>
                  <a:lnTo>
                    <a:pt x="105" y="931"/>
                  </a:lnTo>
                  <a:lnTo>
                    <a:pt x="103" y="935"/>
                  </a:lnTo>
                  <a:lnTo>
                    <a:pt x="103" y="935"/>
                  </a:lnTo>
                  <a:close/>
                  <a:moveTo>
                    <a:pt x="88" y="921"/>
                  </a:moveTo>
                  <a:lnTo>
                    <a:pt x="93" y="924"/>
                  </a:lnTo>
                  <a:lnTo>
                    <a:pt x="93" y="921"/>
                  </a:lnTo>
                  <a:lnTo>
                    <a:pt x="88" y="921"/>
                  </a:lnTo>
                  <a:lnTo>
                    <a:pt x="88" y="921"/>
                  </a:lnTo>
                  <a:close/>
                  <a:moveTo>
                    <a:pt x="64" y="912"/>
                  </a:moveTo>
                  <a:lnTo>
                    <a:pt x="65" y="916"/>
                  </a:lnTo>
                  <a:lnTo>
                    <a:pt x="67" y="916"/>
                  </a:lnTo>
                  <a:lnTo>
                    <a:pt x="68" y="918"/>
                  </a:lnTo>
                  <a:lnTo>
                    <a:pt x="75" y="920"/>
                  </a:lnTo>
                  <a:lnTo>
                    <a:pt x="72" y="921"/>
                  </a:lnTo>
                  <a:lnTo>
                    <a:pt x="69" y="921"/>
                  </a:lnTo>
                  <a:lnTo>
                    <a:pt x="67" y="924"/>
                  </a:lnTo>
                  <a:lnTo>
                    <a:pt x="68" y="925"/>
                  </a:lnTo>
                  <a:lnTo>
                    <a:pt x="67" y="929"/>
                  </a:lnTo>
                  <a:lnTo>
                    <a:pt x="68" y="929"/>
                  </a:lnTo>
                  <a:lnTo>
                    <a:pt x="71" y="928"/>
                  </a:lnTo>
                  <a:lnTo>
                    <a:pt x="71" y="931"/>
                  </a:lnTo>
                  <a:lnTo>
                    <a:pt x="75" y="931"/>
                  </a:lnTo>
                  <a:lnTo>
                    <a:pt x="75" y="933"/>
                  </a:lnTo>
                  <a:lnTo>
                    <a:pt x="78" y="936"/>
                  </a:lnTo>
                  <a:lnTo>
                    <a:pt x="80" y="935"/>
                  </a:lnTo>
                  <a:lnTo>
                    <a:pt x="76" y="939"/>
                  </a:lnTo>
                  <a:lnTo>
                    <a:pt x="79" y="941"/>
                  </a:lnTo>
                  <a:lnTo>
                    <a:pt x="80" y="941"/>
                  </a:lnTo>
                  <a:lnTo>
                    <a:pt x="80" y="939"/>
                  </a:lnTo>
                  <a:lnTo>
                    <a:pt x="84" y="937"/>
                  </a:lnTo>
                  <a:lnTo>
                    <a:pt x="83" y="941"/>
                  </a:lnTo>
                  <a:lnTo>
                    <a:pt x="82" y="943"/>
                  </a:lnTo>
                  <a:lnTo>
                    <a:pt x="82" y="946"/>
                  </a:lnTo>
                  <a:lnTo>
                    <a:pt x="83" y="946"/>
                  </a:lnTo>
                  <a:lnTo>
                    <a:pt x="83" y="948"/>
                  </a:lnTo>
                  <a:lnTo>
                    <a:pt x="88" y="948"/>
                  </a:lnTo>
                  <a:lnTo>
                    <a:pt x="88" y="950"/>
                  </a:lnTo>
                  <a:lnTo>
                    <a:pt x="90" y="951"/>
                  </a:lnTo>
                  <a:lnTo>
                    <a:pt x="91" y="954"/>
                  </a:lnTo>
                  <a:lnTo>
                    <a:pt x="90" y="956"/>
                  </a:lnTo>
                  <a:lnTo>
                    <a:pt x="94" y="959"/>
                  </a:lnTo>
                  <a:lnTo>
                    <a:pt x="95" y="956"/>
                  </a:lnTo>
                  <a:lnTo>
                    <a:pt x="97" y="958"/>
                  </a:lnTo>
                  <a:lnTo>
                    <a:pt x="99" y="958"/>
                  </a:lnTo>
                  <a:lnTo>
                    <a:pt x="95" y="962"/>
                  </a:lnTo>
                  <a:lnTo>
                    <a:pt x="101" y="967"/>
                  </a:lnTo>
                  <a:lnTo>
                    <a:pt x="102" y="969"/>
                  </a:lnTo>
                  <a:lnTo>
                    <a:pt x="103" y="970"/>
                  </a:lnTo>
                  <a:lnTo>
                    <a:pt x="113" y="975"/>
                  </a:lnTo>
                  <a:lnTo>
                    <a:pt x="114" y="974"/>
                  </a:lnTo>
                  <a:lnTo>
                    <a:pt x="116" y="974"/>
                  </a:lnTo>
                  <a:lnTo>
                    <a:pt x="114" y="967"/>
                  </a:lnTo>
                  <a:lnTo>
                    <a:pt x="114" y="963"/>
                  </a:lnTo>
                  <a:lnTo>
                    <a:pt x="114" y="962"/>
                  </a:lnTo>
                  <a:lnTo>
                    <a:pt x="114" y="956"/>
                  </a:lnTo>
                  <a:lnTo>
                    <a:pt x="112" y="952"/>
                  </a:lnTo>
                  <a:lnTo>
                    <a:pt x="106" y="948"/>
                  </a:lnTo>
                  <a:lnTo>
                    <a:pt x="105" y="940"/>
                  </a:lnTo>
                  <a:lnTo>
                    <a:pt x="102" y="935"/>
                  </a:lnTo>
                  <a:lnTo>
                    <a:pt x="102" y="931"/>
                  </a:lnTo>
                  <a:lnTo>
                    <a:pt x="99" y="928"/>
                  </a:lnTo>
                  <a:lnTo>
                    <a:pt x="97" y="928"/>
                  </a:lnTo>
                  <a:lnTo>
                    <a:pt x="93" y="925"/>
                  </a:lnTo>
                  <a:lnTo>
                    <a:pt x="90" y="925"/>
                  </a:lnTo>
                  <a:lnTo>
                    <a:pt x="86" y="924"/>
                  </a:lnTo>
                  <a:lnTo>
                    <a:pt x="84" y="921"/>
                  </a:lnTo>
                  <a:lnTo>
                    <a:pt x="80" y="920"/>
                  </a:lnTo>
                  <a:lnTo>
                    <a:pt x="78" y="917"/>
                  </a:lnTo>
                  <a:lnTo>
                    <a:pt x="78" y="914"/>
                  </a:lnTo>
                  <a:lnTo>
                    <a:pt x="74" y="914"/>
                  </a:lnTo>
                  <a:lnTo>
                    <a:pt x="72" y="912"/>
                  </a:lnTo>
                  <a:lnTo>
                    <a:pt x="69" y="910"/>
                  </a:lnTo>
                  <a:lnTo>
                    <a:pt x="68" y="912"/>
                  </a:lnTo>
                  <a:lnTo>
                    <a:pt x="64" y="912"/>
                  </a:lnTo>
                  <a:lnTo>
                    <a:pt x="64" y="912"/>
                  </a:lnTo>
                  <a:close/>
                  <a:moveTo>
                    <a:pt x="90" y="917"/>
                  </a:moveTo>
                  <a:lnTo>
                    <a:pt x="93" y="917"/>
                  </a:lnTo>
                  <a:lnTo>
                    <a:pt x="93" y="916"/>
                  </a:lnTo>
                  <a:lnTo>
                    <a:pt x="95" y="917"/>
                  </a:lnTo>
                  <a:lnTo>
                    <a:pt x="93" y="920"/>
                  </a:lnTo>
                  <a:lnTo>
                    <a:pt x="90" y="920"/>
                  </a:lnTo>
                  <a:lnTo>
                    <a:pt x="90" y="917"/>
                  </a:lnTo>
                  <a:lnTo>
                    <a:pt x="90" y="917"/>
                  </a:lnTo>
                  <a:close/>
                  <a:moveTo>
                    <a:pt x="87" y="916"/>
                  </a:moveTo>
                  <a:lnTo>
                    <a:pt x="90" y="913"/>
                  </a:lnTo>
                  <a:lnTo>
                    <a:pt x="90" y="916"/>
                  </a:lnTo>
                  <a:lnTo>
                    <a:pt x="87" y="916"/>
                  </a:lnTo>
                  <a:lnTo>
                    <a:pt x="87" y="916"/>
                  </a:lnTo>
                  <a:close/>
                  <a:moveTo>
                    <a:pt x="71" y="853"/>
                  </a:moveTo>
                  <a:lnTo>
                    <a:pt x="71" y="856"/>
                  </a:lnTo>
                  <a:lnTo>
                    <a:pt x="74" y="855"/>
                  </a:lnTo>
                  <a:lnTo>
                    <a:pt x="71" y="853"/>
                  </a:lnTo>
                  <a:lnTo>
                    <a:pt x="71" y="853"/>
                  </a:lnTo>
                  <a:close/>
                  <a:moveTo>
                    <a:pt x="79" y="882"/>
                  </a:moveTo>
                  <a:lnTo>
                    <a:pt x="79" y="879"/>
                  </a:lnTo>
                  <a:lnTo>
                    <a:pt x="80" y="879"/>
                  </a:lnTo>
                  <a:lnTo>
                    <a:pt x="80" y="880"/>
                  </a:lnTo>
                  <a:lnTo>
                    <a:pt x="80" y="882"/>
                  </a:lnTo>
                  <a:lnTo>
                    <a:pt x="79" y="882"/>
                  </a:lnTo>
                  <a:lnTo>
                    <a:pt x="79" y="882"/>
                  </a:lnTo>
                  <a:close/>
                  <a:moveTo>
                    <a:pt x="78" y="891"/>
                  </a:moveTo>
                  <a:lnTo>
                    <a:pt x="76" y="893"/>
                  </a:lnTo>
                  <a:lnTo>
                    <a:pt x="76" y="895"/>
                  </a:lnTo>
                  <a:lnTo>
                    <a:pt x="78" y="897"/>
                  </a:lnTo>
                  <a:lnTo>
                    <a:pt x="79" y="893"/>
                  </a:lnTo>
                  <a:lnTo>
                    <a:pt x="78" y="891"/>
                  </a:lnTo>
                  <a:lnTo>
                    <a:pt x="78" y="891"/>
                  </a:lnTo>
                  <a:close/>
                  <a:moveTo>
                    <a:pt x="80" y="887"/>
                  </a:moveTo>
                  <a:lnTo>
                    <a:pt x="83" y="884"/>
                  </a:lnTo>
                  <a:lnTo>
                    <a:pt x="82" y="883"/>
                  </a:lnTo>
                  <a:lnTo>
                    <a:pt x="78" y="884"/>
                  </a:lnTo>
                  <a:lnTo>
                    <a:pt x="78" y="887"/>
                  </a:lnTo>
                  <a:lnTo>
                    <a:pt x="79" y="887"/>
                  </a:lnTo>
                  <a:lnTo>
                    <a:pt x="79" y="887"/>
                  </a:lnTo>
                  <a:lnTo>
                    <a:pt x="80" y="887"/>
                  </a:lnTo>
                  <a:lnTo>
                    <a:pt x="80" y="887"/>
                  </a:lnTo>
                  <a:close/>
                  <a:moveTo>
                    <a:pt x="83" y="884"/>
                  </a:moveTo>
                  <a:lnTo>
                    <a:pt x="87" y="880"/>
                  </a:lnTo>
                  <a:lnTo>
                    <a:pt x="88" y="880"/>
                  </a:lnTo>
                  <a:lnTo>
                    <a:pt x="91" y="878"/>
                  </a:lnTo>
                  <a:lnTo>
                    <a:pt x="95" y="876"/>
                  </a:lnTo>
                  <a:lnTo>
                    <a:pt x="94" y="878"/>
                  </a:lnTo>
                  <a:lnTo>
                    <a:pt x="90" y="882"/>
                  </a:lnTo>
                  <a:lnTo>
                    <a:pt x="88" y="882"/>
                  </a:lnTo>
                  <a:lnTo>
                    <a:pt x="84" y="884"/>
                  </a:lnTo>
                  <a:lnTo>
                    <a:pt x="83" y="884"/>
                  </a:lnTo>
                  <a:lnTo>
                    <a:pt x="83" y="884"/>
                  </a:lnTo>
                  <a:close/>
                  <a:moveTo>
                    <a:pt x="82" y="869"/>
                  </a:moveTo>
                  <a:lnTo>
                    <a:pt x="82" y="867"/>
                  </a:lnTo>
                  <a:lnTo>
                    <a:pt x="83" y="864"/>
                  </a:lnTo>
                  <a:lnTo>
                    <a:pt x="84" y="867"/>
                  </a:lnTo>
                  <a:lnTo>
                    <a:pt x="82" y="868"/>
                  </a:lnTo>
                  <a:lnTo>
                    <a:pt x="82" y="868"/>
                  </a:lnTo>
                  <a:lnTo>
                    <a:pt x="82" y="869"/>
                  </a:lnTo>
                  <a:lnTo>
                    <a:pt x="82" y="869"/>
                  </a:lnTo>
                  <a:close/>
                  <a:moveTo>
                    <a:pt x="75" y="868"/>
                  </a:moveTo>
                  <a:lnTo>
                    <a:pt x="79" y="869"/>
                  </a:lnTo>
                  <a:lnTo>
                    <a:pt x="79" y="868"/>
                  </a:lnTo>
                  <a:lnTo>
                    <a:pt x="79" y="867"/>
                  </a:lnTo>
                  <a:lnTo>
                    <a:pt x="75" y="868"/>
                  </a:lnTo>
                  <a:lnTo>
                    <a:pt x="75" y="868"/>
                  </a:lnTo>
                  <a:close/>
                  <a:moveTo>
                    <a:pt x="71" y="860"/>
                  </a:moveTo>
                  <a:lnTo>
                    <a:pt x="71" y="865"/>
                  </a:lnTo>
                  <a:lnTo>
                    <a:pt x="72" y="867"/>
                  </a:lnTo>
                  <a:lnTo>
                    <a:pt x="72" y="868"/>
                  </a:lnTo>
                  <a:lnTo>
                    <a:pt x="74" y="865"/>
                  </a:lnTo>
                  <a:lnTo>
                    <a:pt x="74" y="863"/>
                  </a:lnTo>
                  <a:lnTo>
                    <a:pt x="71" y="860"/>
                  </a:lnTo>
                  <a:lnTo>
                    <a:pt x="71" y="860"/>
                  </a:lnTo>
                  <a:close/>
                  <a:moveTo>
                    <a:pt x="74" y="857"/>
                  </a:moveTo>
                  <a:lnTo>
                    <a:pt x="75" y="859"/>
                  </a:lnTo>
                  <a:lnTo>
                    <a:pt x="75" y="860"/>
                  </a:lnTo>
                  <a:lnTo>
                    <a:pt x="75" y="861"/>
                  </a:lnTo>
                  <a:lnTo>
                    <a:pt x="78" y="863"/>
                  </a:lnTo>
                  <a:lnTo>
                    <a:pt x="80" y="860"/>
                  </a:lnTo>
                  <a:lnTo>
                    <a:pt x="79" y="863"/>
                  </a:lnTo>
                  <a:lnTo>
                    <a:pt x="79" y="865"/>
                  </a:lnTo>
                  <a:lnTo>
                    <a:pt x="82" y="863"/>
                  </a:lnTo>
                  <a:lnTo>
                    <a:pt x="82" y="856"/>
                  </a:lnTo>
                  <a:lnTo>
                    <a:pt x="79" y="855"/>
                  </a:lnTo>
                  <a:lnTo>
                    <a:pt x="76" y="855"/>
                  </a:lnTo>
                  <a:lnTo>
                    <a:pt x="74" y="857"/>
                  </a:lnTo>
                  <a:lnTo>
                    <a:pt x="74" y="857"/>
                  </a:lnTo>
                  <a:close/>
                  <a:moveTo>
                    <a:pt x="74" y="852"/>
                  </a:moveTo>
                  <a:lnTo>
                    <a:pt x="75" y="853"/>
                  </a:lnTo>
                  <a:lnTo>
                    <a:pt x="76" y="852"/>
                  </a:lnTo>
                  <a:lnTo>
                    <a:pt x="75" y="850"/>
                  </a:lnTo>
                  <a:lnTo>
                    <a:pt x="74" y="852"/>
                  </a:lnTo>
                  <a:lnTo>
                    <a:pt x="74" y="852"/>
                  </a:lnTo>
                  <a:close/>
                  <a:moveTo>
                    <a:pt x="79" y="846"/>
                  </a:moveTo>
                  <a:lnTo>
                    <a:pt x="79" y="844"/>
                  </a:lnTo>
                  <a:lnTo>
                    <a:pt x="83" y="842"/>
                  </a:lnTo>
                  <a:lnTo>
                    <a:pt x="84" y="842"/>
                  </a:lnTo>
                  <a:lnTo>
                    <a:pt x="83" y="844"/>
                  </a:lnTo>
                  <a:lnTo>
                    <a:pt x="80" y="845"/>
                  </a:lnTo>
                  <a:lnTo>
                    <a:pt x="79" y="846"/>
                  </a:lnTo>
                  <a:lnTo>
                    <a:pt x="79" y="846"/>
                  </a:lnTo>
                  <a:close/>
                  <a:moveTo>
                    <a:pt x="61" y="838"/>
                  </a:moveTo>
                  <a:lnTo>
                    <a:pt x="67" y="845"/>
                  </a:lnTo>
                  <a:lnTo>
                    <a:pt x="69" y="849"/>
                  </a:lnTo>
                  <a:lnTo>
                    <a:pt x="68" y="852"/>
                  </a:lnTo>
                  <a:lnTo>
                    <a:pt x="65" y="850"/>
                  </a:lnTo>
                  <a:lnTo>
                    <a:pt x="65" y="848"/>
                  </a:lnTo>
                  <a:lnTo>
                    <a:pt x="61" y="844"/>
                  </a:lnTo>
                  <a:lnTo>
                    <a:pt x="60" y="841"/>
                  </a:lnTo>
                  <a:lnTo>
                    <a:pt x="60" y="841"/>
                  </a:lnTo>
                  <a:lnTo>
                    <a:pt x="61" y="838"/>
                  </a:lnTo>
                  <a:lnTo>
                    <a:pt x="61" y="838"/>
                  </a:lnTo>
                  <a:close/>
                  <a:moveTo>
                    <a:pt x="67" y="836"/>
                  </a:moveTo>
                  <a:lnTo>
                    <a:pt x="67" y="840"/>
                  </a:lnTo>
                  <a:lnTo>
                    <a:pt x="69" y="842"/>
                  </a:lnTo>
                  <a:lnTo>
                    <a:pt x="69" y="846"/>
                  </a:lnTo>
                  <a:lnTo>
                    <a:pt x="72" y="849"/>
                  </a:lnTo>
                  <a:lnTo>
                    <a:pt x="74" y="845"/>
                  </a:lnTo>
                  <a:lnTo>
                    <a:pt x="71" y="838"/>
                  </a:lnTo>
                  <a:lnTo>
                    <a:pt x="69" y="836"/>
                  </a:lnTo>
                  <a:lnTo>
                    <a:pt x="68" y="834"/>
                  </a:lnTo>
                  <a:lnTo>
                    <a:pt x="67" y="836"/>
                  </a:lnTo>
                  <a:lnTo>
                    <a:pt x="67" y="836"/>
                  </a:lnTo>
                  <a:close/>
                  <a:moveTo>
                    <a:pt x="61" y="831"/>
                  </a:moveTo>
                  <a:lnTo>
                    <a:pt x="65" y="831"/>
                  </a:lnTo>
                  <a:lnTo>
                    <a:pt x="65" y="833"/>
                  </a:lnTo>
                  <a:lnTo>
                    <a:pt x="68" y="833"/>
                  </a:lnTo>
                  <a:lnTo>
                    <a:pt x="69" y="830"/>
                  </a:lnTo>
                  <a:lnTo>
                    <a:pt x="67" y="827"/>
                  </a:lnTo>
                  <a:lnTo>
                    <a:pt x="64" y="830"/>
                  </a:lnTo>
                  <a:lnTo>
                    <a:pt x="61" y="831"/>
                  </a:lnTo>
                  <a:lnTo>
                    <a:pt x="61" y="831"/>
                  </a:lnTo>
                  <a:close/>
                  <a:moveTo>
                    <a:pt x="31" y="833"/>
                  </a:moveTo>
                  <a:lnTo>
                    <a:pt x="31" y="829"/>
                  </a:lnTo>
                  <a:lnTo>
                    <a:pt x="35" y="821"/>
                  </a:lnTo>
                  <a:lnTo>
                    <a:pt x="40" y="822"/>
                  </a:lnTo>
                  <a:lnTo>
                    <a:pt x="40" y="826"/>
                  </a:lnTo>
                  <a:lnTo>
                    <a:pt x="41" y="825"/>
                  </a:lnTo>
                  <a:lnTo>
                    <a:pt x="42" y="823"/>
                  </a:lnTo>
                  <a:lnTo>
                    <a:pt x="45" y="825"/>
                  </a:lnTo>
                  <a:lnTo>
                    <a:pt x="45" y="826"/>
                  </a:lnTo>
                  <a:lnTo>
                    <a:pt x="45" y="830"/>
                  </a:lnTo>
                  <a:lnTo>
                    <a:pt x="42" y="831"/>
                  </a:lnTo>
                  <a:lnTo>
                    <a:pt x="37" y="834"/>
                  </a:lnTo>
                  <a:lnTo>
                    <a:pt x="38" y="836"/>
                  </a:lnTo>
                  <a:lnTo>
                    <a:pt x="38" y="837"/>
                  </a:lnTo>
                  <a:lnTo>
                    <a:pt x="42" y="836"/>
                  </a:lnTo>
                  <a:lnTo>
                    <a:pt x="44" y="831"/>
                  </a:lnTo>
                  <a:lnTo>
                    <a:pt x="48" y="827"/>
                  </a:lnTo>
                  <a:lnTo>
                    <a:pt x="52" y="826"/>
                  </a:lnTo>
                  <a:lnTo>
                    <a:pt x="53" y="826"/>
                  </a:lnTo>
                  <a:lnTo>
                    <a:pt x="48" y="831"/>
                  </a:lnTo>
                  <a:lnTo>
                    <a:pt x="46" y="836"/>
                  </a:lnTo>
                  <a:lnTo>
                    <a:pt x="44" y="838"/>
                  </a:lnTo>
                  <a:lnTo>
                    <a:pt x="44" y="844"/>
                  </a:lnTo>
                  <a:lnTo>
                    <a:pt x="41" y="846"/>
                  </a:lnTo>
                  <a:lnTo>
                    <a:pt x="38" y="846"/>
                  </a:lnTo>
                  <a:lnTo>
                    <a:pt x="37" y="849"/>
                  </a:lnTo>
                  <a:lnTo>
                    <a:pt x="38" y="849"/>
                  </a:lnTo>
                  <a:lnTo>
                    <a:pt x="41" y="848"/>
                  </a:lnTo>
                  <a:lnTo>
                    <a:pt x="44" y="848"/>
                  </a:lnTo>
                  <a:lnTo>
                    <a:pt x="44" y="852"/>
                  </a:lnTo>
                  <a:lnTo>
                    <a:pt x="40" y="852"/>
                  </a:lnTo>
                  <a:lnTo>
                    <a:pt x="38" y="855"/>
                  </a:lnTo>
                  <a:lnTo>
                    <a:pt x="40" y="857"/>
                  </a:lnTo>
                  <a:lnTo>
                    <a:pt x="38" y="861"/>
                  </a:lnTo>
                  <a:lnTo>
                    <a:pt x="40" y="867"/>
                  </a:lnTo>
                  <a:lnTo>
                    <a:pt x="41" y="869"/>
                  </a:lnTo>
                  <a:lnTo>
                    <a:pt x="44" y="869"/>
                  </a:lnTo>
                  <a:lnTo>
                    <a:pt x="44" y="872"/>
                  </a:lnTo>
                  <a:lnTo>
                    <a:pt x="42" y="874"/>
                  </a:lnTo>
                  <a:lnTo>
                    <a:pt x="40" y="874"/>
                  </a:lnTo>
                  <a:lnTo>
                    <a:pt x="34" y="864"/>
                  </a:lnTo>
                  <a:lnTo>
                    <a:pt x="34" y="860"/>
                  </a:lnTo>
                  <a:lnTo>
                    <a:pt x="35" y="859"/>
                  </a:lnTo>
                  <a:lnTo>
                    <a:pt x="31" y="857"/>
                  </a:lnTo>
                  <a:lnTo>
                    <a:pt x="31" y="855"/>
                  </a:lnTo>
                  <a:lnTo>
                    <a:pt x="33" y="853"/>
                  </a:lnTo>
                  <a:lnTo>
                    <a:pt x="35" y="853"/>
                  </a:lnTo>
                  <a:lnTo>
                    <a:pt x="33" y="850"/>
                  </a:lnTo>
                  <a:lnTo>
                    <a:pt x="31" y="850"/>
                  </a:lnTo>
                  <a:lnTo>
                    <a:pt x="33" y="846"/>
                  </a:lnTo>
                  <a:lnTo>
                    <a:pt x="30" y="845"/>
                  </a:lnTo>
                  <a:lnTo>
                    <a:pt x="31" y="842"/>
                  </a:lnTo>
                  <a:lnTo>
                    <a:pt x="33" y="844"/>
                  </a:lnTo>
                  <a:lnTo>
                    <a:pt x="34" y="844"/>
                  </a:lnTo>
                  <a:lnTo>
                    <a:pt x="34" y="841"/>
                  </a:lnTo>
                  <a:lnTo>
                    <a:pt x="33" y="840"/>
                  </a:lnTo>
                  <a:lnTo>
                    <a:pt x="30" y="838"/>
                  </a:lnTo>
                  <a:lnTo>
                    <a:pt x="30" y="836"/>
                  </a:lnTo>
                  <a:lnTo>
                    <a:pt x="31" y="833"/>
                  </a:lnTo>
                  <a:lnTo>
                    <a:pt x="31" y="833"/>
                  </a:lnTo>
                  <a:close/>
                  <a:moveTo>
                    <a:pt x="67" y="819"/>
                  </a:moveTo>
                  <a:lnTo>
                    <a:pt x="65" y="815"/>
                  </a:lnTo>
                  <a:lnTo>
                    <a:pt x="68" y="815"/>
                  </a:lnTo>
                  <a:lnTo>
                    <a:pt x="68" y="817"/>
                  </a:lnTo>
                  <a:lnTo>
                    <a:pt x="67" y="819"/>
                  </a:lnTo>
                  <a:lnTo>
                    <a:pt x="67" y="819"/>
                  </a:lnTo>
                  <a:close/>
                  <a:moveTo>
                    <a:pt x="356" y="384"/>
                  </a:moveTo>
                  <a:lnTo>
                    <a:pt x="357" y="387"/>
                  </a:lnTo>
                  <a:lnTo>
                    <a:pt x="359" y="386"/>
                  </a:lnTo>
                  <a:lnTo>
                    <a:pt x="359" y="384"/>
                  </a:lnTo>
                  <a:lnTo>
                    <a:pt x="360" y="384"/>
                  </a:lnTo>
                  <a:lnTo>
                    <a:pt x="357" y="383"/>
                  </a:lnTo>
                  <a:lnTo>
                    <a:pt x="356" y="384"/>
                  </a:lnTo>
                  <a:lnTo>
                    <a:pt x="356" y="384"/>
                  </a:lnTo>
                  <a:close/>
                  <a:moveTo>
                    <a:pt x="329" y="357"/>
                  </a:moveTo>
                  <a:lnTo>
                    <a:pt x="330" y="359"/>
                  </a:lnTo>
                  <a:lnTo>
                    <a:pt x="333" y="357"/>
                  </a:lnTo>
                  <a:lnTo>
                    <a:pt x="333" y="355"/>
                  </a:lnTo>
                  <a:lnTo>
                    <a:pt x="330" y="356"/>
                  </a:lnTo>
                  <a:lnTo>
                    <a:pt x="329" y="357"/>
                  </a:lnTo>
                  <a:lnTo>
                    <a:pt x="329" y="357"/>
                  </a:lnTo>
                  <a:close/>
                  <a:moveTo>
                    <a:pt x="228" y="367"/>
                  </a:moveTo>
                  <a:lnTo>
                    <a:pt x="230" y="367"/>
                  </a:lnTo>
                  <a:lnTo>
                    <a:pt x="231" y="365"/>
                  </a:lnTo>
                  <a:lnTo>
                    <a:pt x="230" y="364"/>
                  </a:lnTo>
                  <a:lnTo>
                    <a:pt x="230" y="364"/>
                  </a:lnTo>
                  <a:lnTo>
                    <a:pt x="228" y="367"/>
                  </a:lnTo>
                  <a:lnTo>
                    <a:pt x="228" y="367"/>
                  </a:lnTo>
                  <a:close/>
                  <a:moveTo>
                    <a:pt x="228" y="371"/>
                  </a:moveTo>
                  <a:lnTo>
                    <a:pt x="227" y="370"/>
                  </a:lnTo>
                  <a:lnTo>
                    <a:pt x="228" y="370"/>
                  </a:lnTo>
                  <a:lnTo>
                    <a:pt x="230" y="371"/>
                  </a:lnTo>
                  <a:lnTo>
                    <a:pt x="228" y="371"/>
                  </a:lnTo>
                  <a:lnTo>
                    <a:pt x="228" y="371"/>
                  </a:lnTo>
                  <a:close/>
                  <a:moveTo>
                    <a:pt x="223" y="380"/>
                  </a:moveTo>
                  <a:lnTo>
                    <a:pt x="223" y="384"/>
                  </a:lnTo>
                  <a:lnTo>
                    <a:pt x="222" y="387"/>
                  </a:lnTo>
                  <a:lnTo>
                    <a:pt x="222" y="389"/>
                  </a:lnTo>
                  <a:lnTo>
                    <a:pt x="224" y="390"/>
                  </a:lnTo>
                  <a:lnTo>
                    <a:pt x="227" y="387"/>
                  </a:lnTo>
                  <a:lnTo>
                    <a:pt x="228" y="387"/>
                  </a:lnTo>
                  <a:lnTo>
                    <a:pt x="238" y="379"/>
                  </a:lnTo>
                  <a:lnTo>
                    <a:pt x="243" y="378"/>
                  </a:lnTo>
                  <a:lnTo>
                    <a:pt x="245" y="374"/>
                  </a:lnTo>
                  <a:lnTo>
                    <a:pt x="243" y="375"/>
                  </a:lnTo>
                  <a:lnTo>
                    <a:pt x="241" y="374"/>
                  </a:lnTo>
                  <a:lnTo>
                    <a:pt x="241" y="368"/>
                  </a:lnTo>
                  <a:lnTo>
                    <a:pt x="239" y="370"/>
                  </a:lnTo>
                  <a:lnTo>
                    <a:pt x="237" y="372"/>
                  </a:lnTo>
                  <a:lnTo>
                    <a:pt x="234" y="374"/>
                  </a:lnTo>
                  <a:lnTo>
                    <a:pt x="235" y="376"/>
                  </a:lnTo>
                  <a:lnTo>
                    <a:pt x="232" y="375"/>
                  </a:lnTo>
                  <a:lnTo>
                    <a:pt x="231" y="376"/>
                  </a:lnTo>
                  <a:lnTo>
                    <a:pt x="230" y="379"/>
                  </a:lnTo>
                  <a:lnTo>
                    <a:pt x="228" y="376"/>
                  </a:lnTo>
                  <a:lnTo>
                    <a:pt x="230" y="375"/>
                  </a:lnTo>
                  <a:lnTo>
                    <a:pt x="228" y="374"/>
                  </a:lnTo>
                  <a:lnTo>
                    <a:pt x="227" y="375"/>
                  </a:lnTo>
                  <a:lnTo>
                    <a:pt x="226" y="375"/>
                  </a:lnTo>
                  <a:lnTo>
                    <a:pt x="224" y="378"/>
                  </a:lnTo>
                  <a:lnTo>
                    <a:pt x="223" y="380"/>
                  </a:lnTo>
                  <a:lnTo>
                    <a:pt x="223" y="380"/>
                  </a:lnTo>
                  <a:close/>
                  <a:moveTo>
                    <a:pt x="212" y="389"/>
                  </a:moveTo>
                  <a:lnTo>
                    <a:pt x="213" y="386"/>
                  </a:lnTo>
                  <a:lnTo>
                    <a:pt x="213" y="380"/>
                  </a:lnTo>
                  <a:lnTo>
                    <a:pt x="211" y="383"/>
                  </a:lnTo>
                  <a:lnTo>
                    <a:pt x="209" y="386"/>
                  </a:lnTo>
                  <a:lnTo>
                    <a:pt x="209" y="386"/>
                  </a:lnTo>
                  <a:lnTo>
                    <a:pt x="209" y="387"/>
                  </a:lnTo>
                  <a:lnTo>
                    <a:pt x="209" y="387"/>
                  </a:lnTo>
                  <a:lnTo>
                    <a:pt x="212" y="389"/>
                  </a:lnTo>
                  <a:lnTo>
                    <a:pt x="212" y="389"/>
                  </a:lnTo>
                  <a:close/>
                  <a:moveTo>
                    <a:pt x="213" y="390"/>
                  </a:moveTo>
                  <a:lnTo>
                    <a:pt x="215" y="390"/>
                  </a:lnTo>
                  <a:lnTo>
                    <a:pt x="216" y="387"/>
                  </a:lnTo>
                  <a:lnTo>
                    <a:pt x="215" y="384"/>
                  </a:lnTo>
                  <a:lnTo>
                    <a:pt x="215" y="379"/>
                  </a:lnTo>
                  <a:lnTo>
                    <a:pt x="216" y="378"/>
                  </a:lnTo>
                  <a:lnTo>
                    <a:pt x="218" y="379"/>
                  </a:lnTo>
                  <a:lnTo>
                    <a:pt x="219" y="376"/>
                  </a:lnTo>
                  <a:lnTo>
                    <a:pt x="220" y="376"/>
                  </a:lnTo>
                  <a:lnTo>
                    <a:pt x="222" y="379"/>
                  </a:lnTo>
                  <a:lnTo>
                    <a:pt x="220" y="386"/>
                  </a:lnTo>
                  <a:lnTo>
                    <a:pt x="219" y="389"/>
                  </a:lnTo>
                  <a:lnTo>
                    <a:pt x="220" y="390"/>
                  </a:lnTo>
                  <a:lnTo>
                    <a:pt x="216" y="393"/>
                  </a:lnTo>
                  <a:lnTo>
                    <a:pt x="213" y="390"/>
                  </a:lnTo>
                  <a:lnTo>
                    <a:pt x="213" y="390"/>
                  </a:lnTo>
                  <a:close/>
                  <a:moveTo>
                    <a:pt x="218" y="405"/>
                  </a:moveTo>
                  <a:lnTo>
                    <a:pt x="219" y="402"/>
                  </a:lnTo>
                  <a:lnTo>
                    <a:pt x="218" y="398"/>
                  </a:lnTo>
                  <a:lnTo>
                    <a:pt x="218" y="394"/>
                  </a:lnTo>
                  <a:lnTo>
                    <a:pt x="215" y="394"/>
                  </a:lnTo>
                  <a:lnTo>
                    <a:pt x="211" y="390"/>
                  </a:lnTo>
                  <a:lnTo>
                    <a:pt x="209" y="390"/>
                  </a:lnTo>
                  <a:lnTo>
                    <a:pt x="209" y="393"/>
                  </a:lnTo>
                  <a:lnTo>
                    <a:pt x="215" y="397"/>
                  </a:lnTo>
                  <a:lnTo>
                    <a:pt x="211" y="395"/>
                  </a:lnTo>
                  <a:lnTo>
                    <a:pt x="211" y="398"/>
                  </a:lnTo>
                  <a:lnTo>
                    <a:pt x="213" y="399"/>
                  </a:lnTo>
                  <a:lnTo>
                    <a:pt x="218" y="405"/>
                  </a:lnTo>
                  <a:lnTo>
                    <a:pt x="218" y="405"/>
                  </a:lnTo>
                  <a:close/>
                  <a:moveTo>
                    <a:pt x="186" y="353"/>
                  </a:moveTo>
                  <a:lnTo>
                    <a:pt x="188" y="357"/>
                  </a:lnTo>
                  <a:lnTo>
                    <a:pt x="189" y="356"/>
                  </a:lnTo>
                  <a:lnTo>
                    <a:pt x="192" y="357"/>
                  </a:lnTo>
                  <a:lnTo>
                    <a:pt x="193" y="357"/>
                  </a:lnTo>
                  <a:lnTo>
                    <a:pt x="190" y="353"/>
                  </a:lnTo>
                  <a:lnTo>
                    <a:pt x="188" y="352"/>
                  </a:lnTo>
                  <a:lnTo>
                    <a:pt x="186" y="353"/>
                  </a:lnTo>
                  <a:lnTo>
                    <a:pt x="186" y="353"/>
                  </a:lnTo>
                  <a:close/>
                  <a:moveTo>
                    <a:pt x="127" y="961"/>
                  </a:moveTo>
                  <a:lnTo>
                    <a:pt x="127" y="961"/>
                  </a:lnTo>
                  <a:lnTo>
                    <a:pt x="124" y="961"/>
                  </a:lnTo>
                  <a:lnTo>
                    <a:pt x="124" y="955"/>
                  </a:lnTo>
                  <a:lnTo>
                    <a:pt x="127" y="950"/>
                  </a:lnTo>
                  <a:lnTo>
                    <a:pt x="127" y="946"/>
                  </a:lnTo>
                  <a:lnTo>
                    <a:pt x="125" y="948"/>
                  </a:lnTo>
                  <a:lnTo>
                    <a:pt x="122" y="950"/>
                  </a:lnTo>
                  <a:lnTo>
                    <a:pt x="118" y="951"/>
                  </a:lnTo>
                  <a:lnTo>
                    <a:pt x="116" y="947"/>
                  </a:lnTo>
                  <a:lnTo>
                    <a:pt x="116" y="944"/>
                  </a:lnTo>
                  <a:lnTo>
                    <a:pt x="117" y="944"/>
                  </a:lnTo>
                  <a:lnTo>
                    <a:pt x="118" y="947"/>
                  </a:lnTo>
                  <a:lnTo>
                    <a:pt x="120" y="947"/>
                  </a:lnTo>
                  <a:lnTo>
                    <a:pt x="120" y="946"/>
                  </a:lnTo>
                  <a:lnTo>
                    <a:pt x="118" y="943"/>
                  </a:lnTo>
                  <a:lnTo>
                    <a:pt x="118" y="941"/>
                  </a:lnTo>
                  <a:lnTo>
                    <a:pt x="116" y="941"/>
                  </a:lnTo>
                  <a:lnTo>
                    <a:pt x="114" y="943"/>
                  </a:lnTo>
                  <a:lnTo>
                    <a:pt x="112" y="940"/>
                  </a:lnTo>
                  <a:lnTo>
                    <a:pt x="109" y="937"/>
                  </a:lnTo>
                  <a:lnTo>
                    <a:pt x="109" y="936"/>
                  </a:lnTo>
                  <a:lnTo>
                    <a:pt x="113" y="933"/>
                  </a:lnTo>
                  <a:lnTo>
                    <a:pt x="114" y="929"/>
                  </a:lnTo>
                  <a:lnTo>
                    <a:pt x="116" y="928"/>
                  </a:lnTo>
                  <a:lnTo>
                    <a:pt x="116" y="928"/>
                  </a:lnTo>
                  <a:lnTo>
                    <a:pt x="113" y="928"/>
                  </a:lnTo>
                  <a:lnTo>
                    <a:pt x="110" y="928"/>
                  </a:lnTo>
                  <a:lnTo>
                    <a:pt x="109" y="927"/>
                  </a:lnTo>
                  <a:lnTo>
                    <a:pt x="110" y="925"/>
                  </a:lnTo>
                  <a:lnTo>
                    <a:pt x="113" y="921"/>
                  </a:lnTo>
                  <a:lnTo>
                    <a:pt x="113" y="917"/>
                  </a:lnTo>
                  <a:lnTo>
                    <a:pt x="114" y="916"/>
                  </a:lnTo>
                  <a:lnTo>
                    <a:pt x="114" y="914"/>
                  </a:lnTo>
                  <a:lnTo>
                    <a:pt x="113" y="914"/>
                  </a:lnTo>
                  <a:lnTo>
                    <a:pt x="112" y="917"/>
                  </a:lnTo>
                  <a:lnTo>
                    <a:pt x="112" y="921"/>
                  </a:lnTo>
                  <a:lnTo>
                    <a:pt x="109" y="927"/>
                  </a:lnTo>
                  <a:lnTo>
                    <a:pt x="106" y="927"/>
                  </a:lnTo>
                  <a:lnTo>
                    <a:pt x="105" y="925"/>
                  </a:lnTo>
                  <a:lnTo>
                    <a:pt x="103" y="925"/>
                  </a:lnTo>
                  <a:lnTo>
                    <a:pt x="103" y="922"/>
                  </a:lnTo>
                  <a:lnTo>
                    <a:pt x="105" y="922"/>
                  </a:lnTo>
                  <a:lnTo>
                    <a:pt x="105" y="921"/>
                  </a:lnTo>
                  <a:lnTo>
                    <a:pt x="102" y="922"/>
                  </a:lnTo>
                  <a:lnTo>
                    <a:pt x="101" y="924"/>
                  </a:lnTo>
                  <a:lnTo>
                    <a:pt x="99" y="924"/>
                  </a:lnTo>
                  <a:lnTo>
                    <a:pt x="99" y="922"/>
                  </a:lnTo>
                  <a:lnTo>
                    <a:pt x="98" y="922"/>
                  </a:lnTo>
                  <a:lnTo>
                    <a:pt x="97" y="924"/>
                  </a:lnTo>
                  <a:lnTo>
                    <a:pt x="94" y="922"/>
                  </a:lnTo>
                  <a:lnTo>
                    <a:pt x="94" y="922"/>
                  </a:lnTo>
                  <a:lnTo>
                    <a:pt x="97" y="920"/>
                  </a:lnTo>
                  <a:lnTo>
                    <a:pt x="98" y="920"/>
                  </a:lnTo>
                  <a:lnTo>
                    <a:pt x="102" y="918"/>
                  </a:lnTo>
                  <a:lnTo>
                    <a:pt x="105" y="916"/>
                  </a:lnTo>
                  <a:lnTo>
                    <a:pt x="106" y="913"/>
                  </a:lnTo>
                  <a:lnTo>
                    <a:pt x="106" y="910"/>
                  </a:lnTo>
                  <a:lnTo>
                    <a:pt x="106" y="913"/>
                  </a:lnTo>
                  <a:lnTo>
                    <a:pt x="103" y="914"/>
                  </a:lnTo>
                  <a:lnTo>
                    <a:pt x="102" y="917"/>
                  </a:lnTo>
                  <a:lnTo>
                    <a:pt x="101" y="918"/>
                  </a:lnTo>
                  <a:lnTo>
                    <a:pt x="97" y="917"/>
                  </a:lnTo>
                  <a:lnTo>
                    <a:pt x="95" y="916"/>
                  </a:lnTo>
                  <a:lnTo>
                    <a:pt x="94" y="914"/>
                  </a:lnTo>
                  <a:lnTo>
                    <a:pt x="94" y="914"/>
                  </a:lnTo>
                  <a:lnTo>
                    <a:pt x="95" y="913"/>
                  </a:lnTo>
                  <a:lnTo>
                    <a:pt x="94" y="912"/>
                  </a:lnTo>
                  <a:lnTo>
                    <a:pt x="91" y="913"/>
                  </a:lnTo>
                  <a:lnTo>
                    <a:pt x="88" y="912"/>
                  </a:lnTo>
                  <a:lnTo>
                    <a:pt x="86" y="912"/>
                  </a:lnTo>
                  <a:lnTo>
                    <a:pt x="86" y="914"/>
                  </a:lnTo>
                  <a:lnTo>
                    <a:pt x="83" y="912"/>
                  </a:lnTo>
                  <a:lnTo>
                    <a:pt x="82" y="909"/>
                  </a:lnTo>
                  <a:lnTo>
                    <a:pt x="82" y="908"/>
                  </a:lnTo>
                  <a:lnTo>
                    <a:pt x="84" y="909"/>
                  </a:lnTo>
                  <a:lnTo>
                    <a:pt x="87" y="910"/>
                  </a:lnTo>
                  <a:lnTo>
                    <a:pt x="91" y="909"/>
                  </a:lnTo>
                  <a:lnTo>
                    <a:pt x="91" y="908"/>
                  </a:lnTo>
                  <a:lnTo>
                    <a:pt x="90" y="908"/>
                  </a:lnTo>
                  <a:lnTo>
                    <a:pt x="86" y="908"/>
                  </a:lnTo>
                  <a:lnTo>
                    <a:pt x="84" y="908"/>
                  </a:lnTo>
                  <a:lnTo>
                    <a:pt x="84" y="906"/>
                  </a:lnTo>
                  <a:lnTo>
                    <a:pt x="87" y="908"/>
                  </a:lnTo>
                  <a:lnTo>
                    <a:pt x="90" y="906"/>
                  </a:lnTo>
                  <a:lnTo>
                    <a:pt x="91" y="905"/>
                  </a:lnTo>
                  <a:lnTo>
                    <a:pt x="87" y="905"/>
                  </a:lnTo>
                  <a:lnTo>
                    <a:pt x="86" y="905"/>
                  </a:lnTo>
                  <a:lnTo>
                    <a:pt x="82" y="905"/>
                  </a:lnTo>
                  <a:lnTo>
                    <a:pt x="80" y="905"/>
                  </a:lnTo>
                  <a:lnTo>
                    <a:pt x="79" y="903"/>
                  </a:lnTo>
                  <a:lnTo>
                    <a:pt x="79" y="902"/>
                  </a:lnTo>
                  <a:lnTo>
                    <a:pt x="82" y="901"/>
                  </a:lnTo>
                  <a:lnTo>
                    <a:pt x="84" y="902"/>
                  </a:lnTo>
                  <a:lnTo>
                    <a:pt x="87" y="902"/>
                  </a:lnTo>
                  <a:lnTo>
                    <a:pt x="88" y="901"/>
                  </a:lnTo>
                  <a:lnTo>
                    <a:pt x="86" y="901"/>
                  </a:lnTo>
                  <a:lnTo>
                    <a:pt x="83" y="899"/>
                  </a:lnTo>
                  <a:lnTo>
                    <a:pt x="80" y="899"/>
                  </a:lnTo>
                  <a:lnTo>
                    <a:pt x="80" y="898"/>
                  </a:lnTo>
                  <a:lnTo>
                    <a:pt x="84" y="898"/>
                  </a:lnTo>
                  <a:lnTo>
                    <a:pt x="86" y="898"/>
                  </a:lnTo>
                  <a:lnTo>
                    <a:pt x="87" y="898"/>
                  </a:lnTo>
                  <a:lnTo>
                    <a:pt x="87" y="897"/>
                  </a:lnTo>
                  <a:lnTo>
                    <a:pt x="87" y="895"/>
                  </a:lnTo>
                  <a:lnTo>
                    <a:pt x="88" y="894"/>
                  </a:lnTo>
                  <a:lnTo>
                    <a:pt x="93" y="894"/>
                  </a:lnTo>
                  <a:lnTo>
                    <a:pt x="95" y="894"/>
                  </a:lnTo>
                  <a:lnTo>
                    <a:pt x="95" y="893"/>
                  </a:lnTo>
                  <a:lnTo>
                    <a:pt x="91" y="893"/>
                  </a:lnTo>
                  <a:lnTo>
                    <a:pt x="90" y="891"/>
                  </a:lnTo>
                  <a:lnTo>
                    <a:pt x="88" y="891"/>
                  </a:lnTo>
                  <a:lnTo>
                    <a:pt x="87" y="893"/>
                  </a:lnTo>
                  <a:lnTo>
                    <a:pt x="84" y="894"/>
                  </a:lnTo>
                  <a:lnTo>
                    <a:pt x="83" y="895"/>
                  </a:lnTo>
                  <a:lnTo>
                    <a:pt x="82" y="894"/>
                  </a:lnTo>
                  <a:lnTo>
                    <a:pt x="82" y="893"/>
                  </a:lnTo>
                  <a:lnTo>
                    <a:pt x="82" y="890"/>
                  </a:lnTo>
                  <a:lnTo>
                    <a:pt x="83" y="889"/>
                  </a:lnTo>
                  <a:lnTo>
                    <a:pt x="86" y="887"/>
                  </a:lnTo>
                  <a:lnTo>
                    <a:pt x="87" y="884"/>
                  </a:lnTo>
                  <a:lnTo>
                    <a:pt x="94" y="880"/>
                  </a:lnTo>
                  <a:lnTo>
                    <a:pt x="97" y="879"/>
                  </a:lnTo>
                  <a:lnTo>
                    <a:pt x="98" y="880"/>
                  </a:lnTo>
                  <a:lnTo>
                    <a:pt x="98" y="884"/>
                  </a:lnTo>
                  <a:lnTo>
                    <a:pt x="99" y="887"/>
                  </a:lnTo>
                  <a:lnTo>
                    <a:pt x="99" y="886"/>
                  </a:lnTo>
                  <a:lnTo>
                    <a:pt x="99" y="883"/>
                  </a:lnTo>
                  <a:lnTo>
                    <a:pt x="99" y="878"/>
                  </a:lnTo>
                  <a:lnTo>
                    <a:pt x="102" y="878"/>
                  </a:lnTo>
                  <a:lnTo>
                    <a:pt x="105" y="878"/>
                  </a:lnTo>
                  <a:lnTo>
                    <a:pt x="102" y="876"/>
                  </a:lnTo>
                  <a:lnTo>
                    <a:pt x="99" y="876"/>
                  </a:lnTo>
                  <a:lnTo>
                    <a:pt x="97" y="878"/>
                  </a:lnTo>
                  <a:lnTo>
                    <a:pt x="95" y="875"/>
                  </a:lnTo>
                  <a:lnTo>
                    <a:pt x="97" y="874"/>
                  </a:lnTo>
                  <a:lnTo>
                    <a:pt x="99" y="872"/>
                  </a:lnTo>
                  <a:lnTo>
                    <a:pt x="102" y="871"/>
                  </a:lnTo>
                  <a:lnTo>
                    <a:pt x="105" y="867"/>
                  </a:lnTo>
                  <a:lnTo>
                    <a:pt x="103" y="864"/>
                  </a:lnTo>
                  <a:lnTo>
                    <a:pt x="103" y="865"/>
                  </a:lnTo>
                  <a:lnTo>
                    <a:pt x="102" y="868"/>
                  </a:lnTo>
                  <a:lnTo>
                    <a:pt x="99" y="869"/>
                  </a:lnTo>
                  <a:lnTo>
                    <a:pt x="97" y="869"/>
                  </a:lnTo>
                  <a:lnTo>
                    <a:pt x="94" y="874"/>
                  </a:lnTo>
                  <a:lnTo>
                    <a:pt x="90" y="876"/>
                  </a:lnTo>
                  <a:lnTo>
                    <a:pt x="86" y="878"/>
                  </a:lnTo>
                  <a:lnTo>
                    <a:pt x="84" y="875"/>
                  </a:lnTo>
                  <a:lnTo>
                    <a:pt x="84" y="874"/>
                  </a:lnTo>
                  <a:lnTo>
                    <a:pt x="87" y="874"/>
                  </a:lnTo>
                  <a:lnTo>
                    <a:pt x="84" y="874"/>
                  </a:lnTo>
                  <a:lnTo>
                    <a:pt x="80" y="875"/>
                  </a:lnTo>
                  <a:lnTo>
                    <a:pt x="79" y="874"/>
                  </a:lnTo>
                  <a:lnTo>
                    <a:pt x="80" y="872"/>
                  </a:lnTo>
                  <a:lnTo>
                    <a:pt x="83" y="869"/>
                  </a:lnTo>
                  <a:lnTo>
                    <a:pt x="86" y="868"/>
                  </a:lnTo>
                  <a:lnTo>
                    <a:pt x="88" y="868"/>
                  </a:lnTo>
                  <a:lnTo>
                    <a:pt x="90" y="868"/>
                  </a:lnTo>
                  <a:lnTo>
                    <a:pt x="90" y="867"/>
                  </a:lnTo>
                  <a:lnTo>
                    <a:pt x="87" y="865"/>
                  </a:lnTo>
                  <a:lnTo>
                    <a:pt x="88" y="864"/>
                  </a:lnTo>
                  <a:lnTo>
                    <a:pt x="90" y="863"/>
                  </a:lnTo>
                  <a:lnTo>
                    <a:pt x="88" y="861"/>
                  </a:lnTo>
                  <a:lnTo>
                    <a:pt x="86" y="863"/>
                  </a:lnTo>
                  <a:lnTo>
                    <a:pt x="84" y="863"/>
                  </a:lnTo>
                  <a:lnTo>
                    <a:pt x="84" y="860"/>
                  </a:lnTo>
                  <a:lnTo>
                    <a:pt x="83" y="855"/>
                  </a:lnTo>
                  <a:lnTo>
                    <a:pt x="82" y="853"/>
                  </a:lnTo>
                  <a:lnTo>
                    <a:pt x="82" y="850"/>
                  </a:lnTo>
                  <a:lnTo>
                    <a:pt x="83" y="848"/>
                  </a:lnTo>
                  <a:lnTo>
                    <a:pt x="87" y="849"/>
                  </a:lnTo>
                  <a:lnTo>
                    <a:pt x="90" y="850"/>
                  </a:lnTo>
                  <a:lnTo>
                    <a:pt x="93" y="849"/>
                  </a:lnTo>
                  <a:lnTo>
                    <a:pt x="95" y="852"/>
                  </a:lnTo>
                  <a:lnTo>
                    <a:pt x="95" y="849"/>
                  </a:lnTo>
                  <a:lnTo>
                    <a:pt x="93" y="849"/>
                  </a:lnTo>
                  <a:lnTo>
                    <a:pt x="90" y="849"/>
                  </a:lnTo>
                  <a:lnTo>
                    <a:pt x="88" y="846"/>
                  </a:lnTo>
                  <a:lnTo>
                    <a:pt x="86" y="845"/>
                  </a:lnTo>
                  <a:lnTo>
                    <a:pt x="86" y="844"/>
                  </a:lnTo>
                  <a:lnTo>
                    <a:pt x="87" y="841"/>
                  </a:lnTo>
                  <a:lnTo>
                    <a:pt x="88" y="841"/>
                  </a:lnTo>
                  <a:lnTo>
                    <a:pt x="90" y="838"/>
                  </a:lnTo>
                  <a:lnTo>
                    <a:pt x="90" y="834"/>
                  </a:lnTo>
                  <a:lnTo>
                    <a:pt x="88" y="836"/>
                  </a:lnTo>
                  <a:lnTo>
                    <a:pt x="86" y="838"/>
                  </a:lnTo>
                  <a:lnTo>
                    <a:pt x="83" y="840"/>
                  </a:lnTo>
                  <a:lnTo>
                    <a:pt x="79" y="841"/>
                  </a:lnTo>
                  <a:lnTo>
                    <a:pt x="78" y="844"/>
                  </a:lnTo>
                  <a:lnTo>
                    <a:pt x="76" y="845"/>
                  </a:lnTo>
                  <a:lnTo>
                    <a:pt x="75" y="845"/>
                  </a:lnTo>
                  <a:lnTo>
                    <a:pt x="74" y="841"/>
                  </a:lnTo>
                  <a:lnTo>
                    <a:pt x="72" y="837"/>
                  </a:lnTo>
                  <a:lnTo>
                    <a:pt x="72" y="830"/>
                  </a:lnTo>
                  <a:lnTo>
                    <a:pt x="74" y="825"/>
                  </a:lnTo>
                  <a:lnTo>
                    <a:pt x="74" y="823"/>
                  </a:lnTo>
                  <a:lnTo>
                    <a:pt x="71" y="823"/>
                  </a:lnTo>
                  <a:lnTo>
                    <a:pt x="71" y="819"/>
                  </a:lnTo>
                  <a:lnTo>
                    <a:pt x="72" y="818"/>
                  </a:lnTo>
                  <a:lnTo>
                    <a:pt x="74" y="819"/>
                  </a:lnTo>
                  <a:lnTo>
                    <a:pt x="75" y="819"/>
                  </a:lnTo>
                  <a:lnTo>
                    <a:pt x="75" y="817"/>
                  </a:lnTo>
                  <a:lnTo>
                    <a:pt x="78" y="814"/>
                  </a:lnTo>
                  <a:lnTo>
                    <a:pt x="79" y="810"/>
                  </a:lnTo>
                  <a:lnTo>
                    <a:pt x="82" y="810"/>
                  </a:lnTo>
                  <a:lnTo>
                    <a:pt x="84" y="810"/>
                  </a:lnTo>
                  <a:lnTo>
                    <a:pt x="86" y="810"/>
                  </a:lnTo>
                  <a:lnTo>
                    <a:pt x="84" y="808"/>
                  </a:lnTo>
                  <a:lnTo>
                    <a:pt x="83" y="808"/>
                  </a:lnTo>
                  <a:lnTo>
                    <a:pt x="87" y="803"/>
                  </a:lnTo>
                  <a:lnTo>
                    <a:pt x="88" y="802"/>
                  </a:lnTo>
                  <a:lnTo>
                    <a:pt x="93" y="799"/>
                  </a:lnTo>
                  <a:lnTo>
                    <a:pt x="94" y="797"/>
                  </a:lnTo>
                  <a:lnTo>
                    <a:pt x="91" y="797"/>
                  </a:lnTo>
                  <a:lnTo>
                    <a:pt x="91" y="796"/>
                  </a:lnTo>
                  <a:lnTo>
                    <a:pt x="87" y="799"/>
                  </a:lnTo>
                  <a:lnTo>
                    <a:pt x="87" y="802"/>
                  </a:lnTo>
                  <a:lnTo>
                    <a:pt x="82" y="807"/>
                  </a:lnTo>
                  <a:lnTo>
                    <a:pt x="82" y="807"/>
                  </a:lnTo>
                  <a:lnTo>
                    <a:pt x="82" y="804"/>
                  </a:lnTo>
                  <a:lnTo>
                    <a:pt x="84" y="802"/>
                  </a:lnTo>
                  <a:lnTo>
                    <a:pt x="84" y="796"/>
                  </a:lnTo>
                  <a:lnTo>
                    <a:pt x="88" y="789"/>
                  </a:lnTo>
                  <a:lnTo>
                    <a:pt x="90" y="787"/>
                  </a:lnTo>
                  <a:lnTo>
                    <a:pt x="90" y="785"/>
                  </a:lnTo>
                  <a:lnTo>
                    <a:pt x="90" y="785"/>
                  </a:lnTo>
                  <a:lnTo>
                    <a:pt x="90" y="783"/>
                  </a:lnTo>
                  <a:lnTo>
                    <a:pt x="90" y="783"/>
                  </a:lnTo>
                  <a:lnTo>
                    <a:pt x="90" y="781"/>
                  </a:lnTo>
                  <a:lnTo>
                    <a:pt x="91" y="780"/>
                  </a:lnTo>
                  <a:lnTo>
                    <a:pt x="90" y="778"/>
                  </a:lnTo>
                  <a:lnTo>
                    <a:pt x="88" y="777"/>
                  </a:lnTo>
                  <a:lnTo>
                    <a:pt x="88" y="774"/>
                  </a:lnTo>
                  <a:lnTo>
                    <a:pt x="87" y="772"/>
                  </a:lnTo>
                  <a:lnTo>
                    <a:pt x="84" y="770"/>
                  </a:lnTo>
                  <a:lnTo>
                    <a:pt x="83" y="769"/>
                  </a:lnTo>
                  <a:lnTo>
                    <a:pt x="82" y="766"/>
                  </a:lnTo>
                  <a:lnTo>
                    <a:pt x="79" y="764"/>
                  </a:lnTo>
                  <a:lnTo>
                    <a:pt x="78" y="762"/>
                  </a:lnTo>
                  <a:lnTo>
                    <a:pt x="75" y="762"/>
                  </a:lnTo>
                  <a:lnTo>
                    <a:pt x="75" y="761"/>
                  </a:lnTo>
                  <a:lnTo>
                    <a:pt x="76" y="759"/>
                  </a:lnTo>
                  <a:lnTo>
                    <a:pt x="75" y="758"/>
                  </a:lnTo>
                  <a:lnTo>
                    <a:pt x="74" y="757"/>
                  </a:lnTo>
                  <a:lnTo>
                    <a:pt x="74" y="755"/>
                  </a:lnTo>
                  <a:lnTo>
                    <a:pt x="75" y="754"/>
                  </a:lnTo>
                  <a:lnTo>
                    <a:pt x="76" y="753"/>
                  </a:lnTo>
                  <a:lnTo>
                    <a:pt x="75" y="751"/>
                  </a:lnTo>
                  <a:lnTo>
                    <a:pt x="74" y="751"/>
                  </a:lnTo>
                  <a:lnTo>
                    <a:pt x="72" y="751"/>
                  </a:lnTo>
                  <a:lnTo>
                    <a:pt x="72" y="749"/>
                  </a:lnTo>
                  <a:lnTo>
                    <a:pt x="75" y="747"/>
                  </a:lnTo>
                  <a:lnTo>
                    <a:pt x="74" y="738"/>
                  </a:lnTo>
                  <a:lnTo>
                    <a:pt x="75" y="727"/>
                  </a:lnTo>
                  <a:lnTo>
                    <a:pt x="75" y="719"/>
                  </a:lnTo>
                  <a:lnTo>
                    <a:pt x="75" y="716"/>
                  </a:lnTo>
                  <a:lnTo>
                    <a:pt x="74" y="713"/>
                  </a:lnTo>
                  <a:lnTo>
                    <a:pt x="75" y="712"/>
                  </a:lnTo>
                  <a:lnTo>
                    <a:pt x="75" y="709"/>
                  </a:lnTo>
                  <a:lnTo>
                    <a:pt x="74" y="706"/>
                  </a:lnTo>
                  <a:lnTo>
                    <a:pt x="74" y="701"/>
                  </a:lnTo>
                  <a:lnTo>
                    <a:pt x="69" y="698"/>
                  </a:lnTo>
                  <a:lnTo>
                    <a:pt x="69" y="693"/>
                  </a:lnTo>
                  <a:lnTo>
                    <a:pt x="69" y="690"/>
                  </a:lnTo>
                  <a:lnTo>
                    <a:pt x="67" y="682"/>
                  </a:lnTo>
                  <a:lnTo>
                    <a:pt x="68" y="679"/>
                  </a:lnTo>
                  <a:lnTo>
                    <a:pt x="69" y="677"/>
                  </a:lnTo>
                  <a:lnTo>
                    <a:pt x="69" y="674"/>
                  </a:lnTo>
                  <a:lnTo>
                    <a:pt x="68" y="671"/>
                  </a:lnTo>
                  <a:lnTo>
                    <a:pt x="65" y="668"/>
                  </a:lnTo>
                  <a:lnTo>
                    <a:pt x="61" y="670"/>
                  </a:lnTo>
                  <a:lnTo>
                    <a:pt x="57" y="671"/>
                  </a:lnTo>
                  <a:lnTo>
                    <a:pt x="56" y="671"/>
                  </a:lnTo>
                  <a:lnTo>
                    <a:pt x="50" y="672"/>
                  </a:lnTo>
                  <a:lnTo>
                    <a:pt x="48" y="677"/>
                  </a:lnTo>
                  <a:lnTo>
                    <a:pt x="44" y="682"/>
                  </a:lnTo>
                  <a:lnTo>
                    <a:pt x="40" y="683"/>
                  </a:lnTo>
                  <a:lnTo>
                    <a:pt x="35" y="685"/>
                  </a:lnTo>
                  <a:lnTo>
                    <a:pt x="30" y="686"/>
                  </a:lnTo>
                  <a:lnTo>
                    <a:pt x="29" y="686"/>
                  </a:lnTo>
                  <a:lnTo>
                    <a:pt x="29" y="683"/>
                  </a:lnTo>
                  <a:lnTo>
                    <a:pt x="31" y="679"/>
                  </a:lnTo>
                  <a:lnTo>
                    <a:pt x="30" y="677"/>
                  </a:lnTo>
                  <a:lnTo>
                    <a:pt x="26" y="660"/>
                  </a:lnTo>
                  <a:lnTo>
                    <a:pt x="23" y="652"/>
                  </a:lnTo>
                  <a:lnTo>
                    <a:pt x="22" y="649"/>
                  </a:lnTo>
                  <a:lnTo>
                    <a:pt x="25" y="643"/>
                  </a:lnTo>
                  <a:lnTo>
                    <a:pt x="18" y="641"/>
                  </a:lnTo>
                  <a:lnTo>
                    <a:pt x="12" y="644"/>
                  </a:lnTo>
                  <a:lnTo>
                    <a:pt x="10" y="643"/>
                  </a:lnTo>
                  <a:lnTo>
                    <a:pt x="0" y="643"/>
                  </a:lnTo>
                  <a:lnTo>
                    <a:pt x="165" y="342"/>
                  </a:lnTo>
                  <a:lnTo>
                    <a:pt x="166" y="344"/>
                  </a:lnTo>
                  <a:lnTo>
                    <a:pt x="167" y="344"/>
                  </a:lnTo>
                  <a:lnTo>
                    <a:pt x="175" y="351"/>
                  </a:lnTo>
                  <a:lnTo>
                    <a:pt x="178" y="351"/>
                  </a:lnTo>
                  <a:lnTo>
                    <a:pt x="181" y="352"/>
                  </a:lnTo>
                  <a:lnTo>
                    <a:pt x="181" y="355"/>
                  </a:lnTo>
                  <a:lnTo>
                    <a:pt x="182" y="355"/>
                  </a:lnTo>
                  <a:lnTo>
                    <a:pt x="185" y="356"/>
                  </a:lnTo>
                  <a:lnTo>
                    <a:pt x="185" y="359"/>
                  </a:lnTo>
                  <a:lnTo>
                    <a:pt x="189" y="363"/>
                  </a:lnTo>
                  <a:lnTo>
                    <a:pt x="188" y="364"/>
                  </a:lnTo>
                  <a:lnTo>
                    <a:pt x="188" y="365"/>
                  </a:lnTo>
                  <a:lnTo>
                    <a:pt x="186" y="368"/>
                  </a:lnTo>
                  <a:lnTo>
                    <a:pt x="188" y="371"/>
                  </a:lnTo>
                  <a:lnTo>
                    <a:pt x="189" y="372"/>
                  </a:lnTo>
                  <a:lnTo>
                    <a:pt x="190" y="371"/>
                  </a:lnTo>
                  <a:lnTo>
                    <a:pt x="192" y="371"/>
                  </a:lnTo>
                  <a:lnTo>
                    <a:pt x="192" y="375"/>
                  </a:lnTo>
                  <a:lnTo>
                    <a:pt x="192" y="379"/>
                  </a:lnTo>
                  <a:lnTo>
                    <a:pt x="197" y="384"/>
                  </a:lnTo>
                  <a:lnTo>
                    <a:pt x="200" y="386"/>
                  </a:lnTo>
                  <a:lnTo>
                    <a:pt x="200" y="386"/>
                  </a:lnTo>
                  <a:lnTo>
                    <a:pt x="203" y="387"/>
                  </a:lnTo>
                  <a:lnTo>
                    <a:pt x="203" y="389"/>
                  </a:lnTo>
                  <a:lnTo>
                    <a:pt x="204" y="390"/>
                  </a:lnTo>
                  <a:lnTo>
                    <a:pt x="205" y="390"/>
                  </a:lnTo>
                  <a:lnTo>
                    <a:pt x="208" y="394"/>
                  </a:lnTo>
                  <a:lnTo>
                    <a:pt x="208" y="398"/>
                  </a:lnTo>
                  <a:lnTo>
                    <a:pt x="211" y="398"/>
                  </a:lnTo>
                  <a:lnTo>
                    <a:pt x="212" y="401"/>
                  </a:lnTo>
                  <a:lnTo>
                    <a:pt x="213" y="401"/>
                  </a:lnTo>
                  <a:lnTo>
                    <a:pt x="216" y="405"/>
                  </a:lnTo>
                  <a:lnTo>
                    <a:pt x="216" y="408"/>
                  </a:lnTo>
                  <a:lnTo>
                    <a:pt x="218" y="408"/>
                  </a:lnTo>
                  <a:lnTo>
                    <a:pt x="218" y="410"/>
                  </a:lnTo>
                  <a:lnTo>
                    <a:pt x="215" y="413"/>
                  </a:lnTo>
                  <a:lnTo>
                    <a:pt x="213" y="416"/>
                  </a:lnTo>
                  <a:lnTo>
                    <a:pt x="219" y="410"/>
                  </a:lnTo>
                  <a:lnTo>
                    <a:pt x="222" y="409"/>
                  </a:lnTo>
                  <a:lnTo>
                    <a:pt x="223" y="410"/>
                  </a:lnTo>
                  <a:lnTo>
                    <a:pt x="223" y="406"/>
                  </a:lnTo>
                  <a:lnTo>
                    <a:pt x="223" y="398"/>
                  </a:lnTo>
                  <a:lnTo>
                    <a:pt x="223" y="394"/>
                  </a:lnTo>
                  <a:lnTo>
                    <a:pt x="224" y="391"/>
                  </a:lnTo>
                  <a:lnTo>
                    <a:pt x="230" y="390"/>
                  </a:lnTo>
                  <a:lnTo>
                    <a:pt x="232" y="387"/>
                  </a:lnTo>
                  <a:lnTo>
                    <a:pt x="235" y="386"/>
                  </a:lnTo>
                  <a:lnTo>
                    <a:pt x="238" y="384"/>
                  </a:lnTo>
                  <a:lnTo>
                    <a:pt x="239" y="383"/>
                  </a:lnTo>
                  <a:lnTo>
                    <a:pt x="241" y="383"/>
                  </a:lnTo>
                  <a:lnTo>
                    <a:pt x="243" y="382"/>
                  </a:lnTo>
                  <a:lnTo>
                    <a:pt x="246" y="382"/>
                  </a:lnTo>
                  <a:lnTo>
                    <a:pt x="247" y="382"/>
                  </a:lnTo>
                  <a:lnTo>
                    <a:pt x="250" y="382"/>
                  </a:lnTo>
                  <a:lnTo>
                    <a:pt x="252" y="383"/>
                  </a:lnTo>
                  <a:lnTo>
                    <a:pt x="256" y="379"/>
                  </a:lnTo>
                  <a:lnTo>
                    <a:pt x="256" y="376"/>
                  </a:lnTo>
                  <a:lnTo>
                    <a:pt x="258" y="375"/>
                  </a:lnTo>
                  <a:lnTo>
                    <a:pt x="261" y="376"/>
                  </a:lnTo>
                  <a:lnTo>
                    <a:pt x="262" y="375"/>
                  </a:lnTo>
                  <a:lnTo>
                    <a:pt x="261" y="374"/>
                  </a:lnTo>
                  <a:lnTo>
                    <a:pt x="264" y="374"/>
                  </a:lnTo>
                  <a:lnTo>
                    <a:pt x="265" y="375"/>
                  </a:lnTo>
                  <a:lnTo>
                    <a:pt x="273" y="375"/>
                  </a:lnTo>
                  <a:lnTo>
                    <a:pt x="280" y="372"/>
                  </a:lnTo>
                  <a:lnTo>
                    <a:pt x="283" y="371"/>
                  </a:lnTo>
                  <a:lnTo>
                    <a:pt x="284" y="371"/>
                  </a:lnTo>
                  <a:lnTo>
                    <a:pt x="285" y="374"/>
                  </a:lnTo>
                  <a:lnTo>
                    <a:pt x="287" y="372"/>
                  </a:lnTo>
                  <a:lnTo>
                    <a:pt x="288" y="370"/>
                  </a:lnTo>
                  <a:lnTo>
                    <a:pt x="292" y="367"/>
                  </a:lnTo>
                  <a:lnTo>
                    <a:pt x="295" y="367"/>
                  </a:lnTo>
                  <a:lnTo>
                    <a:pt x="296" y="368"/>
                  </a:lnTo>
                  <a:lnTo>
                    <a:pt x="298" y="368"/>
                  </a:lnTo>
                  <a:lnTo>
                    <a:pt x="299" y="370"/>
                  </a:lnTo>
                  <a:lnTo>
                    <a:pt x="300" y="370"/>
                  </a:lnTo>
                  <a:lnTo>
                    <a:pt x="300" y="367"/>
                  </a:lnTo>
                  <a:lnTo>
                    <a:pt x="302" y="365"/>
                  </a:lnTo>
                  <a:lnTo>
                    <a:pt x="304" y="367"/>
                  </a:lnTo>
                  <a:lnTo>
                    <a:pt x="304" y="370"/>
                  </a:lnTo>
                  <a:lnTo>
                    <a:pt x="306" y="371"/>
                  </a:lnTo>
                  <a:lnTo>
                    <a:pt x="304" y="372"/>
                  </a:lnTo>
                  <a:lnTo>
                    <a:pt x="303" y="372"/>
                  </a:lnTo>
                  <a:lnTo>
                    <a:pt x="302" y="375"/>
                  </a:lnTo>
                  <a:lnTo>
                    <a:pt x="296" y="376"/>
                  </a:lnTo>
                  <a:lnTo>
                    <a:pt x="291" y="379"/>
                  </a:lnTo>
                  <a:lnTo>
                    <a:pt x="288" y="380"/>
                  </a:lnTo>
                  <a:lnTo>
                    <a:pt x="285" y="382"/>
                  </a:lnTo>
                  <a:lnTo>
                    <a:pt x="283" y="382"/>
                  </a:lnTo>
                  <a:lnTo>
                    <a:pt x="281" y="383"/>
                  </a:lnTo>
                  <a:lnTo>
                    <a:pt x="280" y="383"/>
                  </a:lnTo>
                  <a:lnTo>
                    <a:pt x="279" y="382"/>
                  </a:lnTo>
                  <a:lnTo>
                    <a:pt x="275" y="383"/>
                  </a:lnTo>
                  <a:lnTo>
                    <a:pt x="269" y="383"/>
                  </a:lnTo>
                  <a:lnTo>
                    <a:pt x="269" y="384"/>
                  </a:lnTo>
                  <a:lnTo>
                    <a:pt x="264" y="383"/>
                  </a:lnTo>
                  <a:lnTo>
                    <a:pt x="261" y="384"/>
                  </a:lnTo>
                  <a:lnTo>
                    <a:pt x="258" y="389"/>
                  </a:lnTo>
                  <a:lnTo>
                    <a:pt x="252" y="391"/>
                  </a:lnTo>
                  <a:lnTo>
                    <a:pt x="252" y="390"/>
                  </a:lnTo>
                  <a:lnTo>
                    <a:pt x="249" y="393"/>
                  </a:lnTo>
                  <a:lnTo>
                    <a:pt x="247" y="394"/>
                  </a:lnTo>
                  <a:lnTo>
                    <a:pt x="246" y="395"/>
                  </a:lnTo>
                  <a:lnTo>
                    <a:pt x="245" y="394"/>
                  </a:lnTo>
                  <a:lnTo>
                    <a:pt x="242" y="397"/>
                  </a:lnTo>
                  <a:lnTo>
                    <a:pt x="239" y="399"/>
                  </a:lnTo>
                  <a:lnTo>
                    <a:pt x="238" y="399"/>
                  </a:lnTo>
                  <a:lnTo>
                    <a:pt x="237" y="401"/>
                  </a:lnTo>
                  <a:lnTo>
                    <a:pt x="239" y="405"/>
                  </a:lnTo>
                  <a:lnTo>
                    <a:pt x="242" y="406"/>
                  </a:lnTo>
                  <a:lnTo>
                    <a:pt x="239" y="402"/>
                  </a:lnTo>
                  <a:lnTo>
                    <a:pt x="239" y="402"/>
                  </a:lnTo>
                  <a:lnTo>
                    <a:pt x="242" y="402"/>
                  </a:lnTo>
                  <a:lnTo>
                    <a:pt x="243" y="401"/>
                  </a:lnTo>
                  <a:lnTo>
                    <a:pt x="246" y="402"/>
                  </a:lnTo>
                  <a:lnTo>
                    <a:pt x="245" y="399"/>
                  </a:lnTo>
                  <a:lnTo>
                    <a:pt x="249" y="397"/>
                  </a:lnTo>
                  <a:lnTo>
                    <a:pt x="253" y="395"/>
                  </a:lnTo>
                  <a:lnTo>
                    <a:pt x="256" y="395"/>
                  </a:lnTo>
                  <a:lnTo>
                    <a:pt x="262" y="390"/>
                  </a:lnTo>
                  <a:lnTo>
                    <a:pt x="264" y="387"/>
                  </a:lnTo>
                  <a:lnTo>
                    <a:pt x="266" y="387"/>
                  </a:lnTo>
                  <a:lnTo>
                    <a:pt x="268" y="390"/>
                  </a:lnTo>
                  <a:lnTo>
                    <a:pt x="269" y="387"/>
                  </a:lnTo>
                  <a:lnTo>
                    <a:pt x="272" y="387"/>
                  </a:lnTo>
                  <a:lnTo>
                    <a:pt x="272" y="389"/>
                  </a:lnTo>
                  <a:lnTo>
                    <a:pt x="276" y="386"/>
                  </a:lnTo>
                  <a:lnTo>
                    <a:pt x="277" y="387"/>
                  </a:lnTo>
                  <a:lnTo>
                    <a:pt x="273" y="393"/>
                  </a:lnTo>
                  <a:lnTo>
                    <a:pt x="275" y="394"/>
                  </a:lnTo>
                  <a:lnTo>
                    <a:pt x="277" y="390"/>
                  </a:lnTo>
                  <a:lnTo>
                    <a:pt x="281" y="389"/>
                  </a:lnTo>
                  <a:lnTo>
                    <a:pt x="290" y="382"/>
                  </a:lnTo>
                  <a:lnTo>
                    <a:pt x="295" y="382"/>
                  </a:lnTo>
                  <a:lnTo>
                    <a:pt x="298" y="380"/>
                  </a:lnTo>
                  <a:lnTo>
                    <a:pt x="303" y="380"/>
                  </a:lnTo>
                  <a:lnTo>
                    <a:pt x="306" y="379"/>
                  </a:lnTo>
                  <a:lnTo>
                    <a:pt x="307" y="379"/>
                  </a:lnTo>
                  <a:lnTo>
                    <a:pt x="307" y="382"/>
                  </a:lnTo>
                  <a:lnTo>
                    <a:pt x="303" y="383"/>
                  </a:lnTo>
                  <a:lnTo>
                    <a:pt x="303" y="384"/>
                  </a:lnTo>
                  <a:lnTo>
                    <a:pt x="306" y="386"/>
                  </a:lnTo>
                  <a:lnTo>
                    <a:pt x="309" y="383"/>
                  </a:lnTo>
                  <a:lnTo>
                    <a:pt x="315" y="379"/>
                  </a:lnTo>
                  <a:lnTo>
                    <a:pt x="317" y="379"/>
                  </a:lnTo>
                  <a:lnTo>
                    <a:pt x="317" y="378"/>
                  </a:lnTo>
                  <a:lnTo>
                    <a:pt x="319" y="376"/>
                  </a:lnTo>
                  <a:lnTo>
                    <a:pt x="322" y="376"/>
                  </a:lnTo>
                  <a:lnTo>
                    <a:pt x="322" y="375"/>
                  </a:lnTo>
                  <a:lnTo>
                    <a:pt x="322" y="372"/>
                  </a:lnTo>
                  <a:lnTo>
                    <a:pt x="325" y="375"/>
                  </a:lnTo>
                  <a:lnTo>
                    <a:pt x="326" y="375"/>
                  </a:lnTo>
                  <a:lnTo>
                    <a:pt x="328" y="371"/>
                  </a:lnTo>
                  <a:lnTo>
                    <a:pt x="326" y="368"/>
                  </a:lnTo>
                  <a:lnTo>
                    <a:pt x="328" y="367"/>
                  </a:lnTo>
                  <a:lnTo>
                    <a:pt x="326" y="364"/>
                  </a:lnTo>
                  <a:lnTo>
                    <a:pt x="329" y="361"/>
                  </a:lnTo>
                  <a:lnTo>
                    <a:pt x="333" y="359"/>
                  </a:lnTo>
                  <a:lnTo>
                    <a:pt x="333" y="363"/>
                  </a:lnTo>
                  <a:lnTo>
                    <a:pt x="333" y="374"/>
                  </a:lnTo>
                  <a:lnTo>
                    <a:pt x="332" y="376"/>
                  </a:lnTo>
                  <a:lnTo>
                    <a:pt x="332" y="386"/>
                  </a:lnTo>
                  <a:lnTo>
                    <a:pt x="330" y="391"/>
                  </a:lnTo>
                  <a:lnTo>
                    <a:pt x="329" y="403"/>
                  </a:lnTo>
                  <a:lnTo>
                    <a:pt x="330" y="408"/>
                  </a:lnTo>
                  <a:lnTo>
                    <a:pt x="334" y="408"/>
                  </a:lnTo>
                  <a:lnTo>
                    <a:pt x="336" y="412"/>
                  </a:lnTo>
                  <a:lnTo>
                    <a:pt x="340" y="409"/>
                  </a:lnTo>
                  <a:lnTo>
                    <a:pt x="338" y="408"/>
                  </a:lnTo>
                  <a:lnTo>
                    <a:pt x="336" y="408"/>
                  </a:lnTo>
                  <a:lnTo>
                    <a:pt x="336" y="406"/>
                  </a:lnTo>
                  <a:lnTo>
                    <a:pt x="338" y="403"/>
                  </a:lnTo>
                  <a:lnTo>
                    <a:pt x="341" y="405"/>
                  </a:lnTo>
                  <a:lnTo>
                    <a:pt x="341" y="402"/>
                  </a:lnTo>
                  <a:lnTo>
                    <a:pt x="340" y="401"/>
                  </a:lnTo>
                  <a:lnTo>
                    <a:pt x="343" y="399"/>
                  </a:lnTo>
                  <a:lnTo>
                    <a:pt x="347" y="399"/>
                  </a:lnTo>
                  <a:lnTo>
                    <a:pt x="347" y="401"/>
                  </a:lnTo>
                  <a:lnTo>
                    <a:pt x="349" y="399"/>
                  </a:lnTo>
                  <a:lnTo>
                    <a:pt x="347" y="394"/>
                  </a:lnTo>
                  <a:lnTo>
                    <a:pt x="349" y="394"/>
                  </a:lnTo>
                  <a:lnTo>
                    <a:pt x="355" y="391"/>
                  </a:lnTo>
                  <a:lnTo>
                    <a:pt x="355" y="389"/>
                  </a:lnTo>
                  <a:lnTo>
                    <a:pt x="357" y="389"/>
                  </a:lnTo>
                  <a:lnTo>
                    <a:pt x="357" y="391"/>
                  </a:lnTo>
                  <a:lnTo>
                    <a:pt x="357" y="394"/>
                  </a:lnTo>
                  <a:lnTo>
                    <a:pt x="355" y="395"/>
                  </a:lnTo>
                  <a:lnTo>
                    <a:pt x="356" y="398"/>
                  </a:lnTo>
                  <a:lnTo>
                    <a:pt x="353" y="399"/>
                  </a:lnTo>
                  <a:lnTo>
                    <a:pt x="352" y="402"/>
                  </a:lnTo>
                  <a:lnTo>
                    <a:pt x="353" y="402"/>
                  </a:lnTo>
                  <a:lnTo>
                    <a:pt x="356" y="402"/>
                  </a:lnTo>
                  <a:lnTo>
                    <a:pt x="356" y="403"/>
                  </a:lnTo>
                  <a:lnTo>
                    <a:pt x="356" y="405"/>
                  </a:lnTo>
                  <a:lnTo>
                    <a:pt x="353" y="406"/>
                  </a:lnTo>
                  <a:lnTo>
                    <a:pt x="351" y="409"/>
                  </a:lnTo>
                  <a:lnTo>
                    <a:pt x="349" y="408"/>
                  </a:lnTo>
                  <a:lnTo>
                    <a:pt x="348" y="409"/>
                  </a:lnTo>
                  <a:lnTo>
                    <a:pt x="347" y="412"/>
                  </a:lnTo>
                  <a:lnTo>
                    <a:pt x="348" y="414"/>
                  </a:lnTo>
                  <a:lnTo>
                    <a:pt x="352" y="414"/>
                  </a:lnTo>
                  <a:lnTo>
                    <a:pt x="355" y="416"/>
                  </a:lnTo>
                  <a:lnTo>
                    <a:pt x="357" y="416"/>
                  </a:lnTo>
                  <a:lnTo>
                    <a:pt x="359" y="413"/>
                  </a:lnTo>
                  <a:lnTo>
                    <a:pt x="363" y="413"/>
                  </a:lnTo>
                  <a:lnTo>
                    <a:pt x="366" y="408"/>
                  </a:lnTo>
                  <a:lnTo>
                    <a:pt x="368" y="405"/>
                  </a:lnTo>
                  <a:lnTo>
                    <a:pt x="371" y="403"/>
                  </a:lnTo>
                  <a:lnTo>
                    <a:pt x="374" y="405"/>
                  </a:lnTo>
                  <a:lnTo>
                    <a:pt x="376" y="405"/>
                  </a:lnTo>
                  <a:lnTo>
                    <a:pt x="378" y="408"/>
                  </a:lnTo>
                  <a:lnTo>
                    <a:pt x="381" y="408"/>
                  </a:lnTo>
                  <a:lnTo>
                    <a:pt x="385" y="410"/>
                  </a:lnTo>
                  <a:lnTo>
                    <a:pt x="387" y="410"/>
                  </a:lnTo>
                  <a:lnTo>
                    <a:pt x="387" y="413"/>
                  </a:lnTo>
                  <a:lnTo>
                    <a:pt x="389" y="420"/>
                  </a:lnTo>
                  <a:lnTo>
                    <a:pt x="389" y="424"/>
                  </a:lnTo>
                  <a:lnTo>
                    <a:pt x="393" y="428"/>
                  </a:lnTo>
                  <a:lnTo>
                    <a:pt x="404" y="436"/>
                  </a:lnTo>
                  <a:lnTo>
                    <a:pt x="405" y="437"/>
                  </a:lnTo>
                  <a:lnTo>
                    <a:pt x="409" y="440"/>
                  </a:lnTo>
                  <a:lnTo>
                    <a:pt x="413" y="444"/>
                  </a:lnTo>
                  <a:lnTo>
                    <a:pt x="415" y="444"/>
                  </a:lnTo>
                  <a:lnTo>
                    <a:pt x="417" y="447"/>
                  </a:lnTo>
                  <a:lnTo>
                    <a:pt x="419" y="448"/>
                  </a:lnTo>
                  <a:lnTo>
                    <a:pt x="420" y="450"/>
                  </a:lnTo>
                  <a:lnTo>
                    <a:pt x="421" y="448"/>
                  </a:lnTo>
                  <a:lnTo>
                    <a:pt x="423" y="451"/>
                  </a:lnTo>
                  <a:lnTo>
                    <a:pt x="427" y="454"/>
                  </a:lnTo>
                  <a:lnTo>
                    <a:pt x="429" y="454"/>
                  </a:lnTo>
                  <a:lnTo>
                    <a:pt x="429" y="456"/>
                  </a:lnTo>
                  <a:lnTo>
                    <a:pt x="431" y="459"/>
                  </a:lnTo>
                  <a:lnTo>
                    <a:pt x="432" y="456"/>
                  </a:lnTo>
                  <a:lnTo>
                    <a:pt x="431" y="454"/>
                  </a:lnTo>
                  <a:lnTo>
                    <a:pt x="431" y="452"/>
                  </a:lnTo>
                  <a:lnTo>
                    <a:pt x="429" y="451"/>
                  </a:lnTo>
                  <a:lnTo>
                    <a:pt x="429" y="450"/>
                  </a:lnTo>
                  <a:lnTo>
                    <a:pt x="434" y="451"/>
                  </a:lnTo>
                  <a:lnTo>
                    <a:pt x="434" y="454"/>
                  </a:lnTo>
                  <a:lnTo>
                    <a:pt x="435" y="454"/>
                  </a:lnTo>
                  <a:lnTo>
                    <a:pt x="436" y="451"/>
                  </a:lnTo>
                  <a:lnTo>
                    <a:pt x="438" y="451"/>
                  </a:lnTo>
                  <a:lnTo>
                    <a:pt x="440" y="455"/>
                  </a:lnTo>
                  <a:lnTo>
                    <a:pt x="442" y="456"/>
                  </a:lnTo>
                  <a:lnTo>
                    <a:pt x="443" y="458"/>
                  </a:lnTo>
                  <a:lnTo>
                    <a:pt x="444" y="461"/>
                  </a:lnTo>
                  <a:lnTo>
                    <a:pt x="446" y="463"/>
                  </a:lnTo>
                  <a:lnTo>
                    <a:pt x="447" y="467"/>
                  </a:lnTo>
                  <a:lnTo>
                    <a:pt x="449" y="470"/>
                  </a:lnTo>
                  <a:lnTo>
                    <a:pt x="447" y="473"/>
                  </a:lnTo>
                  <a:lnTo>
                    <a:pt x="446" y="476"/>
                  </a:lnTo>
                  <a:lnTo>
                    <a:pt x="443" y="478"/>
                  </a:lnTo>
                  <a:lnTo>
                    <a:pt x="438" y="477"/>
                  </a:lnTo>
                  <a:lnTo>
                    <a:pt x="434" y="477"/>
                  </a:lnTo>
                  <a:lnTo>
                    <a:pt x="434" y="477"/>
                  </a:lnTo>
                  <a:lnTo>
                    <a:pt x="432" y="478"/>
                  </a:lnTo>
                  <a:lnTo>
                    <a:pt x="429" y="477"/>
                  </a:lnTo>
                  <a:lnTo>
                    <a:pt x="427" y="477"/>
                  </a:lnTo>
                  <a:lnTo>
                    <a:pt x="428" y="480"/>
                  </a:lnTo>
                  <a:lnTo>
                    <a:pt x="425" y="481"/>
                  </a:lnTo>
                  <a:lnTo>
                    <a:pt x="425" y="484"/>
                  </a:lnTo>
                  <a:lnTo>
                    <a:pt x="423" y="484"/>
                  </a:lnTo>
                  <a:lnTo>
                    <a:pt x="420" y="484"/>
                  </a:lnTo>
                  <a:lnTo>
                    <a:pt x="420" y="485"/>
                  </a:lnTo>
                  <a:lnTo>
                    <a:pt x="423" y="486"/>
                  </a:lnTo>
                  <a:lnTo>
                    <a:pt x="424" y="490"/>
                  </a:lnTo>
                  <a:lnTo>
                    <a:pt x="427" y="492"/>
                  </a:lnTo>
                  <a:lnTo>
                    <a:pt x="428" y="490"/>
                  </a:lnTo>
                  <a:lnTo>
                    <a:pt x="431" y="493"/>
                  </a:lnTo>
                  <a:lnTo>
                    <a:pt x="432" y="496"/>
                  </a:lnTo>
                  <a:lnTo>
                    <a:pt x="435" y="496"/>
                  </a:lnTo>
                  <a:lnTo>
                    <a:pt x="440" y="499"/>
                  </a:lnTo>
                  <a:lnTo>
                    <a:pt x="444" y="499"/>
                  </a:lnTo>
                  <a:lnTo>
                    <a:pt x="451" y="501"/>
                  </a:lnTo>
                  <a:lnTo>
                    <a:pt x="454" y="501"/>
                  </a:lnTo>
                  <a:lnTo>
                    <a:pt x="454" y="500"/>
                  </a:lnTo>
                  <a:lnTo>
                    <a:pt x="455" y="500"/>
                  </a:lnTo>
                  <a:lnTo>
                    <a:pt x="458" y="501"/>
                  </a:lnTo>
                  <a:lnTo>
                    <a:pt x="458" y="504"/>
                  </a:lnTo>
                  <a:lnTo>
                    <a:pt x="462" y="500"/>
                  </a:lnTo>
                  <a:lnTo>
                    <a:pt x="463" y="503"/>
                  </a:lnTo>
                  <a:lnTo>
                    <a:pt x="465" y="501"/>
                  </a:lnTo>
                  <a:lnTo>
                    <a:pt x="468" y="500"/>
                  </a:lnTo>
                  <a:lnTo>
                    <a:pt x="469" y="500"/>
                  </a:lnTo>
                  <a:lnTo>
                    <a:pt x="469" y="501"/>
                  </a:lnTo>
                  <a:lnTo>
                    <a:pt x="470" y="501"/>
                  </a:lnTo>
                  <a:lnTo>
                    <a:pt x="474" y="500"/>
                  </a:lnTo>
                  <a:lnTo>
                    <a:pt x="482" y="496"/>
                  </a:lnTo>
                  <a:lnTo>
                    <a:pt x="485" y="496"/>
                  </a:lnTo>
                  <a:lnTo>
                    <a:pt x="484" y="499"/>
                  </a:lnTo>
                  <a:lnTo>
                    <a:pt x="484" y="500"/>
                  </a:lnTo>
                  <a:lnTo>
                    <a:pt x="484" y="501"/>
                  </a:lnTo>
                  <a:lnTo>
                    <a:pt x="485" y="501"/>
                  </a:lnTo>
                  <a:lnTo>
                    <a:pt x="485" y="504"/>
                  </a:lnTo>
                  <a:lnTo>
                    <a:pt x="485" y="507"/>
                  </a:lnTo>
                  <a:lnTo>
                    <a:pt x="485" y="508"/>
                  </a:lnTo>
                  <a:lnTo>
                    <a:pt x="487" y="508"/>
                  </a:lnTo>
                  <a:lnTo>
                    <a:pt x="488" y="507"/>
                  </a:lnTo>
                  <a:lnTo>
                    <a:pt x="489" y="508"/>
                  </a:lnTo>
                  <a:lnTo>
                    <a:pt x="489" y="511"/>
                  </a:lnTo>
                  <a:lnTo>
                    <a:pt x="488" y="515"/>
                  </a:lnTo>
                  <a:lnTo>
                    <a:pt x="488" y="518"/>
                  </a:lnTo>
                  <a:lnTo>
                    <a:pt x="489" y="519"/>
                  </a:lnTo>
                  <a:lnTo>
                    <a:pt x="491" y="516"/>
                  </a:lnTo>
                  <a:lnTo>
                    <a:pt x="492" y="514"/>
                  </a:lnTo>
                  <a:lnTo>
                    <a:pt x="492" y="512"/>
                  </a:lnTo>
                  <a:lnTo>
                    <a:pt x="493" y="512"/>
                  </a:lnTo>
                  <a:lnTo>
                    <a:pt x="493" y="515"/>
                  </a:lnTo>
                  <a:lnTo>
                    <a:pt x="491" y="520"/>
                  </a:lnTo>
                  <a:lnTo>
                    <a:pt x="489" y="523"/>
                  </a:lnTo>
                  <a:lnTo>
                    <a:pt x="489" y="528"/>
                  </a:lnTo>
                  <a:lnTo>
                    <a:pt x="491" y="531"/>
                  </a:lnTo>
                  <a:lnTo>
                    <a:pt x="491" y="537"/>
                  </a:lnTo>
                  <a:lnTo>
                    <a:pt x="489" y="539"/>
                  </a:lnTo>
                  <a:lnTo>
                    <a:pt x="493" y="542"/>
                  </a:lnTo>
                  <a:lnTo>
                    <a:pt x="493" y="543"/>
                  </a:lnTo>
                  <a:lnTo>
                    <a:pt x="492" y="546"/>
                  </a:lnTo>
                  <a:lnTo>
                    <a:pt x="493" y="548"/>
                  </a:lnTo>
                  <a:lnTo>
                    <a:pt x="495" y="552"/>
                  </a:lnTo>
                  <a:lnTo>
                    <a:pt x="495" y="560"/>
                  </a:lnTo>
                  <a:lnTo>
                    <a:pt x="495" y="552"/>
                  </a:lnTo>
                  <a:lnTo>
                    <a:pt x="493" y="545"/>
                  </a:lnTo>
                  <a:lnTo>
                    <a:pt x="495" y="538"/>
                  </a:lnTo>
                  <a:lnTo>
                    <a:pt x="497" y="533"/>
                  </a:lnTo>
                  <a:lnTo>
                    <a:pt x="500" y="533"/>
                  </a:lnTo>
                  <a:lnTo>
                    <a:pt x="500" y="535"/>
                  </a:lnTo>
                  <a:lnTo>
                    <a:pt x="499" y="535"/>
                  </a:lnTo>
                  <a:lnTo>
                    <a:pt x="499" y="538"/>
                  </a:lnTo>
                  <a:lnTo>
                    <a:pt x="499" y="538"/>
                  </a:lnTo>
                  <a:lnTo>
                    <a:pt x="501" y="537"/>
                  </a:lnTo>
                  <a:lnTo>
                    <a:pt x="501" y="538"/>
                  </a:lnTo>
                  <a:lnTo>
                    <a:pt x="503" y="537"/>
                  </a:lnTo>
                  <a:lnTo>
                    <a:pt x="503" y="534"/>
                  </a:lnTo>
                  <a:lnTo>
                    <a:pt x="501" y="531"/>
                  </a:lnTo>
                  <a:lnTo>
                    <a:pt x="501" y="530"/>
                  </a:lnTo>
                  <a:lnTo>
                    <a:pt x="504" y="528"/>
                  </a:lnTo>
                  <a:lnTo>
                    <a:pt x="504" y="527"/>
                  </a:lnTo>
                  <a:lnTo>
                    <a:pt x="501" y="526"/>
                  </a:lnTo>
                  <a:lnTo>
                    <a:pt x="503" y="523"/>
                  </a:lnTo>
                  <a:lnTo>
                    <a:pt x="504" y="519"/>
                  </a:lnTo>
                  <a:lnTo>
                    <a:pt x="506" y="511"/>
                  </a:lnTo>
                  <a:lnTo>
                    <a:pt x="506" y="509"/>
                  </a:lnTo>
                  <a:lnTo>
                    <a:pt x="506" y="507"/>
                  </a:lnTo>
                  <a:lnTo>
                    <a:pt x="507" y="505"/>
                  </a:lnTo>
                  <a:lnTo>
                    <a:pt x="511" y="505"/>
                  </a:lnTo>
                  <a:lnTo>
                    <a:pt x="511" y="504"/>
                  </a:lnTo>
                  <a:lnTo>
                    <a:pt x="512" y="503"/>
                  </a:lnTo>
                  <a:lnTo>
                    <a:pt x="515" y="501"/>
                  </a:lnTo>
                  <a:lnTo>
                    <a:pt x="516" y="503"/>
                  </a:lnTo>
                  <a:lnTo>
                    <a:pt x="518" y="503"/>
                  </a:lnTo>
                  <a:lnTo>
                    <a:pt x="519" y="500"/>
                  </a:lnTo>
                  <a:lnTo>
                    <a:pt x="521" y="500"/>
                  </a:lnTo>
                  <a:lnTo>
                    <a:pt x="521" y="501"/>
                  </a:lnTo>
                  <a:lnTo>
                    <a:pt x="522" y="501"/>
                  </a:lnTo>
                  <a:lnTo>
                    <a:pt x="526" y="501"/>
                  </a:lnTo>
                  <a:lnTo>
                    <a:pt x="527" y="497"/>
                  </a:lnTo>
                  <a:lnTo>
                    <a:pt x="529" y="497"/>
                  </a:lnTo>
                  <a:lnTo>
                    <a:pt x="530" y="500"/>
                  </a:lnTo>
                  <a:lnTo>
                    <a:pt x="531" y="500"/>
                  </a:lnTo>
                  <a:lnTo>
                    <a:pt x="531" y="504"/>
                  </a:lnTo>
                  <a:lnTo>
                    <a:pt x="531" y="500"/>
                  </a:lnTo>
                  <a:lnTo>
                    <a:pt x="530" y="497"/>
                  </a:lnTo>
                  <a:lnTo>
                    <a:pt x="533" y="493"/>
                  </a:lnTo>
                  <a:lnTo>
                    <a:pt x="534" y="493"/>
                  </a:lnTo>
                  <a:lnTo>
                    <a:pt x="535" y="495"/>
                  </a:lnTo>
                  <a:lnTo>
                    <a:pt x="538" y="493"/>
                  </a:lnTo>
                  <a:lnTo>
                    <a:pt x="540" y="493"/>
                  </a:lnTo>
                  <a:lnTo>
                    <a:pt x="542" y="495"/>
                  </a:lnTo>
                  <a:lnTo>
                    <a:pt x="545" y="490"/>
                  </a:lnTo>
                  <a:lnTo>
                    <a:pt x="544" y="489"/>
                  </a:lnTo>
                  <a:lnTo>
                    <a:pt x="546" y="486"/>
                  </a:lnTo>
                  <a:lnTo>
                    <a:pt x="544" y="486"/>
                  </a:lnTo>
                  <a:lnTo>
                    <a:pt x="542" y="486"/>
                  </a:lnTo>
                  <a:lnTo>
                    <a:pt x="541" y="486"/>
                  </a:lnTo>
                  <a:lnTo>
                    <a:pt x="535" y="488"/>
                  </a:lnTo>
                  <a:lnTo>
                    <a:pt x="533" y="488"/>
                  </a:lnTo>
                  <a:lnTo>
                    <a:pt x="533" y="489"/>
                  </a:lnTo>
                  <a:lnTo>
                    <a:pt x="530" y="490"/>
                  </a:lnTo>
                  <a:lnTo>
                    <a:pt x="530" y="492"/>
                  </a:lnTo>
                  <a:lnTo>
                    <a:pt x="530" y="493"/>
                  </a:lnTo>
                  <a:lnTo>
                    <a:pt x="527" y="490"/>
                  </a:lnTo>
                  <a:lnTo>
                    <a:pt x="527" y="488"/>
                  </a:lnTo>
                  <a:lnTo>
                    <a:pt x="526" y="489"/>
                  </a:lnTo>
                  <a:lnTo>
                    <a:pt x="525" y="492"/>
                  </a:lnTo>
                  <a:lnTo>
                    <a:pt x="523" y="493"/>
                  </a:lnTo>
                  <a:lnTo>
                    <a:pt x="521" y="490"/>
                  </a:lnTo>
                  <a:lnTo>
                    <a:pt x="518" y="490"/>
                  </a:lnTo>
                  <a:lnTo>
                    <a:pt x="518" y="489"/>
                  </a:lnTo>
                  <a:lnTo>
                    <a:pt x="516" y="490"/>
                  </a:lnTo>
                  <a:lnTo>
                    <a:pt x="516" y="492"/>
                  </a:lnTo>
                  <a:lnTo>
                    <a:pt x="518" y="493"/>
                  </a:lnTo>
                  <a:lnTo>
                    <a:pt x="518" y="496"/>
                  </a:lnTo>
                  <a:lnTo>
                    <a:pt x="515" y="496"/>
                  </a:lnTo>
                  <a:lnTo>
                    <a:pt x="514" y="495"/>
                  </a:lnTo>
                  <a:lnTo>
                    <a:pt x="510" y="495"/>
                  </a:lnTo>
                  <a:lnTo>
                    <a:pt x="510" y="493"/>
                  </a:lnTo>
                  <a:lnTo>
                    <a:pt x="511" y="492"/>
                  </a:lnTo>
                  <a:lnTo>
                    <a:pt x="512" y="489"/>
                  </a:lnTo>
                  <a:lnTo>
                    <a:pt x="511" y="489"/>
                  </a:lnTo>
                  <a:lnTo>
                    <a:pt x="510" y="489"/>
                  </a:lnTo>
                  <a:lnTo>
                    <a:pt x="507" y="489"/>
                  </a:lnTo>
                  <a:lnTo>
                    <a:pt x="508" y="486"/>
                  </a:lnTo>
                  <a:lnTo>
                    <a:pt x="511" y="485"/>
                  </a:lnTo>
                  <a:lnTo>
                    <a:pt x="515" y="480"/>
                  </a:lnTo>
                  <a:lnTo>
                    <a:pt x="516" y="480"/>
                  </a:lnTo>
                  <a:lnTo>
                    <a:pt x="521" y="481"/>
                  </a:lnTo>
                  <a:lnTo>
                    <a:pt x="530" y="480"/>
                  </a:lnTo>
                  <a:lnTo>
                    <a:pt x="538" y="478"/>
                  </a:lnTo>
                  <a:lnTo>
                    <a:pt x="540" y="478"/>
                  </a:lnTo>
                  <a:lnTo>
                    <a:pt x="544" y="477"/>
                  </a:lnTo>
                  <a:lnTo>
                    <a:pt x="545" y="480"/>
                  </a:lnTo>
                  <a:lnTo>
                    <a:pt x="546" y="481"/>
                  </a:lnTo>
                  <a:lnTo>
                    <a:pt x="548" y="481"/>
                  </a:lnTo>
                  <a:lnTo>
                    <a:pt x="549" y="482"/>
                  </a:lnTo>
                  <a:lnTo>
                    <a:pt x="548" y="489"/>
                  </a:lnTo>
                  <a:lnTo>
                    <a:pt x="548" y="490"/>
                  </a:lnTo>
                  <a:lnTo>
                    <a:pt x="549" y="492"/>
                  </a:lnTo>
                  <a:lnTo>
                    <a:pt x="548" y="492"/>
                  </a:lnTo>
                  <a:lnTo>
                    <a:pt x="546" y="495"/>
                  </a:lnTo>
                  <a:lnTo>
                    <a:pt x="546" y="495"/>
                  </a:lnTo>
                  <a:lnTo>
                    <a:pt x="548" y="496"/>
                  </a:lnTo>
                  <a:lnTo>
                    <a:pt x="548" y="501"/>
                  </a:lnTo>
                  <a:lnTo>
                    <a:pt x="550" y="501"/>
                  </a:lnTo>
                  <a:lnTo>
                    <a:pt x="552" y="503"/>
                  </a:lnTo>
                  <a:lnTo>
                    <a:pt x="552" y="504"/>
                  </a:lnTo>
                  <a:lnTo>
                    <a:pt x="549" y="505"/>
                  </a:lnTo>
                  <a:lnTo>
                    <a:pt x="549" y="508"/>
                  </a:lnTo>
                  <a:lnTo>
                    <a:pt x="548" y="509"/>
                  </a:lnTo>
                  <a:lnTo>
                    <a:pt x="552" y="509"/>
                  </a:lnTo>
                  <a:lnTo>
                    <a:pt x="553" y="511"/>
                  </a:lnTo>
                  <a:lnTo>
                    <a:pt x="554" y="511"/>
                  </a:lnTo>
                  <a:lnTo>
                    <a:pt x="556" y="511"/>
                  </a:lnTo>
                  <a:lnTo>
                    <a:pt x="557" y="514"/>
                  </a:lnTo>
                  <a:lnTo>
                    <a:pt x="560" y="514"/>
                  </a:lnTo>
                  <a:lnTo>
                    <a:pt x="563" y="512"/>
                  </a:lnTo>
                  <a:lnTo>
                    <a:pt x="564" y="512"/>
                  </a:lnTo>
                  <a:lnTo>
                    <a:pt x="564" y="515"/>
                  </a:lnTo>
                  <a:lnTo>
                    <a:pt x="564" y="515"/>
                  </a:lnTo>
                  <a:lnTo>
                    <a:pt x="565" y="515"/>
                  </a:lnTo>
                  <a:lnTo>
                    <a:pt x="567" y="516"/>
                  </a:lnTo>
                  <a:lnTo>
                    <a:pt x="567" y="518"/>
                  </a:lnTo>
                  <a:lnTo>
                    <a:pt x="567" y="519"/>
                  </a:lnTo>
                  <a:lnTo>
                    <a:pt x="568" y="520"/>
                  </a:lnTo>
                  <a:lnTo>
                    <a:pt x="568" y="522"/>
                  </a:lnTo>
                  <a:lnTo>
                    <a:pt x="572" y="526"/>
                  </a:lnTo>
                  <a:lnTo>
                    <a:pt x="572" y="527"/>
                  </a:lnTo>
                  <a:lnTo>
                    <a:pt x="575" y="526"/>
                  </a:lnTo>
                  <a:lnTo>
                    <a:pt x="576" y="526"/>
                  </a:lnTo>
                  <a:lnTo>
                    <a:pt x="576" y="528"/>
                  </a:lnTo>
                  <a:lnTo>
                    <a:pt x="578" y="528"/>
                  </a:lnTo>
                  <a:lnTo>
                    <a:pt x="580" y="531"/>
                  </a:lnTo>
                  <a:lnTo>
                    <a:pt x="583" y="530"/>
                  </a:lnTo>
                  <a:lnTo>
                    <a:pt x="588" y="530"/>
                  </a:lnTo>
                  <a:lnTo>
                    <a:pt x="590" y="527"/>
                  </a:lnTo>
                  <a:lnTo>
                    <a:pt x="594" y="526"/>
                  </a:lnTo>
                  <a:lnTo>
                    <a:pt x="594" y="526"/>
                  </a:lnTo>
                  <a:lnTo>
                    <a:pt x="595" y="527"/>
                  </a:lnTo>
                  <a:lnTo>
                    <a:pt x="601" y="527"/>
                  </a:lnTo>
                  <a:lnTo>
                    <a:pt x="605" y="531"/>
                  </a:lnTo>
                  <a:lnTo>
                    <a:pt x="607" y="531"/>
                  </a:lnTo>
                  <a:lnTo>
                    <a:pt x="609" y="534"/>
                  </a:lnTo>
                  <a:lnTo>
                    <a:pt x="610" y="533"/>
                  </a:lnTo>
                  <a:lnTo>
                    <a:pt x="616" y="531"/>
                  </a:lnTo>
                  <a:lnTo>
                    <a:pt x="617" y="534"/>
                  </a:lnTo>
                  <a:lnTo>
                    <a:pt x="620" y="533"/>
                  </a:lnTo>
                  <a:lnTo>
                    <a:pt x="618" y="530"/>
                  </a:lnTo>
                  <a:lnTo>
                    <a:pt x="617" y="527"/>
                  </a:lnTo>
                  <a:lnTo>
                    <a:pt x="616" y="523"/>
                  </a:lnTo>
                  <a:lnTo>
                    <a:pt x="617" y="522"/>
                  </a:lnTo>
                  <a:lnTo>
                    <a:pt x="618" y="523"/>
                  </a:lnTo>
                  <a:lnTo>
                    <a:pt x="620" y="527"/>
                  </a:lnTo>
                  <a:lnTo>
                    <a:pt x="621" y="531"/>
                  </a:lnTo>
                  <a:lnTo>
                    <a:pt x="625" y="535"/>
                  </a:lnTo>
                  <a:lnTo>
                    <a:pt x="626" y="537"/>
                  </a:lnTo>
                  <a:lnTo>
                    <a:pt x="628" y="541"/>
                  </a:lnTo>
                  <a:lnTo>
                    <a:pt x="628" y="534"/>
                  </a:lnTo>
                  <a:lnTo>
                    <a:pt x="626" y="533"/>
                  </a:lnTo>
                  <a:lnTo>
                    <a:pt x="622" y="531"/>
                  </a:lnTo>
                  <a:lnTo>
                    <a:pt x="621" y="527"/>
                  </a:lnTo>
                  <a:lnTo>
                    <a:pt x="620" y="520"/>
                  </a:lnTo>
                  <a:lnTo>
                    <a:pt x="621" y="519"/>
                  </a:lnTo>
                  <a:lnTo>
                    <a:pt x="621" y="519"/>
                  </a:lnTo>
                  <a:lnTo>
                    <a:pt x="622" y="522"/>
                  </a:lnTo>
                  <a:lnTo>
                    <a:pt x="622" y="522"/>
                  </a:lnTo>
                  <a:lnTo>
                    <a:pt x="625" y="522"/>
                  </a:lnTo>
                  <a:lnTo>
                    <a:pt x="625" y="519"/>
                  </a:lnTo>
                  <a:lnTo>
                    <a:pt x="624" y="516"/>
                  </a:lnTo>
                  <a:lnTo>
                    <a:pt x="624" y="515"/>
                  </a:lnTo>
                  <a:lnTo>
                    <a:pt x="624" y="514"/>
                  </a:lnTo>
                  <a:lnTo>
                    <a:pt x="624" y="512"/>
                  </a:lnTo>
                  <a:lnTo>
                    <a:pt x="626" y="512"/>
                  </a:lnTo>
                  <a:lnTo>
                    <a:pt x="628" y="514"/>
                  </a:lnTo>
                  <a:lnTo>
                    <a:pt x="628" y="516"/>
                  </a:lnTo>
                  <a:lnTo>
                    <a:pt x="629" y="516"/>
                  </a:lnTo>
                  <a:lnTo>
                    <a:pt x="629" y="516"/>
                  </a:lnTo>
                  <a:lnTo>
                    <a:pt x="632" y="514"/>
                  </a:lnTo>
                  <a:lnTo>
                    <a:pt x="633" y="511"/>
                  </a:lnTo>
                  <a:lnTo>
                    <a:pt x="636" y="511"/>
                  </a:lnTo>
                  <a:lnTo>
                    <a:pt x="637" y="514"/>
                  </a:lnTo>
                  <a:lnTo>
                    <a:pt x="636" y="515"/>
                  </a:lnTo>
                  <a:lnTo>
                    <a:pt x="636" y="516"/>
                  </a:lnTo>
                  <a:lnTo>
                    <a:pt x="636" y="515"/>
                  </a:lnTo>
                  <a:lnTo>
                    <a:pt x="639" y="515"/>
                  </a:lnTo>
                  <a:lnTo>
                    <a:pt x="640" y="516"/>
                  </a:lnTo>
                  <a:lnTo>
                    <a:pt x="640" y="519"/>
                  </a:lnTo>
                  <a:lnTo>
                    <a:pt x="639" y="522"/>
                  </a:lnTo>
                  <a:lnTo>
                    <a:pt x="640" y="523"/>
                  </a:lnTo>
                  <a:lnTo>
                    <a:pt x="643" y="523"/>
                  </a:lnTo>
                  <a:lnTo>
                    <a:pt x="644" y="523"/>
                  </a:lnTo>
                  <a:lnTo>
                    <a:pt x="644" y="526"/>
                  </a:lnTo>
                  <a:lnTo>
                    <a:pt x="640" y="527"/>
                  </a:lnTo>
                  <a:lnTo>
                    <a:pt x="640" y="528"/>
                  </a:lnTo>
                  <a:lnTo>
                    <a:pt x="641" y="530"/>
                  </a:lnTo>
                  <a:lnTo>
                    <a:pt x="645" y="527"/>
                  </a:lnTo>
                  <a:lnTo>
                    <a:pt x="647" y="524"/>
                  </a:lnTo>
                  <a:lnTo>
                    <a:pt x="651" y="523"/>
                  </a:lnTo>
                  <a:lnTo>
                    <a:pt x="654" y="523"/>
                  </a:lnTo>
                  <a:lnTo>
                    <a:pt x="654" y="524"/>
                  </a:lnTo>
                  <a:lnTo>
                    <a:pt x="651" y="526"/>
                  </a:lnTo>
                  <a:lnTo>
                    <a:pt x="650" y="527"/>
                  </a:lnTo>
                  <a:lnTo>
                    <a:pt x="650" y="530"/>
                  </a:lnTo>
                  <a:lnTo>
                    <a:pt x="645" y="533"/>
                  </a:lnTo>
                  <a:lnTo>
                    <a:pt x="644" y="534"/>
                  </a:lnTo>
                  <a:lnTo>
                    <a:pt x="640" y="538"/>
                  </a:lnTo>
                  <a:lnTo>
                    <a:pt x="640" y="541"/>
                  </a:lnTo>
                  <a:lnTo>
                    <a:pt x="640" y="542"/>
                  </a:lnTo>
                  <a:lnTo>
                    <a:pt x="639" y="539"/>
                  </a:lnTo>
                  <a:lnTo>
                    <a:pt x="637" y="542"/>
                  </a:lnTo>
                  <a:lnTo>
                    <a:pt x="636" y="546"/>
                  </a:lnTo>
                  <a:lnTo>
                    <a:pt x="636" y="549"/>
                  </a:lnTo>
                  <a:lnTo>
                    <a:pt x="639" y="548"/>
                  </a:lnTo>
                  <a:lnTo>
                    <a:pt x="640" y="548"/>
                  </a:lnTo>
                  <a:lnTo>
                    <a:pt x="640" y="550"/>
                  </a:lnTo>
                  <a:lnTo>
                    <a:pt x="637" y="552"/>
                  </a:lnTo>
                  <a:lnTo>
                    <a:pt x="637" y="553"/>
                  </a:lnTo>
                  <a:lnTo>
                    <a:pt x="641" y="552"/>
                  </a:lnTo>
                  <a:lnTo>
                    <a:pt x="643" y="550"/>
                  </a:lnTo>
                  <a:lnTo>
                    <a:pt x="644" y="550"/>
                  </a:lnTo>
                  <a:lnTo>
                    <a:pt x="643" y="553"/>
                  </a:lnTo>
                  <a:lnTo>
                    <a:pt x="641" y="554"/>
                  </a:lnTo>
                  <a:lnTo>
                    <a:pt x="643" y="556"/>
                  </a:lnTo>
                  <a:lnTo>
                    <a:pt x="645" y="554"/>
                  </a:lnTo>
                  <a:lnTo>
                    <a:pt x="644" y="558"/>
                  </a:lnTo>
                  <a:lnTo>
                    <a:pt x="643" y="560"/>
                  </a:lnTo>
                  <a:lnTo>
                    <a:pt x="641" y="562"/>
                  </a:lnTo>
                  <a:lnTo>
                    <a:pt x="639" y="561"/>
                  </a:lnTo>
                  <a:lnTo>
                    <a:pt x="637" y="558"/>
                  </a:lnTo>
                  <a:lnTo>
                    <a:pt x="633" y="560"/>
                  </a:lnTo>
                  <a:lnTo>
                    <a:pt x="632" y="556"/>
                  </a:lnTo>
                  <a:lnTo>
                    <a:pt x="632" y="556"/>
                  </a:lnTo>
                  <a:lnTo>
                    <a:pt x="631" y="560"/>
                  </a:lnTo>
                  <a:lnTo>
                    <a:pt x="632" y="562"/>
                  </a:lnTo>
                  <a:lnTo>
                    <a:pt x="633" y="567"/>
                  </a:lnTo>
                  <a:lnTo>
                    <a:pt x="632" y="572"/>
                  </a:lnTo>
                  <a:lnTo>
                    <a:pt x="635" y="567"/>
                  </a:lnTo>
                  <a:lnTo>
                    <a:pt x="635" y="562"/>
                  </a:lnTo>
                  <a:lnTo>
                    <a:pt x="636" y="561"/>
                  </a:lnTo>
                  <a:lnTo>
                    <a:pt x="637" y="562"/>
                  </a:lnTo>
                  <a:lnTo>
                    <a:pt x="640" y="562"/>
                  </a:lnTo>
                  <a:lnTo>
                    <a:pt x="643" y="565"/>
                  </a:lnTo>
                  <a:lnTo>
                    <a:pt x="645" y="562"/>
                  </a:lnTo>
                  <a:lnTo>
                    <a:pt x="645" y="560"/>
                  </a:lnTo>
                  <a:lnTo>
                    <a:pt x="648" y="558"/>
                  </a:lnTo>
                  <a:lnTo>
                    <a:pt x="651" y="556"/>
                  </a:lnTo>
                  <a:lnTo>
                    <a:pt x="654" y="556"/>
                  </a:lnTo>
                  <a:lnTo>
                    <a:pt x="656" y="553"/>
                  </a:lnTo>
                  <a:lnTo>
                    <a:pt x="654" y="554"/>
                  </a:lnTo>
                  <a:lnTo>
                    <a:pt x="651" y="554"/>
                  </a:lnTo>
                  <a:lnTo>
                    <a:pt x="650" y="557"/>
                  </a:lnTo>
                  <a:lnTo>
                    <a:pt x="648" y="557"/>
                  </a:lnTo>
                  <a:lnTo>
                    <a:pt x="647" y="557"/>
                  </a:lnTo>
                  <a:lnTo>
                    <a:pt x="648" y="554"/>
                  </a:lnTo>
                  <a:lnTo>
                    <a:pt x="650" y="553"/>
                  </a:lnTo>
                  <a:lnTo>
                    <a:pt x="648" y="552"/>
                  </a:lnTo>
                  <a:lnTo>
                    <a:pt x="650" y="549"/>
                  </a:lnTo>
                  <a:lnTo>
                    <a:pt x="651" y="545"/>
                  </a:lnTo>
                  <a:lnTo>
                    <a:pt x="651" y="543"/>
                  </a:lnTo>
                  <a:lnTo>
                    <a:pt x="650" y="541"/>
                  </a:lnTo>
                  <a:lnTo>
                    <a:pt x="650" y="541"/>
                  </a:lnTo>
                  <a:lnTo>
                    <a:pt x="652" y="537"/>
                  </a:lnTo>
                  <a:lnTo>
                    <a:pt x="654" y="533"/>
                  </a:lnTo>
                  <a:lnTo>
                    <a:pt x="656" y="531"/>
                  </a:lnTo>
                  <a:lnTo>
                    <a:pt x="656" y="531"/>
                  </a:lnTo>
                  <a:lnTo>
                    <a:pt x="656" y="533"/>
                  </a:lnTo>
                  <a:lnTo>
                    <a:pt x="658" y="533"/>
                  </a:lnTo>
                  <a:lnTo>
                    <a:pt x="659" y="530"/>
                  </a:lnTo>
                  <a:lnTo>
                    <a:pt x="660" y="531"/>
                  </a:lnTo>
                  <a:lnTo>
                    <a:pt x="662" y="531"/>
                  </a:lnTo>
                  <a:lnTo>
                    <a:pt x="662" y="533"/>
                  </a:lnTo>
                  <a:lnTo>
                    <a:pt x="665" y="533"/>
                  </a:lnTo>
                  <a:lnTo>
                    <a:pt x="666" y="530"/>
                  </a:lnTo>
                  <a:lnTo>
                    <a:pt x="673" y="527"/>
                  </a:lnTo>
                  <a:lnTo>
                    <a:pt x="674" y="524"/>
                  </a:lnTo>
                  <a:lnTo>
                    <a:pt x="674" y="523"/>
                  </a:lnTo>
                  <a:lnTo>
                    <a:pt x="675" y="523"/>
                  </a:lnTo>
                  <a:lnTo>
                    <a:pt x="678" y="520"/>
                  </a:lnTo>
                  <a:lnTo>
                    <a:pt x="682" y="520"/>
                  </a:lnTo>
                  <a:lnTo>
                    <a:pt x="685" y="518"/>
                  </a:lnTo>
                  <a:lnTo>
                    <a:pt x="684" y="516"/>
                  </a:lnTo>
                  <a:lnTo>
                    <a:pt x="685" y="512"/>
                  </a:lnTo>
                  <a:lnTo>
                    <a:pt x="686" y="508"/>
                  </a:lnTo>
                  <a:lnTo>
                    <a:pt x="688" y="507"/>
                  </a:lnTo>
                  <a:lnTo>
                    <a:pt x="686" y="505"/>
                  </a:lnTo>
                  <a:lnTo>
                    <a:pt x="685" y="507"/>
                  </a:lnTo>
                  <a:lnTo>
                    <a:pt x="682" y="507"/>
                  </a:lnTo>
                  <a:lnTo>
                    <a:pt x="682" y="508"/>
                  </a:lnTo>
                  <a:lnTo>
                    <a:pt x="682" y="509"/>
                  </a:lnTo>
                  <a:lnTo>
                    <a:pt x="679" y="511"/>
                  </a:lnTo>
                  <a:lnTo>
                    <a:pt x="678" y="509"/>
                  </a:lnTo>
                  <a:lnTo>
                    <a:pt x="675" y="509"/>
                  </a:lnTo>
                  <a:lnTo>
                    <a:pt x="675" y="508"/>
                  </a:lnTo>
                  <a:lnTo>
                    <a:pt x="677" y="504"/>
                  </a:lnTo>
                  <a:lnTo>
                    <a:pt x="678" y="504"/>
                  </a:lnTo>
                  <a:lnTo>
                    <a:pt x="681" y="503"/>
                  </a:lnTo>
                  <a:lnTo>
                    <a:pt x="684" y="501"/>
                  </a:lnTo>
                  <a:lnTo>
                    <a:pt x="684" y="499"/>
                  </a:lnTo>
                  <a:lnTo>
                    <a:pt x="682" y="497"/>
                  </a:lnTo>
                  <a:lnTo>
                    <a:pt x="685" y="495"/>
                  </a:lnTo>
                  <a:lnTo>
                    <a:pt x="688" y="495"/>
                  </a:lnTo>
                  <a:lnTo>
                    <a:pt x="692" y="495"/>
                  </a:lnTo>
                  <a:lnTo>
                    <a:pt x="689" y="497"/>
                  </a:lnTo>
                  <a:lnTo>
                    <a:pt x="689" y="500"/>
                  </a:lnTo>
                  <a:lnTo>
                    <a:pt x="689" y="500"/>
                  </a:lnTo>
                  <a:lnTo>
                    <a:pt x="693" y="499"/>
                  </a:lnTo>
                  <a:lnTo>
                    <a:pt x="694" y="493"/>
                  </a:lnTo>
                  <a:lnTo>
                    <a:pt x="694" y="490"/>
                  </a:lnTo>
                  <a:lnTo>
                    <a:pt x="692" y="490"/>
                  </a:lnTo>
                  <a:lnTo>
                    <a:pt x="689" y="490"/>
                  </a:lnTo>
                  <a:lnTo>
                    <a:pt x="688" y="489"/>
                  </a:lnTo>
                  <a:lnTo>
                    <a:pt x="684" y="488"/>
                  </a:lnTo>
                  <a:lnTo>
                    <a:pt x="682" y="484"/>
                  </a:lnTo>
                  <a:lnTo>
                    <a:pt x="684" y="481"/>
                  </a:lnTo>
                  <a:lnTo>
                    <a:pt x="681" y="484"/>
                  </a:lnTo>
                  <a:lnTo>
                    <a:pt x="679" y="484"/>
                  </a:lnTo>
                  <a:lnTo>
                    <a:pt x="678" y="481"/>
                  </a:lnTo>
                  <a:lnTo>
                    <a:pt x="675" y="480"/>
                  </a:lnTo>
                  <a:lnTo>
                    <a:pt x="675" y="477"/>
                  </a:lnTo>
                  <a:lnTo>
                    <a:pt x="674" y="476"/>
                  </a:lnTo>
                  <a:lnTo>
                    <a:pt x="671" y="477"/>
                  </a:lnTo>
                  <a:lnTo>
                    <a:pt x="671" y="474"/>
                  </a:lnTo>
                  <a:lnTo>
                    <a:pt x="670" y="473"/>
                  </a:lnTo>
                  <a:lnTo>
                    <a:pt x="671" y="470"/>
                  </a:lnTo>
                  <a:lnTo>
                    <a:pt x="671" y="469"/>
                  </a:lnTo>
                  <a:lnTo>
                    <a:pt x="670" y="466"/>
                  </a:lnTo>
                  <a:lnTo>
                    <a:pt x="670" y="459"/>
                  </a:lnTo>
                  <a:lnTo>
                    <a:pt x="673" y="456"/>
                  </a:lnTo>
                  <a:lnTo>
                    <a:pt x="677" y="452"/>
                  </a:lnTo>
                  <a:lnTo>
                    <a:pt x="679" y="451"/>
                  </a:lnTo>
                  <a:lnTo>
                    <a:pt x="682" y="451"/>
                  </a:lnTo>
                  <a:lnTo>
                    <a:pt x="682" y="450"/>
                  </a:lnTo>
                  <a:lnTo>
                    <a:pt x="685" y="448"/>
                  </a:lnTo>
                  <a:lnTo>
                    <a:pt x="685" y="447"/>
                  </a:lnTo>
                  <a:lnTo>
                    <a:pt x="684" y="447"/>
                  </a:lnTo>
                  <a:lnTo>
                    <a:pt x="681" y="448"/>
                  </a:lnTo>
                  <a:lnTo>
                    <a:pt x="679" y="447"/>
                  </a:lnTo>
                  <a:lnTo>
                    <a:pt x="679" y="446"/>
                  </a:lnTo>
                  <a:lnTo>
                    <a:pt x="678" y="443"/>
                  </a:lnTo>
                  <a:lnTo>
                    <a:pt x="679" y="440"/>
                  </a:lnTo>
                  <a:lnTo>
                    <a:pt x="682" y="436"/>
                  </a:lnTo>
                  <a:lnTo>
                    <a:pt x="685" y="431"/>
                  </a:lnTo>
                  <a:lnTo>
                    <a:pt x="686" y="431"/>
                  </a:lnTo>
                  <a:lnTo>
                    <a:pt x="689" y="427"/>
                  </a:lnTo>
                  <a:lnTo>
                    <a:pt x="690" y="427"/>
                  </a:lnTo>
                  <a:lnTo>
                    <a:pt x="693" y="423"/>
                  </a:lnTo>
                  <a:lnTo>
                    <a:pt x="696" y="421"/>
                  </a:lnTo>
                  <a:lnTo>
                    <a:pt x="698" y="424"/>
                  </a:lnTo>
                  <a:lnTo>
                    <a:pt x="697" y="427"/>
                  </a:lnTo>
                  <a:lnTo>
                    <a:pt x="698" y="428"/>
                  </a:lnTo>
                  <a:lnTo>
                    <a:pt x="698" y="429"/>
                  </a:lnTo>
                  <a:lnTo>
                    <a:pt x="701" y="428"/>
                  </a:lnTo>
                  <a:lnTo>
                    <a:pt x="701" y="427"/>
                  </a:lnTo>
                  <a:lnTo>
                    <a:pt x="704" y="421"/>
                  </a:lnTo>
                  <a:lnTo>
                    <a:pt x="704" y="420"/>
                  </a:lnTo>
                  <a:lnTo>
                    <a:pt x="703" y="420"/>
                  </a:lnTo>
                  <a:lnTo>
                    <a:pt x="700" y="420"/>
                  </a:lnTo>
                  <a:lnTo>
                    <a:pt x="698" y="417"/>
                  </a:lnTo>
                  <a:lnTo>
                    <a:pt x="700" y="414"/>
                  </a:lnTo>
                  <a:lnTo>
                    <a:pt x="704" y="414"/>
                  </a:lnTo>
                  <a:lnTo>
                    <a:pt x="705" y="413"/>
                  </a:lnTo>
                  <a:lnTo>
                    <a:pt x="709" y="410"/>
                  </a:lnTo>
                  <a:lnTo>
                    <a:pt x="709" y="408"/>
                  </a:lnTo>
                  <a:lnTo>
                    <a:pt x="711" y="406"/>
                  </a:lnTo>
                  <a:lnTo>
                    <a:pt x="715" y="408"/>
                  </a:lnTo>
                  <a:lnTo>
                    <a:pt x="719" y="409"/>
                  </a:lnTo>
                  <a:lnTo>
                    <a:pt x="719" y="412"/>
                  </a:lnTo>
                  <a:lnTo>
                    <a:pt x="719" y="413"/>
                  </a:lnTo>
                  <a:lnTo>
                    <a:pt x="720" y="413"/>
                  </a:lnTo>
                  <a:lnTo>
                    <a:pt x="723" y="416"/>
                  </a:lnTo>
                  <a:lnTo>
                    <a:pt x="724" y="417"/>
                  </a:lnTo>
                  <a:lnTo>
                    <a:pt x="724" y="420"/>
                  </a:lnTo>
                  <a:lnTo>
                    <a:pt x="723" y="421"/>
                  </a:lnTo>
                  <a:lnTo>
                    <a:pt x="723" y="423"/>
                  </a:lnTo>
                  <a:lnTo>
                    <a:pt x="723" y="425"/>
                  </a:lnTo>
                  <a:lnTo>
                    <a:pt x="724" y="428"/>
                  </a:lnTo>
                  <a:lnTo>
                    <a:pt x="726" y="429"/>
                  </a:lnTo>
                  <a:lnTo>
                    <a:pt x="726" y="435"/>
                  </a:lnTo>
                  <a:lnTo>
                    <a:pt x="727" y="436"/>
                  </a:lnTo>
                  <a:lnTo>
                    <a:pt x="727" y="437"/>
                  </a:lnTo>
                  <a:lnTo>
                    <a:pt x="724" y="440"/>
                  </a:lnTo>
                  <a:lnTo>
                    <a:pt x="724" y="442"/>
                  </a:lnTo>
                  <a:lnTo>
                    <a:pt x="723" y="446"/>
                  </a:lnTo>
                  <a:lnTo>
                    <a:pt x="723" y="448"/>
                  </a:lnTo>
                  <a:lnTo>
                    <a:pt x="722" y="450"/>
                  </a:lnTo>
                  <a:lnTo>
                    <a:pt x="723" y="452"/>
                  </a:lnTo>
                  <a:lnTo>
                    <a:pt x="722" y="455"/>
                  </a:lnTo>
                  <a:lnTo>
                    <a:pt x="724" y="459"/>
                  </a:lnTo>
                  <a:lnTo>
                    <a:pt x="724" y="461"/>
                  </a:lnTo>
                  <a:lnTo>
                    <a:pt x="723" y="462"/>
                  </a:lnTo>
                  <a:lnTo>
                    <a:pt x="724" y="465"/>
                  </a:lnTo>
                  <a:lnTo>
                    <a:pt x="723" y="467"/>
                  </a:lnTo>
                  <a:lnTo>
                    <a:pt x="723" y="469"/>
                  </a:lnTo>
                  <a:lnTo>
                    <a:pt x="726" y="469"/>
                  </a:lnTo>
                  <a:lnTo>
                    <a:pt x="727" y="471"/>
                  </a:lnTo>
                  <a:lnTo>
                    <a:pt x="727" y="474"/>
                  </a:lnTo>
                  <a:lnTo>
                    <a:pt x="724" y="476"/>
                  </a:lnTo>
                  <a:lnTo>
                    <a:pt x="723" y="476"/>
                  </a:lnTo>
                  <a:lnTo>
                    <a:pt x="720" y="476"/>
                  </a:lnTo>
                  <a:lnTo>
                    <a:pt x="719" y="473"/>
                  </a:lnTo>
                  <a:lnTo>
                    <a:pt x="720" y="470"/>
                  </a:lnTo>
                  <a:lnTo>
                    <a:pt x="716" y="471"/>
                  </a:lnTo>
                  <a:lnTo>
                    <a:pt x="715" y="474"/>
                  </a:lnTo>
                  <a:lnTo>
                    <a:pt x="713" y="476"/>
                  </a:lnTo>
                  <a:lnTo>
                    <a:pt x="713" y="477"/>
                  </a:lnTo>
                  <a:lnTo>
                    <a:pt x="716" y="476"/>
                  </a:lnTo>
                  <a:lnTo>
                    <a:pt x="719" y="477"/>
                  </a:lnTo>
                  <a:lnTo>
                    <a:pt x="718" y="480"/>
                  </a:lnTo>
                  <a:lnTo>
                    <a:pt x="711" y="484"/>
                  </a:lnTo>
                  <a:lnTo>
                    <a:pt x="708" y="485"/>
                  </a:lnTo>
                  <a:lnTo>
                    <a:pt x="708" y="486"/>
                  </a:lnTo>
                  <a:lnTo>
                    <a:pt x="707" y="486"/>
                  </a:lnTo>
                  <a:lnTo>
                    <a:pt x="705" y="489"/>
                  </a:lnTo>
                  <a:lnTo>
                    <a:pt x="707" y="492"/>
                  </a:lnTo>
                  <a:lnTo>
                    <a:pt x="709" y="490"/>
                  </a:lnTo>
                  <a:lnTo>
                    <a:pt x="712" y="492"/>
                  </a:lnTo>
                  <a:lnTo>
                    <a:pt x="712" y="493"/>
                  </a:lnTo>
                  <a:lnTo>
                    <a:pt x="715" y="496"/>
                  </a:lnTo>
                  <a:lnTo>
                    <a:pt x="718" y="496"/>
                  </a:lnTo>
                  <a:lnTo>
                    <a:pt x="719" y="493"/>
                  </a:lnTo>
                  <a:lnTo>
                    <a:pt x="720" y="493"/>
                  </a:lnTo>
                  <a:lnTo>
                    <a:pt x="722" y="493"/>
                  </a:lnTo>
                  <a:lnTo>
                    <a:pt x="720" y="495"/>
                  </a:lnTo>
                  <a:lnTo>
                    <a:pt x="720" y="496"/>
                  </a:lnTo>
                  <a:lnTo>
                    <a:pt x="723" y="497"/>
                  </a:lnTo>
                  <a:lnTo>
                    <a:pt x="724" y="499"/>
                  </a:lnTo>
                  <a:lnTo>
                    <a:pt x="727" y="496"/>
                  </a:lnTo>
                  <a:lnTo>
                    <a:pt x="728" y="497"/>
                  </a:lnTo>
                  <a:lnTo>
                    <a:pt x="727" y="500"/>
                  </a:lnTo>
                  <a:lnTo>
                    <a:pt x="724" y="500"/>
                  </a:lnTo>
                  <a:lnTo>
                    <a:pt x="722" y="503"/>
                  </a:lnTo>
                  <a:lnTo>
                    <a:pt x="720" y="504"/>
                  </a:lnTo>
                  <a:lnTo>
                    <a:pt x="720" y="500"/>
                  </a:lnTo>
                  <a:lnTo>
                    <a:pt x="719" y="501"/>
                  </a:lnTo>
                  <a:lnTo>
                    <a:pt x="718" y="500"/>
                  </a:lnTo>
                  <a:lnTo>
                    <a:pt x="718" y="501"/>
                  </a:lnTo>
                  <a:lnTo>
                    <a:pt x="719" y="504"/>
                  </a:lnTo>
                  <a:lnTo>
                    <a:pt x="719" y="507"/>
                  </a:lnTo>
                  <a:lnTo>
                    <a:pt x="722" y="511"/>
                  </a:lnTo>
                  <a:lnTo>
                    <a:pt x="722" y="514"/>
                  </a:lnTo>
                  <a:lnTo>
                    <a:pt x="722" y="515"/>
                  </a:lnTo>
                  <a:lnTo>
                    <a:pt x="722" y="518"/>
                  </a:lnTo>
                  <a:lnTo>
                    <a:pt x="719" y="519"/>
                  </a:lnTo>
                  <a:lnTo>
                    <a:pt x="719" y="522"/>
                  </a:lnTo>
                  <a:lnTo>
                    <a:pt x="719" y="524"/>
                  </a:lnTo>
                  <a:lnTo>
                    <a:pt x="716" y="527"/>
                  </a:lnTo>
                  <a:lnTo>
                    <a:pt x="716" y="528"/>
                  </a:lnTo>
                  <a:lnTo>
                    <a:pt x="718" y="533"/>
                  </a:lnTo>
                  <a:lnTo>
                    <a:pt x="715" y="533"/>
                  </a:lnTo>
                  <a:lnTo>
                    <a:pt x="716" y="535"/>
                  </a:lnTo>
                  <a:lnTo>
                    <a:pt x="718" y="534"/>
                  </a:lnTo>
                  <a:lnTo>
                    <a:pt x="719" y="533"/>
                  </a:lnTo>
                  <a:lnTo>
                    <a:pt x="720" y="530"/>
                  </a:lnTo>
                  <a:lnTo>
                    <a:pt x="724" y="528"/>
                  </a:lnTo>
                  <a:lnTo>
                    <a:pt x="724" y="527"/>
                  </a:lnTo>
                  <a:lnTo>
                    <a:pt x="724" y="526"/>
                  </a:lnTo>
                  <a:lnTo>
                    <a:pt x="726" y="524"/>
                  </a:lnTo>
                  <a:lnTo>
                    <a:pt x="727" y="526"/>
                  </a:lnTo>
                  <a:lnTo>
                    <a:pt x="728" y="524"/>
                  </a:lnTo>
                  <a:lnTo>
                    <a:pt x="728" y="519"/>
                  </a:lnTo>
                  <a:lnTo>
                    <a:pt x="730" y="516"/>
                  </a:lnTo>
                  <a:lnTo>
                    <a:pt x="732" y="514"/>
                  </a:lnTo>
                  <a:lnTo>
                    <a:pt x="737" y="508"/>
                  </a:lnTo>
                  <a:lnTo>
                    <a:pt x="738" y="505"/>
                  </a:lnTo>
                  <a:lnTo>
                    <a:pt x="738" y="505"/>
                  </a:lnTo>
                  <a:lnTo>
                    <a:pt x="739" y="507"/>
                  </a:lnTo>
                  <a:lnTo>
                    <a:pt x="741" y="509"/>
                  </a:lnTo>
                  <a:lnTo>
                    <a:pt x="742" y="514"/>
                  </a:lnTo>
                  <a:lnTo>
                    <a:pt x="743" y="518"/>
                  </a:lnTo>
                  <a:lnTo>
                    <a:pt x="746" y="520"/>
                  </a:lnTo>
                  <a:lnTo>
                    <a:pt x="746" y="524"/>
                  </a:lnTo>
                  <a:lnTo>
                    <a:pt x="745" y="527"/>
                  </a:lnTo>
                  <a:lnTo>
                    <a:pt x="746" y="533"/>
                  </a:lnTo>
                  <a:lnTo>
                    <a:pt x="743" y="535"/>
                  </a:lnTo>
                  <a:lnTo>
                    <a:pt x="742" y="537"/>
                  </a:lnTo>
                  <a:lnTo>
                    <a:pt x="741" y="535"/>
                  </a:lnTo>
                  <a:lnTo>
                    <a:pt x="738" y="537"/>
                  </a:lnTo>
                  <a:lnTo>
                    <a:pt x="737" y="539"/>
                  </a:lnTo>
                  <a:lnTo>
                    <a:pt x="738" y="542"/>
                  </a:lnTo>
                  <a:lnTo>
                    <a:pt x="735" y="545"/>
                  </a:lnTo>
                  <a:lnTo>
                    <a:pt x="735" y="548"/>
                  </a:lnTo>
                  <a:lnTo>
                    <a:pt x="735" y="549"/>
                  </a:lnTo>
                  <a:lnTo>
                    <a:pt x="735" y="554"/>
                  </a:lnTo>
                  <a:lnTo>
                    <a:pt x="738" y="564"/>
                  </a:lnTo>
                  <a:lnTo>
                    <a:pt x="741" y="568"/>
                  </a:lnTo>
                  <a:lnTo>
                    <a:pt x="739" y="571"/>
                  </a:lnTo>
                  <a:lnTo>
                    <a:pt x="741" y="573"/>
                  </a:lnTo>
                  <a:lnTo>
                    <a:pt x="743" y="573"/>
                  </a:lnTo>
                  <a:lnTo>
                    <a:pt x="743" y="569"/>
                  </a:lnTo>
                  <a:lnTo>
                    <a:pt x="742" y="569"/>
                  </a:lnTo>
                  <a:lnTo>
                    <a:pt x="743" y="567"/>
                  </a:lnTo>
                  <a:lnTo>
                    <a:pt x="746" y="567"/>
                  </a:lnTo>
                  <a:lnTo>
                    <a:pt x="747" y="569"/>
                  </a:lnTo>
                  <a:lnTo>
                    <a:pt x="749" y="569"/>
                  </a:lnTo>
                  <a:lnTo>
                    <a:pt x="749" y="567"/>
                  </a:lnTo>
                  <a:lnTo>
                    <a:pt x="751" y="564"/>
                  </a:lnTo>
                  <a:lnTo>
                    <a:pt x="751" y="560"/>
                  </a:lnTo>
                  <a:lnTo>
                    <a:pt x="754" y="558"/>
                  </a:lnTo>
                  <a:lnTo>
                    <a:pt x="757" y="554"/>
                  </a:lnTo>
                  <a:lnTo>
                    <a:pt x="757" y="554"/>
                  </a:lnTo>
                  <a:lnTo>
                    <a:pt x="760" y="552"/>
                  </a:lnTo>
                  <a:lnTo>
                    <a:pt x="764" y="549"/>
                  </a:lnTo>
                  <a:lnTo>
                    <a:pt x="768" y="543"/>
                  </a:lnTo>
                  <a:lnTo>
                    <a:pt x="770" y="537"/>
                  </a:lnTo>
                  <a:lnTo>
                    <a:pt x="772" y="531"/>
                  </a:lnTo>
                  <a:lnTo>
                    <a:pt x="775" y="530"/>
                  </a:lnTo>
                  <a:lnTo>
                    <a:pt x="777" y="533"/>
                  </a:lnTo>
                  <a:lnTo>
                    <a:pt x="779" y="531"/>
                  </a:lnTo>
                  <a:lnTo>
                    <a:pt x="780" y="533"/>
                  </a:lnTo>
                  <a:lnTo>
                    <a:pt x="783" y="531"/>
                  </a:lnTo>
                  <a:lnTo>
                    <a:pt x="783" y="530"/>
                  </a:lnTo>
                  <a:lnTo>
                    <a:pt x="781" y="530"/>
                  </a:lnTo>
                  <a:lnTo>
                    <a:pt x="779" y="527"/>
                  </a:lnTo>
                  <a:lnTo>
                    <a:pt x="780" y="526"/>
                  </a:lnTo>
                  <a:lnTo>
                    <a:pt x="783" y="526"/>
                  </a:lnTo>
                  <a:lnTo>
                    <a:pt x="785" y="527"/>
                  </a:lnTo>
                  <a:lnTo>
                    <a:pt x="785" y="526"/>
                  </a:lnTo>
                  <a:lnTo>
                    <a:pt x="788" y="526"/>
                  </a:lnTo>
                  <a:lnTo>
                    <a:pt x="790" y="526"/>
                  </a:lnTo>
                  <a:lnTo>
                    <a:pt x="788" y="523"/>
                  </a:lnTo>
                  <a:lnTo>
                    <a:pt x="787" y="523"/>
                  </a:lnTo>
                  <a:lnTo>
                    <a:pt x="785" y="520"/>
                  </a:lnTo>
                  <a:lnTo>
                    <a:pt x="784" y="520"/>
                  </a:lnTo>
                  <a:lnTo>
                    <a:pt x="784" y="516"/>
                  </a:lnTo>
                  <a:lnTo>
                    <a:pt x="785" y="514"/>
                  </a:lnTo>
                  <a:lnTo>
                    <a:pt x="785" y="511"/>
                  </a:lnTo>
                  <a:lnTo>
                    <a:pt x="788" y="511"/>
                  </a:lnTo>
                  <a:lnTo>
                    <a:pt x="787" y="509"/>
                  </a:lnTo>
                  <a:lnTo>
                    <a:pt x="787" y="507"/>
                  </a:lnTo>
                  <a:lnTo>
                    <a:pt x="788" y="505"/>
                  </a:lnTo>
                  <a:lnTo>
                    <a:pt x="788" y="504"/>
                  </a:lnTo>
                  <a:lnTo>
                    <a:pt x="788" y="503"/>
                  </a:lnTo>
                  <a:lnTo>
                    <a:pt x="791" y="503"/>
                  </a:lnTo>
                  <a:lnTo>
                    <a:pt x="791" y="500"/>
                  </a:lnTo>
                  <a:lnTo>
                    <a:pt x="790" y="500"/>
                  </a:lnTo>
                  <a:lnTo>
                    <a:pt x="788" y="497"/>
                  </a:lnTo>
                  <a:lnTo>
                    <a:pt x="791" y="499"/>
                  </a:lnTo>
                  <a:lnTo>
                    <a:pt x="792" y="500"/>
                  </a:lnTo>
                  <a:lnTo>
                    <a:pt x="795" y="500"/>
                  </a:lnTo>
                  <a:lnTo>
                    <a:pt x="796" y="500"/>
                  </a:lnTo>
                  <a:lnTo>
                    <a:pt x="800" y="500"/>
                  </a:lnTo>
                  <a:lnTo>
                    <a:pt x="804" y="503"/>
                  </a:lnTo>
                  <a:lnTo>
                    <a:pt x="806" y="504"/>
                  </a:lnTo>
                  <a:lnTo>
                    <a:pt x="806" y="505"/>
                  </a:lnTo>
                  <a:lnTo>
                    <a:pt x="811" y="508"/>
                  </a:lnTo>
                  <a:lnTo>
                    <a:pt x="814" y="507"/>
                  </a:lnTo>
                  <a:lnTo>
                    <a:pt x="817" y="508"/>
                  </a:lnTo>
                  <a:lnTo>
                    <a:pt x="821" y="509"/>
                  </a:lnTo>
                  <a:lnTo>
                    <a:pt x="821" y="512"/>
                  </a:lnTo>
                  <a:lnTo>
                    <a:pt x="819" y="512"/>
                  </a:lnTo>
                  <a:lnTo>
                    <a:pt x="821" y="515"/>
                  </a:lnTo>
                  <a:lnTo>
                    <a:pt x="819" y="515"/>
                  </a:lnTo>
                  <a:lnTo>
                    <a:pt x="817" y="514"/>
                  </a:lnTo>
                  <a:lnTo>
                    <a:pt x="815" y="514"/>
                  </a:lnTo>
                  <a:lnTo>
                    <a:pt x="815" y="515"/>
                  </a:lnTo>
                  <a:lnTo>
                    <a:pt x="821" y="519"/>
                  </a:lnTo>
                  <a:lnTo>
                    <a:pt x="822" y="522"/>
                  </a:lnTo>
                  <a:lnTo>
                    <a:pt x="819" y="523"/>
                  </a:lnTo>
                  <a:lnTo>
                    <a:pt x="821" y="523"/>
                  </a:lnTo>
                  <a:lnTo>
                    <a:pt x="823" y="523"/>
                  </a:lnTo>
                  <a:lnTo>
                    <a:pt x="828" y="523"/>
                  </a:lnTo>
                  <a:lnTo>
                    <a:pt x="828" y="526"/>
                  </a:lnTo>
                  <a:lnTo>
                    <a:pt x="830" y="526"/>
                  </a:lnTo>
                  <a:lnTo>
                    <a:pt x="830" y="527"/>
                  </a:lnTo>
                  <a:lnTo>
                    <a:pt x="829" y="530"/>
                  </a:lnTo>
                  <a:lnTo>
                    <a:pt x="823" y="533"/>
                  </a:lnTo>
                  <a:lnTo>
                    <a:pt x="821" y="534"/>
                  </a:lnTo>
                  <a:lnTo>
                    <a:pt x="819" y="535"/>
                  </a:lnTo>
                  <a:lnTo>
                    <a:pt x="823" y="535"/>
                  </a:lnTo>
                  <a:lnTo>
                    <a:pt x="825" y="535"/>
                  </a:lnTo>
                  <a:lnTo>
                    <a:pt x="825" y="538"/>
                  </a:lnTo>
                  <a:lnTo>
                    <a:pt x="826" y="538"/>
                  </a:lnTo>
                  <a:lnTo>
                    <a:pt x="828" y="538"/>
                  </a:lnTo>
                  <a:lnTo>
                    <a:pt x="825" y="541"/>
                  </a:lnTo>
                  <a:lnTo>
                    <a:pt x="826" y="542"/>
                  </a:lnTo>
                  <a:lnTo>
                    <a:pt x="823" y="545"/>
                  </a:lnTo>
                  <a:lnTo>
                    <a:pt x="819" y="546"/>
                  </a:lnTo>
                  <a:lnTo>
                    <a:pt x="817" y="545"/>
                  </a:lnTo>
                  <a:lnTo>
                    <a:pt x="815" y="548"/>
                  </a:lnTo>
                  <a:lnTo>
                    <a:pt x="814" y="546"/>
                  </a:lnTo>
                  <a:lnTo>
                    <a:pt x="811" y="543"/>
                  </a:lnTo>
                  <a:lnTo>
                    <a:pt x="809" y="543"/>
                  </a:lnTo>
                  <a:lnTo>
                    <a:pt x="807" y="542"/>
                  </a:lnTo>
                  <a:lnTo>
                    <a:pt x="806" y="542"/>
                  </a:lnTo>
                  <a:lnTo>
                    <a:pt x="806" y="545"/>
                  </a:lnTo>
                  <a:lnTo>
                    <a:pt x="804" y="546"/>
                  </a:lnTo>
                  <a:lnTo>
                    <a:pt x="807" y="546"/>
                  </a:lnTo>
                  <a:lnTo>
                    <a:pt x="809" y="548"/>
                  </a:lnTo>
                  <a:lnTo>
                    <a:pt x="809" y="549"/>
                  </a:lnTo>
                  <a:lnTo>
                    <a:pt x="806" y="552"/>
                  </a:lnTo>
                  <a:lnTo>
                    <a:pt x="809" y="552"/>
                  </a:lnTo>
                  <a:lnTo>
                    <a:pt x="807" y="554"/>
                  </a:lnTo>
                  <a:lnTo>
                    <a:pt x="807" y="556"/>
                  </a:lnTo>
                  <a:lnTo>
                    <a:pt x="809" y="556"/>
                  </a:lnTo>
                  <a:lnTo>
                    <a:pt x="810" y="554"/>
                  </a:lnTo>
                  <a:lnTo>
                    <a:pt x="811" y="554"/>
                  </a:lnTo>
                  <a:lnTo>
                    <a:pt x="810" y="556"/>
                  </a:lnTo>
                  <a:lnTo>
                    <a:pt x="807" y="557"/>
                  </a:lnTo>
                  <a:lnTo>
                    <a:pt x="806" y="560"/>
                  </a:lnTo>
                  <a:lnTo>
                    <a:pt x="806" y="564"/>
                  </a:lnTo>
                  <a:lnTo>
                    <a:pt x="810" y="565"/>
                  </a:lnTo>
                  <a:lnTo>
                    <a:pt x="809" y="568"/>
                  </a:lnTo>
                  <a:lnTo>
                    <a:pt x="811" y="573"/>
                  </a:lnTo>
                  <a:lnTo>
                    <a:pt x="811" y="577"/>
                  </a:lnTo>
                  <a:lnTo>
                    <a:pt x="810" y="577"/>
                  </a:lnTo>
                  <a:lnTo>
                    <a:pt x="810" y="580"/>
                  </a:lnTo>
                  <a:lnTo>
                    <a:pt x="806" y="583"/>
                  </a:lnTo>
                  <a:lnTo>
                    <a:pt x="807" y="586"/>
                  </a:lnTo>
                  <a:lnTo>
                    <a:pt x="806" y="587"/>
                  </a:lnTo>
                  <a:lnTo>
                    <a:pt x="803" y="587"/>
                  </a:lnTo>
                  <a:lnTo>
                    <a:pt x="799" y="587"/>
                  </a:lnTo>
                  <a:lnTo>
                    <a:pt x="796" y="588"/>
                  </a:lnTo>
                  <a:lnTo>
                    <a:pt x="796" y="591"/>
                  </a:lnTo>
                  <a:lnTo>
                    <a:pt x="794" y="592"/>
                  </a:lnTo>
                  <a:lnTo>
                    <a:pt x="792" y="595"/>
                  </a:lnTo>
                  <a:lnTo>
                    <a:pt x="790" y="595"/>
                  </a:lnTo>
                  <a:lnTo>
                    <a:pt x="785" y="599"/>
                  </a:lnTo>
                  <a:lnTo>
                    <a:pt x="784" y="599"/>
                  </a:lnTo>
                  <a:lnTo>
                    <a:pt x="781" y="599"/>
                  </a:lnTo>
                  <a:lnTo>
                    <a:pt x="780" y="602"/>
                  </a:lnTo>
                  <a:lnTo>
                    <a:pt x="773" y="603"/>
                  </a:lnTo>
                  <a:lnTo>
                    <a:pt x="772" y="602"/>
                  </a:lnTo>
                  <a:lnTo>
                    <a:pt x="773" y="600"/>
                  </a:lnTo>
                  <a:lnTo>
                    <a:pt x="772" y="596"/>
                  </a:lnTo>
                  <a:lnTo>
                    <a:pt x="770" y="595"/>
                  </a:lnTo>
                  <a:lnTo>
                    <a:pt x="770" y="594"/>
                  </a:lnTo>
                  <a:lnTo>
                    <a:pt x="772" y="592"/>
                  </a:lnTo>
                  <a:lnTo>
                    <a:pt x="772" y="591"/>
                  </a:lnTo>
                  <a:lnTo>
                    <a:pt x="775" y="587"/>
                  </a:lnTo>
                  <a:lnTo>
                    <a:pt x="772" y="590"/>
                  </a:lnTo>
                  <a:lnTo>
                    <a:pt x="770" y="590"/>
                  </a:lnTo>
                  <a:lnTo>
                    <a:pt x="770" y="584"/>
                  </a:lnTo>
                  <a:lnTo>
                    <a:pt x="769" y="583"/>
                  </a:lnTo>
                  <a:lnTo>
                    <a:pt x="768" y="580"/>
                  </a:lnTo>
                  <a:lnTo>
                    <a:pt x="765" y="583"/>
                  </a:lnTo>
                  <a:lnTo>
                    <a:pt x="764" y="581"/>
                  </a:lnTo>
                  <a:lnTo>
                    <a:pt x="761" y="581"/>
                  </a:lnTo>
                  <a:lnTo>
                    <a:pt x="758" y="586"/>
                  </a:lnTo>
                  <a:lnTo>
                    <a:pt x="760" y="586"/>
                  </a:lnTo>
                  <a:lnTo>
                    <a:pt x="764" y="583"/>
                  </a:lnTo>
                  <a:lnTo>
                    <a:pt x="765" y="584"/>
                  </a:lnTo>
                  <a:lnTo>
                    <a:pt x="765" y="587"/>
                  </a:lnTo>
                  <a:lnTo>
                    <a:pt x="768" y="587"/>
                  </a:lnTo>
                  <a:lnTo>
                    <a:pt x="769" y="592"/>
                  </a:lnTo>
                  <a:lnTo>
                    <a:pt x="768" y="596"/>
                  </a:lnTo>
                  <a:lnTo>
                    <a:pt x="769" y="596"/>
                  </a:lnTo>
                  <a:lnTo>
                    <a:pt x="770" y="600"/>
                  </a:lnTo>
                  <a:lnTo>
                    <a:pt x="769" y="602"/>
                  </a:lnTo>
                  <a:lnTo>
                    <a:pt x="770" y="603"/>
                  </a:lnTo>
                  <a:lnTo>
                    <a:pt x="770" y="606"/>
                  </a:lnTo>
                  <a:lnTo>
                    <a:pt x="768" y="606"/>
                  </a:lnTo>
                  <a:lnTo>
                    <a:pt x="764" y="602"/>
                  </a:lnTo>
                  <a:lnTo>
                    <a:pt x="764" y="599"/>
                  </a:lnTo>
                  <a:lnTo>
                    <a:pt x="761" y="599"/>
                  </a:lnTo>
                  <a:lnTo>
                    <a:pt x="761" y="596"/>
                  </a:lnTo>
                  <a:lnTo>
                    <a:pt x="760" y="599"/>
                  </a:lnTo>
                  <a:lnTo>
                    <a:pt x="762" y="602"/>
                  </a:lnTo>
                  <a:lnTo>
                    <a:pt x="761" y="603"/>
                  </a:lnTo>
                  <a:lnTo>
                    <a:pt x="758" y="602"/>
                  </a:lnTo>
                  <a:lnTo>
                    <a:pt x="756" y="602"/>
                  </a:lnTo>
                  <a:lnTo>
                    <a:pt x="756" y="600"/>
                  </a:lnTo>
                  <a:lnTo>
                    <a:pt x="753" y="600"/>
                  </a:lnTo>
                  <a:lnTo>
                    <a:pt x="753" y="599"/>
                  </a:lnTo>
                  <a:lnTo>
                    <a:pt x="754" y="595"/>
                  </a:lnTo>
                  <a:lnTo>
                    <a:pt x="756" y="594"/>
                  </a:lnTo>
                  <a:lnTo>
                    <a:pt x="754" y="594"/>
                  </a:lnTo>
                  <a:lnTo>
                    <a:pt x="754" y="592"/>
                  </a:lnTo>
                  <a:lnTo>
                    <a:pt x="750" y="594"/>
                  </a:lnTo>
                  <a:lnTo>
                    <a:pt x="746" y="594"/>
                  </a:lnTo>
                  <a:lnTo>
                    <a:pt x="743" y="592"/>
                  </a:lnTo>
                  <a:lnTo>
                    <a:pt x="742" y="592"/>
                  </a:lnTo>
                  <a:lnTo>
                    <a:pt x="738" y="591"/>
                  </a:lnTo>
                  <a:lnTo>
                    <a:pt x="738" y="592"/>
                  </a:lnTo>
                  <a:lnTo>
                    <a:pt x="739" y="594"/>
                  </a:lnTo>
                  <a:lnTo>
                    <a:pt x="738" y="595"/>
                  </a:lnTo>
                  <a:lnTo>
                    <a:pt x="738" y="598"/>
                  </a:lnTo>
                  <a:lnTo>
                    <a:pt x="739" y="600"/>
                  </a:lnTo>
                  <a:lnTo>
                    <a:pt x="742" y="600"/>
                  </a:lnTo>
                  <a:lnTo>
                    <a:pt x="745" y="603"/>
                  </a:lnTo>
                  <a:lnTo>
                    <a:pt x="742" y="607"/>
                  </a:lnTo>
                  <a:lnTo>
                    <a:pt x="741" y="607"/>
                  </a:lnTo>
                  <a:lnTo>
                    <a:pt x="734" y="613"/>
                  </a:lnTo>
                  <a:lnTo>
                    <a:pt x="730" y="617"/>
                  </a:lnTo>
                  <a:lnTo>
                    <a:pt x="727" y="621"/>
                  </a:lnTo>
                  <a:lnTo>
                    <a:pt x="726" y="620"/>
                  </a:lnTo>
                  <a:lnTo>
                    <a:pt x="723" y="621"/>
                  </a:lnTo>
                  <a:lnTo>
                    <a:pt x="722" y="625"/>
                  </a:lnTo>
                  <a:lnTo>
                    <a:pt x="719" y="625"/>
                  </a:lnTo>
                  <a:lnTo>
                    <a:pt x="711" y="624"/>
                  </a:lnTo>
                  <a:lnTo>
                    <a:pt x="708" y="621"/>
                  </a:lnTo>
                  <a:lnTo>
                    <a:pt x="707" y="618"/>
                  </a:lnTo>
                  <a:lnTo>
                    <a:pt x="703" y="615"/>
                  </a:lnTo>
                  <a:lnTo>
                    <a:pt x="703" y="614"/>
                  </a:lnTo>
                  <a:lnTo>
                    <a:pt x="704" y="614"/>
                  </a:lnTo>
                  <a:lnTo>
                    <a:pt x="705" y="613"/>
                  </a:lnTo>
                  <a:lnTo>
                    <a:pt x="704" y="611"/>
                  </a:lnTo>
                  <a:lnTo>
                    <a:pt x="701" y="611"/>
                  </a:lnTo>
                  <a:lnTo>
                    <a:pt x="698" y="606"/>
                  </a:lnTo>
                  <a:lnTo>
                    <a:pt x="694" y="603"/>
                  </a:lnTo>
                  <a:lnTo>
                    <a:pt x="689" y="603"/>
                  </a:lnTo>
                  <a:lnTo>
                    <a:pt x="685" y="600"/>
                  </a:lnTo>
                  <a:lnTo>
                    <a:pt x="678" y="599"/>
                  </a:lnTo>
                  <a:lnTo>
                    <a:pt x="675" y="599"/>
                  </a:lnTo>
                  <a:lnTo>
                    <a:pt x="675" y="600"/>
                  </a:lnTo>
                  <a:lnTo>
                    <a:pt x="678" y="603"/>
                  </a:lnTo>
                  <a:lnTo>
                    <a:pt x="678" y="602"/>
                  </a:lnTo>
                  <a:lnTo>
                    <a:pt x="681" y="602"/>
                  </a:lnTo>
                  <a:lnTo>
                    <a:pt x="686" y="603"/>
                  </a:lnTo>
                  <a:lnTo>
                    <a:pt x="693" y="603"/>
                  </a:lnTo>
                  <a:lnTo>
                    <a:pt x="694" y="605"/>
                  </a:lnTo>
                  <a:lnTo>
                    <a:pt x="693" y="606"/>
                  </a:lnTo>
                  <a:lnTo>
                    <a:pt x="693" y="606"/>
                  </a:lnTo>
                  <a:lnTo>
                    <a:pt x="692" y="607"/>
                  </a:lnTo>
                  <a:lnTo>
                    <a:pt x="693" y="609"/>
                  </a:lnTo>
                  <a:lnTo>
                    <a:pt x="693" y="613"/>
                  </a:lnTo>
                  <a:lnTo>
                    <a:pt x="694" y="613"/>
                  </a:lnTo>
                  <a:lnTo>
                    <a:pt x="697" y="620"/>
                  </a:lnTo>
                  <a:lnTo>
                    <a:pt x="698" y="624"/>
                  </a:lnTo>
                  <a:lnTo>
                    <a:pt x="704" y="625"/>
                  </a:lnTo>
                  <a:lnTo>
                    <a:pt x="709" y="626"/>
                  </a:lnTo>
                  <a:lnTo>
                    <a:pt x="720" y="629"/>
                  </a:lnTo>
                  <a:lnTo>
                    <a:pt x="720" y="632"/>
                  </a:lnTo>
                  <a:lnTo>
                    <a:pt x="719" y="633"/>
                  </a:lnTo>
                  <a:lnTo>
                    <a:pt x="716" y="636"/>
                  </a:lnTo>
                  <a:lnTo>
                    <a:pt x="713" y="637"/>
                  </a:lnTo>
                  <a:lnTo>
                    <a:pt x="709" y="643"/>
                  </a:lnTo>
                  <a:lnTo>
                    <a:pt x="709" y="641"/>
                  </a:lnTo>
                  <a:lnTo>
                    <a:pt x="708" y="641"/>
                  </a:lnTo>
                  <a:lnTo>
                    <a:pt x="707" y="644"/>
                  </a:lnTo>
                  <a:lnTo>
                    <a:pt x="698" y="653"/>
                  </a:lnTo>
                  <a:lnTo>
                    <a:pt x="694" y="655"/>
                  </a:lnTo>
                  <a:lnTo>
                    <a:pt x="692" y="659"/>
                  </a:lnTo>
                  <a:lnTo>
                    <a:pt x="689" y="659"/>
                  </a:lnTo>
                  <a:lnTo>
                    <a:pt x="688" y="659"/>
                  </a:lnTo>
                  <a:lnTo>
                    <a:pt x="686" y="659"/>
                  </a:lnTo>
                  <a:lnTo>
                    <a:pt x="686" y="660"/>
                  </a:lnTo>
                  <a:lnTo>
                    <a:pt x="682" y="656"/>
                  </a:lnTo>
                  <a:lnTo>
                    <a:pt x="681" y="655"/>
                  </a:lnTo>
                  <a:lnTo>
                    <a:pt x="678" y="658"/>
                  </a:lnTo>
                  <a:lnTo>
                    <a:pt x="678" y="655"/>
                  </a:lnTo>
                  <a:lnTo>
                    <a:pt x="677" y="655"/>
                  </a:lnTo>
                  <a:lnTo>
                    <a:pt x="678" y="652"/>
                  </a:lnTo>
                  <a:lnTo>
                    <a:pt x="678" y="651"/>
                  </a:lnTo>
                  <a:lnTo>
                    <a:pt x="677" y="649"/>
                  </a:lnTo>
                  <a:lnTo>
                    <a:pt x="674" y="651"/>
                  </a:lnTo>
                  <a:lnTo>
                    <a:pt x="673" y="656"/>
                  </a:lnTo>
                  <a:lnTo>
                    <a:pt x="673" y="653"/>
                  </a:lnTo>
                  <a:lnTo>
                    <a:pt x="670" y="649"/>
                  </a:lnTo>
                  <a:lnTo>
                    <a:pt x="670" y="653"/>
                  </a:lnTo>
                  <a:lnTo>
                    <a:pt x="671" y="655"/>
                  </a:lnTo>
                  <a:lnTo>
                    <a:pt x="670" y="660"/>
                  </a:lnTo>
                  <a:lnTo>
                    <a:pt x="667" y="666"/>
                  </a:lnTo>
                  <a:lnTo>
                    <a:pt x="666" y="664"/>
                  </a:lnTo>
                  <a:lnTo>
                    <a:pt x="665" y="663"/>
                  </a:lnTo>
                  <a:lnTo>
                    <a:pt x="663" y="660"/>
                  </a:lnTo>
                  <a:lnTo>
                    <a:pt x="662" y="663"/>
                  </a:lnTo>
                  <a:lnTo>
                    <a:pt x="663" y="664"/>
                  </a:lnTo>
                  <a:lnTo>
                    <a:pt x="660" y="666"/>
                  </a:lnTo>
                  <a:lnTo>
                    <a:pt x="660" y="668"/>
                  </a:lnTo>
                  <a:lnTo>
                    <a:pt x="659" y="667"/>
                  </a:lnTo>
                  <a:lnTo>
                    <a:pt x="656" y="667"/>
                  </a:lnTo>
                  <a:lnTo>
                    <a:pt x="656" y="664"/>
                  </a:lnTo>
                  <a:lnTo>
                    <a:pt x="654" y="663"/>
                  </a:lnTo>
                  <a:lnTo>
                    <a:pt x="651" y="659"/>
                  </a:lnTo>
                  <a:lnTo>
                    <a:pt x="645" y="658"/>
                  </a:lnTo>
                  <a:lnTo>
                    <a:pt x="640" y="653"/>
                  </a:lnTo>
                  <a:lnTo>
                    <a:pt x="639" y="649"/>
                  </a:lnTo>
                  <a:lnTo>
                    <a:pt x="636" y="649"/>
                  </a:lnTo>
                  <a:lnTo>
                    <a:pt x="632" y="647"/>
                  </a:lnTo>
                  <a:lnTo>
                    <a:pt x="631" y="644"/>
                  </a:lnTo>
                  <a:lnTo>
                    <a:pt x="631" y="648"/>
                  </a:lnTo>
                  <a:lnTo>
                    <a:pt x="628" y="648"/>
                  </a:lnTo>
                  <a:lnTo>
                    <a:pt x="629" y="652"/>
                  </a:lnTo>
                  <a:lnTo>
                    <a:pt x="632" y="653"/>
                  </a:lnTo>
                  <a:lnTo>
                    <a:pt x="633" y="652"/>
                  </a:lnTo>
                  <a:lnTo>
                    <a:pt x="632" y="651"/>
                  </a:lnTo>
                  <a:lnTo>
                    <a:pt x="632" y="649"/>
                  </a:lnTo>
                  <a:lnTo>
                    <a:pt x="633" y="649"/>
                  </a:lnTo>
                  <a:lnTo>
                    <a:pt x="639" y="655"/>
                  </a:lnTo>
                  <a:lnTo>
                    <a:pt x="644" y="659"/>
                  </a:lnTo>
                  <a:lnTo>
                    <a:pt x="645" y="660"/>
                  </a:lnTo>
                  <a:lnTo>
                    <a:pt x="641" y="662"/>
                  </a:lnTo>
                  <a:lnTo>
                    <a:pt x="639" y="663"/>
                  </a:lnTo>
                  <a:lnTo>
                    <a:pt x="636" y="662"/>
                  </a:lnTo>
                  <a:lnTo>
                    <a:pt x="637" y="664"/>
                  </a:lnTo>
                  <a:lnTo>
                    <a:pt x="637" y="664"/>
                  </a:lnTo>
                  <a:lnTo>
                    <a:pt x="639" y="664"/>
                  </a:lnTo>
                  <a:lnTo>
                    <a:pt x="644" y="663"/>
                  </a:lnTo>
                  <a:lnTo>
                    <a:pt x="647" y="660"/>
                  </a:lnTo>
                  <a:lnTo>
                    <a:pt x="648" y="660"/>
                  </a:lnTo>
                  <a:lnTo>
                    <a:pt x="650" y="662"/>
                  </a:lnTo>
                  <a:lnTo>
                    <a:pt x="651" y="666"/>
                  </a:lnTo>
                  <a:lnTo>
                    <a:pt x="656" y="672"/>
                  </a:lnTo>
                  <a:lnTo>
                    <a:pt x="655" y="678"/>
                  </a:lnTo>
                  <a:lnTo>
                    <a:pt x="652" y="682"/>
                  </a:lnTo>
                  <a:lnTo>
                    <a:pt x="650" y="682"/>
                  </a:lnTo>
                  <a:lnTo>
                    <a:pt x="648" y="683"/>
                  </a:lnTo>
                  <a:lnTo>
                    <a:pt x="644" y="683"/>
                  </a:lnTo>
                  <a:lnTo>
                    <a:pt x="641" y="682"/>
                  </a:lnTo>
                  <a:lnTo>
                    <a:pt x="636" y="681"/>
                  </a:lnTo>
                  <a:lnTo>
                    <a:pt x="632" y="677"/>
                  </a:lnTo>
                  <a:lnTo>
                    <a:pt x="631" y="671"/>
                  </a:lnTo>
                  <a:lnTo>
                    <a:pt x="629" y="670"/>
                  </a:lnTo>
                  <a:lnTo>
                    <a:pt x="628" y="671"/>
                  </a:lnTo>
                  <a:lnTo>
                    <a:pt x="628" y="672"/>
                  </a:lnTo>
                  <a:lnTo>
                    <a:pt x="628" y="675"/>
                  </a:lnTo>
                  <a:lnTo>
                    <a:pt x="631" y="678"/>
                  </a:lnTo>
                  <a:lnTo>
                    <a:pt x="633" y="685"/>
                  </a:lnTo>
                  <a:lnTo>
                    <a:pt x="636" y="689"/>
                  </a:lnTo>
                  <a:lnTo>
                    <a:pt x="635" y="690"/>
                  </a:lnTo>
                  <a:lnTo>
                    <a:pt x="632" y="690"/>
                  </a:lnTo>
                  <a:lnTo>
                    <a:pt x="629" y="690"/>
                  </a:lnTo>
                  <a:lnTo>
                    <a:pt x="629" y="686"/>
                  </a:lnTo>
                  <a:lnTo>
                    <a:pt x="628" y="689"/>
                  </a:lnTo>
                  <a:lnTo>
                    <a:pt x="626" y="689"/>
                  </a:lnTo>
                  <a:lnTo>
                    <a:pt x="628" y="690"/>
                  </a:lnTo>
                  <a:lnTo>
                    <a:pt x="631" y="692"/>
                  </a:lnTo>
                  <a:lnTo>
                    <a:pt x="631" y="694"/>
                  </a:lnTo>
                  <a:lnTo>
                    <a:pt x="626" y="693"/>
                  </a:lnTo>
                  <a:lnTo>
                    <a:pt x="625" y="692"/>
                  </a:lnTo>
                  <a:lnTo>
                    <a:pt x="625" y="694"/>
                  </a:lnTo>
                  <a:lnTo>
                    <a:pt x="626" y="696"/>
                  </a:lnTo>
                  <a:lnTo>
                    <a:pt x="626" y="697"/>
                  </a:lnTo>
                  <a:lnTo>
                    <a:pt x="624" y="700"/>
                  </a:lnTo>
                  <a:lnTo>
                    <a:pt x="624" y="697"/>
                  </a:lnTo>
                  <a:lnTo>
                    <a:pt x="622" y="697"/>
                  </a:lnTo>
                  <a:lnTo>
                    <a:pt x="622" y="698"/>
                  </a:lnTo>
                  <a:lnTo>
                    <a:pt x="622" y="700"/>
                  </a:lnTo>
                  <a:lnTo>
                    <a:pt x="621" y="700"/>
                  </a:lnTo>
                  <a:lnTo>
                    <a:pt x="618" y="700"/>
                  </a:lnTo>
                  <a:lnTo>
                    <a:pt x="617" y="701"/>
                  </a:lnTo>
                  <a:lnTo>
                    <a:pt x="613" y="702"/>
                  </a:lnTo>
                  <a:lnTo>
                    <a:pt x="614" y="704"/>
                  </a:lnTo>
                  <a:lnTo>
                    <a:pt x="616" y="706"/>
                  </a:lnTo>
                  <a:lnTo>
                    <a:pt x="614" y="706"/>
                  </a:lnTo>
                  <a:lnTo>
                    <a:pt x="613" y="705"/>
                  </a:lnTo>
                  <a:lnTo>
                    <a:pt x="610" y="702"/>
                  </a:lnTo>
                  <a:lnTo>
                    <a:pt x="607" y="702"/>
                  </a:lnTo>
                  <a:lnTo>
                    <a:pt x="607" y="704"/>
                  </a:lnTo>
                  <a:lnTo>
                    <a:pt x="606" y="705"/>
                  </a:lnTo>
                  <a:lnTo>
                    <a:pt x="610" y="708"/>
                  </a:lnTo>
                  <a:lnTo>
                    <a:pt x="609" y="709"/>
                  </a:lnTo>
                  <a:lnTo>
                    <a:pt x="609" y="711"/>
                  </a:lnTo>
                  <a:lnTo>
                    <a:pt x="606" y="711"/>
                  </a:lnTo>
                  <a:lnTo>
                    <a:pt x="603" y="715"/>
                  </a:lnTo>
                  <a:lnTo>
                    <a:pt x="601" y="716"/>
                  </a:lnTo>
                  <a:lnTo>
                    <a:pt x="602" y="717"/>
                  </a:lnTo>
                  <a:lnTo>
                    <a:pt x="601" y="720"/>
                  </a:lnTo>
                  <a:lnTo>
                    <a:pt x="599" y="720"/>
                  </a:lnTo>
                  <a:lnTo>
                    <a:pt x="598" y="721"/>
                  </a:lnTo>
                  <a:lnTo>
                    <a:pt x="598" y="724"/>
                  </a:lnTo>
                  <a:lnTo>
                    <a:pt x="595" y="725"/>
                  </a:lnTo>
                  <a:lnTo>
                    <a:pt x="591" y="730"/>
                  </a:lnTo>
                  <a:lnTo>
                    <a:pt x="588" y="731"/>
                  </a:lnTo>
                  <a:lnTo>
                    <a:pt x="588" y="734"/>
                  </a:lnTo>
                  <a:lnTo>
                    <a:pt x="586" y="735"/>
                  </a:lnTo>
                  <a:lnTo>
                    <a:pt x="582" y="734"/>
                  </a:lnTo>
                  <a:lnTo>
                    <a:pt x="582" y="735"/>
                  </a:lnTo>
                  <a:lnTo>
                    <a:pt x="583" y="739"/>
                  </a:lnTo>
                  <a:lnTo>
                    <a:pt x="580" y="742"/>
                  </a:lnTo>
                  <a:lnTo>
                    <a:pt x="580" y="746"/>
                  </a:lnTo>
                  <a:lnTo>
                    <a:pt x="578" y="749"/>
                  </a:lnTo>
                  <a:lnTo>
                    <a:pt x="576" y="753"/>
                  </a:lnTo>
                  <a:lnTo>
                    <a:pt x="575" y="754"/>
                  </a:lnTo>
                  <a:lnTo>
                    <a:pt x="572" y="759"/>
                  </a:lnTo>
                  <a:lnTo>
                    <a:pt x="573" y="761"/>
                  </a:lnTo>
                  <a:lnTo>
                    <a:pt x="573" y="765"/>
                  </a:lnTo>
                  <a:lnTo>
                    <a:pt x="571" y="769"/>
                  </a:lnTo>
                  <a:lnTo>
                    <a:pt x="569" y="772"/>
                  </a:lnTo>
                  <a:lnTo>
                    <a:pt x="568" y="773"/>
                  </a:lnTo>
                  <a:lnTo>
                    <a:pt x="567" y="774"/>
                  </a:lnTo>
                  <a:lnTo>
                    <a:pt x="569" y="774"/>
                  </a:lnTo>
                  <a:lnTo>
                    <a:pt x="569" y="777"/>
                  </a:lnTo>
                  <a:lnTo>
                    <a:pt x="569" y="780"/>
                  </a:lnTo>
                  <a:lnTo>
                    <a:pt x="571" y="781"/>
                  </a:lnTo>
                  <a:lnTo>
                    <a:pt x="571" y="785"/>
                  </a:lnTo>
                  <a:lnTo>
                    <a:pt x="572" y="785"/>
                  </a:lnTo>
                  <a:lnTo>
                    <a:pt x="569" y="792"/>
                  </a:lnTo>
                  <a:lnTo>
                    <a:pt x="565" y="796"/>
                  </a:lnTo>
                  <a:lnTo>
                    <a:pt x="557" y="797"/>
                  </a:lnTo>
                  <a:lnTo>
                    <a:pt x="556" y="800"/>
                  </a:lnTo>
                  <a:lnTo>
                    <a:pt x="560" y="797"/>
                  </a:lnTo>
                  <a:lnTo>
                    <a:pt x="567" y="796"/>
                  </a:lnTo>
                  <a:lnTo>
                    <a:pt x="572" y="791"/>
                  </a:lnTo>
                  <a:lnTo>
                    <a:pt x="575" y="783"/>
                  </a:lnTo>
                  <a:lnTo>
                    <a:pt x="583" y="783"/>
                  </a:lnTo>
                  <a:lnTo>
                    <a:pt x="586" y="784"/>
                  </a:lnTo>
                  <a:lnTo>
                    <a:pt x="586" y="787"/>
                  </a:lnTo>
                  <a:lnTo>
                    <a:pt x="584" y="789"/>
                  </a:lnTo>
                  <a:lnTo>
                    <a:pt x="584" y="793"/>
                  </a:lnTo>
                  <a:lnTo>
                    <a:pt x="587" y="797"/>
                  </a:lnTo>
                  <a:lnTo>
                    <a:pt x="587" y="803"/>
                  </a:lnTo>
                  <a:lnTo>
                    <a:pt x="584" y="808"/>
                  </a:lnTo>
                  <a:lnTo>
                    <a:pt x="586" y="811"/>
                  </a:lnTo>
                  <a:lnTo>
                    <a:pt x="587" y="817"/>
                  </a:lnTo>
                  <a:lnTo>
                    <a:pt x="586" y="819"/>
                  </a:lnTo>
                  <a:lnTo>
                    <a:pt x="578" y="827"/>
                  </a:lnTo>
                  <a:lnTo>
                    <a:pt x="573" y="829"/>
                  </a:lnTo>
                  <a:lnTo>
                    <a:pt x="569" y="829"/>
                  </a:lnTo>
                  <a:lnTo>
                    <a:pt x="573" y="830"/>
                  </a:lnTo>
                  <a:lnTo>
                    <a:pt x="578" y="830"/>
                  </a:lnTo>
                  <a:lnTo>
                    <a:pt x="587" y="826"/>
                  </a:lnTo>
                  <a:lnTo>
                    <a:pt x="598" y="823"/>
                  </a:lnTo>
                  <a:lnTo>
                    <a:pt x="603" y="822"/>
                  </a:lnTo>
                  <a:lnTo>
                    <a:pt x="609" y="826"/>
                  </a:lnTo>
                  <a:lnTo>
                    <a:pt x="613" y="830"/>
                  </a:lnTo>
                  <a:lnTo>
                    <a:pt x="620" y="833"/>
                  </a:lnTo>
                  <a:lnTo>
                    <a:pt x="621" y="834"/>
                  </a:lnTo>
                  <a:lnTo>
                    <a:pt x="624" y="834"/>
                  </a:lnTo>
                  <a:lnTo>
                    <a:pt x="628" y="840"/>
                  </a:lnTo>
                  <a:lnTo>
                    <a:pt x="631" y="840"/>
                  </a:lnTo>
                  <a:lnTo>
                    <a:pt x="633" y="844"/>
                  </a:lnTo>
                  <a:lnTo>
                    <a:pt x="636" y="846"/>
                  </a:lnTo>
                  <a:lnTo>
                    <a:pt x="636" y="848"/>
                  </a:lnTo>
                  <a:lnTo>
                    <a:pt x="637" y="850"/>
                  </a:lnTo>
                  <a:lnTo>
                    <a:pt x="639" y="855"/>
                  </a:lnTo>
                  <a:lnTo>
                    <a:pt x="639" y="856"/>
                  </a:lnTo>
                  <a:lnTo>
                    <a:pt x="641" y="856"/>
                  </a:lnTo>
                  <a:lnTo>
                    <a:pt x="643" y="857"/>
                  </a:lnTo>
                  <a:lnTo>
                    <a:pt x="648" y="861"/>
                  </a:lnTo>
                  <a:lnTo>
                    <a:pt x="650" y="861"/>
                  </a:lnTo>
                  <a:lnTo>
                    <a:pt x="655" y="864"/>
                  </a:lnTo>
                  <a:lnTo>
                    <a:pt x="656" y="865"/>
                  </a:lnTo>
                  <a:lnTo>
                    <a:pt x="662" y="869"/>
                  </a:lnTo>
                  <a:lnTo>
                    <a:pt x="662" y="872"/>
                  </a:lnTo>
                  <a:lnTo>
                    <a:pt x="666" y="875"/>
                  </a:lnTo>
                  <a:lnTo>
                    <a:pt x="665" y="876"/>
                  </a:lnTo>
                  <a:lnTo>
                    <a:pt x="666" y="878"/>
                  </a:lnTo>
                  <a:lnTo>
                    <a:pt x="670" y="878"/>
                  </a:lnTo>
                  <a:lnTo>
                    <a:pt x="671" y="878"/>
                  </a:lnTo>
                  <a:lnTo>
                    <a:pt x="675" y="878"/>
                  </a:lnTo>
                  <a:lnTo>
                    <a:pt x="681" y="878"/>
                  </a:lnTo>
                  <a:lnTo>
                    <a:pt x="682" y="879"/>
                  </a:lnTo>
                  <a:lnTo>
                    <a:pt x="684" y="879"/>
                  </a:lnTo>
                  <a:lnTo>
                    <a:pt x="688" y="880"/>
                  </a:lnTo>
                  <a:lnTo>
                    <a:pt x="693" y="880"/>
                  </a:lnTo>
                  <a:lnTo>
                    <a:pt x="696" y="880"/>
                  </a:lnTo>
                  <a:lnTo>
                    <a:pt x="698" y="880"/>
                  </a:lnTo>
                  <a:lnTo>
                    <a:pt x="698" y="880"/>
                  </a:lnTo>
                  <a:lnTo>
                    <a:pt x="698" y="880"/>
                  </a:lnTo>
                  <a:lnTo>
                    <a:pt x="700" y="880"/>
                  </a:lnTo>
                  <a:lnTo>
                    <a:pt x="701" y="884"/>
                  </a:lnTo>
                  <a:lnTo>
                    <a:pt x="697" y="891"/>
                  </a:lnTo>
                  <a:lnTo>
                    <a:pt x="697" y="894"/>
                  </a:lnTo>
                  <a:lnTo>
                    <a:pt x="696" y="897"/>
                  </a:lnTo>
                  <a:lnTo>
                    <a:pt x="693" y="901"/>
                  </a:lnTo>
                  <a:lnTo>
                    <a:pt x="693" y="903"/>
                  </a:lnTo>
                  <a:lnTo>
                    <a:pt x="694" y="905"/>
                  </a:lnTo>
                  <a:lnTo>
                    <a:pt x="694" y="910"/>
                  </a:lnTo>
                  <a:lnTo>
                    <a:pt x="692" y="916"/>
                  </a:lnTo>
                  <a:lnTo>
                    <a:pt x="692" y="918"/>
                  </a:lnTo>
                  <a:lnTo>
                    <a:pt x="690" y="922"/>
                  </a:lnTo>
                  <a:lnTo>
                    <a:pt x="688" y="925"/>
                  </a:lnTo>
                  <a:lnTo>
                    <a:pt x="686" y="931"/>
                  </a:lnTo>
                  <a:lnTo>
                    <a:pt x="686" y="933"/>
                  </a:lnTo>
                  <a:lnTo>
                    <a:pt x="690" y="935"/>
                  </a:lnTo>
                  <a:lnTo>
                    <a:pt x="690" y="939"/>
                  </a:lnTo>
                  <a:lnTo>
                    <a:pt x="692" y="940"/>
                  </a:lnTo>
                  <a:lnTo>
                    <a:pt x="693" y="941"/>
                  </a:lnTo>
                  <a:lnTo>
                    <a:pt x="693" y="944"/>
                  </a:lnTo>
                  <a:lnTo>
                    <a:pt x="693" y="946"/>
                  </a:lnTo>
                  <a:lnTo>
                    <a:pt x="693" y="948"/>
                  </a:lnTo>
                  <a:lnTo>
                    <a:pt x="696" y="948"/>
                  </a:lnTo>
                  <a:lnTo>
                    <a:pt x="698" y="951"/>
                  </a:lnTo>
                  <a:lnTo>
                    <a:pt x="700" y="951"/>
                  </a:lnTo>
                  <a:lnTo>
                    <a:pt x="700" y="952"/>
                  </a:lnTo>
                  <a:lnTo>
                    <a:pt x="703" y="955"/>
                  </a:lnTo>
                  <a:lnTo>
                    <a:pt x="703" y="959"/>
                  </a:lnTo>
                  <a:lnTo>
                    <a:pt x="704" y="961"/>
                  </a:lnTo>
                  <a:lnTo>
                    <a:pt x="703" y="965"/>
                  </a:lnTo>
                  <a:lnTo>
                    <a:pt x="697" y="970"/>
                  </a:lnTo>
                  <a:lnTo>
                    <a:pt x="701" y="967"/>
                  </a:lnTo>
                  <a:lnTo>
                    <a:pt x="704" y="966"/>
                  </a:lnTo>
                  <a:lnTo>
                    <a:pt x="708" y="966"/>
                  </a:lnTo>
                  <a:lnTo>
                    <a:pt x="711" y="969"/>
                  </a:lnTo>
                  <a:lnTo>
                    <a:pt x="713" y="969"/>
                  </a:lnTo>
                  <a:lnTo>
                    <a:pt x="713" y="967"/>
                  </a:lnTo>
                  <a:lnTo>
                    <a:pt x="713" y="965"/>
                  </a:lnTo>
                  <a:lnTo>
                    <a:pt x="719" y="958"/>
                  </a:lnTo>
                  <a:lnTo>
                    <a:pt x="720" y="958"/>
                  </a:lnTo>
                  <a:lnTo>
                    <a:pt x="719" y="961"/>
                  </a:lnTo>
                  <a:lnTo>
                    <a:pt x="719" y="962"/>
                  </a:lnTo>
                  <a:lnTo>
                    <a:pt x="722" y="963"/>
                  </a:lnTo>
                  <a:lnTo>
                    <a:pt x="722" y="967"/>
                  </a:lnTo>
                  <a:lnTo>
                    <a:pt x="722" y="971"/>
                  </a:lnTo>
                  <a:lnTo>
                    <a:pt x="724" y="974"/>
                  </a:lnTo>
                  <a:lnTo>
                    <a:pt x="730" y="974"/>
                  </a:lnTo>
                  <a:lnTo>
                    <a:pt x="727" y="973"/>
                  </a:lnTo>
                  <a:lnTo>
                    <a:pt x="724" y="970"/>
                  </a:lnTo>
                  <a:lnTo>
                    <a:pt x="724" y="967"/>
                  </a:lnTo>
                  <a:lnTo>
                    <a:pt x="724" y="962"/>
                  </a:lnTo>
                  <a:lnTo>
                    <a:pt x="726" y="961"/>
                  </a:lnTo>
                  <a:lnTo>
                    <a:pt x="724" y="959"/>
                  </a:lnTo>
                  <a:lnTo>
                    <a:pt x="724" y="956"/>
                  </a:lnTo>
                  <a:lnTo>
                    <a:pt x="726" y="956"/>
                  </a:lnTo>
                  <a:lnTo>
                    <a:pt x="727" y="956"/>
                  </a:lnTo>
                  <a:lnTo>
                    <a:pt x="728" y="952"/>
                  </a:lnTo>
                  <a:lnTo>
                    <a:pt x="731" y="948"/>
                  </a:lnTo>
                  <a:lnTo>
                    <a:pt x="731" y="948"/>
                  </a:lnTo>
                  <a:lnTo>
                    <a:pt x="730" y="943"/>
                  </a:lnTo>
                  <a:lnTo>
                    <a:pt x="728" y="943"/>
                  </a:lnTo>
                  <a:lnTo>
                    <a:pt x="728" y="940"/>
                  </a:lnTo>
                  <a:lnTo>
                    <a:pt x="731" y="936"/>
                  </a:lnTo>
                  <a:lnTo>
                    <a:pt x="730" y="935"/>
                  </a:lnTo>
                  <a:lnTo>
                    <a:pt x="730" y="933"/>
                  </a:lnTo>
                  <a:lnTo>
                    <a:pt x="728" y="932"/>
                  </a:lnTo>
                  <a:lnTo>
                    <a:pt x="728" y="931"/>
                  </a:lnTo>
                  <a:lnTo>
                    <a:pt x="731" y="924"/>
                  </a:lnTo>
                  <a:lnTo>
                    <a:pt x="730" y="921"/>
                  </a:lnTo>
                  <a:lnTo>
                    <a:pt x="731" y="916"/>
                  </a:lnTo>
                  <a:lnTo>
                    <a:pt x="732" y="914"/>
                  </a:lnTo>
                  <a:lnTo>
                    <a:pt x="731" y="912"/>
                  </a:lnTo>
                  <a:lnTo>
                    <a:pt x="732" y="912"/>
                  </a:lnTo>
                  <a:lnTo>
                    <a:pt x="732" y="909"/>
                  </a:lnTo>
                  <a:lnTo>
                    <a:pt x="734" y="908"/>
                  </a:lnTo>
                  <a:lnTo>
                    <a:pt x="732" y="908"/>
                  </a:lnTo>
                  <a:lnTo>
                    <a:pt x="731" y="905"/>
                  </a:lnTo>
                  <a:lnTo>
                    <a:pt x="732" y="905"/>
                  </a:lnTo>
                  <a:lnTo>
                    <a:pt x="731" y="902"/>
                  </a:lnTo>
                  <a:lnTo>
                    <a:pt x="731" y="899"/>
                  </a:lnTo>
                  <a:lnTo>
                    <a:pt x="730" y="898"/>
                  </a:lnTo>
                  <a:lnTo>
                    <a:pt x="730" y="895"/>
                  </a:lnTo>
                  <a:lnTo>
                    <a:pt x="728" y="893"/>
                  </a:lnTo>
                  <a:lnTo>
                    <a:pt x="732" y="891"/>
                  </a:lnTo>
                  <a:lnTo>
                    <a:pt x="738" y="890"/>
                  </a:lnTo>
                  <a:lnTo>
                    <a:pt x="741" y="889"/>
                  </a:lnTo>
                  <a:lnTo>
                    <a:pt x="745" y="889"/>
                  </a:lnTo>
                  <a:lnTo>
                    <a:pt x="746" y="887"/>
                  </a:lnTo>
                  <a:lnTo>
                    <a:pt x="751" y="884"/>
                  </a:lnTo>
                  <a:lnTo>
                    <a:pt x="761" y="882"/>
                  </a:lnTo>
                  <a:lnTo>
                    <a:pt x="761" y="880"/>
                  </a:lnTo>
                  <a:lnTo>
                    <a:pt x="762" y="879"/>
                  </a:lnTo>
                  <a:lnTo>
                    <a:pt x="769" y="875"/>
                  </a:lnTo>
                  <a:lnTo>
                    <a:pt x="769" y="874"/>
                  </a:lnTo>
                  <a:lnTo>
                    <a:pt x="773" y="872"/>
                  </a:lnTo>
                  <a:lnTo>
                    <a:pt x="776" y="865"/>
                  </a:lnTo>
                  <a:lnTo>
                    <a:pt x="779" y="865"/>
                  </a:lnTo>
                  <a:lnTo>
                    <a:pt x="780" y="867"/>
                  </a:lnTo>
                  <a:lnTo>
                    <a:pt x="783" y="867"/>
                  </a:lnTo>
                  <a:lnTo>
                    <a:pt x="784" y="864"/>
                  </a:lnTo>
                  <a:lnTo>
                    <a:pt x="783" y="861"/>
                  </a:lnTo>
                  <a:lnTo>
                    <a:pt x="781" y="857"/>
                  </a:lnTo>
                  <a:lnTo>
                    <a:pt x="780" y="859"/>
                  </a:lnTo>
                  <a:lnTo>
                    <a:pt x="780" y="861"/>
                  </a:lnTo>
                  <a:lnTo>
                    <a:pt x="779" y="863"/>
                  </a:lnTo>
                  <a:lnTo>
                    <a:pt x="779" y="859"/>
                  </a:lnTo>
                  <a:lnTo>
                    <a:pt x="781" y="852"/>
                  </a:lnTo>
                  <a:lnTo>
                    <a:pt x="783" y="850"/>
                  </a:lnTo>
                  <a:lnTo>
                    <a:pt x="783" y="845"/>
                  </a:lnTo>
                  <a:lnTo>
                    <a:pt x="783" y="842"/>
                  </a:lnTo>
                  <a:lnTo>
                    <a:pt x="781" y="838"/>
                  </a:lnTo>
                  <a:lnTo>
                    <a:pt x="781" y="829"/>
                  </a:lnTo>
                  <a:lnTo>
                    <a:pt x="780" y="822"/>
                  </a:lnTo>
                  <a:lnTo>
                    <a:pt x="776" y="815"/>
                  </a:lnTo>
                  <a:lnTo>
                    <a:pt x="773" y="812"/>
                  </a:lnTo>
                  <a:lnTo>
                    <a:pt x="772" y="810"/>
                  </a:lnTo>
                  <a:lnTo>
                    <a:pt x="769" y="810"/>
                  </a:lnTo>
                  <a:lnTo>
                    <a:pt x="769" y="807"/>
                  </a:lnTo>
                  <a:lnTo>
                    <a:pt x="770" y="802"/>
                  </a:lnTo>
                  <a:lnTo>
                    <a:pt x="773" y="800"/>
                  </a:lnTo>
                  <a:lnTo>
                    <a:pt x="780" y="792"/>
                  </a:lnTo>
                  <a:lnTo>
                    <a:pt x="783" y="792"/>
                  </a:lnTo>
                  <a:lnTo>
                    <a:pt x="784" y="789"/>
                  </a:lnTo>
                  <a:lnTo>
                    <a:pt x="784" y="788"/>
                  </a:lnTo>
                  <a:lnTo>
                    <a:pt x="784" y="788"/>
                  </a:lnTo>
                  <a:lnTo>
                    <a:pt x="784" y="787"/>
                  </a:lnTo>
                  <a:lnTo>
                    <a:pt x="787" y="783"/>
                  </a:lnTo>
                  <a:lnTo>
                    <a:pt x="788" y="783"/>
                  </a:lnTo>
                  <a:lnTo>
                    <a:pt x="790" y="785"/>
                  </a:lnTo>
                  <a:lnTo>
                    <a:pt x="792" y="787"/>
                  </a:lnTo>
                  <a:lnTo>
                    <a:pt x="791" y="785"/>
                  </a:lnTo>
                  <a:lnTo>
                    <a:pt x="791" y="781"/>
                  </a:lnTo>
                  <a:lnTo>
                    <a:pt x="794" y="780"/>
                  </a:lnTo>
                  <a:lnTo>
                    <a:pt x="796" y="774"/>
                  </a:lnTo>
                  <a:lnTo>
                    <a:pt x="796" y="773"/>
                  </a:lnTo>
                  <a:lnTo>
                    <a:pt x="792" y="773"/>
                  </a:lnTo>
                  <a:lnTo>
                    <a:pt x="792" y="772"/>
                  </a:lnTo>
                  <a:lnTo>
                    <a:pt x="795" y="769"/>
                  </a:lnTo>
                  <a:lnTo>
                    <a:pt x="794" y="768"/>
                  </a:lnTo>
                  <a:lnTo>
                    <a:pt x="792" y="765"/>
                  </a:lnTo>
                  <a:lnTo>
                    <a:pt x="794" y="764"/>
                  </a:lnTo>
                  <a:lnTo>
                    <a:pt x="796" y="762"/>
                  </a:lnTo>
                  <a:lnTo>
                    <a:pt x="794" y="762"/>
                  </a:lnTo>
                  <a:lnTo>
                    <a:pt x="794" y="761"/>
                  </a:lnTo>
                  <a:lnTo>
                    <a:pt x="795" y="757"/>
                  </a:lnTo>
                  <a:lnTo>
                    <a:pt x="798" y="755"/>
                  </a:lnTo>
                  <a:lnTo>
                    <a:pt x="795" y="754"/>
                  </a:lnTo>
                  <a:lnTo>
                    <a:pt x="791" y="755"/>
                  </a:lnTo>
                  <a:lnTo>
                    <a:pt x="790" y="754"/>
                  </a:lnTo>
                  <a:lnTo>
                    <a:pt x="790" y="753"/>
                  </a:lnTo>
                  <a:lnTo>
                    <a:pt x="795" y="747"/>
                  </a:lnTo>
                  <a:lnTo>
                    <a:pt x="799" y="742"/>
                  </a:lnTo>
                  <a:lnTo>
                    <a:pt x="800" y="739"/>
                  </a:lnTo>
                  <a:lnTo>
                    <a:pt x="802" y="739"/>
                  </a:lnTo>
                  <a:lnTo>
                    <a:pt x="803" y="738"/>
                  </a:lnTo>
                  <a:lnTo>
                    <a:pt x="803" y="734"/>
                  </a:lnTo>
                  <a:lnTo>
                    <a:pt x="802" y="734"/>
                  </a:lnTo>
                  <a:lnTo>
                    <a:pt x="802" y="732"/>
                  </a:lnTo>
                  <a:lnTo>
                    <a:pt x="800" y="732"/>
                  </a:lnTo>
                  <a:lnTo>
                    <a:pt x="798" y="730"/>
                  </a:lnTo>
                  <a:lnTo>
                    <a:pt x="798" y="724"/>
                  </a:lnTo>
                  <a:lnTo>
                    <a:pt x="800" y="720"/>
                  </a:lnTo>
                  <a:lnTo>
                    <a:pt x="800" y="716"/>
                  </a:lnTo>
                  <a:lnTo>
                    <a:pt x="803" y="715"/>
                  </a:lnTo>
                  <a:lnTo>
                    <a:pt x="803" y="716"/>
                  </a:lnTo>
                  <a:lnTo>
                    <a:pt x="806" y="716"/>
                  </a:lnTo>
                  <a:lnTo>
                    <a:pt x="806" y="713"/>
                  </a:lnTo>
                  <a:lnTo>
                    <a:pt x="807" y="712"/>
                  </a:lnTo>
                  <a:lnTo>
                    <a:pt x="809" y="712"/>
                  </a:lnTo>
                  <a:lnTo>
                    <a:pt x="811" y="711"/>
                  </a:lnTo>
                  <a:lnTo>
                    <a:pt x="813" y="712"/>
                  </a:lnTo>
                  <a:lnTo>
                    <a:pt x="817" y="712"/>
                  </a:lnTo>
                  <a:lnTo>
                    <a:pt x="822" y="715"/>
                  </a:lnTo>
                  <a:lnTo>
                    <a:pt x="829" y="719"/>
                  </a:lnTo>
                  <a:lnTo>
                    <a:pt x="832" y="719"/>
                  </a:lnTo>
                  <a:lnTo>
                    <a:pt x="832" y="721"/>
                  </a:lnTo>
                  <a:lnTo>
                    <a:pt x="828" y="723"/>
                  </a:lnTo>
                  <a:lnTo>
                    <a:pt x="832" y="723"/>
                  </a:lnTo>
                  <a:lnTo>
                    <a:pt x="836" y="720"/>
                  </a:lnTo>
                  <a:lnTo>
                    <a:pt x="838" y="720"/>
                  </a:lnTo>
                  <a:lnTo>
                    <a:pt x="840" y="721"/>
                  </a:lnTo>
                  <a:lnTo>
                    <a:pt x="842" y="721"/>
                  </a:lnTo>
                  <a:lnTo>
                    <a:pt x="844" y="724"/>
                  </a:lnTo>
                  <a:lnTo>
                    <a:pt x="844" y="721"/>
                  </a:lnTo>
                  <a:lnTo>
                    <a:pt x="848" y="723"/>
                  </a:lnTo>
                  <a:lnTo>
                    <a:pt x="849" y="721"/>
                  </a:lnTo>
                  <a:lnTo>
                    <a:pt x="851" y="720"/>
                  </a:lnTo>
                  <a:lnTo>
                    <a:pt x="855" y="719"/>
                  </a:lnTo>
                  <a:lnTo>
                    <a:pt x="860" y="723"/>
                  </a:lnTo>
                  <a:lnTo>
                    <a:pt x="860" y="725"/>
                  </a:lnTo>
                  <a:lnTo>
                    <a:pt x="863" y="728"/>
                  </a:lnTo>
                  <a:lnTo>
                    <a:pt x="866" y="728"/>
                  </a:lnTo>
                  <a:lnTo>
                    <a:pt x="866" y="732"/>
                  </a:lnTo>
                  <a:lnTo>
                    <a:pt x="864" y="735"/>
                  </a:lnTo>
                  <a:lnTo>
                    <a:pt x="864" y="736"/>
                  </a:lnTo>
                  <a:lnTo>
                    <a:pt x="866" y="735"/>
                  </a:lnTo>
                  <a:lnTo>
                    <a:pt x="868" y="738"/>
                  </a:lnTo>
                  <a:lnTo>
                    <a:pt x="870" y="742"/>
                  </a:lnTo>
                  <a:lnTo>
                    <a:pt x="868" y="742"/>
                  </a:lnTo>
                  <a:lnTo>
                    <a:pt x="871" y="745"/>
                  </a:lnTo>
                  <a:lnTo>
                    <a:pt x="872" y="742"/>
                  </a:lnTo>
                  <a:lnTo>
                    <a:pt x="875" y="746"/>
                  </a:lnTo>
                  <a:lnTo>
                    <a:pt x="875" y="747"/>
                  </a:lnTo>
                  <a:lnTo>
                    <a:pt x="872" y="746"/>
                  </a:lnTo>
                  <a:lnTo>
                    <a:pt x="871" y="749"/>
                  </a:lnTo>
                  <a:lnTo>
                    <a:pt x="868" y="749"/>
                  </a:lnTo>
                  <a:lnTo>
                    <a:pt x="872" y="751"/>
                  </a:lnTo>
                  <a:lnTo>
                    <a:pt x="872" y="754"/>
                  </a:lnTo>
                  <a:lnTo>
                    <a:pt x="874" y="751"/>
                  </a:lnTo>
                  <a:lnTo>
                    <a:pt x="874" y="754"/>
                  </a:lnTo>
                  <a:lnTo>
                    <a:pt x="876" y="753"/>
                  </a:lnTo>
                  <a:lnTo>
                    <a:pt x="881" y="757"/>
                  </a:lnTo>
                  <a:lnTo>
                    <a:pt x="883" y="755"/>
                  </a:lnTo>
                  <a:lnTo>
                    <a:pt x="883" y="758"/>
                  </a:lnTo>
                  <a:lnTo>
                    <a:pt x="887" y="755"/>
                  </a:lnTo>
                  <a:lnTo>
                    <a:pt x="890" y="757"/>
                  </a:lnTo>
                  <a:lnTo>
                    <a:pt x="890" y="762"/>
                  </a:lnTo>
                  <a:lnTo>
                    <a:pt x="891" y="765"/>
                  </a:lnTo>
                  <a:lnTo>
                    <a:pt x="894" y="762"/>
                  </a:lnTo>
                  <a:lnTo>
                    <a:pt x="895" y="758"/>
                  </a:lnTo>
                  <a:lnTo>
                    <a:pt x="897" y="758"/>
                  </a:lnTo>
                  <a:lnTo>
                    <a:pt x="898" y="762"/>
                  </a:lnTo>
                  <a:lnTo>
                    <a:pt x="897" y="768"/>
                  </a:lnTo>
                  <a:lnTo>
                    <a:pt x="893" y="768"/>
                  </a:lnTo>
                  <a:lnTo>
                    <a:pt x="890" y="772"/>
                  </a:lnTo>
                  <a:lnTo>
                    <a:pt x="891" y="780"/>
                  </a:lnTo>
                  <a:lnTo>
                    <a:pt x="890" y="781"/>
                  </a:lnTo>
                  <a:lnTo>
                    <a:pt x="889" y="778"/>
                  </a:lnTo>
                  <a:lnTo>
                    <a:pt x="889" y="780"/>
                  </a:lnTo>
                  <a:lnTo>
                    <a:pt x="887" y="784"/>
                  </a:lnTo>
                  <a:lnTo>
                    <a:pt x="881" y="783"/>
                  </a:lnTo>
                  <a:lnTo>
                    <a:pt x="874" y="781"/>
                  </a:lnTo>
                  <a:lnTo>
                    <a:pt x="881" y="784"/>
                  </a:lnTo>
                  <a:lnTo>
                    <a:pt x="886" y="785"/>
                  </a:lnTo>
                  <a:lnTo>
                    <a:pt x="890" y="788"/>
                  </a:lnTo>
                  <a:lnTo>
                    <a:pt x="889" y="793"/>
                  </a:lnTo>
                  <a:lnTo>
                    <a:pt x="886" y="797"/>
                  </a:lnTo>
                  <a:lnTo>
                    <a:pt x="886" y="799"/>
                  </a:lnTo>
                  <a:lnTo>
                    <a:pt x="883" y="803"/>
                  </a:lnTo>
                  <a:lnTo>
                    <a:pt x="885" y="803"/>
                  </a:lnTo>
                  <a:lnTo>
                    <a:pt x="887" y="808"/>
                  </a:lnTo>
                  <a:lnTo>
                    <a:pt x="890" y="810"/>
                  </a:lnTo>
                  <a:lnTo>
                    <a:pt x="889" y="810"/>
                  </a:lnTo>
                  <a:lnTo>
                    <a:pt x="883" y="807"/>
                  </a:lnTo>
                  <a:lnTo>
                    <a:pt x="887" y="812"/>
                  </a:lnTo>
                  <a:lnTo>
                    <a:pt x="890" y="814"/>
                  </a:lnTo>
                  <a:lnTo>
                    <a:pt x="890" y="814"/>
                  </a:lnTo>
                  <a:lnTo>
                    <a:pt x="890" y="811"/>
                  </a:lnTo>
                  <a:lnTo>
                    <a:pt x="891" y="811"/>
                  </a:lnTo>
                  <a:lnTo>
                    <a:pt x="895" y="814"/>
                  </a:lnTo>
                  <a:lnTo>
                    <a:pt x="897" y="817"/>
                  </a:lnTo>
                  <a:lnTo>
                    <a:pt x="895" y="819"/>
                  </a:lnTo>
                  <a:lnTo>
                    <a:pt x="895" y="823"/>
                  </a:lnTo>
                  <a:lnTo>
                    <a:pt x="893" y="827"/>
                  </a:lnTo>
                  <a:lnTo>
                    <a:pt x="893" y="830"/>
                  </a:lnTo>
                  <a:lnTo>
                    <a:pt x="890" y="833"/>
                  </a:lnTo>
                  <a:lnTo>
                    <a:pt x="893" y="831"/>
                  </a:lnTo>
                  <a:lnTo>
                    <a:pt x="897" y="825"/>
                  </a:lnTo>
                  <a:lnTo>
                    <a:pt x="901" y="821"/>
                  </a:lnTo>
                  <a:lnTo>
                    <a:pt x="901" y="821"/>
                  </a:lnTo>
                  <a:lnTo>
                    <a:pt x="901" y="823"/>
                  </a:lnTo>
                  <a:lnTo>
                    <a:pt x="901" y="829"/>
                  </a:lnTo>
                  <a:lnTo>
                    <a:pt x="901" y="830"/>
                  </a:lnTo>
                  <a:lnTo>
                    <a:pt x="901" y="833"/>
                  </a:lnTo>
                  <a:lnTo>
                    <a:pt x="900" y="836"/>
                  </a:lnTo>
                  <a:lnTo>
                    <a:pt x="902" y="831"/>
                  </a:lnTo>
                  <a:lnTo>
                    <a:pt x="904" y="829"/>
                  </a:lnTo>
                  <a:lnTo>
                    <a:pt x="906" y="826"/>
                  </a:lnTo>
                  <a:lnTo>
                    <a:pt x="909" y="826"/>
                  </a:lnTo>
                  <a:lnTo>
                    <a:pt x="912" y="823"/>
                  </a:lnTo>
                  <a:lnTo>
                    <a:pt x="913" y="825"/>
                  </a:lnTo>
                  <a:lnTo>
                    <a:pt x="913" y="826"/>
                  </a:lnTo>
                  <a:lnTo>
                    <a:pt x="914" y="823"/>
                  </a:lnTo>
                  <a:lnTo>
                    <a:pt x="917" y="823"/>
                  </a:lnTo>
                  <a:lnTo>
                    <a:pt x="917" y="821"/>
                  </a:lnTo>
                  <a:lnTo>
                    <a:pt x="920" y="818"/>
                  </a:lnTo>
                  <a:lnTo>
                    <a:pt x="924" y="815"/>
                  </a:lnTo>
                  <a:lnTo>
                    <a:pt x="925" y="817"/>
                  </a:lnTo>
                  <a:lnTo>
                    <a:pt x="927" y="821"/>
                  </a:lnTo>
                  <a:lnTo>
                    <a:pt x="925" y="825"/>
                  </a:lnTo>
                  <a:lnTo>
                    <a:pt x="928" y="821"/>
                  </a:lnTo>
                  <a:lnTo>
                    <a:pt x="928" y="817"/>
                  </a:lnTo>
                  <a:lnTo>
                    <a:pt x="928" y="815"/>
                  </a:lnTo>
                  <a:lnTo>
                    <a:pt x="928" y="814"/>
                  </a:lnTo>
                  <a:lnTo>
                    <a:pt x="929" y="811"/>
                  </a:lnTo>
                  <a:lnTo>
                    <a:pt x="932" y="811"/>
                  </a:lnTo>
                  <a:lnTo>
                    <a:pt x="934" y="807"/>
                  </a:lnTo>
                  <a:lnTo>
                    <a:pt x="935" y="806"/>
                  </a:lnTo>
                  <a:lnTo>
                    <a:pt x="938" y="803"/>
                  </a:lnTo>
                  <a:lnTo>
                    <a:pt x="938" y="802"/>
                  </a:lnTo>
                  <a:lnTo>
                    <a:pt x="939" y="802"/>
                  </a:lnTo>
                  <a:lnTo>
                    <a:pt x="942" y="804"/>
                  </a:lnTo>
                  <a:lnTo>
                    <a:pt x="942" y="802"/>
                  </a:lnTo>
                  <a:lnTo>
                    <a:pt x="940" y="800"/>
                  </a:lnTo>
                  <a:lnTo>
                    <a:pt x="938" y="800"/>
                  </a:lnTo>
                  <a:lnTo>
                    <a:pt x="938" y="799"/>
                  </a:lnTo>
                  <a:lnTo>
                    <a:pt x="940" y="793"/>
                  </a:lnTo>
                  <a:lnTo>
                    <a:pt x="942" y="793"/>
                  </a:lnTo>
                  <a:lnTo>
                    <a:pt x="943" y="795"/>
                  </a:lnTo>
                  <a:lnTo>
                    <a:pt x="943" y="792"/>
                  </a:lnTo>
                  <a:lnTo>
                    <a:pt x="944" y="791"/>
                  </a:lnTo>
                  <a:lnTo>
                    <a:pt x="944" y="789"/>
                  </a:lnTo>
                  <a:lnTo>
                    <a:pt x="948" y="785"/>
                  </a:lnTo>
                  <a:lnTo>
                    <a:pt x="950" y="783"/>
                  </a:lnTo>
                  <a:lnTo>
                    <a:pt x="948" y="781"/>
                  </a:lnTo>
                  <a:lnTo>
                    <a:pt x="951" y="778"/>
                  </a:lnTo>
                  <a:lnTo>
                    <a:pt x="954" y="777"/>
                  </a:lnTo>
                  <a:lnTo>
                    <a:pt x="955" y="778"/>
                  </a:lnTo>
                  <a:lnTo>
                    <a:pt x="953" y="780"/>
                  </a:lnTo>
                  <a:lnTo>
                    <a:pt x="955" y="778"/>
                  </a:lnTo>
                  <a:lnTo>
                    <a:pt x="957" y="780"/>
                  </a:lnTo>
                  <a:lnTo>
                    <a:pt x="954" y="781"/>
                  </a:lnTo>
                  <a:lnTo>
                    <a:pt x="954" y="784"/>
                  </a:lnTo>
                  <a:lnTo>
                    <a:pt x="957" y="785"/>
                  </a:lnTo>
                  <a:lnTo>
                    <a:pt x="954" y="787"/>
                  </a:lnTo>
                  <a:lnTo>
                    <a:pt x="953" y="787"/>
                  </a:lnTo>
                  <a:lnTo>
                    <a:pt x="953" y="788"/>
                  </a:lnTo>
                  <a:lnTo>
                    <a:pt x="954" y="788"/>
                  </a:lnTo>
                  <a:lnTo>
                    <a:pt x="957" y="788"/>
                  </a:lnTo>
                  <a:lnTo>
                    <a:pt x="955" y="791"/>
                  </a:lnTo>
                  <a:lnTo>
                    <a:pt x="955" y="792"/>
                  </a:lnTo>
                  <a:lnTo>
                    <a:pt x="957" y="792"/>
                  </a:lnTo>
                  <a:lnTo>
                    <a:pt x="957" y="795"/>
                  </a:lnTo>
                  <a:lnTo>
                    <a:pt x="955" y="796"/>
                  </a:lnTo>
                  <a:lnTo>
                    <a:pt x="955" y="799"/>
                  </a:lnTo>
                  <a:lnTo>
                    <a:pt x="958" y="800"/>
                  </a:lnTo>
                  <a:lnTo>
                    <a:pt x="958" y="804"/>
                  </a:lnTo>
                  <a:lnTo>
                    <a:pt x="958" y="806"/>
                  </a:lnTo>
                  <a:lnTo>
                    <a:pt x="957" y="804"/>
                  </a:lnTo>
                  <a:lnTo>
                    <a:pt x="954" y="806"/>
                  </a:lnTo>
                  <a:lnTo>
                    <a:pt x="957" y="807"/>
                  </a:lnTo>
                  <a:lnTo>
                    <a:pt x="957" y="808"/>
                  </a:lnTo>
                  <a:lnTo>
                    <a:pt x="958" y="808"/>
                  </a:lnTo>
                  <a:lnTo>
                    <a:pt x="959" y="807"/>
                  </a:lnTo>
                  <a:lnTo>
                    <a:pt x="959" y="808"/>
                  </a:lnTo>
                  <a:lnTo>
                    <a:pt x="962" y="810"/>
                  </a:lnTo>
                  <a:lnTo>
                    <a:pt x="959" y="814"/>
                  </a:lnTo>
                  <a:lnTo>
                    <a:pt x="957" y="814"/>
                  </a:lnTo>
                  <a:lnTo>
                    <a:pt x="954" y="814"/>
                  </a:lnTo>
                  <a:lnTo>
                    <a:pt x="953" y="815"/>
                  </a:lnTo>
                  <a:lnTo>
                    <a:pt x="955" y="817"/>
                  </a:lnTo>
                  <a:lnTo>
                    <a:pt x="962" y="815"/>
                  </a:lnTo>
                  <a:lnTo>
                    <a:pt x="963" y="815"/>
                  </a:lnTo>
                  <a:lnTo>
                    <a:pt x="963" y="818"/>
                  </a:lnTo>
                  <a:lnTo>
                    <a:pt x="961" y="821"/>
                  </a:lnTo>
                  <a:lnTo>
                    <a:pt x="962" y="822"/>
                  </a:lnTo>
                  <a:lnTo>
                    <a:pt x="965" y="821"/>
                  </a:lnTo>
                  <a:lnTo>
                    <a:pt x="965" y="823"/>
                  </a:lnTo>
                  <a:lnTo>
                    <a:pt x="962" y="826"/>
                  </a:lnTo>
                  <a:lnTo>
                    <a:pt x="958" y="826"/>
                  </a:lnTo>
                  <a:lnTo>
                    <a:pt x="957" y="825"/>
                  </a:lnTo>
                  <a:lnTo>
                    <a:pt x="955" y="827"/>
                  </a:lnTo>
                  <a:lnTo>
                    <a:pt x="955" y="829"/>
                  </a:lnTo>
                  <a:lnTo>
                    <a:pt x="954" y="831"/>
                  </a:lnTo>
                  <a:lnTo>
                    <a:pt x="958" y="830"/>
                  </a:lnTo>
                  <a:lnTo>
                    <a:pt x="963" y="830"/>
                  </a:lnTo>
                  <a:lnTo>
                    <a:pt x="966" y="829"/>
                  </a:lnTo>
                  <a:lnTo>
                    <a:pt x="966" y="829"/>
                  </a:lnTo>
                  <a:lnTo>
                    <a:pt x="965" y="831"/>
                  </a:lnTo>
                  <a:lnTo>
                    <a:pt x="965" y="833"/>
                  </a:lnTo>
                  <a:lnTo>
                    <a:pt x="962" y="834"/>
                  </a:lnTo>
                  <a:lnTo>
                    <a:pt x="959" y="834"/>
                  </a:lnTo>
                  <a:lnTo>
                    <a:pt x="955" y="838"/>
                  </a:lnTo>
                  <a:lnTo>
                    <a:pt x="961" y="837"/>
                  </a:lnTo>
                  <a:lnTo>
                    <a:pt x="963" y="837"/>
                  </a:lnTo>
                  <a:lnTo>
                    <a:pt x="965" y="836"/>
                  </a:lnTo>
                  <a:lnTo>
                    <a:pt x="967" y="837"/>
                  </a:lnTo>
                  <a:lnTo>
                    <a:pt x="967" y="840"/>
                  </a:lnTo>
                  <a:lnTo>
                    <a:pt x="966" y="840"/>
                  </a:lnTo>
                  <a:lnTo>
                    <a:pt x="963" y="841"/>
                  </a:lnTo>
                  <a:lnTo>
                    <a:pt x="962" y="844"/>
                  </a:lnTo>
                  <a:lnTo>
                    <a:pt x="963" y="842"/>
                  </a:lnTo>
                  <a:lnTo>
                    <a:pt x="966" y="844"/>
                  </a:lnTo>
                  <a:lnTo>
                    <a:pt x="967" y="841"/>
                  </a:lnTo>
                  <a:lnTo>
                    <a:pt x="970" y="844"/>
                  </a:lnTo>
                  <a:lnTo>
                    <a:pt x="972" y="849"/>
                  </a:lnTo>
                  <a:lnTo>
                    <a:pt x="969" y="850"/>
                  </a:lnTo>
                  <a:lnTo>
                    <a:pt x="967" y="850"/>
                  </a:lnTo>
                  <a:lnTo>
                    <a:pt x="966" y="852"/>
                  </a:lnTo>
                  <a:lnTo>
                    <a:pt x="963" y="852"/>
                  </a:lnTo>
                  <a:lnTo>
                    <a:pt x="965" y="853"/>
                  </a:lnTo>
                  <a:lnTo>
                    <a:pt x="967" y="853"/>
                  </a:lnTo>
                  <a:lnTo>
                    <a:pt x="967" y="853"/>
                  </a:lnTo>
                  <a:lnTo>
                    <a:pt x="972" y="853"/>
                  </a:lnTo>
                  <a:lnTo>
                    <a:pt x="973" y="855"/>
                  </a:lnTo>
                  <a:lnTo>
                    <a:pt x="972" y="857"/>
                  </a:lnTo>
                  <a:lnTo>
                    <a:pt x="970" y="859"/>
                  </a:lnTo>
                  <a:lnTo>
                    <a:pt x="972" y="860"/>
                  </a:lnTo>
                  <a:lnTo>
                    <a:pt x="974" y="859"/>
                  </a:lnTo>
                  <a:lnTo>
                    <a:pt x="977" y="861"/>
                  </a:lnTo>
                  <a:lnTo>
                    <a:pt x="976" y="864"/>
                  </a:lnTo>
                  <a:lnTo>
                    <a:pt x="974" y="865"/>
                  </a:lnTo>
                  <a:lnTo>
                    <a:pt x="970" y="868"/>
                  </a:lnTo>
                  <a:lnTo>
                    <a:pt x="969" y="867"/>
                  </a:lnTo>
                  <a:lnTo>
                    <a:pt x="967" y="868"/>
                  </a:lnTo>
                  <a:lnTo>
                    <a:pt x="970" y="869"/>
                  </a:lnTo>
                  <a:lnTo>
                    <a:pt x="970" y="871"/>
                  </a:lnTo>
                  <a:lnTo>
                    <a:pt x="967" y="872"/>
                  </a:lnTo>
                  <a:lnTo>
                    <a:pt x="963" y="869"/>
                  </a:lnTo>
                  <a:lnTo>
                    <a:pt x="959" y="869"/>
                  </a:lnTo>
                  <a:lnTo>
                    <a:pt x="963" y="872"/>
                  </a:lnTo>
                  <a:lnTo>
                    <a:pt x="963" y="874"/>
                  </a:lnTo>
                  <a:lnTo>
                    <a:pt x="966" y="876"/>
                  </a:lnTo>
                  <a:lnTo>
                    <a:pt x="967" y="879"/>
                  </a:lnTo>
                  <a:lnTo>
                    <a:pt x="967" y="880"/>
                  </a:lnTo>
                  <a:lnTo>
                    <a:pt x="965" y="880"/>
                  </a:lnTo>
                  <a:lnTo>
                    <a:pt x="963" y="882"/>
                  </a:lnTo>
                  <a:lnTo>
                    <a:pt x="959" y="882"/>
                  </a:lnTo>
                  <a:lnTo>
                    <a:pt x="965" y="883"/>
                  </a:lnTo>
                  <a:lnTo>
                    <a:pt x="966" y="883"/>
                  </a:lnTo>
                  <a:lnTo>
                    <a:pt x="966" y="882"/>
                  </a:lnTo>
                  <a:lnTo>
                    <a:pt x="970" y="880"/>
                  </a:lnTo>
                  <a:lnTo>
                    <a:pt x="972" y="882"/>
                  </a:lnTo>
                  <a:lnTo>
                    <a:pt x="972" y="883"/>
                  </a:lnTo>
                  <a:lnTo>
                    <a:pt x="973" y="884"/>
                  </a:lnTo>
                  <a:lnTo>
                    <a:pt x="972" y="886"/>
                  </a:lnTo>
                  <a:lnTo>
                    <a:pt x="973" y="886"/>
                  </a:lnTo>
                  <a:lnTo>
                    <a:pt x="974" y="887"/>
                  </a:lnTo>
                  <a:lnTo>
                    <a:pt x="973" y="889"/>
                  </a:lnTo>
                  <a:lnTo>
                    <a:pt x="974" y="890"/>
                  </a:lnTo>
                  <a:lnTo>
                    <a:pt x="977" y="889"/>
                  </a:lnTo>
                  <a:lnTo>
                    <a:pt x="977" y="889"/>
                  </a:lnTo>
                  <a:lnTo>
                    <a:pt x="980" y="889"/>
                  </a:lnTo>
                  <a:lnTo>
                    <a:pt x="980" y="893"/>
                  </a:lnTo>
                  <a:lnTo>
                    <a:pt x="978" y="894"/>
                  </a:lnTo>
                  <a:lnTo>
                    <a:pt x="978" y="895"/>
                  </a:lnTo>
                  <a:lnTo>
                    <a:pt x="980" y="895"/>
                  </a:lnTo>
                  <a:lnTo>
                    <a:pt x="982" y="891"/>
                  </a:lnTo>
                  <a:lnTo>
                    <a:pt x="982" y="893"/>
                  </a:lnTo>
                  <a:lnTo>
                    <a:pt x="982" y="894"/>
                  </a:lnTo>
                  <a:lnTo>
                    <a:pt x="984" y="897"/>
                  </a:lnTo>
                  <a:lnTo>
                    <a:pt x="981" y="898"/>
                  </a:lnTo>
                  <a:lnTo>
                    <a:pt x="977" y="903"/>
                  </a:lnTo>
                  <a:lnTo>
                    <a:pt x="974" y="906"/>
                  </a:lnTo>
                  <a:lnTo>
                    <a:pt x="972" y="905"/>
                  </a:lnTo>
                  <a:lnTo>
                    <a:pt x="974" y="906"/>
                  </a:lnTo>
                  <a:lnTo>
                    <a:pt x="976" y="906"/>
                  </a:lnTo>
                  <a:lnTo>
                    <a:pt x="981" y="901"/>
                  </a:lnTo>
                  <a:lnTo>
                    <a:pt x="984" y="901"/>
                  </a:lnTo>
                  <a:lnTo>
                    <a:pt x="984" y="902"/>
                  </a:lnTo>
                  <a:lnTo>
                    <a:pt x="981" y="905"/>
                  </a:lnTo>
                  <a:lnTo>
                    <a:pt x="980" y="908"/>
                  </a:lnTo>
                  <a:lnTo>
                    <a:pt x="981" y="908"/>
                  </a:lnTo>
                  <a:lnTo>
                    <a:pt x="984" y="903"/>
                  </a:lnTo>
                  <a:lnTo>
                    <a:pt x="987" y="901"/>
                  </a:lnTo>
                  <a:lnTo>
                    <a:pt x="989" y="901"/>
                  </a:lnTo>
                  <a:lnTo>
                    <a:pt x="989" y="902"/>
                  </a:lnTo>
                  <a:lnTo>
                    <a:pt x="988" y="903"/>
                  </a:lnTo>
                  <a:lnTo>
                    <a:pt x="987" y="905"/>
                  </a:lnTo>
                  <a:lnTo>
                    <a:pt x="988" y="905"/>
                  </a:lnTo>
                  <a:lnTo>
                    <a:pt x="991" y="903"/>
                  </a:lnTo>
                  <a:lnTo>
                    <a:pt x="992" y="905"/>
                  </a:lnTo>
                  <a:lnTo>
                    <a:pt x="988" y="908"/>
                  </a:lnTo>
                  <a:lnTo>
                    <a:pt x="987" y="910"/>
                  </a:lnTo>
                  <a:lnTo>
                    <a:pt x="988" y="910"/>
                  </a:lnTo>
                  <a:lnTo>
                    <a:pt x="991" y="909"/>
                  </a:lnTo>
                  <a:lnTo>
                    <a:pt x="996" y="903"/>
                  </a:lnTo>
                  <a:lnTo>
                    <a:pt x="996" y="903"/>
                  </a:lnTo>
                  <a:lnTo>
                    <a:pt x="995" y="905"/>
                  </a:lnTo>
                  <a:lnTo>
                    <a:pt x="995" y="906"/>
                  </a:lnTo>
                  <a:lnTo>
                    <a:pt x="999" y="903"/>
                  </a:lnTo>
                  <a:lnTo>
                    <a:pt x="999" y="905"/>
                  </a:lnTo>
                  <a:lnTo>
                    <a:pt x="999" y="910"/>
                  </a:lnTo>
                  <a:lnTo>
                    <a:pt x="996" y="910"/>
                  </a:lnTo>
                  <a:lnTo>
                    <a:pt x="997" y="912"/>
                  </a:lnTo>
                  <a:lnTo>
                    <a:pt x="1000" y="912"/>
                  </a:lnTo>
                  <a:lnTo>
                    <a:pt x="1003" y="914"/>
                  </a:lnTo>
                  <a:lnTo>
                    <a:pt x="1006" y="912"/>
                  </a:lnTo>
                  <a:lnTo>
                    <a:pt x="1010" y="910"/>
                  </a:lnTo>
                  <a:lnTo>
                    <a:pt x="1011" y="910"/>
                  </a:lnTo>
                  <a:lnTo>
                    <a:pt x="1010" y="913"/>
                  </a:lnTo>
                  <a:lnTo>
                    <a:pt x="1008" y="913"/>
                  </a:lnTo>
                  <a:lnTo>
                    <a:pt x="1007" y="914"/>
                  </a:lnTo>
                  <a:lnTo>
                    <a:pt x="1014" y="917"/>
                  </a:lnTo>
                  <a:lnTo>
                    <a:pt x="1016" y="918"/>
                  </a:lnTo>
                  <a:lnTo>
                    <a:pt x="1012" y="920"/>
                  </a:lnTo>
                  <a:lnTo>
                    <a:pt x="1012" y="921"/>
                  </a:lnTo>
                  <a:lnTo>
                    <a:pt x="1007" y="921"/>
                  </a:lnTo>
                  <a:lnTo>
                    <a:pt x="1006" y="921"/>
                  </a:lnTo>
                  <a:lnTo>
                    <a:pt x="1001" y="922"/>
                  </a:lnTo>
                  <a:lnTo>
                    <a:pt x="999" y="925"/>
                  </a:lnTo>
                  <a:lnTo>
                    <a:pt x="993" y="925"/>
                  </a:lnTo>
                  <a:lnTo>
                    <a:pt x="985" y="927"/>
                  </a:lnTo>
                  <a:lnTo>
                    <a:pt x="985" y="928"/>
                  </a:lnTo>
                  <a:lnTo>
                    <a:pt x="991" y="927"/>
                  </a:lnTo>
                  <a:lnTo>
                    <a:pt x="996" y="925"/>
                  </a:lnTo>
                  <a:lnTo>
                    <a:pt x="999" y="927"/>
                  </a:lnTo>
                  <a:lnTo>
                    <a:pt x="999" y="928"/>
                  </a:lnTo>
                  <a:lnTo>
                    <a:pt x="993" y="928"/>
                  </a:lnTo>
                  <a:lnTo>
                    <a:pt x="988" y="929"/>
                  </a:lnTo>
                  <a:lnTo>
                    <a:pt x="984" y="932"/>
                  </a:lnTo>
                  <a:lnTo>
                    <a:pt x="981" y="933"/>
                  </a:lnTo>
                  <a:lnTo>
                    <a:pt x="978" y="933"/>
                  </a:lnTo>
                  <a:lnTo>
                    <a:pt x="977" y="936"/>
                  </a:lnTo>
                  <a:lnTo>
                    <a:pt x="977" y="937"/>
                  </a:lnTo>
                  <a:lnTo>
                    <a:pt x="972" y="935"/>
                  </a:lnTo>
                  <a:lnTo>
                    <a:pt x="969" y="929"/>
                  </a:lnTo>
                  <a:lnTo>
                    <a:pt x="969" y="931"/>
                  </a:lnTo>
                  <a:lnTo>
                    <a:pt x="967" y="933"/>
                  </a:lnTo>
                  <a:lnTo>
                    <a:pt x="970" y="933"/>
                  </a:lnTo>
                  <a:lnTo>
                    <a:pt x="970" y="935"/>
                  </a:lnTo>
                  <a:lnTo>
                    <a:pt x="976" y="940"/>
                  </a:lnTo>
                  <a:lnTo>
                    <a:pt x="976" y="941"/>
                  </a:lnTo>
                  <a:lnTo>
                    <a:pt x="974" y="940"/>
                  </a:lnTo>
                  <a:lnTo>
                    <a:pt x="972" y="943"/>
                  </a:lnTo>
                  <a:lnTo>
                    <a:pt x="973" y="944"/>
                  </a:lnTo>
                  <a:lnTo>
                    <a:pt x="974" y="946"/>
                  </a:lnTo>
                  <a:lnTo>
                    <a:pt x="976" y="944"/>
                  </a:lnTo>
                  <a:lnTo>
                    <a:pt x="977" y="944"/>
                  </a:lnTo>
                  <a:lnTo>
                    <a:pt x="980" y="939"/>
                  </a:lnTo>
                  <a:lnTo>
                    <a:pt x="984" y="939"/>
                  </a:lnTo>
                  <a:lnTo>
                    <a:pt x="987" y="936"/>
                  </a:lnTo>
                  <a:lnTo>
                    <a:pt x="989" y="936"/>
                  </a:lnTo>
                  <a:lnTo>
                    <a:pt x="991" y="933"/>
                  </a:lnTo>
                  <a:lnTo>
                    <a:pt x="993" y="931"/>
                  </a:lnTo>
                  <a:lnTo>
                    <a:pt x="996" y="931"/>
                  </a:lnTo>
                  <a:lnTo>
                    <a:pt x="1000" y="928"/>
                  </a:lnTo>
                  <a:lnTo>
                    <a:pt x="1004" y="929"/>
                  </a:lnTo>
                  <a:lnTo>
                    <a:pt x="1007" y="928"/>
                  </a:lnTo>
                  <a:lnTo>
                    <a:pt x="1006" y="928"/>
                  </a:lnTo>
                  <a:lnTo>
                    <a:pt x="1003" y="928"/>
                  </a:lnTo>
                  <a:lnTo>
                    <a:pt x="1001" y="927"/>
                  </a:lnTo>
                  <a:lnTo>
                    <a:pt x="1004" y="927"/>
                  </a:lnTo>
                  <a:lnTo>
                    <a:pt x="1010" y="925"/>
                  </a:lnTo>
                  <a:lnTo>
                    <a:pt x="1015" y="927"/>
                  </a:lnTo>
                  <a:lnTo>
                    <a:pt x="1016" y="931"/>
                  </a:lnTo>
                  <a:lnTo>
                    <a:pt x="1016" y="933"/>
                  </a:lnTo>
                  <a:lnTo>
                    <a:pt x="1014" y="936"/>
                  </a:lnTo>
                  <a:lnTo>
                    <a:pt x="1011" y="936"/>
                  </a:lnTo>
                  <a:lnTo>
                    <a:pt x="1010" y="939"/>
                  </a:lnTo>
                  <a:lnTo>
                    <a:pt x="1014" y="939"/>
                  </a:lnTo>
                  <a:lnTo>
                    <a:pt x="1014" y="941"/>
                  </a:lnTo>
                  <a:lnTo>
                    <a:pt x="1015" y="940"/>
                  </a:lnTo>
                  <a:lnTo>
                    <a:pt x="1016" y="937"/>
                  </a:lnTo>
                  <a:lnTo>
                    <a:pt x="1020" y="935"/>
                  </a:lnTo>
                  <a:lnTo>
                    <a:pt x="1023" y="935"/>
                  </a:lnTo>
                  <a:lnTo>
                    <a:pt x="1025" y="936"/>
                  </a:lnTo>
                  <a:lnTo>
                    <a:pt x="1023" y="937"/>
                  </a:lnTo>
                  <a:lnTo>
                    <a:pt x="1023" y="939"/>
                  </a:lnTo>
                  <a:lnTo>
                    <a:pt x="1027" y="939"/>
                  </a:lnTo>
                  <a:lnTo>
                    <a:pt x="1030" y="940"/>
                  </a:lnTo>
                  <a:lnTo>
                    <a:pt x="1031" y="941"/>
                  </a:lnTo>
                  <a:lnTo>
                    <a:pt x="1029" y="940"/>
                  </a:lnTo>
                  <a:lnTo>
                    <a:pt x="1027" y="941"/>
                  </a:lnTo>
                  <a:lnTo>
                    <a:pt x="1027" y="944"/>
                  </a:lnTo>
                  <a:lnTo>
                    <a:pt x="1031" y="946"/>
                  </a:lnTo>
                  <a:lnTo>
                    <a:pt x="1033" y="947"/>
                  </a:lnTo>
                  <a:lnTo>
                    <a:pt x="1030" y="950"/>
                  </a:lnTo>
                  <a:lnTo>
                    <a:pt x="1027" y="948"/>
                  </a:lnTo>
                  <a:lnTo>
                    <a:pt x="1026" y="951"/>
                  </a:lnTo>
                  <a:lnTo>
                    <a:pt x="1030" y="952"/>
                  </a:lnTo>
                  <a:lnTo>
                    <a:pt x="1029" y="955"/>
                  </a:lnTo>
                  <a:lnTo>
                    <a:pt x="1027" y="955"/>
                  </a:lnTo>
                  <a:lnTo>
                    <a:pt x="1026" y="958"/>
                  </a:lnTo>
                  <a:lnTo>
                    <a:pt x="1023" y="959"/>
                  </a:lnTo>
                  <a:lnTo>
                    <a:pt x="1020" y="956"/>
                  </a:lnTo>
                  <a:lnTo>
                    <a:pt x="1022" y="959"/>
                  </a:lnTo>
                  <a:lnTo>
                    <a:pt x="1026" y="961"/>
                  </a:lnTo>
                  <a:lnTo>
                    <a:pt x="1029" y="961"/>
                  </a:lnTo>
                  <a:lnTo>
                    <a:pt x="1030" y="963"/>
                  </a:lnTo>
                  <a:lnTo>
                    <a:pt x="1027" y="963"/>
                  </a:lnTo>
                  <a:lnTo>
                    <a:pt x="1026" y="963"/>
                  </a:lnTo>
                  <a:lnTo>
                    <a:pt x="1025" y="963"/>
                  </a:lnTo>
                  <a:lnTo>
                    <a:pt x="1026" y="965"/>
                  </a:lnTo>
                  <a:lnTo>
                    <a:pt x="1029" y="965"/>
                  </a:lnTo>
                  <a:lnTo>
                    <a:pt x="1030" y="965"/>
                  </a:lnTo>
                  <a:lnTo>
                    <a:pt x="1029" y="967"/>
                  </a:lnTo>
                  <a:lnTo>
                    <a:pt x="1029" y="970"/>
                  </a:lnTo>
                  <a:lnTo>
                    <a:pt x="1026" y="970"/>
                  </a:lnTo>
                  <a:lnTo>
                    <a:pt x="1025" y="973"/>
                  </a:lnTo>
                  <a:lnTo>
                    <a:pt x="1022" y="975"/>
                  </a:lnTo>
                  <a:lnTo>
                    <a:pt x="1018" y="975"/>
                  </a:lnTo>
                  <a:lnTo>
                    <a:pt x="1015" y="978"/>
                  </a:lnTo>
                  <a:lnTo>
                    <a:pt x="1014" y="978"/>
                  </a:lnTo>
                  <a:lnTo>
                    <a:pt x="1012" y="981"/>
                  </a:lnTo>
                  <a:lnTo>
                    <a:pt x="1010" y="981"/>
                  </a:lnTo>
                  <a:lnTo>
                    <a:pt x="1010" y="982"/>
                  </a:lnTo>
                  <a:lnTo>
                    <a:pt x="1007" y="982"/>
                  </a:lnTo>
                  <a:lnTo>
                    <a:pt x="1006" y="981"/>
                  </a:lnTo>
                  <a:lnTo>
                    <a:pt x="1004" y="982"/>
                  </a:lnTo>
                  <a:lnTo>
                    <a:pt x="1001" y="982"/>
                  </a:lnTo>
                  <a:lnTo>
                    <a:pt x="1000" y="981"/>
                  </a:lnTo>
                  <a:lnTo>
                    <a:pt x="997" y="982"/>
                  </a:lnTo>
                  <a:lnTo>
                    <a:pt x="995" y="982"/>
                  </a:lnTo>
                  <a:lnTo>
                    <a:pt x="993" y="981"/>
                  </a:lnTo>
                  <a:lnTo>
                    <a:pt x="992" y="981"/>
                  </a:lnTo>
                  <a:lnTo>
                    <a:pt x="992" y="982"/>
                  </a:lnTo>
                  <a:lnTo>
                    <a:pt x="991" y="984"/>
                  </a:lnTo>
                  <a:lnTo>
                    <a:pt x="987" y="984"/>
                  </a:lnTo>
                  <a:lnTo>
                    <a:pt x="987" y="985"/>
                  </a:lnTo>
                  <a:lnTo>
                    <a:pt x="988" y="985"/>
                  </a:lnTo>
                  <a:lnTo>
                    <a:pt x="987" y="986"/>
                  </a:lnTo>
                  <a:lnTo>
                    <a:pt x="985" y="989"/>
                  </a:lnTo>
                  <a:lnTo>
                    <a:pt x="982" y="988"/>
                  </a:lnTo>
                  <a:lnTo>
                    <a:pt x="982" y="990"/>
                  </a:lnTo>
                  <a:lnTo>
                    <a:pt x="981" y="994"/>
                  </a:lnTo>
                  <a:lnTo>
                    <a:pt x="978" y="994"/>
                  </a:lnTo>
                  <a:lnTo>
                    <a:pt x="978" y="996"/>
                  </a:lnTo>
                  <a:lnTo>
                    <a:pt x="976" y="997"/>
                  </a:lnTo>
                  <a:lnTo>
                    <a:pt x="974" y="1000"/>
                  </a:lnTo>
                  <a:lnTo>
                    <a:pt x="973" y="999"/>
                  </a:lnTo>
                  <a:lnTo>
                    <a:pt x="970" y="1000"/>
                  </a:lnTo>
                  <a:lnTo>
                    <a:pt x="967" y="1000"/>
                  </a:lnTo>
                  <a:lnTo>
                    <a:pt x="967" y="1001"/>
                  </a:lnTo>
                  <a:lnTo>
                    <a:pt x="965" y="1003"/>
                  </a:lnTo>
                  <a:lnTo>
                    <a:pt x="963" y="1001"/>
                  </a:lnTo>
                  <a:lnTo>
                    <a:pt x="958" y="1001"/>
                  </a:lnTo>
                  <a:lnTo>
                    <a:pt x="957" y="1001"/>
                  </a:lnTo>
                  <a:lnTo>
                    <a:pt x="954" y="1001"/>
                  </a:lnTo>
                  <a:lnTo>
                    <a:pt x="953" y="1001"/>
                  </a:lnTo>
                  <a:lnTo>
                    <a:pt x="946" y="1004"/>
                  </a:lnTo>
                  <a:lnTo>
                    <a:pt x="943" y="1003"/>
                  </a:lnTo>
                  <a:lnTo>
                    <a:pt x="944" y="1001"/>
                  </a:lnTo>
                  <a:lnTo>
                    <a:pt x="942" y="1001"/>
                  </a:lnTo>
                  <a:lnTo>
                    <a:pt x="939" y="1003"/>
                  </a:lnTo>
                  <a:lnTo>
                    <a:pt x="938" y="1003"/>
                  </a:lnTo>
                  <a:lnTo>
                    <a:pt x="934" y="1000"/>
                  </a:lnTo>
                  <a:lnTo>
                    <a:pt x="932" y="1001"/>
                  </a:lnTo>
                  <a:lnTo>
                    <a:pt x="928" y="1000"/>
                  </a:lnTo>
                  <a:lnTo>
                    <a:pt x="927" y="999"/>
                  </a:lnTo>
                  <a:lnTo>
                    <a:pt x="925" y="999"/>
                  </a:lnTo>
                  <a:lnTo>
                    <a:pt x="923" y="1000"/>
                  </a:lnTo>
                  <a:lnTo>
                    <a:pt x="919" y="1000"/>
                  </a:lnTo>
                  <a:lnTo>
                    <a:pt x="916" y="997"/>
                  </a:lnTo>
                  <a:lnTo>
                    <a:pt x="913" y="999"/>
                  </a:lnTo>
                  <a:lnTo>
                    <a:pt x="910" y="1000"/>
                  </a:lnTo>
                  <a:lnTo>
                    <a:pt x="908" y="997"/>
                  </a:lnTo>
                  <a:lnTo>
                    <a:pt x="905" y="1000"/>
                  </a:lnTo>
                  <a:lnTo>
                    <a:pt x="904" y="999"/>
                  </a:lnTo>
                  <a:lnTo>
                    <a:pt x="901" y="999"/>
                  </a:lnTo>
                  <a:lnTo>
                    <a:pt x="897" y="997"/>
                  </a:lnTo>
                  <a:lnTo>
                    <a:pt x="891" y="999"/>
                  </a:lnTo>
                  <a:lnTo>
                    <a:pt x="887" y="997"/>
                  </a:lnTo>
                  <a:lnTo>
                    <a:pt x="886" y="994"/>
                  </a:lnTo>
                  <a:lnTo>
                    <a:pt x="883" y="996"/>
                  </a:lnTo>
                  <a:lnTo>
                    <a:pt x="882" y="997"/>
                  </a:lnTo>
                  <a:lnTo>
                    <a:pt x="883" y="999"/>
                  </a:lnTo>
                  <a:lnTo>
                    <a:pt x="882" y="1000"/>
                  </a:lnTo>
                  <a:lnTo>
                    <a:pt x="879" y="1000"/>
                  </a:lnTo>
                  <a:lnTo>
                    <a:pt x="874" y="1005"/>
                  </a:lnTo>
                  <a:lnTo>
                    <a:pt x="871" y="1007"/>
                  </a:lnTo>
                  <a:lnTo>
                    <a:pt x="871" y="1008"/>
                  </a:lnTo>
                  <a:lnTo>
                    <a:pt x="870" y="1011"/>
                  </a:lnTo>
                  <a:lnTo>
                    <a:pt x="870" y="1014"/>
                  </a:lnTo>
                  <a:lnTo>
                    <a:pt x="867" y="1016"/>
                  </a:lnTo>
                  <a:lnTo>
                    <a:pt x="863" y="1016"/>
                  </a:lnTo>
                  <a:lnTo>
                    <a:pt x="860" y="1018"/>
                  </a:lnTo>
                  <a:lnTo>
                    <a:pt x="856" y="1018"/>
                  </a:lnTo>
                  <a:lnTo>
                    <a:pt x="853" y="1020"/>
                  </a:lnTo>
                  <a:lnTo>
                    <a:pt x="852" y="1022"/>
                  </a:lnTo>
                  <a:lnTo>
                    <a:pt x="851" y="1020"/>
                  </a:lnTo>
                  <a:lnTo>
                    <a:pt x="848" y="1022"/>
                  </a:lnTo>
                  <a:lnTo>
                    <a:pt x="848" y="1024"/>
                  </a:lnTo>
                  <a:lnTo>
                    <a:pt x="845" y="1024"/>
                  </a:lnTo>
                  <a:lnTo>
                    <a:pt x="841" y="1027"/>
                  </a:lnTo>
                  <a:lnTo>
                    <a:pt x="841" y="1028"/>
                  </a:lnTo>
                  <a:lnTo>
                    <a:pt x="840" y="1028"/>
                  </a:lnTo>
                  <a:lnTo>
                    <a:pt x="836" y="1034"/>
                  </a:lnTo>
                  <a:lnTo>
                    <a:pt x="830" y="1037"/>
                  </a:lnTo>
                  <a:lnTo>
                    <a:pt x="829" y="1042"/>
                  </a:lnTo>
                  <a:lnTo>
                    <a:pt x="825" y="1043"/>
                  </a:lnTo>
                  <a:lnTo>
                    <a:pt x="822" y="1047"/>
                  </a:lnTo>
                  <a:lnTo>
                    <a:pt x="819" y="1047"/>
                  </a:lnTo>
                  <a:lnTo>
                    <a:pt x="818" y="1052"/>
                  </a:lnTo>
                  <a:lnTo>
                    <a:pt x="817" y="1054"/>
                  </a:lnTo>
                  <a:lnTo>
                    <a:pt x="810" y="1058"/>
                  </a:lnTo>
                  <a:lnTo>
                    <a:pt x="809" y="1061"/>
                  </a:lnTo>
                  <a:lnTo>
                    <a:pt x="802" y="1064"/>
                  </a:lnTo>
                  <a:lnTo>
                    <a:pt x="798" y="1065"/>
                  </a:lnTo>
                  <a:lnTo>
                    <a:pt x="800" y="1065"/>
                  </a:lnTo>
                  <a:lnTo>
                    <a:pt x="809" y="1062"/>
                  </a:lnTo>
                  <a:lnTo>
                    <a:pt x="814" y="1058"/>
                  </a:lnTo>
                  <a:lnTo>
                    <a:pt x="819" y="1056"/>
                  </a:lnTo>
                  <a:lnTo>
                    <a:pt x="823" y="1052"/>
                  </a:lnTo>
                  <a:lnTo>
                    <a:pt x="826" y="1047"/>
                  </a:lnTo>
                  <a:lnTo>
                    <a:pt x="829" y="1046"/>
                  </a:lnTo>
                  <a:lnTo>
                    <a:pt x="836" y="1039"/>
                  </a:lnTo>
                  <a:lnTo>
                    <a:pt x="845" y="1034"/>
                  </a:lnTo>
                  <a:lnTo>
                    <a:pt x="852" y="1028"/>
                  </a:lnTo>
                  <a:lnTo>
                    <a:pt x="856" y="1028"/>
                  </a:lnTo>
                  <a:lnTo>
                    <a:pt x="859" y="1027"/>
                  </a:lnTo>
                  <a:lnTo>
                    <a:pt x="867" y="1026"/>
                  </a:lnTo>
                  <a:lnTo>
                    <a:pt x="875" y="1022"/>
                  </a:lnTo>
                  <a:lnTo>
                    <a:pt x="879" y="1022"/>
                  </a:lnTo>
                  <a:lnTo>
                    <a:pt x="882" y="1020"/>
                  </a:lnTo>
                  <a:lnTo>
                    <a:pt x="891" y="1020"/>
                  </a:lnTo>
                  <a:lnTo>
                    <a:pt x="895" y="1023"/>
                  </a:lnTo>
                  <a:lnTo>
                    <a:pt x="902" y="1026"/>
                  </a:lnTo>
                  <a:lnTo>
                    <a:pt x="902" y="1027"/>
                  </a:lnTo>
                  <a:lnTo>
                    <a:pt x="897" y="1027"/>
                  </a:lnTo>
                  <a:lnTo>
                    <a:pt x="898" y="1027"/>
                  </a:lnTo>
                  <a:lnTo>
                    <a:pt x="897" y="1028"/>
                  </a:lnTo>
                  <a:lnTo>
                    <a:pt x="900" y="1028"/>
                  </a:lnTo>
                  <a:lnTo>
                    <a:pt x="902" y="1028"/>
                  </a:lnTo>
                  <a:lnTo>
                    <a:pt x="904" y="1031"/>
                  </a:lnTo>
                  <a:lnTo>
                    <a:pt x="902" y="1031"/>
                  </a:lnTo>
                  <a:lnTo>
                    <a:pt x="904" y="1033"/>
                  </a:lnTo>
                  <a:lnTo>
                    <a:pt x="901" y="1038"/>
                  </a:lnTo>
                  <a:lnTo>
                    <a:pt x="898" y="1038"/>
                  </a:lnTo>
                  <a:lnTo>
                    <a:pt x="895" y="1041"/>
                  </a:lnTo>
                  <a:lnTo>
                    <a:pt x="893" y="1041"/>
                  </a:lnTo>
                  <a:lnTo>
                    <a:pt x="889" y="1043"/>
                  </a:lnTo>
                  <a:lnTo>
                    <a:pt x="886" y="1043"/>
                  </a:lnTo>
                  <a:lnTo>
                    <a:pt x="883" y="1042"/>
                  </a:lnTo>
                  <a:lnTo>
                    <a:pt x="881" y="1041"/>
                  </a:lnTo>
                  <a:lnTo>
                    <a:pt x="879" y="1042"/>
                  </a:lnTo>
                  <a:lnTo>
                    <a:pt x="875" y="1042"/>
                  </a:lnTo>
                  <a:lnTo>
                    <a:pt x="872" y="1042"/>
                  </a:lnTo>
                  <a:lnTo>
                    <a:pt x="868" y="1043"/>
                  </a:lnTo>
                  <a:lnTo>
                    <a:pt x="872" y="1043"/>
                  </a:lnTo>
                  <a:lnTo>
                    <a:pt x="876" y="1043"/>
                  </a:lnTo>
                  <a:lnTo>
                    <a:pt x="882" y="1045"/>
                  </a:lnTo>
                  <a:lnTo>
                    <a:pt x="883" y="1047"/>
                  </a:lnTo>
                  <a:lnTo>
                    <a:pt x="885" y="1049"/>
                  </a:lnTo>
                  <a:lnTo>
                    <a:pt x="887" y="1047"/>
                  </a:lnTo>
                  <a:lnTo>
                    <a:pt x="890" y="1046"/>
                  </a:lnTo>
                  <a:lnTo>
                    <a:pt x="893" y="1046"/>
                  </a:lnTo>
                  <a:lnTo>
                    <a:pt x="894" y="1047"/>
                  </a:lnTo>
                  <a:lnTo>
                    <a:pt x="895" y="1047"/>
                  </a:lnTo>
                  <a:lnTo>
                    <a:pt x="897" y="1049"/>
                  </a:lnTo>
                  <a:lnTo>
                    <a:pt x="894" y="1052"/>
                  </a:lnTo>
                  <a:lnTo>
                    <a:pt x="890" y="1058"/>
                  </a:lnTo>
                  <a:lnTo>
                    <a:pt x="889" y="1058"/>
                  </a:lnTo>
                  <a:lnTo>
                    <a:pt x="886" y="1061"/>
                  </a:lnTo>
                  <a:lnTo>
                    <a:pt x="891" y="1061"/>
                  </a:lnTo>
                  <a:lnTo>
                    <a:pt x="891" y="1062"/>
                  </a:lnTo>
                  <a:lnTo>
                    <a:pt x="890" y="1064"/>
                  </a:lnTo>
                  <a:lnTo>
                    <a:pt x="891" y="1066"/>
                  </a:lnTo>
                  <a:lnTo>
                    <a:pt x="891" y="1069"/>
                  </a:lnTo>
                  <a:lnTo>
                    <a:pt x="891" y="1073"/>
                  </a:lnTo>
                  <a:lnTo>
                    <a:pt x="893" y="1073"/>
                  </a:lnTo>
                  <a:lnTo>
                    <a:pt x="894" y="1077"/>
                  </a:lnTo>
                  <a:lnTo>
                    <a:pt x="898" y="1077"/>
                  </a:lnTo>
                  <a:lnTo>
                    <a:pt x="898" y="1079"/>
                  </a:lnTo>
                  <a:lnTo>
                    <a:pt x="902" y="1079"/>
                  </a:lnTo>
                  <a:lnTo>
                    <a:pt x="902" y="1081"/>
                  </a:lnTo>
                  <a:lnTo>
                    <a:pt x="900" y="1081"/>
                  </a:lnTo>
                  <a:lnTo>
                    <a:pt x="902" y="1084"/>
                  </a:lnTo>
                  <a:lnTo>
                    <a:pt x="908" y="1084"/>
                  </a:lnTo>
                  <a:lnTo>
                    <a:pt x="910" y="1086"/>
                  </a:lnTo>
                  <a:lnTo>
                    <a:pt x="912" y="1086"/>
                  </a:lnTo>
                  <a:lnTo>
                    <a:pt x="914" y="1087"/>
                  </a:lnTo>
                  <a:lnTo>
                    <a:pt x="916" y="1088"/>
                  </a:lnTo>
                  <a:lnTo>
                    <a:pt x="921" y="1088"/>
                  </a:lnTo>
                  <a:lnTo>
                    <a:pt x="921" y="1087"/>
                  </a:lnTo>
                  <a:lnTo>
                    <a:pt x="925" y="1084"/>
                  </a:lnTo>
                  <a:lnTo>
                    <a:pt x="927" y="1087"/>
                  </a:lnTo>
                  <a:lnTo>
                    <a:pt x="925" y="1088"/>
                  </a:lnTo>
                  <a:lnTo>
                    <a:pt x="929" y="1088"/>
                  </a:lnTo>
                  <a:lnTo>
                    <a:pt x="934" y="1091"/>
                  </a:lnTo>
                  <a:lnTo>
                    <a:pt x="934" y="1092"/>
                  </a:lnTo>
                  <a:lnTo>
                    <a:pt x="932" y="1092"/>
                  </a:lnTo>
                  <a:lnTo>
                    <a:pt x="931" y="1094"/>
                  </a:lnTo>
                  <a:lnTo>
                    <a:pt x="934" y="1095"/>
                  </a:lnTo>
                  <a:lnTo>
                    <a:pt x="936" y="1095"/>
                  </a:lnTo>
                  <a:lnTo>
                    <a:pt x="938" y="1096"/>
                  </a:lnTo>
                  <a:lnTo>
                    <a:pt x="935" y="1098"/>
                  </a:lnTo>
                  <a:lnTo>
                    <a:pt x="934" y="1096"/>
                  </a:lnTo>
                  <a:lnTo>
                    <a:pt x="931" y="1096"/>
                  </a:lnTo>
                  <a:lnTo>
                    <a:pt x="927" y="1098"/>
                  </a:lnTo>
                  <a:lnTo>
                    <a:pt x="920" y="1102"/>
                  </a:lnTo>
                  <a:lnTo>
                    <a:pt x="917" y="1102"/>
                  </a:lnTo>
                  <a:lnTo>
                    <a:pt x="913" y="1103"/>
                  </a:lnTo>
                  <a:lnTo>
                    <a:pt x="908" y="1105"/>
                  </a:lnTo>
                  <a:lnTo>
                    <a:pt x="904" y="1106"/>
                  </a:lnTo>
                  <a:lnTo>
                    <a:pt x="901" y="1106"/>
                  </a:lnTo>
                  <a:lnTo>
                    <a:pt x="902" y="1107"/>
                  </a:lnTo>
                  <a:lnTo>
                    <a:pt x="898" y="1107"/>
                  </a:lnTo>
                  <a:lnTo>
                    <a:pt x="897" y="1105"/>
                  </a:lnTo>
                  <a:lnTo>
                    <a:pt x="895" y="1105"/>
                  </a:lnTo>
                  <a:lnTo>
                    <a:pt x="894" y="1106"/>
                  </a:lnTo>
                  <a:lnTo>
                    <a:pt x="893" y="1106"/>
                  </a:lnTo>
                  <a:lnTo>
                    <a:pt x="891" y="1109"/>
                  </a:lnTo>
                  <a:lnTo>
                    <a:pt x="891" y="1110"/>
                  </a:lnTo>
                  <a:lnTo>
                    <a:pt x="887" y="1114"/>
                  </a:lnTo>
                  <a:lnTo>
                    <a:pt x="883" y="1118"/>
                  </a:lnTo>
                  <a:lnTo>
                    <a:pt x="881" y="1119"/>
                  </a:lnTo>
                  <a:lnTo>
                    <a:pt x="878" y="1122"/>
                  </a:lnTo>
                  <a:lnTo>
                    <a:pt x="876" y="1122"/>
                  </a:lnTo>
                  <a:lnTo>
                    <a:pt x="875" y="1122"/>
                  </a:lnTo>
                  <a:lnTo>
                    <a:pt x="875" y="1125"/>
                  </a:lnTo>
                  <a:lnTo>
                    <a:pt x="874" y="1126"/>
                  </a:lnTo>
                  <a:lnTo>
                    <a:pt x="872" y="1125"/>
                  </a:lnTo>
                  <a:lnTo>
                    <a:pt x="871" y="1126"/>
                  </a:lnTo>
                  <a:lnTo>
                    <a:pt x="868" y="1124"/>
                  </a:lnTo>
                  <a:lnTo>
                    <a:pt x="868" y="1121"/>
                  </a:lnTo>
                  <a:lnTo>
                    <a:pt x="867" y="1119"/>
                  </a:lnTo>
                  <a:lnTo>
                    <a:pt x="866" y="1121"/>
                  </a:lnTo>
                  <a:lnTo>
                    <a:pt x="864" y="1118"/>
                  </a:lnTo>
                  <a:lnTo>
                    <a:pt x="864" y="1115"/>
                  </a:lnTo>
                  <a:lnTo>
                    <a:pt x="864" y="1113"/>
                  </a:lnTo>
                  <a:lnTo>
                    <a:pt x="866" y="1107"/>
                  </a:lnTo>
                  <a:lnTo>
                    <a:pt x="870" y="1105"/>
                  </a:lnTo>
                  <a:lnTo>
                    <a:pt x="870" y="1103"/>
                  </a:lnTo>
                  <a:lnTo>
                    <a:pt x="875" y="1099"/>
                  </a:lnTo>
                  <a:lnTo>
                    <a:pt x="882" y="1098"/>
                  </a:lnTo>
                  <a:lnTo>
                    <a:pt x="886" y="1095"/>
                  </a:lnTo>
                  <a:lnTo>
                    <a:pt x="890" y="1094"/>
                  </a:lnTo>
                  <a:lnTo>
                    <a:pt x="893" y="1095"/>
                  </a:lnTo>
                  <a:lnTo>
                    <a:pt x="893" y="1096"/>
                  </a:lnTo>
                  <a:lnTo>
                    <a:pt x="894" y="1098"/>
                  </a:lnTo>
                  <a:lnTo>
                    <a:pt x="894" y="1096"/>
                  </a:lnTo>
                  <a:lnTo>
                    <a:pt x="894" y="1095"/>
                  </a:lnTo>
                  <a:lnTo>
                    <a:pt x="897" y="1095"/>
                  </a:lnTo>
                  <a:lnTo>
                    <a:pt x="901" y="1094"/>
                  </a:lnTo>
                  <a:lnTo>
                    <a:pt x="905" y="1092"/>
                  </a:lnTo>
                  <a:lnTo>
                    <a:pt x="900" y="1094"/>
                  </a:lnTo>
                  <a:lnTo>
                    <a:pt x="894" y="1092"/>
                  </a:lnTo>
                  <a:lnTo>
                    <a:pt x="893" y="1091"/>
                  </a:lnTo>
                  <a:lnTo>
                    <a:pt x="890" y="1091"/>
                  </a:lnTo>
                  <a:lnTo>
                    <a:pt x="887" y="1094"/>
                  </a:lnTo>
                  <a:lnTo>
                    <a:pt x="885" y="1092"/>
                  </a:lnTo>
                  <a:lnTo>
                    <a:pt x="887" y="1090"/>
                  </a:lnTo>
                  <a:lnTo>
                    <a:pt x="890" y="1088"/>
                  </a:lnTo>
                  <a:lnTo>
                    <a:pt x="893" y="1086"/>
                  </a:lnTo>
                  <a:lnTo>
                    <a:pt x="893" y="1084"/>
                  </a:lnTo>
                  <a:lnTo>
                    <a:pt x="891" y="1086"/>
                  </a:lnTo>
                  <a:lnTo>
                    <a:pt x="891" y="1083"/>
                  </a:lnTo>
                  <a:lnTo>
                    <a:pt x="887" y="1087"/>
                  </a:lnTo>
                  <a:lnTo>
                    <a:pt x="886" y="1088"/>
                  </a:lnTo>
                  <a:lnTo>
                    <a:pt x="882" y="1091"/>
                  </a:lnTo>
                  <a:lnTo>
                    <a:pt x="879" y="1091"/>
                  </a:lnTo>
                  <a:lnTo>
                    <a:pt x="878" y="1094"/>
                  </a:lnTo>
                  <a:lnTo>
                    <a:pt x="871" y="1095"/>
                  </a:lnTo>
                  <a:lnTo>
                    <a:pt x="871" y="1094"/>
                  </a:lnTo>
                  <a:lnTo>
                    <a:pt x="871" y="1092"/>
                  </a:lnTo>
                  <a:lnTo>
                    <a:pt x="870" y="1092"/>
                  </a:lnTo>
                  <a:lnTo>
                    <a:pt x="872" y="1090"/>
                  </a:lnTo>
                  <a:lnTo>
                    <a:pt x="870" y="1092"/>
                  </a:lnTo>
                  <a:lnTo>
                    <a:pt x="868" y="1095"/>
                  </a:lnTo>
                  <a:lnTo>
                    <a:pt x="864" y="1096"/>
                  </a:lnTo>
                  <a:lnTo>
                    <a:pt x="863" y="1095"/>
                  </a:lnTo>
                  <a:lnTo>
                    <a:pt x="862" y="1096"/>
                  </a:lnTo>
                  <a:lnTo>
                    <a:pt x="859" y="1096"/>
                  </a:lnTo>
                  <a:lnTo>
                    <a:pt x="859" y="1094"/>
                  </a:lnTo>
                  <a:lnTo>
                    <a:pt x="856" y="1095"/>
                  </a:lnTo>
                  <a:lnTo>
                    <a:pt x="852" y="1094"/>
                  </a:lnTo>
                  <a:lnTo>
                    <a:pt x="851" y="1094"/>
                  </a:lnTo>
                  <a:lnTo>
                    <a:pt x="851" y="1092"/>
                  </a:lnTo>
                  <a:lnTo>
                    <a:pt x="852" y="1091"/>
                  </a:lnTo>
                  <a:lnTo>
                    <a:pt x="851" y="1090"/>
                  </a:lnTo>
                  <a:lnTo>
                    <a:pt x="852" y="1088"/>
                  </a:lnTo>
                  <a:lnTo>
                    <a:pt x="852" y="1087"/>
                  </a:lnTo>
                  <a:lnTo>
                    <a:pt x="851" y="1086"/>
                  </a:lnTo>
                  <a:lnTo>
                    <a:pt x="849" y="1083"/>
                  </a:lnTo>
                  <a:lnTo>
                    <a:pt x="848" y="1083"/>
                  </a:lnTo>
                  <a:lnTo>
                    <a:pt x="849" y="1081"/>
                  </a:lnTo>
                  <a:lnTo>
                    <a:pt x="852" y="1062"/>
                  </a:lnTo>
                  <a:lnTo>
                    <a:pt x="852" y="1058"/>
                  </a:lnTo>
                  <a:lnTo>
                    <a:pt x="847" y="1053"/>
                  </a:lnTo>
                  <a:lnTo>
                    <a:pt x="845" y="1054"/>
                  </a:lnTo>
                  <a:lnTo>
                    <a:pt x="841" y="1053"/>
                  </a:lnTo>
                  <a:lnTo>
                    <a:pt x="838" y="1054"/>
                  </a:lnTo>
                  <a:lnTo>
                    <a:pt x="836" y="1052"/>
                  </a:lnTo>
                  <a:lnTo>
                    <a:pt x="834" y="1052"/>
                  </a:lnTo>
                  <a:lnTo>
                    <a:pt x="833" y="1052"/>
                  </a:lnTo>
                  <a:lnTo>
                    <a:pt x="832" y="1053"/>
                  </a:lnTo>
                  <a:lnTo>
                    <a:pt x="830" y="1056"/>
                  </a:lnTo>
                  <a:lnTo>
                    <a:pt x="825" y="1061"/>
                  </a:lnTo>
                  <a:lnTo>
                    <a:pt x="822" y="1065"/>
                  </a:lnTo>
                  <a:lnTo>
                    <a:pt x="822" y="1066"/>
                  </a:lnTo>
                  <a:lnTo>
                    <a:pt x="819" y="1069"/>
                  </a:lnTo>
                  <a:lnTo>
                    <a:pt x="818" y="1072"/>
                  </a:lnTo>
                  <a:lnTo>
                    <a:pt x="817" y="1075"/>
                  </a:lnTo>
                  <a:lnTo>
                    <a:pt x="814" y="1080"/>
                  </a:lnTo>
                  <a:lnTo>
                    <a:pt x="811" y="1080"/>
                  </a:lnTo>
                  <a:lnTo>
                    <a:pt x="807" y="1086"/>
                  </a:lnTo>
                  <a:lnTo>
                    <a:pt x="807" y="1087"/>
                  </a:lnTo>
                  <a:lnTo>
                    <a:pt x="804" y="1088"/>
                  </a:lnTo>
                  <a:lnTo>
                    <a:pt x="802" y="1088"/>
                  </a:lnTo>
                  <a:lnTo>
                    <a:pt x="800" y="1088"/>
                  </a:lnTo>
                  <a:lnTo>
                    <a:pt x="799" y="1090"/>
                  </a:lnTo>
                  <a:lnTo>
                    <a:pt x="798" y="1090"/>
                  </a:lnTo>
                  <a:lnTo>
                    <a:pt x="795" y="1092"/>
                  </a:lnTo>
                  <a:lnTo>
                    <a:pt x="753" y="1091"/>
                  </a:lnTo>
                  <a:lnTo>
                    <a:pt x="749" y="1092"/>
                  </a:lnTo>
                  <a:lnTo>
                    <a:pt x="746" y="1095"/>
                  </a:lnTo>
                  <a:lnTo>
                    <a:pt x="742" y="1096"/>
                  </a:lnTo>
                  <a:lnTo>
                    <a:pt x="739" y="1099"/>
                  </a:lnTo>
                  <a:lnTo>
                    <a:pt x="734" y="1105"/>
                  </a:lnTo>
                  <a:lnTo>
                    <a:pt x="730" y="1105"/>
                  </a:lnTo>
                  <a:lnTo>
                    <a:pt x="727" y="1107"/>
                  </a:lnTo>
                  <a:lnTo>
                    <a:pt x="715" y="1115"/>
                  </a:lnTo>
                  <a:lnTo>
                    <a:pt x="688" y="1124"/>
                  </a:lnTo>
                  <a:lnTo>
                    <a:pt x="686" y="1130"/>
                  </a:lnTo>
                  <a:lnTo>
                    <a:pt x="681" y="1133"/>
                  </a:lnTo>
                  <a:lnTo>
                    <a:pt x="632" y="1147"/>
                  </a:lnTo>
                  <a:lnTo>
                    <a:pt x="629" y="1141"/>
                  </a:lnTo>
                  <a:lnTo>
                    <a:pt x="632" y="1138"/>
                  </a:lnTo>
                  <a:lnTo>
                    <a:pt x="637" y="1136"/>
                  </a:lnTo>
                  <a:lnTo>
                    <a:pt x="640" y="1133"/>
                  </a:lnTo>
                  <a:lnTo>
                    <a:pt x="641" y="1129"/>
                  </a:lnTo>
                  <a:lnTo>
                    <a:pt x="643" y="1126"/>
                  </a:lnTo>
                  <a:lnTo>
                    <a:pt x="644" y="1107"/>
                  </a:lnTo>
                  <a:lnTo>
                    <a:pt x="635" y="1064"/>
                  </a:lnTo>
                  <a:lnTo>
                    <a:pt x="626" y="1057"/>
                  </a:lnTo>
                  <a:lnTo>
                    <a:pt x="622" y="1052"/>
                  </a:lnTo>
                  <a:lnTo>
                    <a:pt x="565" y="1026"/>
                  </a:lnTo>
                  <a:lnTo>
                    <a:pt x="564" y="1024"/>
                  </a:lnTo>
                  <a:lnTo>
                    <a:pt x="560" y="1023"/>
                  </a:lnTo>
                  <a:lnTo>
                    <a:pt x="559" y="1022"/>
                  </a:lnTo>
                  <a:lnTo>
                    <a:pt x="552" y="1022"/>
                  </a:lnTo>
                  <a:lnTo>
                    <a:pt x="550" y="1019"/>
                  </a:lnTo>
                  <a:lnTo>
                    <a:pt x="549" y="1018"/>
                  </a:lnTo>
                  <a:lnTo>
                    <a:pt x="546" y="1019"/>
                  </a:lnTo>
                  <a:lnTo>
                    <a:pt x="542" y="1019"/>
                  </a:lnTo>
                  <a:lnTo>
                    <a:pt x="541" y="1018"/>
                  </a:lnTo>
                  <a:lnTo>
                    <a:pt x="538" y="1016"/>
                  </a:lnTo>
                  <a:lnTo>
                    <a:pt x="535" y="1015"/>
                  </a:lnTo>
                  <a:lnTo>
                    <a:pt x="530" y="1014"/>
                  </a:lnTo>
                  <a:lnTo>
                    <a:pt x="529" y="1011"/>
                  </a:lnTo>
                  <a:lnTo>
                    <a:pt x="527" y="1011"/>
                  </a:lnTo>
                  <a:lnTo>
                    <a:pt x="525" y="1008"/>
                  </a:lnTo>
                  <a:lnTo>
                    <a:pt x="522" y="1008"/>
                  </a:lnTo>
                  <a:lnTo>
                    <a:pt x="519" y="1007"/>
                  </a:lnTo>
                  <a:lnTo>
                    <a:pt x="516" y="1008"/>
                  </a:lnTo>
                  <a:lnTo>
                    <a:pt x="515" y="1008"/>
                  </a:lnTo>
                  <a:lnTo>
                    <a:pt x="514" y="1007"/>
                  </a:lnTo>
                  <a:lnTo>
                    <a:pt x="511" y="1005"/>
                  </a:lnTo>
                  <a:lnTo>
                    <a:pt x="511" y="1005"/>
                  </a:lnTo>
                  <a:lnTo>
                    <a:pt x="508" y="1004"/>
                  </a:lnTo>
                  <a:lnTo>
                    <a:pt x="507" y="1004"/>
                  </a:lnTo>
                  <a:lnTo>
                    <a:pt x="506" y="1001"/>
                  </a:lnTo>
                  <a:lnTo>
                    <a:pt x="506" y="1000"/>
                  </a:lnTo>
                  <a:lnTo>
                    <a:pt x="501" y="999"/>
                  </a:lnTo>
                  <a:lnTo>
                    <a:pt x="499" y="999"/>
                  </a:lnTo>
                  <a:lnTo>
                    <a:pt x="496" y="997"/>
                  </a:lnTo>
                  <a:lnTo>
                    <a:pt x="127" y="96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7" name="Groupe 1555"/>
            <p:cNvGrpSpPr/>
            <p:nvPr/>
          </p:nvGrpSpPr>
          <p:grpSpPr>
            <a:xfrm>
              <a:off x="191183" y="1625243"/>
              <a:ext cx="2743265" cy="2266664"/>
              <a:chOff x="1462088" y="2003425"/>
              <a:chExt cx="2320926" cy="1917700"/>
            </a:xfrm>
            <a:grpFill/>
          </p:grpSpPr>
          <p:sp>
            <p:nvSpPr>
              <p:cNvPr id="420" name="Freeform 977"/>
              <p:cNvSpPr>
                <a:spLocks noEditPoints="1"/>
              </p:cNvSpPr>
              <p:nvPr/>
            </p:nvSpPr>
            <p:spPr bwMode="auto">
              <a:xfrm>
                <a:off x="1462088" y="2003425"/>
                <a:ext cx="1214438" cy="925513"/>
              </a:xfrm>
              <a:custGeom>
                <a:avLst/>
                <a:gdLst/>
                <a:ahLst/>
                <a:cxnLst>
                  <a:cxn ang="0">
                    <a:pos x="669" y="465"/>
                  </a:cxn>
                  <a:cxn ang="0">
                    <a:pos x="750" y="93"/>
                  </a:cxn>
                  <a:cxn ang="0">
                    <a:pos x="702" y="72"/>
                  </a:cxn>
                  <a:cxn ang="0">
                    <a:pos x="665" y="31"/>
                  </a:cxn>
                  <a:cxn ang="0">
                    <a:pos x="630" y="22"/>
                  </a:cxn>
                  <a:cxn ang="0">
                    <a:pos x="597" y="6"/>
                  </a:cxn>
                  <a:cxn ang="0">
                    <a:pos x="500" y="55"/>
                  </a:cxn>
                  <a:cxn ang="0">
                    <a:pos x="467" y="151"/>
                  </a:cxn>
                  <a:cxn ang="0">
                    <a:pos x="464" y="163"/>
                  </a:cxn>
                  <a:cxn ang="0">
                    <a:pos x="413" y="148"/>
                  </a:cxn>
                  <a:cxn ang="0">
                    <a:pos x="375" y="181"/>
                  </a:cxn>
                  <a:cxn ang="0">
                    <a:pos x="429" y="208"/>
                  </a:cxn>
                  <a:cxn ang="0">
                    <a:pos x="387" y="256"/>
                  </a:cxn>
                  <a:cxn ang="0">
                    <a:pos x="311" y="298"/>
                  </a:cxn>
                  <a:cxn ang="0">
                    <a:pos x="324" y="324"/>
                  </a:cxn>
                  <a:cxn ang="0">
                    <a:pos x="339" y="347"/>
                  </a:cxn>
                  <a:cxn ang="0">
                    <a:pos x="339" y="393"/>
                  </a:cxn>
                  <a:cxn ang="0">
                    <a:pos x="384" y="404"/>
                  </a:cxn>
                  <a:cxn ang="0">
                    <a:pos x="316" y="464"/>
                  </a:cxn>
                  <a:cxn ang="0">
                    <a:pos x="254" y="503"/>
                  </a:cxn>
                  <a:cxn ang="0">
                    <a:pos x="292" y="493"/>
                  </a:cxn>
                  <a:cxn ang="0">
                    <a:pos x="341" y="472"/>
                  </a:cxn>
                  <a:cxn ang="0">
                    <a:pos x="388" y="439"/>
                  </a:cxn>
                  <a:cxn ang="0">
                    <a:pos x="426" y="406"/>
                  </a:cxn>
                  <a:cxn ang="0">
                    <a:pos x="477" y="367"/>
                  </a:cxn>
                  <a:cxn ang="0">
                    <a:pos x="463" y="394"/>
                  </a:cxn>
                  <a:cxn ang="0">
                    <a:pos x="486" y="405"/>
                  </a:cxn>
                  <a:cxn ang="0">
                    <a:pos x="519" y="374"/>
                  </a:cxn>
                  <a:cxn ang="0">
                    <a:pos x="542" y="385"/>
                  </a:cxn>
                  <a:cxn ang="0">
                    <a:pos x="577" y="412"/>
                  </a:cxn>
                  <a:cxn ang="0">
                    <a:pos x="612" y="444"/>
                  </a:cxn>
                  <a:cxn ang="0">
                    <a:pos x="634" y="462"/>
                  </a:cxn>
                  <a:cxn ang="0">
                    <a:pos x="661" y="450"/>
                  </a:cxn>
                  <a:cxn ang="0">
                    <a:pos x="664" y="514"/>
                  </a:cxn>
                  <a:cxn ang="0">
                    <a:pos x="674" y="552"/>
                  </a:cxn>
                  <a:cxn ang="0">
                    <a:pos x="648" y="574"/>
                  </a:cxn>
                  <a:cxn ang="0">
                    <a:pos x="667" y="569"/>
                  </a:cxn>
                  <a:cxn ang="0">
                    <a:pos x="637" y="549"/>
                  </a:cxn>
                  <a:cxn ang="0">
                    <a:pos x="659" y="568"/>
                  </a:cxn>
                  <a:cxn ang="0">
                    <a:pos x="650" y="550"/>
                  </a:cxn>
                  <a:cxn ang="0">
                    <a:pos x="661" y="533"/>
                  </a:cxn>
                  <a:cxn ang="0">
                    <a:pos x="652" y="526"/>
                  </a:cxn>
                  <a:cxn ang="0">
                    <a:pos x="635" y="534"/>
                  </a:cxn>
                  <a:cxn ang="0">
                    <a:pos x="649" y="504"/>
                  </a:cxn>
                  <a:cxn ang="0">
                    <a:pos x="642" y="493"/>
                  </a:cxn>
                  <a:cxn ang="0">
                    <a:pos x="213" y="306"/>
                  </a:cxn>
                  <a:cxn ang="0">
                    <a:pos x="368" y="248"/>
                  </a:cxn>
                  <a:cxn ang="0">
                    <a:pos x="534" y="396"/>
                  </a:cxn>
                  <a:cxn ang="0">
                    <a:pos x="509" y="401"/>
                  </a:cxn>
                  <a:cxn ang="0">
                    <a:pos x="278" y="218"/>
                  </a:cxn>
                  <a:cxn ang="0">
                    <a:pos x="294" y="347"/>
                  </a:cxn>
                  <a:cxn ang="0">
                    <a:pos x="433" y="428"/>
                  </a:cxn>
                  <a:cxn ang="0">
                    <a:pos x="410" y="449"/>
                  </a:cxn>
                  <a:cxn ang="0">
                    <a:pos x="421" y="458"/>
                  </a:cxn>
                  <a:cxn ang="0">
                    <a:pos x="380" y="480"/>
                  </a:cxn>
                  <a:cxn ang="0">
                    <a:pos x="303" y="506"/>
                  </a:cxn>
                  <a:cxn ang="0">
                    <a:pos x="252" y="514"/>
                  </a:cxn>
                  <a:cxn ang="0">
                    <a:pos x="42" y="555"/>
                  </a:cxn>
                  <a:cxn ang="0">
                    <a:pos x="104" y="552"/>
                  </a:cxn>
                  <a:cxn ang="0">
                    <a:pos x="172" y="533"/>
                  </a:cxn>
                  <a:cxn ang="0">
                    <a:pos x="187" y="534"/>
                  </a:cxn>
                  <a:cxn ang="0">
                    <a:pos x="213" y="518"/>
                  </a:cxn>
                  <a:cxn ang="0">
                    <a:pos x="248" y="497"/>
                  </a:cxn>
                </a:cxnLst>
                <a:rect l="0" t="0" r="r" b="b"/>
                <a:pathLst>
                  <a:path w="765" h="583">
                    <a:moveTo>
                      <a:pt x="690" y="557"/>
                    </a:moveTo>
                    <a:lnTo>
                      <a:pt x="690" y="557"/>
                    </a:lnTo>
                    <a:lnTo>
                      <a:pt x="690" y="555"/>
                    </a:lnTo>
                    <a:lnTo>
                      <a:pt x="690" y="555"/>
                    </a:lnTo>
                    <a:lnTo>
                      <a:pt x="690" y="553"/>
                    </a:lnTo>
                    <a:lnTo>
                      <a:pt x="691" y="552"/>
                    </a:lnTo>
                    <a:lnTo>
                      <a:pt x="690" y="550"/>
                    </a:lnTo>
                    <a:lnTo>
                      <a:pt x="688" y="549"/>
                    </a:lnTo>
                    <a:lnTo>
                      <a:pt x="688" y="546"/>
                    </a:lnTo>
                    <a:lnTo>
                      <a:pt x="687" y="544"/>
                    </a:lnTo>
                    <a:lnTo>
                      <a:pt x="684" y="542"/>
                    </a:lnTo>
                    <a:lnTo>
                      <a:pt x="683" y="541"/>
                    </a:lnTo>
                    <a:lnTo>
                      <a:pt x="682" y="538"/>
                    </a:lnTo>
                    <a:lnTo>
                      <a:pt x="679" y="536"/>
                    </a:lnTo>
                    <a:lnTo>
                      <a:pt x="678" y="534"/>
                    </a:lnTo>
                    <a:lnTo>
                      <a:pt x="675" y="534"/>
                    </a:lnTo>
                    <a:lnTo>
                      <a:pt x="675" y="533"/>
                    </a:lnTo>
                    <a:lnTo>
                      <a:pt x="676" y="531"/>
                    </a:lnTo>
                    <a:lnTo>
                      <a:pt x="675" y="530"/>
                    </a:lnTo>
                    <a:lnTo>
                      <a:pt x="674" y="529"/>
                    </a:lnTo>
                    <a:lnTo>
                      <a:pt x="674" y="527"/>
                    </a:lnTo>
                    <a:lnTo>
                      <a:pt x="675" y="526"/>
                    </a:lnTo>
                    <a:lnTo>
                      <a:pt x="676" y="525"/>
                    </a:lnTo>
                    <a:lnTo>
                      <a:pt x="675" y="523"/>
                    </a:lnTo>
                    <a:lnTo>
                      <a:pt x="674" y="523"/>
                    </a:lnTo>
                    <a:lnTo>
                      <a:pt x="672" y="523"/>
                    </a:lnTo>
                    <a:lnTo>
                      <a:pt x="672" y="521"/>
                    </a:lnTo>
                    <a:lnTo>
                      <a:pt x="675" y="519"/>
                    </a:lnTo>
                    <a:lnTo>
                      <a:pt x="674" y="510"/>
                    </a:lnTo>
                    <a:lnTo>
                      <a:pt x="675" y="499"/>
                    </a:lnTo>
                    <a:lnTo>
                      <a:pt x="675" y="491"/>
                    </a:lnTo>
                    <a:lnTo>
                      <a:pt x="675" y="488"/>
                    </a:lnTo>
                    <a:lnTo>
                      <a:pt x="674" y="485"/>
                    </a:lnTo>
                    <a:lnTo>
                      <a:pt x="675" y="484"/>
                    </a:lnTo>
                    <a:lnTo>
                      <a:pt x="675" y="481"/>
                    </a:lnTo>
                    <a:lnTo>
                      <a:pt x="674" y="478"/>
                    </a:lnTo>
                    <a:lnTo>
                      <a:pt x="674" y="473"/>
                    </a:lnTo>
                    <a:lnTo>
                      <a:pt x="669" y="470"/>
                    </a:lnTo>
                    <a:lnTo>
                      <a:pt x="669" y="465"/>
                    </a:lnTo>
                    <a:lnTo>
                      <a:pt x="669" y="462"/>
                    </a:lnTo>
                    <a:lnTo>
                      <a:pt x="667" y="454"/>
                    </a:lnTo>
                    <a:lnTo>
                      <a:pt x="668" y="451"/>
                    </a:lnTo>
                    <a:lnTo>
                      <a:pt x="669" y="449"/>
                    </a:lnTo>
                    <a:lnTo>
                      <a:pt x="669" y="446"/>
                    </a:lnTo>
                    <a:lnTo>
                      <a:pt x="668" y="443"/>
                    </a:lnTo>
                    <a:lnTo>
                      <a:pt x="665" y="440"/>
                    </a:lnTo>
                    <a:lnTo>
                      <a:pt x="661" y="442"/>
                    </a:lnTo>
                    <a:lnTo>
                      <a:pt x="657" y="443"/>
                    </a:lnTo>
                    <a:lnTo>
                      <a:pt x="656" y="443"/>
                    </a:lnTo>
                    <a:lnTo>
                      <a:pt x="650" y="444"/>
                    </a:lnTo>
                    <a:lnTo>
                      <a:pt x="648" y="449"/>
                    </a:lnTo>
                    <a:lnTo>
                      <a:pt x="644" y="454"/>
                    </a:lnTo>
                    <a:lnTo>
                      <a:pt x="640" y="455"/>
                    </a:lnTo>
                    <a:lnTo>
                      <a:pt x="635" y="457"/>
                    </a:lnTo>
                    <a:lnTo>
                      <a:pt x="630" y="458"/>
                    </a:lnTo>
                    <a:lnTo>
                      <a:pt x="629" y="458"/>
                    </a:lnTo>
                    <a:lnTo>
                      <a:pt x="629" y="455"/>
                    </a:lnTo>
                    <a:lnTo>
                      <a:pt x="631" y="451"/>
                    </a:lnTo>
                    <a:lnTo>
                      <a:pt x="630" y="449"/>
                    </a:lnTo>
                    <a:lnTo>
                      <a:pt x="626" y="432"/>
                    </a:lnTo>
                    <a:lnTo>
                      <a:pt x="623" y="424"/>
                    </a:lnTo>
                    <a:lnTo>
                      <a:pt x="622" y="421"/>
                    </a:lnTo>
                    <a:lnTo>
                      <a:pt x="625" y="415"/>
                    </a:lnTo>
                    <a:lnTo>
                      <a:pt x="618" y="413"/>
                    </a:lnTo>
                    <a:lnTo>
                      <a:pt x="612" y="416"/>
                    </a:lnTo>
                    <a:lnTo>
                      <a:pt x="610" y="415"/>
                    </a:lnTo>
                    <a:lnTo>
                      <a:pt x="600" y="415"/>
                    </a:lnTo>
                    <a:lnTo>
                      <a:pt x="765" y="114"/>
                    </a:lnTo>
                    <a:lnTo>
                      <a:pt x="765" y="113"/>
                    </a:lnTo>
                    <a:lnTo>
                      <a:pt x="762" y="112"/>
                    </a:lnTo>
                    <a:lnTo>
                      <a:pt x="759" y="113"/>
                    </a:lnTo>
                    <a:lnTo>
                      <a:pt x="758" y="110"/>
                    </a:lnTo>
                    <a:lnTo>
                      <a:pt x="756" y="105"/>
                    </a:lnTo>
                    <a:lnTo>
                      <a:pt x="755" y="102"/>
                    </a:lnTo>
                    <a:lnTo>
                      <a:pt x="754" y="101"/>
                    </a:lnTo>
                    <a:lnTo>
                      <a:pt x="752" y="98"/>
                    </a:lnTo>
                    <a:lnTo>
                      <a:pt x="751" y="94"/>
                    </a:lnTo>
                    <a:lnTo>
                      <a:pt x="750" y="93"/>
                    </a:lnTo>
                    <a:lnTo>
                      <a:pt x="744" y="93"/>
                    </a:lnTo>
                    <a:lnTo>
                      <a:pt x="744" y="94"/>
                    </a:lnTo>
                    <a:lnTo>
                      <a:pt x="740" y="94"/>
                    </a:lnTo>
                    <a:lnTo>
                      <a:pt x="736" y="94"/>
                    </a:lnTo>
                    <a:lnTo>
                      <a:pt x="735" y="93"/>
                    </a:lnTo>
                    <a:lnTo>
                      <a:pt x="733" y="94"/>
                    </a:lnTo>
                    <a:lnTo>
                      <a:pt x="732" y="93"/>
                    </a:lnTo>
                    <a:lnTo>
                      <a:pt x="731" y="94"/>
                    </a:lnTo>
                    <a:lnTo>
                      <a:pt x="729" y="93"/>
                    </a:lnTo>
                    <a:lnTo>
                      <a:pt x="729" y="93"/>
                    </a:lnTo>
                    <a:lnTo>
                      <a:pt x="731" y="93"/>
                    </a:lnTo>
                    <a:lnTo>
                      <a:pt x="731" y="91"/>
                    </a:lnTo>
                    <a:lnTo>
                      <a:pt x="728" y="89"/>
                    </a:lnTo>
                    <a:lnTo>
                      <a:pt x="727" y="90"/>
                    </a:lnTo>
                    <a:lnTo>
                      <a:pt x="725" y="90"/>
                    </a:lnTo>
                    <a:lnTo>
                      <a:pt x="725" y="89"/>
                    </a:lnTo>
                    <a:lnTo>
                      <a:pt x="727" y="87"/>
                    </a:lnTo>
                    <a:lnTo>
                      <a:pt x="725" y="86"/>
                    </a:lnTo>
                    <a:lnTo>
                      <a:pt x="724" y="87"/>
                    </a:lnTo>
                    <a:lnTo>
                      <a:pt x="722" y="86"/>
                    </a:lnTo>
                    <a:lnTo>
                      <a:pt x="722" y="84"/>
                    </a:lnTo>
                    <a:lnTo>
                      <a:pt x="720" y="83"/>
                    </a:lnTo>
                    <a:lnTo>
                      <a:pt x="716" y="79"/>
                    </a:lnTo>
                    <a:lnTo>
                      <a:pt x="714" y="80"/>
                    </a:lnTo>
                    <a:lnTo>
                      <a:pt x="714" y="79"/>
                    </a:lnTo>
                    <a:lnTo>
                      <a:pt x="713" y="79"/>
                    </a:lnTo>
                    <a:lnTo>
                      <a:pt x="712" y="80"/>
                    </a:lnTo>
                    <a:lnTo>
                      <a:pt x="712" y="79"/>
                    </a:lnTo>
                    <a:lnTo>
                      <a:pt x="712" y="78"/>
                    </a:lnTo>
                    <a:lnTo>
                      <a:pt x="709" y="78"/>
                    </a:lnTo>
                    <a:lnTo>
                      <a:pt x="707" y="79"/>
                    </a:lnTo>
                    <a:lnTo>
                      <a:pt x="706" y="79"/>
                    </a:lnTo>
                    <a:lnTo>
                      <a:pt x="706" y="76"/>
                    </a:lnTo>
                    <a:lnTo>
                      <a:pt x="707" y="76"/>
                    </a:lnTo>
                    <a:lnTo>
                      <a:pt x="706" y="75"/>
                    </a:lnTo>
                    <a:lnTo>
                      <a:pt x="703" y="74"/>
                    </a:lnTo>
                    <a:lnTo>
                      <a:pt x="702" y="75"/>
                    </a:lnTo>
                    <a:lnTo>
                      <a:pt x="702" y="74"/>
                    </a:lnTo>
                    <a:lnTo>
                      <a:pt x="702" y="72"/>
                    </a:lnTo>
                    <a:lnTo>
                      <a:pt x="701" y="71"/>
                    </a:lnTo>
                    <a:lnTo>
                      <a:pt x="698" y="68"/>
                    </a:lnTo>
                    <a:lnTo>
                      <a:pt x="698" y="67"/>
                    </a:lnTo>
                    <a:lnTo>
                      <a:pt x="698" y="67"/>
                    </a:lnTo>
                    <a:lnTo>
                      <a:pt x="695" y="65"/>
                    </a:lnTo>
                    <a:lnTo>
                      <a:pt x="695" y="67"/>
                    </a:lnTo>
                    <a:lnTo>
                      <a:pt x="690" y="72"/>
                    </a:lnTo>
                    <a:lnTo>
                      <a:pt x="683" y="75"/>
                    </a:lnTo>
                    <a:lnTo>
                      <a:pt x="688" y="71"/>
                    </a:lnTo>
                    <a:lnTo>
                      <a:pt x="691" y="67"/>
                    </a:lnTo>
                    <a:lnTo>
                      <a:pt x="695" y="64"/>
                    </a:lnTo>
                    <a:lnTo>
                      <a:pt x="695" y="60"/>
                    </a:lnTo>
                    <a:lnTo>
                      <a:pt x="694" y="59"/>
                    </a:lnTo>
                    <a:lnTo>
                      <a:pt x="690" y="56"/>
                    </a:lnTo>
                    <a:lnTo>
                      <a:pt x="686" y="56"/>
                    </a:lnTo>
                    <a:lnTo>
                      <a:pt x="683" y="57"/>
                    </a:lnTo>
                    <a:lnTo>
                      <a:pt x="680" y="57"/>
                    </a:lnTo>
                    <a:lnTo>
                      <a:pt x="679" y="59"/>
                    </a:lnTo>
                    <a:lnTo>
                      <a:pt x="675" y="59"/>
                    </a:lnTo>
                    <a:lnTo>
                      <a:pt x="672" y="63"/>
                    </a:lnTo>
                    <a:lnTo>
                      <a:pt x="668" y="65"/>
                    </a:lnTo>
                    <a:lnTo>
                      <a:pt x="671" y="63"/>
                    </a:lnTo>
                    <a:lnTo>
                      <a:pt x="671" y="59"/>
                    </a:lnTo>
                    <a:lnTo>
                      <a:pt x="671" y="56"/>
                    </a:lnTo>
                    <a:lnTo>
                      <a:pt x="671" y="53"/>
                    </a:lnTo>
                    <a:lnTo>
                      <a:pt x="667" y="51"/>
                    </a:lnTo>
                    <a:lnTo>
                      <a:pt x="667" y="49"/>
                    </a:lnTo>
                    <a:lnTo>
                      <a:pt x="669" y="48"/>
                    </a:lnTo>
                    <a:lnTo>
                      <a:pt x="671" y="48"/>
                    </a:lnTo>
                    <a:lnTo>
                      <a:pt x="671" y="46"/>
                    </a:lnTo>
                    <a:lnTo>
                      <a:pt x="664" y="44"/>
                    </a:lnTo>
                    <a:lnTo>
                      <a:pt x="664" y="41"/>
                    </a:lnTo>
                    <a:lnTo>
                      <a:pt x="665" y="40"/>
                    </a:lnTo>
                    <a:lnTo>
                      <a:pt x="669" y="37"/>
                    </a:lnTo>
                    <a:lnTo>
                      <a:pt x="671" y="36"/>
                    </a:lnTo>
                    <a:lnTo>
                      <a:pt x="669" y="34"/>
                    </a:lnTo>
                    <a:lnTo>
                      <a:pt x="668" y="30"/>
                    </a:lnTo>
                    <a:lnTo>
                      <a:pt x="667" y="30"/>
                    </a:lnTo>
                    <a:lnTo>
                      <a:pt x="665" y="31"/>
                    </a:lnTo>
                    <a:lnTo>
                      <a:pt x="664" y="29"/>
                    </a:lnTo>
                    <a:lnTo>
                      <a:pt x="661" y="29"/>
                    </a:lnTo>
                    <a:lnTo>
                      <a:pt x="659" y="29"/>
                    </a:lnTo>
                    <a:lnTo>
                      <a:pt x="656" y="27"/>
                    </a:lnTo>
                    <a:lnTo>
                      <a:pt x="655" y="26"/>
                    </a:lnTo>
                    <a:lnTo>
                      <a:pt x="652" y="27"/>
                    </a:lnTo>
                    <a:lnTo>
                      <a:pt x="649" y="27"/>
                    </a:lnTo>
                    <a:lnTo>
                      <a:pt x="648" y="30"/>
                    </a:lnTo>
                    <a:lnTo>
                      <a:pt x="648" y="31"/>
                    </a:lnTo>
                    <a:lnTo>
                      <a:pt x="646" y="29"/>
                    </a:lnTo>
                    <a:lnTo>
                      <a:pt x="646" y="26"/>
                    </a:lnTo>
                    <a:lnTo>
                      <a:pt x="648" y="26"/>
                    </a:lnTo>
                    <a:lnTo>
                      <a:pt x="648" y="23"/>
                    </a:lnTo>
                    <a:lnTo>
                      <a:pt x="649" y="21"/>
                    </a:lnTo>
                    <a:lnTo>
                      <a:pt x="650" y="21"/>
                    </a:lnTo>
                    <a:lnTo>
                      <a:pt x="650" y="18"/>
                    </a:lnTo>
                    <a:lnTo>
                      <a:pt x="652" y="15"/>
                    </a:lnTo>
                    <a:lnTo>
                      <a:pt x="650" y="14"/>
                    </a:lnTo>
                    <a:lnTo>
                      <a:pt x="649" y="14"/>
                    </a:lnTo>
                    <a:lnTo>
                      <a:pt x="646" y="17"/>
                    </a:lnTo>
                    <a:lnTo>
                      <a:pt x="645" y="19"/>
                    </a:lnTo>
                    <a:lnTo>
                      <a:pt x="645" y="19"/>
                    </a:lnTo>
                    <a:lnTo>
                      <a:pt x="642" y="18"/>
                    </a:lnTo>
                    <a:lnTo>
                      <a:pt x="640" y="19"/>
                    </a:lnTo>
                    <a:lnTo>
                      <a:pt x="640" y="21"/>
                    </a:lnTo>
                    <a:lnTo>
                      <a:pt x="640" y="23"/>
                    </a:lnTo>
                    <a:lnTo>
                      <a:pt x="638" y="25"/>
                    </a:lnTo>
                    <a:lnTo>
                      <a:pt x="637" y="25"/>
                    </a:lnTo>
                    <a:lnTo>
                      <a:pt x="637" y="25"/>
                    </a:lnTo>
                    <a:lnTo>
                      <a:pt x="634" y="27"/>
                    </a:lnTo>
                    <a:lnTo>
                      <a:pt x="634" y="30"/>
                    </a:lnTo>
                    <a:lnTo>
                      <a:pt x="634" y="27"/>
                    </a:lnTo>
                    <a:lnTo>
                      <a:pt x="633" y="25"/>
                    </a:lnTo>
                    <a:lnTo>
                      <a:pt x="634" y="22"/>
                    </a:lnTo>
                    <a:lnTo>
                      <a:pt x="634" y="22"/>
                    </a:lnTo>
                    <a:lnTo>
                      <a:pt x="631" y="23"/>
                    </a:lnTo>
                    <a:lnTo>
                      <a:pt x="631" y="26"/>
                    </a:lnTo>
                    <a:lnTo>
                      <a:pt x="629" y="26"/>
                    </a:lnTo>
                    <a:lnTo>
                      <a:pt x="630" y="22"/>
                    </a:lnTo>
                    <a:lnTo>
                      <a:pt x="629" y="19"/>
                    </a:lnTo>
                    <a:lnTo>
                      <a:pt x="626" y="19"/>
                    </a:lnTo>
                    <a:lnTo>
                      <a:pt x="627" y="18"/>
                    </a:lnTo>
                    <a:lnTo>
                      <a:pt x="630" y="15"/>
                    </a:lnTo>
                    <a:lnTo>
                      <a:pt x="633" y="15"/>
                    </a:lnTo>
                    <a:lnTo>
                      <a:pt x="635" y="17"/>
                    </a:lnTo>
                    <a:lnTo>
                      <a:pt x="640" y="15"/>
                    </a:lnTo>
                    <a:lnTo>
                      <a:pt x="642" y="15"/>
                    </a:lnTo>
                    <a:lnTo>
                      <a:pt x="645" y="12"/>
                    </a:lnTo>
                    <a:lnTo>
                      <a:pt x="645" y="11"/>
                    </a:lnTo>
                    <a:lnTo>
                      <a:pt x="646" y="10"/>
                    </a:lnTo>
                    <a:lnTo>
                      <a:pt x="645" y="8"/>
                    </a:lnTo>
                    <a:lnTo>
                      <a:pt x="642" y="7"/>
                    </a:lnTo>
                    <a:lnTo>
                      <a:pt x="641" y="7"/>
                    </a:lnTo>
                    <a:lnTo>
                      <a:pt x="641" y="4"/>
                    </a:lnTo>
                    <a:lnTo>
                      <a:pt x="640" y="3"/>
                    </a:lnTo>
                    <a:lnTo>
                      <a:pt x="640" y="3"/>
                    </a:lnTo>
                    <a:lnTo>
                      <a:pt x="640" y="2"/>
                    </a:lnTo>
                    <a:lnTo>
                      <a:pt x="641" y="2"/>
                    </a:lnTo>
                    <a:lnTo>
                      <a:pt x="641" y="0"/>
                    </a:lnTo>
                    <a:lnTo>
                      <a:pt x="640" y="0"/>
                    </a:lnTo>
                    <a:lnTo>
                      <a:pt x="635" y="3"/>
                    </a:lnTo>
                    <a:lnTo>
                      <a:pt x="634" y="3"/>
                    </a:lnTo>
                    <a:lnTo>
                      <a:pt x="630" y="4"/>
                    </a:lnTo>
                    <a:lnTo>
                      <a:pt x="627" y="6"/>
                    </a:lnTo>
                    <a:lnTo>
                      <a:pt x="621" y="11"/>
                    </a:lnTo>
                    <a:lnTo>
                      <a:pt x="618" y="12"/>
                    </a:lnTo>
                    <a:lnTo>
                      <a:pt x="611" y="12"/>
                    </a:lnTo>
                    <a:lnTo>
                      <a:pt x="607" y="10"/>
                    </a:lnTo>
                    <a:lnTo>
                      <a:pt x="606" y="8"/>
                    </a:lnTo>
                    <a:lnTo>
                      <a:pt x="606" y="10"/>
                    </a:lnTo>
                    <a:lnTo>
                      <a:pt x="603" y="10"/>
                    </a:lnTo>
                    <a:lnTo>
                      <a:pt x="600" y="7"/>
                    </a:lnTo>
                    <a:lnTo>
                      <a:pt x="597" y="8"/>
                    </a:lnTo>
                    <a:lnTo>
                      <a:pt x="597" y="11"/>
                    </a:lnTo>
                    <a:lnTo>
                      <a:pt x="596" y="11"/>
                    </a:lnTo>
                    <a:lnTo>
                      <a:pt x="595" y="8"/>
                    </a:lnTo>
                    <a:lnTo>
                      <a:pt x="596" y="7"/>
                    </a:lnTo>
                    <a:lnTo>
                      <a:pt x="597" y="6"/>
                    </a:lnTo>
                    <a:lnTo>
                      <a:pt x="596" y="4"/>
                    </a:lnTo>
                    <a:lnTo>
                      <a:pt x="593" y="6"/>
                    </a:lnTo>
                    <a:lnTo>
                      <a:pt x="588" y="8"/>
                    </a:lnTo>
                    <a:lnTo>
                      <a:pt x="584" y="11"/>
                    </a:lnTo>
                    <a:lnTo>
                      <a:pt x="583" y="14"/>
                    </a:lnTo>
                    <a:lnTo>
                      <a:pt x="583" y="17"/>
                    </a:lnTo>
                    <a:lnTo>
                      <a:pt x="587" y="17"/>
                    </a:lnTo>
                    <a:lnTo>
                      <a:pt x="585" y="18"/>
                    </a:lnTo>
                    <a:lnTo>
                      <a:pt x="581" y="18"/>
                    </a:lnTo>
                    <a:lnTo>
                      <a:pt x="577" y="22"/>
                    </a:lnTo>
                    <a:lnTo>
                      <a:pt x="574" y="27"/>
                    </a:lnTo>
                    <a:lnTo>
                      <a:pt x="573" y="33"/>
                    </a:lnTo>
                    <a:lnTo>
                      <a:pt x="572" y="33"/>
                    </a:lnTo>
                    <a:lnTo>
                      <a:pt x="572" y="31"/>
                    </a:lnTo>
                    <a:lnTo>
                      <a:pt x="572" y="27"/>
                    </a:lnTo>
                    <a:lnTo>
                      <a:pt x="576" y="21"/>
                    </a:lnTo>
                    <a:lnTo>
                      <a:pt x="576" y="19"/>
                    </a:lnTo>
                    <a:lnTo>
                      <a:pt x="574" y="19"/>
                    </a:lnTo>
                    <a:lnTo>
                      <a:pt x="568" y="22"/>
                    </a:lnTo>
                    <a:lnTo>
                      <a:pt x="565" y="22"/>
                    </a:lnTo>
                    <a:lnTo>
                      <a:pt x="563" y="21"/>
                    </a:lnTo>
                    <a:lnTo>
                      <a:pt x="561" y="18"/>
                    </a:lnTo>
                    <a:lnTo>
                      <a:pt x="558" y="17"/>
                    </a:lnTo>
                    <a:lnTo>
                      <a:pt x="555" y="18"/>
                    </a:lnTo>
                    <a:lnTo>
                      <a:pt x="555" y="18"/>
                    </a:lnTo>
                    <a:lnTo>
                      <a:pt x="561" y="21"/>
                    </a:lnTo>
                    <a:lnTo>
                      <a:pt x="562" y="22"/>
                    </a:lnTo>
                    <a:lnTo>
                      <a:pt x="561" y="23"/>
                    </a:lnTo>
                    <a:lnTo>
                      <a:pt x="557" y="22"/>
                    </a:lnTo>
                    <a:lnTo>
                      <a:pt x="551" y="21"/>
                    </a:lnTo>
                    <a:lnTo>
                      <a:pt x="546" y="23"/>
                    </a:lnTo>
                    <a:lnTo>
                      <a:pt x="538" y="30"/>
                    </a:lnTo>
                    <a:lnTo>
                      <a:pt x="530" y="34"/>
                    </a:lnTo>
                    <a:lnTo>
                      <a:pt x="524" y="38"/>
                    </a:lnTo>
                    <a:lnTo>
                      <a:pt x="519" y="44"/>
                    </a:lnTo>
                    <a:lnTo>
                      <a:pt x="512" y="51"/>
                    </a:lnTo>
                    <a:lnTo>
                      <a:pt x="506" y="52"/>
                    </a:lnTo>
                    <a:lnTo>
                      <a:pt x="504" y="52"/>
                    </a:lnTo>
                    <a:lnTo>
                      <a:pt x="500" y="55"/>
                    </a:lnTo>
                    <a:lnTo>
                      <a:pt x="497" y="55"/>
                    </a:lnTo>
                    <a:lnTo>
                      <a:pt x="491" y="57"/>
                    </a:lnTo>
                    <a:lnTo>
                      <a:pt x="487" y="57"/>
                    </a:lnTo>
                    <a:lnTo>
                      <a:pt x="486" y="56"/>
                    </a:lnTo>
                    <a:lnTo>
                      <a:pt x="482" y="56"/>
                    </a:lnTo>
                    <a:lnTo>
                      <a:pt x="478" y="53"/>
                    </a:lnTo>
                    <a:lnTo>
                      <a:pt x="475" y="52"/>
                    </a:lnTo>
                    <a:lnTo>
                      <a:pt x="471" y="51"/>
                    </a:lnTo>
                    <a:lnTo>
                      <a:pt x="468" y="51"/>
                    </a:lnTo>
                    <a:lnTo>
                      <a:pt x="466" y="53"/>
                    </a:lnTo>
                    <a:lnTo>
                      <a:pt x="460" y="59"/>
                    </a:lnTo>
                    <a:lnTo>
                      <a:pt x="459" y="63"/>
                    </a:lnTo>
                    <a:lnTo>
                      <a:pt x="456" y="65"/>
                    </a:lnTo>
                    <a:lnTo>
                      <a:pt x="455" y="68"/>
                    </a:lnTo>
                    <a:lnTo>
                      <a:pt x="452" y="68"/>
                    </a:lnTo>
                    <a:lnTo>
                      <a:pt x="451" y="67"/>
                    </a:lnTo>
                    <a:lnTo>
                      <a:pt x="449" y="68"/>
                    </a:lnTo>
                    <a:lnTo>
                      <a:pt x="452" y="74"/>
                    </a:lnTo>
                    <a:lnTo>
                      <a:pt x="455" y="86"/>
                    </a:lnTo>
                    <a:lnTo>
                      <a:pt x="459" y="97"/>
                    </a:lnTo>
                    <a:lnTo>
                      <a:pt x="460" y="105"/>
                    </a:lnTo>
                    <a:lnTo>
                      <a:pt x="459" y="113"/>
                    </a:lnTo>
                    <a:lnTo>
                      <a:pt x="456" y="118"/>
                    </a:lnTo>
                    <a:lnTo>
                      <a:pt x="453" y="123"/>
                    </a:lnTo>
                    <a:lnTo>
                      <a:pt x="453" y="124"/>
                    </a:lnTo>
                    <a:lnTo>
                      <a:pt x="459" y="129"/>
                    </a:lnTo>
                    <a:lnTo>
                      <a:pt x="462" y="131"/>
                    </a:lnTo>
                    <a:lnTo>
                      <a:pt x="462" y="128"/>
                    </a:lnTo>
                    <a:lnTo>
                      <a:pt x="463" y="129"/>
                    </a:lnTo>
                    <a:lnTo>
                      <a:pt x="466" y="128"/>
                    </a:lnTo>
                    <a:lnTo>
                      <a:pt x="467" y="128"/>
                    </a:lnTo>
                    <a:lnTo>
                      <a:pt x="466" y="129"/>
                    </a:lnTo>
                    <a:lnTo>
                      <a:pt x="466" y="132"/>
                    </a:lnTo>
                    <a:lnTo>
                      <a:pt x="472" y="137"/>
                    </a:lnTo>
                    <a:lnTo>
                      <a:pt x="471" y="139"/>
                    </a:lnTo>
                    <a:lnTo>
                      <a:pt x="467" y="137"/>
                    </a:lnTo>
                    <a:lnTo>
                      <a:pt x="467" y="140"/>
                    </a:lnTo>
                    <a:lnTo>
                      <a:pt x="467" y="147"/>
                    </a:lnTo>
                    <a:lnTo>
                      <a:pt x="467" y="151"/>
                    </a:lnTo>
                    <a:lnTo>
                      <a:pt x="468" y="152"/>
                    </a:lnTo>
                    <a:lnTo>
                      <a:pt x="470" y="150"/>
                    </a:lnTo>
                    <a:lnTo>
                      <a:pt x="474" y="150"/>
                    </a:lnTo>
                    <a:lnTo>
                      <a:pt x="475" y="150"/>
                    </a:lnTo>
                    <a:lnTo>
                      <a:pt x="477" y="152"/>
                    </a:lnTo>
                    <a:lnTo>
                      <a:pt x="481" y="151"/>
                    </a:lnTo>
                    <a:lnTo>
                      <a:pt x="485" y="152"/>
                    </a:lnTo>
                    <a:lnTo>
                      <a:pt x="489" y="154"/>
                    </a:lnTo>
                    <a:lnTo>
                      <a:pt x="485" y="156"/>
                    </a:lnTo>
                    <a:lnTo>
                      <a:pt x="486" y="159"/>
                    </a:lnTo>
                    <a:lnTo>
                      <a:pt x="485" y="162"/>
                    </a:lnTo>
                    <a:lnTo>
                      <a:pt x="481" y="163"/>
                    </a:lnTo>
                    <a:lnTo>
                      <a:pt x="481" y="161"/>
                    </a:lnTo>
                    <a:lnTo>
                      <a:pt x="478" y="159"/>
                    </a:lnTo>
                    <a:lnTo>
                      <a:pt x="475" y="161"/>
                    </a:lnTo>
                    <a:lnTo>
                      <a:pt x="472" y="159"/>
                    </a:lnTo>
                    <a:lnTo>
                      <a:pt x="471" y="158"/>
                    </a:lnTo>
                    <a:lnTo>
                      <a:pt x="470" y="154"/>
                    </a:lnTo>
                    <a:lnTo>
                      <a:pt x="467" y="154"/>
                    </a:lnTo>
                    <a:lnTo>
                      <a:pt x="466" y="154"/>
                    </a:lnTo>
                    <a:lnTo>
                      <a:pt x="462" y="151"/>
                    </a:lnTo>
                    <a:lnTo>
                      <a:pt x="463" y="147"/>
                    </a:lnTo>
                    <a:lnTo>
                      <a:pt x="466" y="139"/>
                    </a:lnTo>
                    <a:lnTo>
                      <a:pt x="466" y="136"/>
                    </a:lnTo>
                    <a:lnTo>
                      <a:pt x="464" y="135"/>
                    </a:lnTo>
                    <a:lnTo>
                      <a:pt x="462" y="137"/>
                    </a:lnTo>
                    <a:lnTo>
                      <a:pt x="462" y="147"/>
                    </a:lnTo>
                    <a:lnTo>
                      <a:pt x="460" y="152"/>
                    </a:lnTo>
                    <a:lnTo>
                      <a:pt x="458" y="155"/>
                    </a:lnTo>
                    <a:lnTo>
                      <a:pt x="458" y="156"/>
                    </a:lnTo>
                    <a:lnTo>
                      <a:pt x="459" y="154"/>
                    </a:lnTo>
                    <a:lnTo>
                      <a:pt x="462" y="154"/>
                    </a:lnTo>
                    <a:lnTo>
                      <a:pt x="463" y="155"/>
                    </a:lnTo>
                    <a:lnTo>
                      <a:pt x="466" y="155"/>
                    </a:lnTo>
                    <a:lnTo>
                      <a:pt x="467" y="159"/>
                    </a:lnTo>
                    <a:lnTo>
                      <a:pt x="467" y="163"/>
                    </a:lnTo>
                    <a:lnTo>
                      <a:pt x="464" y="167"/>
                    </a:lnTo>
                    <a:lnTo>
                      <a:pt x="460" y="169"/>
                    </a:lnTo>
                    <a:lnTo>
                      <a:pt x="464" y="163"/>
                    </a:lnTo>
                    <a:lnTo>
                      <a:pt x="464" y="162"/>
                    </a:lnTo>
                    <a:lnTo>
                      <a:pt x="462" y="161"/>
                    </a:lnTo>
                    <a:lnTo>
                      <a:pt x="460" y="161"/>
                    </a:lnTo>
                    <a:lnTo>
                      <a:pt x="459" y="162"/>
                    </a:lnTo>
                    <a:lnTo>
                      <a:pt x="455" y="165"/>
                    </a:lnTo>
                    <a:lnTo>
                      <a:pt x="455" y="167"/>
                    </a:lnTo>
                    <a:lnTo>
                      <a:pt x="452" y="169"/>
                    </a:lnTo>
                    <a:lnTo>
                      <a:pt x="449" y="170"/>
                    </a:lnTo>
                    <a:lnTo>
                      <a:pt x="449" y="167"/>
                    </a:lnTo>
                    <a:lnTo>
                      <a:pt x="448" y="166"/>
                    </a:lnTo>
                    <a:lnTo>
                      <a:pt x="444" y="166"/>
                    </a:lnTo>
                    <a:lnTo>
                      <a:pt x="443" y="166"/>
                    </a:lnTo>
                    <a:lnTo>
                      <a:pt x="441" y="162"/>
                    </a:lnTo>
                    <a:lnTo>
                      <a:pt x="440" y="162"/>
                    </a:lnTo>
                    <a:lnTo>
                      <a:pt x="438" y="163"/>
                    </a:lnTo>
                    <a:lnTo>
                      <a:pt x="436" y="162"/>
                    </a:lnTo>
                    <a:lnTo>
                      <a:pt x="436" y="161"/>
                    </a:lnTo>
                    <a:lnTo>
                      <a:pt x="433" y="159"/>
                    </a:lnTo>
                    <a:lnTo>
                      <a:pt x="432" y="161"/>
                    </a:lnTo>
                    <a:lnTo>
                      <a:pt x="430" y="159"/>
                    </a:lnTo>
                    <a:lnTo>
                      <a:pt x="430" y="156"/>
                    </a:lnTo>
                    <a:lnTo>
                      <a:pt x="429" y="155"/>
                    </a:lnTo>
                    <a:lnTo>
                      <a:pt x="429" y="152"/>
                    </a:lnTo>
                    <a:lnTo>
                      <a:pt x="432" y="152"/>
                    </a:lnTo>
                    <a:lnTo>
                      <a:pt x="434" y="148"/>
                    </a:lnTo>
                    <a:lnTo>
                      <a:pt x="436" y="147"/>
                    </a:lnTo>
                    <a:lnTo>
                      <a:pt x="438" y="146"/>
                    </a:lnTo>
                    <a:lnTo>
                      <a:pt x="438" y="144"/>
                    </a:lnTo>
                    <a:lnTo>
                      <a:pt x="434" y="140"/>
                    </a:lnTo>
                    <a:lnTo>
                      <a:pt x="432" y="139"/>
                    </a:lnTo>
                    <a:lnTo>
                      <a:pt x="429" y="139"/>
                    </a:lnTo>
                    <a:lnTo>
                      <a:pt x="425" y="142"/>
                    </a:lnTo>
                    <a:lnTo>
                      <a:pt x="422" y="142"/>
                    </a:lnTo>
                    <a:lnTo>
                      <a:pt x="419" y="139"/>
                    </a:lnTo>
                    <a:lnTo>
                      <a:pt x="417" y="140"/>
                    </a:lnTo>
                    <a:lnTo>
                      <a:pt x="409" y="143"/>
                    </a:lnTo>
                    <a:lnTo>
                      <a:pt x="409" y="144"/>
                    </a:lnTo>
                    <a:lnTo>
                      <a:pt x="410" y="146"/>
                    </a:lnTo>
                    <a:lnTo>
                      <a:pt x="413" y="148"/>
                    </a:lnTo>
                    <a:lnTo>
                      <a:pt x="413" y="150"/>
                    </a:lnTo>
                    <a:lnTo>
                      <a:pt x="410" y="150"/>
                    </a:lnTo>
                    <a:lnTo>
                      <a:pt x="407" y="150"/>
                    </a:lnTo>
                    <a:lnTo>
                      <a:pt x="406" y="148"/>
                    </a:lnTo>
                    <a:lnTo>
                      <a:pt x="403" y="147"/>
                    </a:lnTo>
                    <a:lnTo>
                      <a:pt x="399" y="146"/>
                    </a:lnTo>
                    <a:lnTo>
                      <a:pt x="394" y="147"/>
                    </a:lnTo>
                    <a:lnTo>
                      <a:pt x="391" y="148"/>
                    </a:lnTo>
                    <a:lnTo>
                      <a:pt x="391" y="150"/>
                    </a:lnTo>
                    <a:lnTo>
                      <a:pt x="388" y="150"/>
                    </a:lnTo>
                    <a:lnTo>
                      <a:pt x="388" y="150"/>
                    </a:lnTo>
                    <a:lnTo>
                      <a:pt x="386" y="150"/>
                    </a:lnTo>
                    <a:lnTo>
                      <a:pt x="381" y="151"/>
                    </a:lnTo>
                    <a:lnTo>
                      <a:pt x="381" y="152"/>
                    </a:lnTo>
                    <a:lnTo>
                      <a:pt x="379" y="154"/>
                    </a:lnTo>
                    <a:lnTo>
                      <a:pt x="375" y="155"/>
                    </a:lnTo>
                    <a:lnTo>
                      <a:pt x="372" y="158"/>
                    </a:lnTo>
                    <a:lnTo>
                      <a:pt x="371" y="158"/>
                    </a:lnTo>
                    <a:lnTo>
                      <a:pt x="371" y="156"/>
                    </a:lnTo>
                    <a:lnTo>
                      <a:pt x="372" y="155"/>
                    </a:lnTo>
                    <a:lnTo>
                      <a:pt x="369" y="156"/>
                    </a:lnTo>
                    <a:lnTo>
                      <a:pt x="366" y="159"/>
                    </a:lnTo>
                    <a:lnTo>
                      <a:pt x="366" y="161"/>
                    </a:lnTo>
                    <a:lnTo>
                      <a:pt x="371" y="166"/>
                    </a:lnTo>
                    <a:lnTo>
                      <a:pt x="375" y="171"/>
                    </a:lnTo>
                    <a:lnTo>
                      <a:pt x="379" y="173"/>
                    </a:lnTo>
                    <a:lnTo>
                      <a:pt x="381" y="177"/>
                    </a:lnTo>
                    <a:lnTo>
                      <a:pt x="384" y="178"/>
                    </a:lnTo>
                    <a:lnTo>
                      <a:pt x="386" y="181"/>
                    </a:lnTo>
                    <a:lnTo>
                      <a:pt x="388" y="182"/>
                    </a:lnTo>
                    <a:lnTo>
                      <a:pt x="392" y="184"/>
                    </a:lnTo>
                    <a:lnTo>
                      <a:pt x="391" y="185"/>
                    </a:lnTo>
                    <a:lnTo>
                      <a:pt x="387" y="185"/>
                    </a:lnTo>
                    <a:lnTo>
                      <a:pt x="386" y="182"/>
                    </a:lnTo>
                    <a:lnTo>
                      <a:pt x="383" y="180"/>
                    </a:lnTo>
                    <a:lnTo>
                      <a:pt x="380" y="178"/>
                    </a:lnTo>
                    <a:lnTo>
                      <a:pt x="379" y="178"/>
                    </a:lnTo>
                    <a:lnTo>
                      <a:pt x="376" y="181"/>
                    </a:lnTo>
                    <a:lnTo>
                      <a:pt x="375" y="181"/>
                    </a:lnTo>
                    <a:lnTo>
                      <a:pt x="372" y="178"/>
                    </a:lnTo>
                    <a:lnTo>
                      <a:pt x="375" y="175"/>
                    </a:lnTo>
                    <a:lnTo>
                      <a:pt x="375" y="175"/>
                    </a:lnTo>
                    <a:lnTo>
                      <a:pt x="372" y="175"/>
                    </a:lnTo>
                    <a:lnTo>
                      <a:pt x="371" y="178"/>
                    </a:lnTo>
                    <a:lnTo>
                      <a:pt x="371" y="184"/>
                    </a:lnTo>
                    <a:lnTo>
                      <a:pt x="372" y="185"/>
                    </a:lnTo>
                    <a:lnTo>
                      <a:pt x="372" y="188"/>
                    </a:lnTo>
                    <a:lnTo>
                      <a:pt x="369" y="190"/>
                    </a:lnTo>
                    <a:lnTo>
                      <a:pt x="366" y="193"/>
                    </a:lnTo>
                    <a:lnTo>
                      <a:pt x="366" y="197"/>
                    </a:lnTo>
                    <a:lnTo>
                      <a:pt x="366" y="201"/>
                    </a:lnTo>
                    <a:lnTo>
                      <a:pt x="371" y="207"/>
                    </a:lnTo>
                    <a:lnTo>
                      <a:pt x="376" y="208"/>
                    </a:lnTo>
                    <a:lnTo>
                      <a:pt x="379" y="212"/>
                    </a:lnTo>
                    <a:lnTo>
                      <a:pt x="381" y="212"/>
                    </a:lnTo>
                    <a:lnTo>
                      <a:pt x="384" y="209"/>
                    </a:lnTo>
                    <a:lnTo>
                      <a:pt x="388" y="208"/>
                    </a:lnTo>
                    <a:lnTo>
                      <a:pt x="392" y="209"/>
                    </a:lnTo>
                    <a:lnTo>
                      <a:pt x="398" y="211"/>
                    </a:lnTo>
                    <a:lnTo>
                      <a:pt x="400" y="212"/>
                    </a:lnTo>
                    <a:lnTo>
                      <a:pt x="402" y="216"/>
                    </a:lnTo>
                    <a:lnTo>
                      <a:pt x="403" y="216"/>
                    </a:lnTo>
                    <a:lnTo>
                      <a:pt x="405" y="215"/>
                    </a:lnTo>
                    <a:lnTo>
                      <a:pt x="405" y="211"/>
                    </a:lnTo>
                    <a:lnTo>
                      <a:pt x="405" y="211"/>
                    </a:lnTo>
                    <a:lnTo>
                      <a:pt x="407" y="211"/>
                    </a:lnTo>
                    <a:lnTo>
                      <a:pt x="407" y="212"/>
                    </a:lnTo>
                    <a:lnTo>
                      <a:pt x="405" y="216"/>
                    </a:lnTo>
                    <a:lnTo>
                      <a:pt x="405" y="219"/>
                    </a:lnTo>
                    <a:lnTo>
                      <a:pt x="406" y="219"/>
                    </a:lnTo>
                    <a:lnTo>
                      <a:pt x="410" y="216"/>
                    </a:lnTo>
                    <a:lnTo>
                      <a:pt x="411" y="215"/>
                    </a:lnTo>
                    <a:lnTo>
                      <a:pt x="415" y="214"/>
                    </a:lnTo>
                    <a:lnTo>
                      <a:pt x="421" y="209"/>
                    </a:lnTo>
                    <a:lnTo>
                      <a:pt x="425" y="209"/>
                    </a:lnTo>
                    <a:lnTo>
                      <a:pt x="428" y="207"/>
                    </a:lnTo>
                    <a:lnTo>
                      <a:pt x="429" y="207"/>
                    </a:lnTo>
                    <a:lnTo>
                      <a:pt x="429" y="208"/>
                    </a:lnTo>
                    <a:lnTo>
                      <a:pt x="430" y="208"/>
                    </a:lnTo>
                    <a:lnTo>
                      <a:pt x="436" y="205"/>
                    </a:lnTo>
                    <a:lnTo>
                      <a:pt x="438" y="205"/>
                    </a:lnTo>
                    <a:lnTo>
                      <a:pt x="440" y="204"/>
                    </a:lnTo>
                    <a:lnTo>
                      <a:pt x="440" y="207"/>
                    </a:lnTo>
                    <a:lnTo>
                      <a:pt x="436" y="208"/>
                    </a:lnTo>
                    <a:lnTo>
                      <a:pt x="436" y="209"/>
                    </a:lnTo>
                    <a:lnTo>
                      <a:pt x="437" y="211"/>
                    </a:lnTo>
                    <a:lnTo>
                      <a:pt x="436" y="215"/>
                    </a:lnTo>
                    <a:lnTo>
                      <a:pt x="432" y="216"/>
                    </a:lnTo>
                    <a:lnTo>
                      <a:pt x="430" y="215"/>
                    </a:lnTo>
                    <a:lnTo>
                      <a:pt x="428" y="215"/>
                    </a:lnTo>
                    <a:lnTo>
                      <a:pt x="424" y="218"/>
                    </a:lnTo>
                    <a:lnTo>
                      <a:pt x="425" y="218"/>
                    </a:lnTo>
                    <a:lnTo>
                      <a:pt x="428" y="219"/>
                    </a:lnTo>
                    <a:lnTo>
                      <a:pt x="429" y="220"/>
                    </a:lnTo>
                    <a:lnTo>
                      <a:pt x="429" y="224"/>
                    </a:lnTo>
                    <a:lnTo>
                      <a:pt x="425" y="230"/>
                    </a:lnTo>
                    <a:lnTo>
                      <a:pt x="424" y="233"/>
                    </a:lnTo>
                    <a:lnTo>
                      <a:pt x="422" y="235"/>
                    </a:lnTo>
                    <a:lnTo>
                      <a:pt x="422" y="237"/>
                    </a:lnTo>
                    <a:lnTo>
                      <a:pt x="422" y="238"/>
                    </a:lnTo>
                    <a:lnTo>
                      <a:pt x="422" y="241"/>
                    </a:lnTo>
                    <a:lnTo>
                      <a:pt x="422" y="243"/>
                    </a:lnTo>
                    <a:lnTo>
                      <a:pt x="419" y="246"/>
                    </a:lnTo>
                    <a:lnTo>
                      <a:pt x="417" y="248"/>
                    </a:lnTo>
                    <a:lnTo>
                      <a:pt x="414" y="248"/>
                    </a:lnTo>
                    <a:lnTo>
                      <a:pt x="413" y="249"/>
                    </a:lnTo>
                    <a:lnTo>
                      <a:pt x="410" y="252"/>
                    </a:lnTo>
                    <a:lnTo>
                      <a:pt x="407" y="252"/>
                    </a:lnTo>
                    <a:lnTo>
                      <a:pt x="405" y="252"/>
                    </a:lnTo>
                    <a:lnTo>
                      <a:pt x="400" y="249"/>
                    </a:lnTo>
                    <a:lnTo>
                      <a:pt x="399" y="250"/>
                    </a:lnTo>
                    <a:lnTo>
                      <a:pt x="398" y="249"/>
                    </a:lnTo>
                    <a:lnTo>
                      <a:pt x="395" y="246"/>
                    </a:lnTo>
                    <a:lnTo>
                      <a:pt x="395" y="246"/>
                    </a:lnTo>
                    <a:lnTo>
                      <a:pt x="392" y="250"/>
                    </a:lnTo>
                    <a:lnTo>
                      <a:pt x="388" y="252"/>
                    </a:lnTo>
                    <a:lnTo>
                      <a:pt x="387" y="256"/>
                    </a:lnTo>
                    <a:lnTo>
                      <a:pt x="381" y="257"/>
                    </a:lnTo>
                    <a:lnTo>
                      <a:pt x="379" y="258"/>
                    </a:lnTo>
                    <a:lnTo>
                      <a:pt x="376" y="258"/>
                    </a:lnTo>
                    <a:lnTo>
                      <a:pt x="373" y="258"/>
                    </a:lnTo>
                    <a:lnTo>
                      <a:pt x="369" y="258"/>
                    </a:lnTo>
                    <a:lnTo>
                      <a:pt x="366" y="261"/>
                    </a:lnTo>
                    <a:lnTo>
                      <a:pt x="362" y="261"/>
                    </a:lnTo>
                    <a:lnTo>
                      <a:pt x="361" y="262"/>
                    </a:lnTo>
                    <a:lnTo>
                      <a:pt x="361" y="265"/>
                    </a:lnTo>
                    <a:lnTo>
                      <a:pt x="358" y="271"/>
                    </a:lnTo>
                    <a:lnTo>
                      <a:pt x="357" y="273"/>
                    </a:lnTo>
                    <a:lnTo>
                      <a:pt x="357" y="271"/>
                    </a:lnTo>
                    <a:lnTo>
                      <a:pt x="353" y="268"/>
                    </a:lnTo>
                    <a:lnTo>
                      <a:pt x="349" y="267"/>
                    </a:lnTo>
                    <a:lnTo>
                      <a:pt x="347" y="268"/>
                    </a:lnTo>
                    <a:lnTo>
                      <a:pt x="347" y="271"/>
                    </a:lnTo>
                    <a:lnTo>
                      <a:pt x="350" y="272"/>
                    </a:lnTo>
                    <a:lnTo>
                      <a:pt x="349" y="273"/>
                    </a:lnTo>
                    <a:lnTo>
                      <a:pt x="347" y="273"/>
                    </a:lnTo>
                    <a:lnTo>
                      <a:pt x="346" y="272"/>
                    </a:lnTo>
                    <a:lnTo>
                      <a:pt x="343" y="268"/>
                    </a:lnTo>
                    <a:lnTo>
                      <a:pt x="342" y="268"/>
                    </a:lnTo>
                    <a:lnTo>
                      <a:pt x="338" y="272"/>
                    </a:lnTo>
                    <a:lnTo>
                      <a:pt x="337" y="276"/>
                    </a:lnTo>
                    <a:lnTo>
                      <a:pt x="335" y="277"/>
                    </a:lnTo>
                    <a:lnTo>
                      <a:pt x="334" y="277"/>
                    </a:lnTo>
                    <a:lnTo>
                      <a:pt x="327" y="283"/>
                    </a:lnTo>
                    <a:lnTo>
                      <a:pt x="326" y="287"/>
                    </a:lnTo>
                    <a:lnTo>
                      <a:pt x="324" y="288"/>
                    </a:lnTo>
                    <a:lnTo>
                      <a:pt x="322" y="288"/>
                    </a:lnTo>
                    <a:lnTo>
                      <a:pt x="319" y="288"/>
                    </a:lnTo>
                    <a:lnTo>
                      <a:pt x="318" y="288"/>
                    </a:lnTo>
                    <a:lnTo>
                      <a:pt x="322" y="291"/>
                    </a:lnTo>
                    <a:lnTo>
                      <a:pt x="320" y="294"/>
                    </a:lnTo>
                    <a:lnTo>
                      <a:pt x="319" y="294"/>
                    </a:lnTo>
                    <a:lnTo>
                      <a:pt x="318" y="291"/>
                    </a:lnTo>
                    <a:lnTo>
                      <a:pt x="316" y="291"/>
                    </a:lnTo>
                    <a:lnTo>
                      <a:pt x="315" y="294"/>
                    </a:lnTo>
                    <a:lnTo>
                      <a:pt x="311" y="298"/>
                    </a:lnTo>
                    <a:lnTo>
                      <a:pt x="311" y="300"/>
                    </a:lnTo>
                    <a:lnTo>
                      <a:pt x="314" y="303"/>
                    </a:lnTo>
                    <a:lnTo>
                      <a:pt x="315" y="307"/>
                    </a:lnTo>
                    <a:lnTo>
                      <a:pt x="314" y="310"/>
                    </a:lnTo>
                    <a:lnTo>
                      <a:pt x="312" y="311"/>
                    </a:lnTo>
                    <a:lnTo>
                      <a:pt x="314" y="314"/>
                    </a:lnTo>
                    <a:lnTo>
                      <a:pt x="315" y="314"/>
                    </a:lnTo>
                    <a:lnTo>
                      <a:pt x="316" y="311"/>
                    </a:lnTo>
                    <a:lnTo>
                      <a:pt x="318" y="313"/>
                    </a:lnTo>
                    <a:lnTo>
                      <a:pt x="318" y="317"/>
                    </a:lnTo>
                    <a:lnTo>
                      <a:pt x="316" y="318"/>
                    </a:lnTo>
                    <a:lnTo>
                      <a:pt x="315" y="320"/>
                    </a:lnTo>
                    <a:lnTo>
                      <a:pt x="316" y="321"/>
                    </a:lnTo>
                    <a:lnTo>
                      <a:pt x="318" y="320"/>
                    </a:lnTo>
                    <a:lnTo>
                      <a:pt x="319" y="320"/>
                    </a:lnTo>
                    <a:lnTo>
                      <a:pt x="320" y="320"/>
                    </a:lnTo>
                    <a:lnTo>
                      <a:pt x="322" y="320"/>
                    </a:lnTo>
                    <a:lnTo>
                      <a:pt x="322" y="321"/>
                    </a:lnTo>
                    <a:lnTo>
                      <a:pt x="324" y="322"/>
                    </a:lnTo>
                    <a:lnTo>
                      <a:pt x="327" y="324"/>
                    </a:lnTo>
                    <a:lnTo>
                      <a:pt x="330" y="324"/>
                    </a:lnTo>
                    <a:lnTo>
                      <a:pt x="333" y="321"/>
                    </a:lnTo>
                    <a:lnTo>
                      <a:pt x="334" y="315"/>
                    </a:lnTo>
                    <a:lnTo>
                      <a:pt x="335" y="314"/>
                    </a:lnTo>
                    <a:lnTo>
                      <a:pt x="341" y="314"/>
                    </a:lnTo>
                    <a:lnTo>
                      <a:pt x="343" y="313"/>
                    </a:lnTo>
                    <a:lnTo>
                      <a:pt x="341" y="315"/>
                    </a:lnTo>
                    <a:lnTo>
                      <a:pt x="338" y="315"/>
                    </a:lnTo>
                    <a:lnTo>
                      <a:pt x="334" y="320"/>
                    </a:lnTo>
                    <a:lnTo>
                      <a:pt x="333" y="322"/>
                    </a:lnTo>
                    <a:lnTo>
                      <a:pt x="331" y="325"/>
                    </a:lnTo>
                    <a:lnTo>
                      <a:pt x="334" y="328"/>
                    </a:lnTo>
                    <a:lnTo>
                      <a:pt x="334" y="329"/>
                    </a:lnTo>
                    <a:lnTo>
                      <a:pt x="330" y="330"/>
                    </a:lnTo>
                    <a:lnTo>
                      <a:pt x="328" y="329"/>
                    </a:lnTo>
                    <a:lnTo>
                      <a:pt x="328" y="328"/>
                    </a:lnTo>
                    <a:lnTo>
                      <a:pt x="327" y="326"/>
                    </a:lnTo>
                    <a:lnTo>
                      <a:pt x="326" y="326"/>
                    </a:lnTo>
                    <a:lnTo>
                      <a:pt x="324" y="324"/>
                    </a:lnTo>
                    <a:lnTo>
                      <a:pt x="320" y="324"/>
                    </a:lnTo>
                    <a:lnTo>
                      <a:pt x="319" y="321"/>
                    </a:lnTo>
                    <a:lnTo>
                      <a:pt x="316" y="324"/>
                    </a:lnTo>
                    <a:lnTo>
                      <a:pt x="314" y="324"/>
                    </a:lnTo>
                    <a:lnTo>
                      <a:pt x="314" y="326"/>
                    </a:lnTo>
                    <a:lnTo>
                      <a:pt x="311" y="328"/>
                    </a:lnTo>
                    <a:lnTo>
                      <a:pt x="308" y="326"/>
                    </a:lnTo>
                    <a:lnTo>
                      <a:pt x="308" y="329"/>
                    </a:lnTo>
                    <a:lnTo>
                      <a:pt x="309" y="330"/>
                    </a:lnTo>
                    <a:lnTo>
                      <a:pt x="311" y="332"/>
                    </a:lnTo>
                    <a:lnTo>
                      <a:pt x="309" y="333"/>
                    </a:lnTo>
                    <a:lnTo>
                      <a:pt x="308" y="337"/>
                    </a:lnTo>
                    <a:lnTo>
                      <a:pt x="309" y="340"/>
                    </a:lnTo>
                    <a:lnTo>
                      <a:pt x="311" y="340"/>
                    </a:lnTo>
                    <a:lnTo>
                      <a:pt x="311" y="344"/>
                    </a:lnTo>
                    <a:lnTo>
                      <a:pt x="312" y="347"/>
                    </a:lnTo>
                    <a:lnTo>
                      <a:pt x="312" y="348"/>
                    </a:lnTo>
                    <a:lnTo>
                      <a:pt x="315" y="351"/>
                    </a:lnTo>
                    <a:lnTo>
                      <a:pt x="315" y="352"/>
                    </a:lnTo>
                    <a:lnTo>
                      <a:pt x="311" y="352"/>
                    </a:lnTo>
                    <a:lnTo>
                      <a:pt x="311" y="353"/>
                    </a:lnTo>
                    <a:lnTo>
                      <a:pt x="320" y="358"/>
                    </a:lnTo>
                    <a:lnTo>
                      <a:pt x="323" y="358"/>
                    </a:lnTo>
                    <a:lnTo>
                      <a:pt x="327" y="356"/>
                    </a:lnTo>
                    <a:lnTo>
                      <a:pt x="330" y="355"/>
                    </a:lnTo>
                    <a:lnTo>
                      <a:pt x="331" y="356"/>
                    </a:lnTo>
                    <a:lnTo>
                      <a:pt x="333" y="356"/>
                    </a:lnTo>
                    <a:lnTo>
                      <a:pt x="337" y="351"/>
                    </a:lnTo>
                    <a:lnTo>
                      <a:pt x="337" y="348"/>
                    </a:lnTo>
                    <a:lnTo>
                      <a:pt x="335" y="347"/>
                    </a:lnTo>
                    <a:lnTo>
                      <a:pt x="335" y="345"/>
                    </a:lnTo>
                    <a:lnTo>
                      <a:pt x="339" y="344"/>
                    </a:lnTo>
                    <a:lnTo>
                      <a:pt x="343" y="340"/>
                    </a:lnTo>
                    <a:lnTo>
                      <a:pt x="350" y="336"/>
                    </a:lnTo>
                    <a:lnTo>
                      <a:pt x="353" y="337"/>
                    </a:lnTo>
                    <a:lnTo>
                      <a:pt x="349" y="337"/>
                    </a:lnTo>
                    <a:lnTo>
                      <a:pt x="343" y="343"/>
                    </a:lnTo>
                    <a:lnTo>
                      <a:pt x="339" y="345"/>
                    </a:lnTo>
                    <a:lnTo>
                      <a:pt x="339" y="347"/>
                    </a:lnTo>
                    <a:lnTo>
                      <a:pt x="342" y="348"/>
                    </a:lnTo>
                    <a:lnTo>
                      <a:pt x="342" y="351"/>
                    </a:lnTo>
                    <a:lnTo>
                      <a:pt x="339" y="355"/>
                    </a:lnTo>
                    <a:lnTo>
                      <a:pt x="337" y="356"/>
                    </a:lnTo>
                    <a:lnTo>
                      <a:pt x="337" y="359"/>
                    </a:lnTo>
                    <a:lnTo>
                      <a:pt x="337" y="363"/>
                    </a:lnTo>
                    <a:lnTo>
                      <a:pt x="337" y="366"/>
                    </a:lnTo>
                    <a:lnTo>
                      <a:pt x="337" y="367"/>
                    </a:lnTo>
                    <a:lnTo>
                      <a:pt x="337" y="370"/>
                    </a:lnTo>
                    <a:lnTo>
                      <a:pt x="337" y="372"/>
                    </a:lnTo>
                    <a:lnTo>
                      <a:pt x="333" y="374"/>
                    </a:lnTo>
                    <a:lnTo>
                      <a:pt x="331" y="375"/>
                    </a:lnTo>
                    <a:lnTo>
                      <a:pt x="330" y="378"/>
                    </a:lnTo>
                    <a:lnTo>
                      <a:pt x="328" y="377"/>
                    </a:lnTo>
                    <a:lnTo>
                      <a:pt x="327" y="378"/>
                    </a:lnTo>
                    <a:lnTo>
                      <a:pt x="328" y="381"/>
                    </a:lnTo>
                    <a:lnTo>
                      <a:pt x="328" y="383"/>
                    </a:lnTo>
                    <a:lnTo>
                      <a:pt x="330" y="383"/>
                    </a:lnTo>
                    <a:lnTo>
                      <a:pt x="333" y="383"/>
                    </a:lnTo>
                    <a:lnTo>
                      <a:pt x="335" y="383"/>
                    </a:lnTo>
                    <a:lnTo>
                      <a:pt x="335" y="385"/>
                    </a:lnTo>
                    <a:lnTo>
                      <a:pt x="334" y="386"/>
                    </a:lnTo>
                    <a:lnTo>
                      <a:pt x="330" y="386"/>
                    </a:lnTo>
                    <a:lnTo>
                      <a:pt x="330" y="387"/>
                    </a:lnTo>
                    <a:lnTo>
                      <a:pt x="330" y="389"/>
                    </a:lnTo>
                    <a:lnTo>
                      <a:pt x="330" y="390"/>
                    </a:lnTo>
                    <a:lnTo>
                      <a:pt x="330" y="393"/>
                    </a:lnTo>
                    <a:lnTo>
                      <a:pt x="328" y="394"/>
                    </a:lnTo>
                    <a:lnTo>
                      <a:pt x="326" y="394"/>
                    </a:lnTo>
                    <a:lnTo>
                      <a:pt x="324" y="396"/>
                    </a:lnTo>
                    <a:lnTo>
                      <a:pt x="322" y="396"/>
                    </a:lnTo>
                    <a:lnTo>
                      <a:pt x="320" y="396"/>
                    </a:lnTo>
                    <a:lnTo>
                      <a:pt x="323" y="397"/>
                    </a:lnTo>
                    <a:lnTo>
                      <a:pt x="326" y="397"/>
                    </a:lnTo>
                    <a:lnTo>
                      <a:pt x="327" y="398"/>
                    </a:lnTo>
                    <a:lnTo>
                      <a:pt x="330" y="396"/>
                    </a:lnTo>
                    <a:lnTo>
                      <a:pt x="335" y="392"/>
                    </a:lnTo>
                    <a:lnTo>
                      <a:pt x="337" y="393"/>
                    </a:lnTo>
                    <a:lnTo>
                      <a:pt x="339" y="393"/>
                    </a:lnTo>
                    <a:lnTo>
                      <a:pt x="341" y="390"/>
                    </a:lnTo>
                    <a:lnTo>
                      <a:pt x="346" y="389"/>
                    </a:lnTo>
                    <a:lnTo>
                      <a:pt x="345" y="390"/>
                    </a:lnTo>
                    <a:lnTo>
                      <a:pt x="343" y="392"/>
                    </a:lnTo>
                    <a:lnTo>
                      <a:pt x="343" y="393"/>
                    </a:lnTo>
                    <a:lnTo>
                      <a:pt x="345" y="394"/>
                    </a:lnTo>
                    <a:lnTo>
                      <a:pt x="346" y="397"/>
                    </a:lnTo>
                    <a:lnTo>
                      <a:pt x="345" y="398"/>
                    </a:lnTo>
                    <a:lnTo>
                      <a:pt x="347" y="400"/>
                    </a:lnTo>
                    <a:lnTo>
                      <a:pt x="350" y="397"/>
                    </a:lnTo>
                    <a:lnTo>
                      <a:pt x="352" y="396"/>
                    </a:lnTo>
                    <a:lnTo>
                      <a:pt x="352" y="397"/>
                    </a:lnTo>
                    <a:lnTo>
                      <a:pt x="352" y="398"/>
                    </a:lnTo>
                    <a:lnTo>
                      <a:pt x="353" y="401"/>
                    </a:lnTo>
                    <a:lnTo>
                      <a:pt x="354" y="406"/>
                    </a:lnTo>
                    <a:lnTo>
                      <a:pt x="353" y="408"/>
                    </a:lnTo>
                    <a:lnTo>
                      <a:pt x="354" y="412"/>
                    </a:lnTo>
                    <a:lnTo>
                      <a:pt x="356" y="412"/>
                    </a:lnTo>
                    <a:lnTo>
                      <a:pt x="357" y="409"/>
                    </a:lnTo>
                    <a:lnTo>
                      <a:pt x="357" y="406"/>
                    </a:lnTo>
                    <a:lnTo>
                      <a:pt x="360" y="402"/>
                    </a:lnTo>
                    <a:lnTo>
                      <a:pt x="360" y="400"/>
                    </a:lnTo>
                    <a:lnTo>
                      <a:pt x="364" y="397"/>
                    </a:lnTo>
                    <a:lnTo>
                      <a:pt x="364" y="397"/>
                    </a:lnTo>
                    <a:lnTo>
                      <a:pt x="366" y="394"/>
                    </a:lnTo>
                    <a:lnTo>
                      <a:pt x="371" y="394"/>
                    </a:lnTo>
                    <a:lnTo>
                      <a:pt x="368" y="397"/>
                    </a:lnTo>
                    <a:lnTo>
                      <a:pt x="364" y="401"/>
                    </a:lnTo>
                    <a:lnTo>
                      <a:pt x="364" y="402"/>
                    </a:lnTo>
                    <a:lnTo>
                      <a:pt x="366" y="406"/>
                    </a:lnTo>
                    <a:lnTo>
                      <a:pt x="369" y="406"/>
                    </a:lnTo>
                    <a:lnTo>
                      <a:pt x="373" y="405"/>
                    </a:lnTo>
                    <a:lnTo>
                      <a:pt x="379" y="404"/>
                    </a:lnTo>
                    <a:lnTo>
                      <a:pt x="381" y="402"/>
                    </a:lnTo>
                    <a:lnTo>
                      <a:pt x="383" y="401"/>
                    </a:lnTo>
                    <a:lnTo>
                      <a:pt x="388" y="400"/>
                    </a:lnTo>
                    <a:lnTo>
                      <a:pt x="390" y="400"/>
                    </a:lnTo>
                    <a:lnTo>
                      <a:pt x="388" y="400"/>
                    </a:lnTo>
                    <a:lnTo>
                      <a:pt x="384" y="404"/>
                    </a:lnTo>
                    <a:lnTo>
                      <a:pt x="384" y="405"/>
                    </a:lnTo>
                    <a:lnTo>
                      <a:pt x="383" y="406"/>
                    </a:lnTo>
                    <a:lnTo>
                      <a:pt x="375" y="412"/>
                    </a:lnTo>
                    <a:lnTo>
                      <a:pt x="372" y="415"/>
                    </a:lnTo>
                    <a:lnTo>
                      <a:pt x="369" y="419"/>
                    </a:lnTo>
                    <a:lnTo>
                      <a:pt x="369" y="421"/>
                    </a:lnTo>
                    <a:lnTo>
                      <a:pt x="369" y="424"/>
                    </a:lnTo>
                    <a:lnTo>
                      <a:pt x="372" y="425"/>
                    </a:lnTo>
                    <a:lnTo>
                      <a:pt x="368" y="424"/>
                    </a:lnTo>
                    <a:lnTo>
                      <a:pt x="366" y="425"/>
                    </a:lnTo>
                    <a:lnTo>
                      <a:pt x="364" y="428"/>
                    </a:lnTo>
                    <a:lnTo>
                      <a:pt x="362" y="432"/>
                    </a:lnTo>
                    <a:lnTo>
                      <a:pt x="358" y="436"/>
                    </a:lnTo>
                    <a:lnTo>
                      <a:pt x="357" y="439"/>
                    </a:lnTo>
                    <a:lnTo>
                      <a:pt x="358" y="440"/>
                    </a:lnTo>
                    <a:lnTo>
                      <a:pt x="358" y="442"/>
                    </a:lnTo>
                    <a:lnTo>
                      <a:pt x="358" y="443"/>
                    </a:lnTo>
                    <a:lnTo>
                      <a:pt x="357" y="443"/>
                    </a:lnTo>
                    <a:lnTo>
                      <a:pt x="356" y="442"/>
                    </a:lnTo>
                    <a:lnTo>
                      <a:pt x="354" y="440"/>
                    </a:lnTo>
                    <a:lnTo>
                      <a:pt x="352" y="443"/>
                    </a:lnTo>
                    <a:lnTo>
                      <a:pt x="347" y="446"/>
                    </a:lnTo>
                    <a:lnTo>
                      <a:pt x="349" y="447"/>
                    </a:lnTo>
                    <a:lnTo>
                      <a:pt x="347" y="450"/>
                    </a:lnTo>
                    <a:lnTo>
                      <a:pt x="346" y="449"/>
                    </a:lnTo>
                    <a:lnTo>
                      <a:pt x="345" y="447"/>
                    </a:lnTo>
                    <a:lnTo>
                      <a:pt x="343" y="449"/>
                    </a:lnTo>
                    <a:lnTo>
                      <a:pt x="338" y="454"/>
                    </a:lnTo>
                    <a:lnTo>
                      <a:pt x="335" y="457"/>
                    </a:lnTo>
                    <a:lnTo>
                      <a:pt x="337" y="458"/>
                    </a:lnTo>
                    <a:lnTo>
                      <a:pt x="335" y="459"/>
                    </a:lnTo>
                    <a:lnTo>
                      <a:pt x="333" y="458"/>
                    </a:lnTo>
                    <a:lnTo>
                      <a:pt x="333" y="455"/>
                    </a:lnTo>
                    <a:lnTo>
                      <a:pt x="328" y="458"/>
                    </a:lnTo>
                    <a:lnTo>
                      <a:pt x="326" y="459"/>
                    </a:lnTo>
                    <a:lnTo>
                      <a:pt x="323" y="461"/>
                    </a:lnTo>
                    <a:lnTo>
                      <a:pt x="323" y="464"/>
                    </a:lnTo>
                    <a:lnTo>
                      <a:pt x="320" y="464"/>
                    </a:lnTo>
                    <a:lnTo>
                      <a:pt x="316" y="464"/>
                    </a:lnTo>
                    <a:lnTo>
                      <a:pt x="312" y="468"/>
                    </a:lnTo>
                    <a:lnTo>
                      <a:pt x="307" y="470"/>
                    </a:lnTo>
                    <a:lnTo>
                      <a:pt x="301" y="473"/>
                    </a:lnTo>
                    <a:lnTo>
                      <a:pt x="300" y="477"/>
                    </a:lnTo>
                    <a:lnTo>
                      <a:pt x="300" y="478"/>
                    </a:lnTo>
                    <a:lnTo>
                      <a:pt x="301" y="481"/>
                    </a:lnTo>
                    <a:lnTo>
                      <a:pt x="300" y="484"/>
                    </a:lnTo>
                    <a:lnTo>
                      <a:pt x="300" y="484"/>
                    </a:lnTo>
                    <a:lnTo>
                      <a:pt x="299" y="481"/>
                    </a:lnTo>
                    <a:lnTo>
                      <a:pt x="297" y="481"/>
                    </a:lnTo>
                    <a:lnTo>
                      <a:pt x="296" y="483"/>
                    </a:lnTo>
                    <a:lnTo>
                      <a:pt x="296" y="485"/>
                    </a:lnTo>
                    <a:lnTo>
                      <a:pt x="294" y="485"/>
                    </a:lnTo>
                    <a:lnTo>
                      <a:pt x="293" y="484"/>
                    </a:lnTo>
                    <a:lnTo>
                      <a:pt x="293" y="481"/>
                    </a:lnTo>
                    <a:lnTo>
                      <a:pt x="294" y="480"/>
                    </a:lnTo>
                    <a:lnTo>
                      <a:pt x="293" y="478"/>
                    </a:lnTo>
                    <a:lnTo>
                      <a:pt x="290" y="478"/>
                    </a:lnTo>
                    <a:lnTo>
                      <a:pt x="289" y="478"/>
                    </a:lnTo>
                    <a:lnTo>
                      <a:pt x="286" y="478"/>
                    </a:lnTo>
                    <a:lnTo>
                      <a:pt x="281" y="478"/>
                    </a:lnTo>
                    <a:lnTo>
                      <a:pt x="280" y="480"/>
                    </a:lnTo>
                    <a:lnTo>
                      <a:pt x="277" y="483"/>
                    </a:lnTo>
                    <a:lnTo>
                      <a:pt x="274" y="484"/>
                    </a:lnTo>
                    <a:lnTo>
                      <a:pt x="270" y="487"/>
                    </a:lnTo>
                    <a:lnTo>
                      <a:pt x="267" y="489"/>
                    </a:lnTo>
                    <a:lnTo>
                      <a:pt x="267" y="491"/>
                    </a:lnTo>
                    <a:lnTo>
                      <a:pt x="266" y="492"/>
                    </a:lnTo>
                    <a:lnTo>
                      <a:pt x="265" y="492"/>
                    </a:lnTo>
                    <a:lnTo>
                      <a:pt x="262" y="493"/>
                    </a:lnTo>
                    <a:lnTo>
                      <a:pt x="259" y="495"/>
                    </a:lnTo>
                    <a:lnTo>
                      <a:pt x="259" y="496"/>
                    </a:lnTo>
                    <a:lnTo>
                      <a:pt x="258" y="496"/>
                    </a:lnTo>
                    <a:lnTo>
                      <a:pt x="255" y="496"/>
                    </a:lnTo>
                    <a:lnTo>
                      <a:pt x="252" y="496"/>
                    </a:lnTo>
                    <a:lnTo>
                      <a:pt x="252" y="499"/>
                    </a:lnTo>
                    <a:lnTo>
                      <a:pt x="251" y="502"/>
                    </a:lnTo>
                    <a:lnTo>
                      <a:pt x="252" y="503"/>
                    </a:lnTo>
                    <a:lnTo>
                      <a:pt x="254" y="503"/>
                    </a:lnTo>
                    <a:lnTo>
                      <a:pt x="255" y="500"/>
                    </a:lnTo>
                    <a:lnTo>
                      <a:pt x="255" y="499"/>
                    </a:lnTo>
                    <a:lnTo>
                      <a:pt x="256" y="497"/>
                    </a:lnTo>
                    <a:lnTo>
                      <a:pt x="258" y="499"/>
                    </a:lnTo>
                    <a:lnTo>
                      <a:pt x="256" y="502"/>
                    </a:lnTo>
                    <a:lnTo>
                      <a:pt x="258" y="502"/>
                    </a:lnTo>
                    <a:lnTo>
                      <a:pt x="259" y="502"/>
                    </a:lnTo>
                    <a:lnTo>
                      <a:pt x="262" y="497"/>
                    </a:lnTo>
                    <a:lnTo>
                      <a:pt x="263" y="496"/>
                    </a:lnTo>
                    <a:lnTo>
                      <a:pt x="265" y="499"/>
                    </a:lnTo>
                    <a:lnTo>
                      <a:pt x="263" y="500"/>
                    </a:lnTo>
                    <a:lnTo>
                      <a:pt x="265" y="502"/>
                    </a:lnTo>
                    <a:lnTo>
                      <a:pt x="266" y="502"/>
                    </a:lnTo>
                    <a:lnTo>
                      <a:pt x="269" y="499"/>
                    </a:lnTo>
                    <a:lnTo>
                      <a:pt x="269" y="500"/>
                    </a:lnTo>
                    <a:lnTo>
                      <a:pt x="270" y="500"/>
                    </a:lnTo>
                    <a:lnTo>
                      <a:pt x="270" y="499"/>
                    </a:lnTo>
                    <a:lnTo>
                      <a:pt x="271" y="497"/>
                    </a:lnTo>
                    <a:lnTo>
                      <a:pt x="274" y="497"/>
                    </a:lnTo>
                    <a:lnTo>
                      <a:pt x="277" y="496"/>
                    </a:lnTo>
                    <a:lnTo>
                      <a:pt x="278" y="493"/>
                    </a:lnTo>
                    <a:lnTo>
                      <a:pt x="278" y="491"/>
                    </a:lnTo>
                    <a:lnTo>
                      <a:pt x="281" y="489"/>
                    </a:lnTo>
                    <a:lnTo>
                      <a:pt x="282" y="487"/>
                    </a:lnTo>
                    <a:lnTo>
                      <a:pt x="285" y="487"/>
                    </a:lnTo>
                    <a:lnTo>
                      <a:pt x="288" y="488"/>
                    </a:lnTo>
                    <a:lnTo>
                      <a:pt x="286" y="489"/>
                    </a:lnTo>
                    <a:lnTo>
                      <a:pt x="284" y="491"/>
                    </a:lnTo>
                    <a:lnTo>
                      <a:pt x="282" y="492"/>
                    </a:lnTo>
                    <a:lnTo>
                      <a:pt x="282" y="495"/>
                    </a:lnTo>
                    <a:lnTo>
                      <a:pt x="284" y="496"/>
                    </a:lnTo>
                    <a:lnTo>
                      <a:pt x="288" y="493"/>
                    </a:lnTo>
                    <a:lnTo>
                      <a:pt x="288" y="491"/>
                    </a:lnTo>
                    <a:lnTo>
                      <a:pt x="290" y="491"/>
                    </a:lnTo>
                    <a:lnTo>
                      <a:pt x="290" y="492"/>
                    </a:lnTo>
                    <a:lnTo>
                      <a:pt x="292" y="489"/>
                    </a:lnTo>
                    <a:lnTo>
                      <a:pt x="293" y="489"/>
                    </a:lnTo>
                    <a:lnTo>
                      <a:pt x="293" y="492"/>
                    </a:lnTo>
                    <a:lnTo>
                      <a:pt x="292" y="493"/>
                    </a:lnTo>
                    <a:lnTo>
                      <a:pt x="293" y="493"/>
                    </a:lnTo>
                    <a:lnTo>
                      <a:pt x="296" y="491"/>
                    </a:lnTo>
                    <a:lnTo>
                      <a:pt x="297" y="491"/>
                    </a:lnTo>
                    <a:lnTo>
                      <a:pt x="300" y="489"/>
                    </a:lnTo>
                    <a:lnTo>
                      <a:pt x="303" y="489"/>
                    </a:lnTo>
                    <a:lnTo>
                      <a:pt x="305" y="485"/>
                    </a:lnTo>
                    <a:lnTo>
                      <a:pt x="307" y="484"/>
                    </a:lnTo>
                    <a:lnTo>
                      <a:pt x="309" y="485"/>
                    </a:lnTo>
                    <a:lnTo>
                      <a:pt x="309" y="487"/>
                    </a:lnTo>
                    <a:lnTo>
                      <a:pt x="307" y="489"/>
                    </a:lnTo>
                    <a:lnTo>
                      <a:pt x="305" y="492"/>
                    </a:lnTo>
                    <a:lnTo>
                      <a:pt x="305" y="493"/>
                    </a:lnTo>
                    <a:lnTo>
                      <a:pt x="307" y="493"/>
                    </a:lnTo>
                    <a:lnTo>
                      <a:pt x="311" y="489"/>
                    </a:lnTo>
                    <a:lnTo>
                      <a:pt x="311" y="485"/>
                    </a:lnTo>
                    <a:lnTo>
                      <a:pt x="311" y="484"/>
                    </a:lnTo>
                    <a:lnTo>
                      <a:pt x="314" y="485"/>
                    </a:lnTo>
                    <a:lnTo>
                      <a:pt x="315" y="485"/>
                    </a:lnTo>
                    <a:lnTo>
                      <a:pt x="316" y="485"/>
                    </a:lnTo>
                    <a:lnTo>
                      <a:pt x="319" y="485"/>
                    </a:lnTo>
                    <a:lnTo>
                      <a:pt x="322" y="483"/>
                    </a:lnTo>
                    <a:lnTo>
                      <a:pt x="323" y="483"/>
                    </a:lnTo>
                    <a:lnTo>
                      <a:pt x="324" y="483"/>
                    </a:lnTo>
                    <a:lnTo>
                      <a:pt x="326" y="480"/>
                    </a:lnTo>
                    <a:lnTo>
                      <a:pt x="327" y="478"/>
                    </a:lnTo>
                    <a:lnTo>
                      <a:pt x="327" y="478"/>
                    </a:lnTo>
                    <a:lnTo>
                      <a:pt x="327" y="481"/>
                    </a:lnTo>
                    <a:lnTo>
                      <a:pt x="327" y="484"/>
                    </a:lnTo>
                    <a:lnTo>
                      <a:pt x="328" y="483"/>
                    </a:lnTo>
                    <a:lnTo>
                      <a:pt x="331" y="480"/>
                    </a:lnTo>
                    <a:lnTo>
                      <a:pt x="330" y="480"/>
                    </a:lnTo>
                    <a:lnTo>
                      <a:pt x="331" y="478"/>
                    </a:lnTo>
                    <a:lnTo>
                      <a:pt x="331" y="477"/>
                    </a:lnTo>
                    <a:lnTo>
                      <a:pt x="327" y="477"/>
                    </a:lnTo>
                    <a:lnTo>
                      <a:pt x="326" y="476"/>
                    </a:lnTo>
                    <a:lnTo>
                      <a:pt x="330" y="474"/>
                    </a:lnTo>
                    <a:lnTo>
                      <a:pt x="334" y="473"/>
                    </a:lnTo>
                    <a:lnTo>
                      <a:pt x="339" y="472"/>
                    </a:lnTo>
                    <a:lnTo>
                      <a:pt x="341" y="472"/>
                    </a:lnTo>
                    <a:lnTo>
                      <a:pt x="341" y="469"/>
                    </a:lnTo>
                    <a:lnTo>
                      <a:pt x="339" y="469"/>
                    </a:lnTo>
                    <a:lnTo>
                      <a:pt x="341" y="468"/>
                    </a:lnTo>
                    <a:lnTo>
                      <a:pt x="343" y="468"/>
                    </a:lnTo>
                    <a:lnTo>
                      <a:pt x="345" y="466"/>
                    </a:lnTo>
                    <a:lnTo>
                      <a:pt x="346" y="466"/>
                    </a:lnTo>
                    <a:lnTo>
                      <a:pt x="347" y="469"/>
                    </a:lnTo>
                    <a:lnTo>
                      <a:pt x="349" y="469"/>
                    </a:lnTo>
                    <a:lnTo>
                      <a:pt x="349" y="468"/>
                    </a:lnTo>
                    <a:lnTo>
                      <a:pt x="349" y="466"/>
                    </a:lnTo>
                    <a:lnTo>
                      <a:pt x="352" y="465"/>
                    </a:lnTo>
                    <a:lnTo>
                      <a:pt x="352" y="462"/>
                    </a:lnTo>
                    <a:lnTo>
                      <a:pt x="352" y="461"/>
                    </a:lnTo>
                    <a:lnTo>
                      <a:pt x="353" y="462"/>
                    </a:lnTo>
                    <a:lnTo>
                      <a:pt x="353" y="464"/>
                    </a:lnTo>
                    <a:lnTo>
                      <a:pt x="354" y="465"/>
                    </a:lnTo>
                    <a:lnTo>
                      <a:pt x="358" y="464"/>
                    </a:lnTo>
                    <a:lnTo>
                      <a:pt x="360" y="461"/>
                    </a:lnTo>
                    <a:lnTo>
                      <a:pt x="361" y="461"/>
                    </a:lnTo>
                    <a:lnTo>
                      <a:pt x="362" y="458"/>
                    </a:lnTo>
                    <a:lnTo>
                      <a:pt x="364" y="458"/>
                    </a:lnTo>
                    <a:lnTo>
                      <a:pt x="365" y="459"/>
                    </a:lnTo>
                    <a:lnTo>
                      <a:pt x="368" y="459"/>
                    </a:lnTo>
                    <a:lnTo>
                      <a:pt x="371" y="455"/>
                    </a:lnTo>
                    <a:lnTo>
                      <a:pt x="371" y="453"/>
                    </a:lnTo>
                    <a:lnTo>
                      <a:pt x="369" y="453"/>
                    </a:lnTo>
                    <a:lnTo>
                      <a:pt x="368" y="453"/>
                    </a:lnTo>
                    <a:lnTo>
                      <a:pt x="368" y="453"/>
                    </a:lnTo>
                    <a:lnTo>
                      <a:pt x="371" y="450"/>
                    </a:lnTo>
                    <a:lnTo>
                      <a:pt x="373" y="449"/>
                    </a:lnTo>
                    <a:lnTo>
                      <a:pt x="376" y="446"/>
                    </a:lnTo>
                    <a:lnTo>
                      <a:pt x="377" y="447"/>
                    </a:lnTo>
                    <a:lnTo>
                      <a:pt x="377" y="447"/>
                    </a:lnTo>
                    <a:lnTo>
                      <a:pt x="381" y="444"/>
                    </a:lnTo>
                    <a:lnTo>
                      <a:pt x="383" y="443"/>
                    </a:lnTo>
                    <a:lnTo>
                      <a:pt x="384" y="442"/>
                    </a:lnTo>
                    <a:lnTo>
                      <a:pt x="386" y="440"/>
                    </a:lnTo>
                    <a:lnTo>
                      <a:pt x="387" y="439"/>
                    </a:lnTo>
                    <a:lnTo>
                      <a:pt x="388" y="439"/>
                    </a:lnTo>
                    <a:lnTo>
                      <a:pt x="390" y="440"/>
                    </a:lnTo>
                    <a:lnTo>
                      <a:pt x="391" y="442"/>
                    </a:lnTo>
                    <a:lnTo>
                      <a:pt x="391" y="439"/>
                    </a:lnTo>
                    <a:lnTo>
                      <a:pt x="394" y="439"/>
                    </a:lnTo>
                    <a:lnTo>
                      <a:pt x="395" y="439"/>
                    </a:lnTo>
                    <a:lnTo>
                      <a:pt x="395" y="436"/>
                    </a:lnTo>
                    <a:lnTo>
                      <a:pt x="398" y="436"/>
                    </a:lnTo>
                    <a:lnTo>
                      <a:pt x="398" y="435"/>
                    </a:lnTo>
                    <a:lnTo>
                      <a:pt x="399" y="436"/>
                    </a:lnTo>
                    <a:lnTo>
                      <a:pt x="403" y="436"/>
                    </a:lnTo>
                    <a:lnTo>
                      <a:pt x="403" y="434"/>
                    </a:lnTo>
                    <a:lnTo>
                      <a:pt x="405" y="434"/>
                    </a:lnTo>
                    <a:lnTo>
                      <a:pt x="406" y="435"/>
                    </a:lnTo>
                    <a:lnTo>
                      <a:pt x="406" y="435"/>
                    </a:lnTo>
                    <a:lnTo>
                      <a:pt x="407" y="434"/>
                    </a:lnTo>
                    <a:lnTo>
                      <a:pt x="409" y="435"/>
                    </a:lnTo>
                    <a:lnTo>
                      <a:pt x="410" y="434"/>
                    </a:lnTo>
                    <a:lnTo>
                      <a:pt x="411" y="430"/>
                    </a:lnTo>
                    <a:lnTo>
                      <a:pt x="410" y="430"/>
                    </a:lnTo>
                    <a:lnTo>
                      <a:pt x="409" y="431"/>
                    </a:lnTo>
                    <a:lnTo>
                      <a:pt x="410" y="428"/>
                    </a:lnTo>
                    <a:lnTo>
                      <a:pt x="413" y="427"/>
                    </a:lnTo>
                    <a:lnTo>
                      <a:pt x="414" y="427"/>
                    </a:lnTo>
                    <a:lnTo>
                      <a:pt x="415" y="427"/>
                    </a:lnTo>
                    <a:lnTo>
                      <a:pt x="415" y="427"/>
                    </a:lnTo>
                    <a:lnTo>
                      <a:pt x="414" y="425"/>
                    </a:lnTo>
                    <a:lnTo>
                      <a:pt x="413" y="424"/>
                    </a:lnTo>
                    <a:lnTo>
                      <a:pt x="414" y="423"/>
                    </a:lnTo>
                    <a:lnTo>
                      <a:pt x="417" y="424"/>
                    </a:lnTo>
                    <a:lnTo>
                      <a:pt x="419" y="421"/>
                    </a:lnTo>
                    <a:lnTo>
                      <a:pt x="424" y="421"/>
                    </a:lnTo>
                    <a:lnTo>
                      <a:pt x="426" y="419"/>
                    </a:lnTo>
                    <a:lnTo>
                      <a:pt x="428" y="419"/>
                    </a:lnTo>
                    <a:lnTo>
                      <a:pt x="432" y="415"/>
                    </a:lnTo>
                    <a:lnTo>
                      <a:pt x="432" y="411"/>
                    </a:lnTo>
                    <a:lnTo>
                      <a:pt x="430" y="411"/>
                    </a:lnTo>
                    <a:lnTo>
                      <a:pt x="429" y="411"/>
                    </a:lnTo>
                    <a:lnTo>
                      <a:pt x="429" y="406"/>
                    </a:lnTo>
                    <a:lnTo>
                      <a:pt x="426" y="406"/>
                    </a:lnTo>
                    <a:lnTo>
                      <a:pt x="424" y="406"/>
                    </a:lnTo>
                    <a:lnTo>
                      <a:pt x="424" y="404"/>
                    </a:lnTo>
                    <a:lnTo>
                      <a:pt x="424" y="401"/>
                    </a:lnTo>
                    <a:lnTo>
                      <a:pt x="428" y="400"/>
                    </a:lnTo>
                    <a:lnTo>
                      <a:pt x="428" y="398"/>
                    </a:lnTo>
                    <a:lnTo>
                      <a:pt x="430" y="397"/>
                    </a:lnTo>
                    <a:lnTo>
                      <a:pt x="430" y="396"/>
                    </a:lnTo>
                    <a:lnTo>
                      <a:pt x="430" y="396"/>
                    </a:lnTo>
                    <a:lnTo>
                      <a:pt x="432" y="394"/>
                    </a:lnTo>
                    <a:lnTo>
                      <a:pt x="434" y="394"/>
                    </a:lnTo>
                    <a:lnTo>
                      <a:pt x="438" y="393"/>
                    </a:lnTo>
                    <a:lnTo>
                      <a:pt x="440" y="394"/>
                    </a:lnTo>
                    <a:lnTo>
                      <a:pt x="444" y="393"/>
                    </a:lnTo>
                    <a:lnTo>
                      <a:pt x="444" y="394"/>
                    </a:lnTo>
                    <a:lnTo>
                      <a:pt x="444" y="396"/>
                    </a:lnTo>
                    <a:lnTo>
                      <a:pt x="445" y="396"/>
                    </a:lnTo>
                    <a:lnTo>
                      <a:pt x="449" y="393"/>
                    </a:lnTo>
                    <a:lnTo>
                      <a:pt x="448" y="392"/>
                    </a:lnTo>
                    <a:lnTo>
                      <a:pt x="447" y="392"/>
                    </a:lnTo>
                    <a:lnTo>
                      <a:pt x="447" y="390"/>
                    </a:lnTo>
                    <a:lnTo>
                      <a:pt x="448" y="389"/>
                    </a:lnTo>
                    <a:lnTo>
                      <a:pt x="451" y="390"/>
                    </a:lnTo>
                    <a:lnTo>
                      <a:pt x="455" y="389"/>
                    </a:lnTo>
                    <a:lnTo>
                      <a:pt x="456" y="385"/>
                    </a:lnTo>
                    <a:lnTo>
                      <a:pt x="455" y="382"/>
                    </a:lnTo>
                    <a:lnTo>
                      <a:pt x="451" y="379"/>
                    </a:lnTo>
                    <a:lnTo>
                      <a:pt x="449" y="379"/>
                    </a:lnTo>
                    <a:lnTo>
                      <a:pt x="448" y="381"/>
                    </a:lnTo>
                    <a:lnTo>
                      <a:pt x="448" y="379"/>
                    </a:lnTo>
                    <a:lnTo>
                      <a:pt x="449" y="378"/>
                    </a:lnTo>
                    <a:lnTo>
                      <a:pt x="453" y="378"/>
                    </a:lnTo>
                    <a:lnTo>
                      <a:pt x="455" y="379"/>
                    </a:lnTo>
                    <a:lnTo>
                      <a:pt x="459" y="379"/>
                    </a:lnTo>
                    <a:lnTo>
                      <a:pt x="462" y="377"/>
                    </a:lnTo>
                    <a:lnTo>
                      <a:pt x="462" y="375"/>
                    </a:lnTo>
                    <a:lnTo>
                      <a:pt x="468" y="371"/>
                    </a:lnTo>
                    <a:lnTo>
                      <a:pt x="472" y="368"/>
                    </a:lnTo>
                    <a:lnTo>
                      <a:pt x="475" y="368"/>
                    </a:lnTo>
                    <a:lnTo>
                      <a:pt x="477" y="367"/>
                    </a:lnTo>
                    <a:lnTo>
                      <a:pt x="477" y="366"/>
                    </a:lnTo>
                    <a:lnTo>
                      <a:pt x="482" y="362"/>
                    </a:lnTo>
                    <a:lnTo>
                      <a:pt x="487" y="360"/>
                    </a:lnTo>
                    <a:lnTo>
                      <a:pt x="493" y="355"/>
                    </a:lnTo>
                    <a:lnTo>
                      <a:pt x="497" y="355"/>
                    </a:lnTo>
                    <a:lnTo>
                      <a:pt x="502" y="349"/>
                    </a:lnTo>
                    <a:lnTo>
                      <a:pt x="501" y="352"/>
                    </a:lnTo>
                    <a:lnTo>
                      <a:pt x="501" y="356"/>
                    </a:lnTo>
                    <a:lnTo>
                      <a:pt x="502" y="356"/>
                    </a:lnTo>
                    <a:lnTo>
                      <a:pt x="504" y="358"/>
                    </a:lnTo>
                    <a:lnTo>
                      <a:pt x="505" y="358"/>
                    </a:lnTo>
                    <a:lnTo>
                      <a:pt x="509" y="353"/>
                    </a:lnTo>
                    <a:lnTo>
                      <a:pt x="512" y="353"/>
                    </a:lnTo>
                    <a:lnTo>
                      <a:pt x="517" y="351"/>
                    </a:lnTo>
                    <a:lnTo>
                      <a:pt x="519" y="349"/>
                    </a:lnTo>
                    <a:lnTo>
                      <a:pt x="517" y="352"/>
                    </a:lnTo>
                    <a:lnTo>
                      <a:pt x="513" y="355"/>
                    </a:lnTo>
                    <a:lnTo>
                      <a:pt x="510" y="355"/>
                    </a:lnTo>
                    <a:lnTo>
                      <a:pt x="504" y="362"/>
                    </a:lnTo>
                    <a:lnTo>
                      <a:pt x="504" y="364"/>
                    </a:lnTo>
                    <a:lnTo>
                      <a:pt x="506" y="368"/>
                    </a:lnTo>
                    <a:lnTo>
                      <a:pt x="508" y="371"/>
                    </a:lnTo>
                    <a:lnTo>
                      <a:pt x="505" y="370"/>
                    </a:lnTo>
                    <a:lnTo>
                      <a:pt x="502" y="370"/>
                    </a:lnTo>
                    <a:lnTo>
                      <a:pt x="501" y="370"/>
                    </a:lnTo>
                    <a:lnTo>
                      <a:pt x="498" y="370"/>
                    </a:lnTo>
                    <a:lnTo>
                      <a:pt x="496" y="368"/>
                    </a:lnTo>
                    <a:lnTo>
                      <a:pt x="496" y="364"/>
                    </a:lnTo>
                    <a:lnTo>
                      <a:pt x="490" y="367"/>
                    </a:lnTo>
                    <a:lnTo>
                      <a:pt x="489" y="367"/>
                    </a:lnTo>
                    <a:lnTo>
                      <a:pt x="485" y="370"/>
                    </a:lnTo>
                    <a:lnTo>
                      <a:pt x="481" y="370"/>
                    </a:lnTo>
                    <a:lnTo>
                      <a:pt x="478" y="372"/>
                    </a:lnTo>
                    <a:lnTo>
                      <a:pt x="478" y="375"/>
                    </a:lnTo>
                    <a:lnTo>
                      <a:pt x="478" y="377"/>
                    </a:lnTo>
                    <a:lnTo>
                      <a:pt x="475" y="381"/>
                    </a:lnTo>
                    <a:lnTo>
                      <a:pt x="472" y="383"/>
                    </a:lnTo>
                    <a:lnTo>
                      <a:pt x="471" y="386"/>
                    </a:lnTo>
                    <a:lnTo>
                      <a:pt x="463" y="394"/>
                    </a:lnTo>
                    <a:lnTo>
                      <a:pt x="460" y="397"/>
                    </a:lnTo>
                    <a:lnTo>
                      <a:pt x="462" y="398"/>
                    </a:lnTo>
                    <a:lnTo>
                      <a:pt x="464" y="402"/>
                    </a:lnTo>
                    <a:lnTo>
                      <a:pt x="466" y="400"/>
                    </a:lnTo>
                    <a:lnTo>
                      <a:pt x="467" y="400"/>
                    </a:lnTo>
                    <a:lnTo>
                      <a:pt x="470" y="398"/>
                    </a:lnTo>
                    <a:lnTo>
                      <a:pt x="471" y="398"/>
                    </a:lnTo>
                    <a:lnTo>
                      <a:pt x="471" y="401"/>
                    </a:lnTo>
                    <a:lnTo>
                      <a:pt x="467" y="404"/>
                    </a:lnTo>
                    <a:lnTo>
                      <a:pt x="464" y="405"/>
                    </a:lnTo>
                    <a:lnTo>
                      <a:pt x="463" y="406"/>
                    </a:lnTo>
                    <a:lnTo>
                      <a:pt x="460" y="405"/>
                    </a:lnTo>
                    <a:lnTo>
                      <a:pt x="458" y="406"/>
                    </a:lnTo>
                    <a:lnTo>
                      <a:pt x="456" y="406"/>
                    </a:lnTo>
                    <a:lnTo>
                      <a:pt x="456" y="409"/>
                    </a:lnTo>
                    <a:lnTo>
                      <a:pt x="455" y="409"/>
                    </a:lnTo>
                    <a:lnTo>
                      <a:pt x="452" y="409"/>
                    </a:lnTo>
                    <a:lnTo>
                      <a:pt x="452" y="413"/>
                    </a:lnTo>
                    <a:lnTo>
                      <a:pt x="456" y="417"/>
                    </a:lnTo>
                    <a:lnTo>
                      <a:pt x="458" y="416"/>
                    </a:lnTo>
                    <a:lnTo>
                      <a:pt x="459" y="415"/>
                    </a:lnTo>
                    <a:lnTo>
                      <a:pt x="460" y="416"/>
                    </a:lnTo>
                    <a:lnTo>
                      <a:pt x="462" y="413"/>
                    </a:lnTo>
                    <a:lnTo>
                      <a:pt x="463" y="413"/>
                    </a:lnTo>
                    <a:lnTo>
                      <a:pt x="463" y="415"/>
                    </a:lnTo>
                    <a:lnTo>
                      <a:pt x="464" y="415"/>
                    </a:lnTo>
                    <a:lnTo>
                      <a:pt x="466" y="412"/>
                    </a:lnTo>
                    <a:lnTo>
                      <a:pt x="467" y="412"/>
                    </a:lnTo>
                    <a:lnTo>
                      <a:pt x="470" y="409"/>
                    </a:lnTo>
                    <a:lnTo>
                      <a:pt x="471" y="406"/>
                    </a:lnTo>
                    <a:lnTo>
                      <a:pt x="472" y="405"/>
                    </a:lnTo>
                    <a:lnTo>
                      <a:pt x="472" y="406"/>
                    </a:lnTo>
                    <a:lnTo>
                      <a:pt x="471" y="408"/>
                    </a:lnTo>
                    <a:lnTo>
                      <a:pt x="472" y="409"/>
                    </a:lnTo>
                    <a:lnTo>
                      <a:pt x="477" y="409"/>
                    </a:lnTo>
                    <a:lnTo>
                      <a:pt x="481" y="405"/>
                    </a:lnTo>
                    <a:lnTo>
                      <a:pt x="483" y="405"/>
                    </a:lnTo>
                    <a:lnTo>
                      <a:pt x="485" y="406"/>
                    </a:lnTo>
                    <a:lnTo>
                      <a:pt x="486" y="405"/>
                    </a:lnTo>
                    <a:lnTo>
                      <a:pt x="487" y="401"/>
                    </a:lnTo>
                    <a:lnTo>
                      <a:pt x="490" y="398"/>
                    </a:lnTo>
                    <a:lnTo>
                      <a:pt x="491" y="398"/>
                    </a:lnTo>
                    <a:lnTo>
                      <a:pt x="489" y="402"/>
                    </a:lnTo>
                    <a:lnTo>
                      <a:pt x="489" y="405"/>
                    </a:lnTo>
                    <a:lnTo>
                      <a:pt x="490" y="404"/>
                    </a:lnTo>
                    <a:lnTo>
                      <a:pt x="493" y="400"/>
                    </a:lnTo>
                    <a:lnTo>
                      <a:pt x="496" y="394"/>
                    </a:lnTo>
                    <a:lnTo>
                      <a:pt x="497" y="394"/>
                    </a:lnTo>
                    <a:lnTo>
                      <a:pt x="497" y="396"/>
                    </a:lnTo>
                    <a:lnTo>
                      <a:pt x="496" y="400"/>
                    </a:lnTo>
                    <a:lnTo>
                      <a:pt x="496" y="400"/>
                    </a:lnTo>
                    <a:lnTo>
                      <a:pt x="498" y="397"/>
                    </a:lnTo>
                    <a:lnTo>
                      <a:pt x="500" y="398"/>
                    </a:lnTo>
                    <a:lnTo>
                      <a:pt x="500" y="400"/>
                    </a:lnTo>
                    <a:lnTo>
                      <a:pt x="502" y="401"/>
                    </a:lnTo>
                    <a:lnTo>
                      <a:pt x="504" y="402"/>
                    </a:lnTo>
                    <a:lnTo>
                      <a:pt x="506" y="400"/>
                    </a:lnTo>
                    <a:lnTo>
                      <a:pt x="508" y="397"/>
                    </a:lnTo>
                    <a:lnTo>
                      <a:pt x="510" y="397"/>
                    </a:lnTo>
                    <a:lnTo>
                      <a:pt x="513" y="394"/>
                    </a:lnTo>
                    <a:lnTo>
                      <a:pt x="512" y="394"/>
                    </a:lnTo>
                    <a:lnTo>
                      <a:pt x="513" y="390"/>
                    </a:lnTo>
                    <a:lnTo>
                      <a:pt x="517" y="389"/>
                    </a:lnTo>
                    <a:lnTo>
                      <a:pt x="519" y="387"/>
                    </a:lnTo>
                    <a:lnTo>
                      <a:pt x="519" y="385"/>
                    </a:lnTo>
                    <a:lnTo>
                      <a:pt x="516" y="385"/>
                    </a:lnTo>
                    <a:lnTo>
                      <a:pt x="515" y="383"/>
                    </a:lnTo>
                    <a:lnTo>
                      <a:pt x="512" y="383"/>
                    </a:lnTo>
                    <a:lnTo>
                      <a:pt x="512" y="381"/>
                    </a:lnTo>
                    <a:lnTo>
                      <a:pt x="515" y="381"/>
                    </a:lnTo>
                    <a:lnTo>
                      <a:pt x="517" y="382"/>
                    </a:lnTo>
                    <a:lnTo>
                      <a:pt x="519" y="381"/>
                    </a:lnTo>
                    <a:lnTo>
                      <a:pt x="519" y="378"/>
                    </a:lnTo>
                    <a:lnTo>
                      <a:pt x="516" y="379"/>
                    </a:lnTo>
                    <a:lnTo>
                      <a:pt x="513" y="377"/>
                    </a:lnTo>
                    <a:lnTo>
                      <a:pt x="513" y="374"/>
                    </a:lnTo>
                    <a:lnTo>
                      <a:pt x="516" y="374"/>
                    </a:lnTo>
                    <a:lnTo>
                      <a:pt x="519" y="374"/>
                    </a:lnTo>
                    <a:lnTo>
                      <a:pt x="520" y="374"/>
                    </a:lnTo>
                    <a:lnTo>
                      <a:pt x="520" y="372"/>
                    </a:lnTo>
                    <a:lnTo>
                      <a:pt x="519" y="370"/>
                    </a:lnTo>
                    <a:lnTo>
                      <a:pt x="523" y="367"/>
                    </a:lnTo>
                    <a:lnTo>
                      <a:pt x="525" y="370"/>
                    </a:lnTo>
                    <a:lnTo>
                      <a:pt x="528" y="368"/>
                    </a:lnTo>
                    <a:lnTo>
                      <a:pt x="531" y="368"/>
                    </a:lnTo>
                    <a:lnTo>
                      <a:pt x="527" y="372"/>
                    </a:lnTo>
                    <a:lnTo>
                      <a:pt x="527" y="375"/>
                    </a:lnTo>
                    <a:lnTo>
                      <a:pt x="527" y="379"/>
                    </a:lnTo>
                    <a:lnTo>
                      <a:pt x="528" y="379"/>
                    </a:lnTo>
                    <a:lnTo>
                      <a:pt x="531" y="374"/>
                    </a:lnTo>
                    <a:lnTo>
                      <a:pt x="532" y="372"/>
                    </a:lnTo>
                    <a:lnTo>
                      <a:pt x="534" y="372"/>
                    </a:lnTo>
                    <a:lnTo>
                      <a:pt x="534" y="374"/>
                    </a:lnTo>
                    <a:lnTo>
                      <a:pt x="532" y="377"/>
                    </a:lnTo>
                    <a:lnTo>
                      <a:pt x="532" y="378"/>
                    </a:lnTo>
                    <a:lnTo>
                      <a:pt x="535" y="375"/>
                    </a:lnTo>
                    <a:lnTo>
                      <a:pt x="536" y="374"/>
                    </a:lnTo>
                    <a:lnTo>
                      <a:pt x="538" y="375"/>
                    </a:lnTo>
                    <a:lnTo>
                      <a:pt x="542" y="374"/>
                    </a:lnTo>
                    <a:lnTo>
                      <a:pt x="542" y="374"/>
                    </a:lnTo>
                    <a:lnTo>
                      <a:pt x="544" y="371"/>
                    </a:lnTo>
                    <a:lnTo>
                      <a:pt x="549" y="371"/>
                    </a:lnTo>
                    <a:lnTo>
                      <a:pt x="550" y="371"/>
                    </a:lnTo>
                    <a:lnTo>
                      <a:pt x="550" y="372"/>
                    </a:lnTo>
                    <a:lnTo>
                      <a:pt x="547" y="372"/>
                    </a:lnTo>
                    <a:lnTo>
                      <a:pt x="544" y="377"/>
                    </a:lnTo>
                    <a:lnTo>
                      <a:pt x="542" y="377"/>
                    </a:lnTo>
                    <a:lnTo>
                      <a:pt x="540" y="378"/>
                    </a:lnTo>
                    <a:lnTo>
                      <a:pt x="542" y="379"/>
                    </a:lnTo>
                    <a:lnTo>
                      <a:pt x="547" y="381"/>
                    </a:lnTo>
                    <a:lnTo>
                      <a:pt x="549" y="382"/>
                    </a:lnTo>
                    <a:lnTo>
                      <a:pt x="549" y="383"/>
                    </a:lnTo>
                    <a:lnTo>
                      <a:pt x="546" y="381"/>
                    </a:lnTo>
                    <a:lnTo>
                      <a:pt x="542" y="381"/>
                    </a:lnTo>
                    <a:lnTo>
                      <a:pt x="539" y="382"/>
                    </a:lnTo>
                    <a:lnTo>
                      <a:pt x="539" y="385"/>
                    </a:lnTo>
                    <a:lnTo>
                      <a:pt x="542" y="385"/>
                    </a:lnTo>
                    <a:lnTo>
                      <a:pt x="543" y="383"/>
                    </a:lnTo>
                    <a:lnTo>
                      <a:pt x="546" y="385"/>
                    </a:lnTo>
                    <a:lnTo>
                      <a:pt x="544" y="386"/>
                    </a:lnTo>
                    <a:lnTo>
                      <a:pt x="542" y="386"/>
                    </a:lnTo>
                    <a:lnTo>
                      <a:pt x="542" y="389"/>
                    </a:lnTo>
                    <a:lnTo>
                      <a:pt x="546" y="389"/>
                    </a:lnTo>
                    <a:lnTo>
                      <a:pt x="547" y="392"/>
                    </a:lnTo>
                    <a:lnTo>
                      <a:pt x="544" y="392"/>
                    </a:lnTo>
                    <a:lnTo>
                      <a:pt x="543" y="393"/>
                    </a:lnTo>
                    <a:lnTo>
                      <a:pt x="543" y="394"/>
                    </a:lnTo>
                    <a:lnTo>
                      <a:pt x="546" y="394"/>
                    </a:lnTo>
                    <a:lnTo>
                      <a:pt x="549" y="393"/>
                    </a:lnTo>
                    <a:lnTo>
                      <a:pt x="551" y="396"/>
                    </a:lnTo>
                    <a:lnTo>
                      <a:pt x="554" y="396"/>
                    </a:lnTo>
                    <a:lnTo>
                      <a:pt x="558" y="394"/>
                    </a:lnTo>
                    <a:lnTo>
                      <a:pt x="558" y="397"/>
                    </a:lnTo>
                    <a:lnTo>
                      <a:pt x="558" y="398"/>
                    </a:lnTo>
                    <a:lnTo>
                      <a:pt x="557" y="398"/>
                    </a:lnTo>
                    <a:lnTo>
                      <a:pt x="558" y="401"/>
                    </a:lnTo>
                    <a:lnTo>
                      <a:pt x="558" y="401"/>
                    </a:lnTo>
                    <a:lnTo>
                      <a:pt x="559" y="402"/>
                    </a:lnTo>
                    <a:lnTo>
                      <a:pt x="561" y="404"/>
                    </a:lnTo>
                    <a:lnTo>
                      <a:pt x="563" y="401"/>
                    </a:lnTo>
                    <a:lnTo>
                      <a:pt x="562" y="400"/>
                    </a:lnTo>
                    <a:lnTo>
                      <a:pt x="563" y="398"/>
                    </a:lnTo>
                    <a:lnTo>
                      <a:pt x="566" y="398"/>
                    </a:lnTo>
                    <a:lnTo>
                      <a:pt x="565" y="401"/>
                    </a:lnTo>
                    <a:lnTo>
                      <a:pt x="565" y="402"/>
                    </a:lnTo>
                    <a:lnTo>
                      <a:pt x="561" y="406"/>
                    </a:lnTo>
                    <a:lnTo>
                      <a:pt x="563" y="409"/>
                    </a:lnTo>
                    <a:lnTo>
                      <a:pt x="562" y="409"/>
                    </a:lnTo>
                    <a:lnTo>
                      <a:pt x="561" y="409"/>
                    </a:lnTo>
                    <a:lnTo>
                      <a:pt x="559" y="409"/>
                    </a:lnTo>
                    <a:lnTo>
                      <a:pt x="561" y="412"/>
                    </a:lnTo>
                    <a:lnTo>
                      <a:pt x="568" y="413"/>
                    </a:lnTo>
                    <a:lnTo>
                      <a:pt x="569" y="412"/>
                    </a:lnTo>
                    <a:lnTo>
                      <a:pt x="572" y="412"/>
                    </a:lnTo>
                    <a:lnTo>
                      <a:pt x="574" y="412"/>
                    </a:lnTo>
                    <a:lnTo>
                      <a:pt x="577" y="412"/>
                    </a:lnTo>
                    <a:lnTo>
                      <a:pt x="581" y="412"/>
                    </a:lnTo>
                    <a:lnTo>
                      <a:pt x="583" y="412"/>
                    </a:lnTo>
                    <a:lnTo>
                      <a:pt x="583" y="415"/>
                    </a:lnTo>
                    <a:lnTo>
                      <a:pt x="584" y="415"/>
                    </a:lnTo>
                    <a:lnTo>
                      <a:pt x="585" y="417"/>
                    </a:lnTo>
                    <a:lnTo>
                      <a:pt x="588" y="419"/>
                    </a:lnTo>
                    <a:lnTo>
                      <a:pt x="588" y="420"/>
                    </a:lnTo>
                    <a:lnTo>
                      <a:pt x="591" y="420"/>
                    </a:lnTo>
                    <a:lnTo>
                      <a:pt x="595" y="419"/>
                    </a:lnTo>
                    <a:lnTo>
                      <a:pt x="596" y="417"/>
                    </a:lnTo>
                    <a:lnTo>
                      <a:pt x="597" y="417"/>
                    </a:lnTo>
                    <a:lnTo>
                      <a:pt x="597" y="420"/>
                    </a:lnTo>
                    <a:lnTo>
                      <a:pt x="595" y="421"/>
                    </a:lnTo>
                    <a:lnTo>
                      <a:pt x="592" y="423"/>
                    </a:lnTo>
                    <a:lnTo>
                      <a:pt x="592" y="424"/>
                    </a:lnTo>
                    <a:lnTo>
                      <a:pt x="596" y="424"/>
                    </a:lnTo>
                    <a:lnTo>
                      <a:pt x="597" y="427"/>
                    </a:lnTo>
                    <a:lnTo>
                      <a:pt x="599" y="430"/>
                    </a:lnTo>
                    <a:lnTo>
                      <a:pt x="603" y="431"/>
                    </a:lnTo>
                    <a:lnTo>
                      <a:pt x="608" y="430"/>
                    </a:lnTo>
                    <a:lnTo>
                      <a:pt x="611" y="428"/>
                    </a:lnTo>
                    <a:lnTo>
                      <a:pt x="611" y="430"/>
                    </a:lnTo>
                    <a:lnTo>
                      <a:pt x="614" y="427"/>
                    </a:lnTo>
                    <a:lnTo>
                      <a:pt x="616" y="425"/>
                    </a:lnTo>
                    <a:lnTo>
                      <a:pt x="618" y="425"/>
                    </a:lnTo>
                    <a:lnTo>
                      <a:pt x="618" y="427"/>
                    </a:lnTo>
                    <a:lnTo>
                      <a:pt x="615" y="428"/>
                    </a:lnTo>
                    <a:lnTo>
                      <a:pt x="614" y="434"/>
                    </a:lnTo>
                    <a:lnTo>
                      <a:pt x="612" y="436"/>
                    </a:lnTo>
                    <a:lnTo>
                      <a:pt x="611" y="436"/>
                    </a:lnTo>
                    <a:lnTo>
                      <a:pt x="608" y="435"/>
                    </a:lnTo>
                    <a:lnTo>
                      <a:pt x="607" y="436"/>
                    </a:lnTo>
                    <a:lnTo>
                      <a:pt x="608" y="439"/>
                    </a:lnTo>
                    <a:lnTo>
                      <a:pt x="610" y="442"/>
                    </a:lnTo>
                    <a:lnTo>
                      <a:pt x="611" y="443"/>
                    </a:lnTo>
                    <a:lnTo>
                      <a:pt x="614" y="442"/>
                    </a:lnTo>
                    <a:lnTo>
                      <a:pt x="615" y="443"/>
                    </a:lnTo>
                    <a:lnTo>
                      <a:pt x="615" y="444"/>
                    </a:lnTo>
                    <a:lnTo>
                      <a:pt x="612" y="444"/>
                    </a:lnTo>
                    <a:lnTo>
                      <a:pt x="612" y="446"/>
                    </a:lnTo>
                    <a:lnTo>
                      <a:pt x="616" y="450"/>
                    </a:lnTo>
                    <a:lnTo>
                      <a:pt x="618" y="450"/>
                    </a:lnTo>
                    <a:lnTo>
                      <a:pt x="622" y="450"/>
                    </a:lnTo>
                    <a:lnTo>
                      <a:pt x="623" y="447"/>
                    </a:lnTo>
                    <a:lnTo>
                      <a:pt x="626" y="440"/>
                    </a:lnTo>
                    <a:lnTo>
                      <a:pt x="625" y="446"/>
                    </a:lnTo>
                    <a:lnTo>
                      <a:pt x="625" y="449"/>
                    </a:lnTo>
                    <a:lnTo>
                      <a:pt x="623" y="451"/>
                    </a:lnTo>
                    <a:lnTo>
                      <a:pt x="622" y="451"/>
                    </a:lnTo>
                    <a:lnTo>
                      <a:pt x="621" y="454"/>
                    </a:lnTo>
                    <a:lnTo>
                      <a:pt x="621" y="455"/>
                    </a:lnTo>
                    <a:lnTo>
                      <a:pt x="623" y="457"/>
                    </a:lnTo>
                    <a:lnTo>
                      <a:pt x="622" y="458"/>
                    </a:lnTo>
                    <a:lnTo>
                      <a:pt x="622" y="465"/>
                    </a:lnTo>
                    <a:lnTo>
                      <a:pt x="623" y="466"/>
                    </a:lnTo>
                    <a:lnTo>
                      <a:pt x="625" y="466"/>
                    </a:lnTo>
                    <a:lnTo>
                      <a:pt x="625" y="469"/>
                    </a:lnTo>
                    <a:lnTo>
                      <a:pt x="626" y="472"/>
                    </a:lnTo>
                    <a:lnTo>
                      <a:pt x="630" y="476"/>
                    </a:lnTo>
                    <a:lnTo>
                      <a:pt x="631" y="477"/>
                    </a:lnTo>
                    <a:lnTo>
                      <a:pt x="631" y="478"/>
                    </a:lnTo>
                    <a:lnTo>
                      <a:pt x="633" y="477"/>
                    </a:lnTo>
                    <a:lnTo>
                      <a:pt x="634" y="480"/>
                    </a:lnTo>
                    <a:lnTo>
                      <a:pt x="637" y="478"/>
                    </a:lnTo>
                    <a:lnTo>
                      <a:pt x="635" y="477"/>
                    </a:lnTo>
                    <a:lnTo>
                      <a:pt x="637" y="476"/>
                    </a:lnTo>
                    <a:lnTo>
                      <a:pt x="637" y="477"/>
                    </a:lnTo>
                    <a:lnTo>
                      <a:pt x="640" y="477"/>
                    </a:lnTo>
                    <a:lnTo>
                      <a:pt x="640" y="476"/>
                    </a:lnTo>
                    <a:lnTo>
                      <a:pt x="638" y="472"/>
                    </a:lnTo>
                    <a:lnTo>
                      <a:pt x="637" y="472"/>
                    </a:lnTo>
                    <a:lnTo>
                      <a:pt x="635" y="472"/>
                    </a:lnTo>
                    <a:lnTo>
                      <a:pt x="635" y="472"/>
                    </a:lnTo>
                    <a:lnTo>
                      <a:pt x="637" y="469"/>
                    </a:lnTo>
                    <a:lnTo>
                      <a:pt x="637" y="468"/>
                    </a:lnTo>
                    <a:lnTo>
                      <a:pt x="635" y="465"/>
                    </a:lnTo>
                    <a:lnTo>
                      <a:pt x="634" y="464"/>
                    </a:lnTo>
                    <a:lnTo>
                      <a:pt x="634" y="462"/>
                    </a:lnTo>
                    <a:lnTo>
                      <a:pt x="635" y="461"/>
                    </a:lnTo>
                    <a:lnTo>
                      <a:pt x="635" y="458"/>
                    </a:lnTo>
                    <a:lnTo>
                      <a:pt x="637" y="458"/>
                    </a:lnTo>
                    <a:lnTo>
                      <a:pt x="637" y="461"/>
                    </a:lnTo>
                    <a:lnTo>
                      <a:pt x="638" y="464"/>
                    </a:lnTo>
                    <a:lnTo>
                      <a:pt x="640" y="461"/>
                    </a:lnTo>
                    <a:lnTo>
                      <a:pt x="641" y="462"/>
                    </a:lnTo>
                    <a:lnTo>
                      <a:pt x="642" y="464"/>
                    </a:lnTo>
                    <a:lnTo>
                      <a:pt x="641" y="466"/>
                    </a:lnTo>
                    <a:lnTo>
                      <a:pt x="641" y="469"/>
                    </a:lnTo>
                    <a:lnTo>
                      <a:pt x="642" y="469"/>
                    </a:lnTo>
                    <a:lnTo>
                      <a:pt x="645" y="468"/>
                    </a:lnTo>
                    <a:lnTo>
                      <a:pt x="646" y="466"/>
                    </a:lnTo>
                    <a:lnTo>
                      <a:pt x="645" y="469"/>
                    </a:lnTo>
                    <a:lnTo>
                      <a:pt x="644" y="470"/>
                    </a:lnTo>
                    <a:lnTo>
                      <a:pt x="644" y="473"/>
                    </a:lnTo>
                    <a:lnTo>
                      <a:pt x="645" y="476"/>
                    </a:lnTo>
                    <a:lnTo>
                      <a:pt x="644" y="478"/>
                    </a:lnTo>
                    <a:lnTo>
                      <a:pt x="644" y="480"/>
                    </a:lnTo>
                    <a:lnTo>
                      <a:pt x="648" y="481"/>
                    </a:lnTo>
                    <a:lnTo>
                      <a:pt x="648" y="480"/>
                    </a:lnTo>
                    <a:lnTo>
                      <a:pt x="649" y="477"/>
                    </a:lnTo>
                    <a:lnTo>
                      <a:pt x="649" y="480"/>
                    </a:lnTo>
                    <a:lnTo>
                      <a:pt x="649" y="480"/>
                    </a:lnTo>
                    <a:lnTo>
                      <a:pt x="649" y="484"/>
                    </a:lnTo>
                    <a:lnTo>
                      <a:pt x="652" y="485"/>
                    </a:lnTo>
                    <a:lnTo>
                      <a:pt x="653" y="481"/>
                    </a:lnTo>
                    <a:lnTo>
                      <a:pt x="655" y="477"/>
                    </a:lnTo>
                    <a:lnTo>
                      <a:pt x="655" y="474"/>
                    </a:lnTo>
                    <a:lnTo>
                      <a:pt x="656" y="468"/>
                    </a:lnTo>
                    <a:lnTo>
                      <a:pt x="657" y="462"/>
                    </a:lnTo>
                    <a:lnTo>
                      <a:pt x="657" y="457"/>
                    </a:lnTo>
                    <a:lnTo>
                      <a:pt x="657" y="451"/>
                    </a:lnTo>
                    <a:lnTo>
                      <a:pt x="656" y="450"/>
                    </a:lnTo>
                    <a:lnTo>
                      <a:pt x="656" y="450"/>
                    </a:lnTo>
                    <a:lnTo>
                      <a:pt x="657" y="450"/>
                    </a:lnTo>
                    <a:lnTo>
                      <a:pt x="659" y="454"/>
                    </a:lnTo>
                    <a:lnTo>
                      <a:pt x="660" y="454"/>
                    </a:lnTo>
                    <a:lnTo>
                      <a:pt x="661" y="450"/>
                    </a:lnTo>
                    <a:lnTo>
                      <a:pt x="664" y="449"/>
                    </a:lnTo>
                    <a:lnTo>
                      <a:pt x="663" y="453"/>
                    </a:lnTo>
                    <a:lnTo>
                      <a:pt x="661" y="457"/>
                    </a:lnTo>
                    <a:lnTo>
                      <a:pt x="663" y="461"/>
                    </a:lnTo>
                    <a:lnTo>
                      <a:pt x="660" y="466"/>
                    </a:lnTo>
                    <a:lnTo>
                      <a:pt x="659" y="470"/>
                    </a:lnTo>
                    <a:lnTo>
                      <a:pt x="660" y="472"/>
                    </a:lnTo>
                    <a:lnTo>
                      <a:pt x="659" y="473"/>
                    </a:lnTo>
                    <a:lnTo>
                      <a:pt x="659" y="477"/>
                    </a:lnTo>
                    <a:lnTo>
                      <a:pt x="659" y="480"/>
                    </a:lnTo>
                    <a:lnTo>
                      <a:pt x="659" y="483"/>
                    </a:lnTo>
                    <a:lnTo>
                      <a:pt x="661" y="485"/>
                    </a:lnTo>
                    <a:lnTo>
                      <a:pt x="663" y="488"/>
                    </a:lnTo>
                    <a:lnTo>
                      <a:pt x="663" y="488"/>
                    </a:lnTo>
                    <a:lnTo>
                      <a:pt x="664" y="491"/>
                    </a:lnTo>
                    <a:lnTo>
                      <a:pt x="665" y="493"/>
                    </a:lnTo>
                    <a:lnTo>
                      <a:pt x="667" y="492"/>
                    </a:lnTo>
                    <a:lnTo>
                      <a:pt x="668" y="493"/>
                    </a:lnTo>
                    <a:lnTo>
                      <a:pt x="671" y="492"/>
                    </a:lnTo>
                    <a:lnTo>
                      <a:pt x="675" y="492"/>
                    </a:lnTo>
                    <a:lnTo>
                      <a:pt x="675" y="492"/>
                    </a:lnTo>
                    <a:lnTo>
                      <a:pt x="671" y="495"/>
                    </a:lnTo>
                    <a:lnTo>
                      <a:pt x="669" y="496"/>
                    </a:lnTo>
                    <a:lnTo>
                      <a:pt x="669" y="496"/>
                    </a:lnTo>
                    <a:lnTo>
                      <a:pt x="671" y="499"/>
                    </a:lnTo>
                    <a:lnTo>
                      <a:pt x="669" y="499"/>
                    </a:lnTo>
                    <a:lnTo>
                      <a:pt x="668" y="499"/>
                    </a:lnTo>
                    <a:lnTo>
                      <a:pt x="668" y="502"/>
                    </a:lnTo>
                    <a:lnTo>
                      <a:pt x="669" y="504"/>
                    </a:lnTo>
                    <a:lnTo>
                      <a:pt x="669" y="507"/>
                    </a:lnTo>
                    <a:lnTo>
                      <a:pt x="668" y="507"/>
                    </a:lnTo>
                    <a:lnTo>
                      <a:pt x="667" y="506"/>
                    </a:lnTo>
                    <a:lnTo>
                      <a:pt x="665" y="504"/>
                    </a:lnTo>
                    <a:lnTo>
                      <a:pt x="665" y="504"/>
                    </a:lnTo>
                    <a:lnTo>
                      <a:pt x="665" y="507"/>
                    </a:lnTo>
                    <a:lnTo>
                      <a:pt x="664" y="508"/>
                    </a:lnTo>
                    <a:lnTo>
                      <a:pt x="664" y="511"/>
                    </a:lnTo>
                    <a:lnTo>
                      <a:pt x="665" y="512"/>
                    </a:lnTo>
                    <a:lnTo>
                      <a:pt x="664" y="514"/>
                    </a:lnTo>
                    <a:lnTo>
                      <a:pt x="663" y="514"/>
                    </a:lnTo>
                    <a:lnTo>
                      <a:pt x="661" y="517"/>
                    </a:lnTo>
                    <a:lnTo>
                      <a:pt x="661" y="518"/>
                    </a:lnTo>
                    <a:lnTo>
                      <a:pt x="663" y="518"/>
                    </a:lnTo>
                    <a:lnTo>
                      <a:pt x="664" y="518"/>
                    </a:lnTo>
                    <a:lnTo>
                      <a:pt x="665" y="521"/>
                    </a:lnTo>
                    <a:lnTo>
                      <a:pt x="667" y="522"/>
                    </a:lnTo>
                    <a:lnTo>
                      <a:pt x="668" y="522"/>
                    </a:lnTo>
                    <a:lnTo>
                      <a:pt x="671" y="523"/>
                    </a:lnTo>
                    <a:lnTo>
                      <a:pt x="671" y="523"/>
                    </a:lnTo>
                    <a:lnTo>
                      <a:pt x="668" y="523"/>
                    </a:lnTo>
                    <a:lnTo>
                      <a:pt x="667" y="525"/>
                    </a:lnTo>
                    <a:lnTo>
                      <a:pt x="668" y="526"/>
                    </a:lnTo>
                    <a:lnTo>
                      <a:pt x="669" y="527"/>
                    </a:lnTo>
                    <a:lnTo>
                      <a:pt x="671" y="530"/>
                    </a:lnTo>
                    <a:lnTo>
                      <a:pt x="674" y="531"/>
                    </a:lnTo>
                    <a:lnTo>
                      <a:pt x="675" y="531"/>
                    </a:lnTo>
                    <a:lnTo>
                      <a:pt x="672" y="533"/>
                    </a:lnTo>
                    <a:lnTo>
                      <a:pt x="671" y="533"/>
                    </a:lnTo>
                    <a:lnTo>
                      <a:pt x="669" y="534"/>
                    </a:lnTo>
                    <a:lnTo>
                      <a:pt x="669" y="538"/>
                    </a:lnTo>
                    <a:lnTo>
                      <a:pt x="672" y="542"/>
                    </a:lnTo>
                    <a:lnTo>
                      <a:pt x="674" y="544"/>
                    </a:lnTo>
                    <a:lnTo>
                      <a:pt x="678" y="544"/>
                    </a:lnTo>
                    <a:lnTo>
                      <a:pt x="679" y="544"/>
                    </a:lnTo>
                    <a:lnTo>
                      <a:pt x="676" y="545"/>
                    </a:lnTo>
                    <a:lnTo>
                      <a:pt x="672" y="545"/>
                    </a:lnTo>
                    <a:lnTo>
                      <a:pt x="671" y="545"/>
                    </a:lnTo>
                    <a:lnTo>
                      <a:pt x="669" y="549"/>
                    </a:lnTo>
                    <a:lnTo>
                      <a:pt x="665" y="553"/>
                    </a:lnTo>
                    <a:lnTo>
                      <a:pt x="661" y="556"/>
                    </a:lnTo>
                    <a:lnTo>
                      <a:pt x="661" y="559"/>
                    </a:lnTo>
                    <a:lnTo>
                      <a:pt x="663" y="561"/>
                    </a:lnTo>
                    <a:lnTo>
                      <a:pt x="665" y="559"/>
                    </a:lnTo>
                    <a:lnTo>
                      <a:pt x="668" y="556"/>
                    </a:lnTo>
                    <a:lnTo>
                      <a:pt x="668" y="555"/>
                    </a:lnTo>
                    <a:lnTo>
                      <a:pt x="669" y="553"/>
                    </a:lnTo>
                    <a:lnTo>
                      <a:pt x="674" y="550"/>
                    </a:lnTo>
                    <a:lnTo>
                      <a:pt x="674" y="552"/>
                    </a:lnTo>
                    <a:lnTo>
                      <a:pt x="676" y="550"/>
                    </a:lnTo>
                    <a:lnTo>
                      <a:pt x="679" y="550"/>
                    </a:lnTo>
                    <a:lnTo>
                      <a:pt x="678" y="553"/>
                    </a:lnTo>
                    <a:lnTo>
                      <a:pt x="678" y="555"/>
                    </a:lnTo>
                    <a:lnTo>
                      <a:pt x="680" y="555"/>
                    </a:lnTo>
                    <a:lnTo>
                      <a:pt x="680" y="556"/>
                    </a:lnTo>
                    <a:lnTo>
                      <a:pt x="678" y="559"/>
                    </a:lnTo>
                    <a:lnTo>
                      <a:pt x="678" y="560"/>
                    </a:lnTo>
                    <a:lnTo>
                      <a:pt x="679" y="563"/>
                    </a:lnTo>
                    <a:lnTo>
                      <a:pt x="676" y="565"/>
                    </a:lnTo>
                    <a:lnTo>
                      <a:pt x="676" y="568"/>
                    </a:lnTo>
                    <a:lnTo>
                      <a:pt x="676" y="569"/>
                    </a:lnTo>
                    <a:lnTo>
                      <a:pt x="678" y="571"/>
                    </a:lnTo>
                    <a:lnTo>
                      <a:pt x="675" y="571"/>
                    </a:lnTo>
                    <a:lnTo>
                      <a:pt x="672" y="571"/>
                    </a:lnTo>
                    <a:lnTo>
                      <a:pt x="671" y="572"/>
                    </a:lnTo>
                    <a:lnTo>
                      <a:pt x="671" y="574"/>
                    </a:lnTo>
                    <a:lnTo>
                      <a:pt x="672" y="574"/>
                    </a:lnTo>
                    <a:lnTo>
                      <a:pt x="674" y="574"/>
                    </a:lnTo>
                    <a:lnTo>
                      <a:pt x="676" y="574"/>
                    </a:lnTo>
                    <a:lnTo>
                      <a:pt x="678" y="575"/>
                    </a:lnTo>
                    <a:lnTo>
                      <a:pt x="675" y="576"/>
                    </a:lnTo>
                    <a:lnTo>
                      <a:pt x="674" y="576"/>
                    </a:lnTo>
                    <a:lnTo>
                      <a:pt x="671" y="576"/>
                    </a:lnTo>
                    <a:lnTo>
                      <a:pt x="669" y="578"/>
                    </a:lnTo>
                    <a:lnTo>
                      <a:pt x="669" y="580"/>
                    </a:lnTo>
                    <a:lnTo>
                      <a:pt x="671" y="583"/>
                    </a:lnTo>
                    <a:lnTo>
                      <a:pt x="672" y="583"/>
                    </a:lnTo>
                    <a:lnTo>
                      <a:pt x="674" y="580"/>
                    </a:lnTo>
                    <a:lnTo>
                      <a:pt x="675" y="580"/>
                    </a:lnTo>
                    <a:lnTo>
                      <a:pt x="678" y="580"/>
                    </a:lnTo>
                    <a:lnTo>
                      <a:pt x="680" y="576"/>
                    </a:lnTo>
                    <a:lnTo>
                      <a:pt x="684" y="571"/>
                    </a:lnTo>
                    <a:lnTo>
                      <a:pt x="684" y="565"/>
                    </a:lnTo>
                    <a:lnTo>
                      <a:pt x="688" y="559"/>
                    </a:lnTo>
                    <a:lnTo>
                      <a:pt x="690" y="557"/>
                    </a:lnTo>
                    <a:lnTo>
                      <a:pt x="690" y="557"/>
                    </a:lnTo>
                    <a:lnTo>
                      <a:pt x="690" y="557"/>
                    </a:lnTo>
                    <a:close/>
                    <a:moveTo>
                      <a:pt x="648" y="574"/>
                    </a:moveTo>
                    <a:lnTo>
                      <a:pt x="646" y="572"/>
                    </a:lnTo>
                    <a:lnTo>
                      <a:pt x="646" y="571"/>
                    </a:lnTo>
                    <a:lnTo>
                      <a:pt x="648" y="572"/>
                    </a:lnTo>
                    <a:lnTo>
                      <a:pt x="648" y="574"/>
                    </a:lnTo>
                    <a:lnTo>
                      <a:pt x="648" y="574"/>
                    </a:lnTo>
                    <a:close/>
                    <a:moveTo>
                      <a:pt x="663" y="579"/>
                    </a:moveTo>
                    <a:lnTo>
                      <a:pt x="665" y="576"/>
                    </a:lnTo>
                    <a:lnTo>
                      <a:pt x="667" y="578"/>
                    </a:lnTo>
                    <a:lnTo>
                      <a:pt x="665" y="580"/>
                    </a:lnTo>
                    <a:lnTo>
                      <a:pt x="663" y="579"/>
                    </a:lnTo>
                    <a:lnTo>
                      <a:pt x="663" y="579"/>
                    </a:lnTo>
                    <a:close/>
                    <a:moveTo>
                      <a:pt x="664" y="571"/>
                    </a:moveTo>
                    <a:lnTo>
                      <a:pt x="667" y="569"/>
                    </a:lnTo>
                    <a:lnTo>
                      <a:pt x="668" y="574"/>
                    </a:lnTo>
                    <a:lnTo>
                      <a:pt x="665" y="576"/>
                    </a:lnTo>
                    <a:lnTo>
                      <a:pt x="663" y="575"/>
                    </a:lnTo>
                    <a:lnTo>
                      <a:pt x="664" y="572"/>
                    </a:lnTo>
                    <a:lnTo>
                      <a:pt x="664" y="571"/>
                    </a:lnTo>
                    <a:lnTo>
                      <a:pt x="664" y="571"/>
                    </a:lnTo>
                    <a:close/>
                    <a:moveTo>
                      <a:pt x="663" y="564"/>
                    </a:moveTo>
                    <a:lnTo>
                      <a:pt x="665" y="568"/>
                    </a:lnTo>
                    <a:lnTo>
                      <a:pt x="663" y="569"/>
                    </a:lnTo>
                    <a:lnTo>
                      <a:pt x="663" y="567"/>
                    </a:lnTo>
                    <a:lnTo>
                      <a:pt x="663" y="565"/>
                    </a:lnTo>
                    <a:lnTo>
                      <a:pt x="663" y="564"/>
                    </a:lnTo>
                    <a:lnTo>
                      <a:pt x="663" y="564"/>
                    </a:lnTo>
                    <a:close/>
                    <a:moveTo>
                      <a:pt x="665" y="564"/>
                    </a:moveTo>
                    <a:lnTo>
                      <a:pt x="668" y="561"/>
                    </a:lnTo>
                    <a:lnTo>
                      <a:pt x="668" y="560"/>
                    </a:lnTo>
                    <a:lnTo>
                      <a:pt x="669" y="556"/>
                    </a:lnTo>
                    <a:lnTo>
                      <a:pt x="672" y="556"/>
                    </a:lnTo>
                    <a:lnTo>
                      <a:pt x="672" y="555"/>
                    </a:lnTo>
                    <a:lnTo>
                      <a:pt x="676" y="553"/>
                    </a:lnTo>
                    <a:lnTo>
                      <a:pt x="676" y="557"/>
                    </a:lnTo>
                    <a:lnTo>
                      <a:pt x="676" y="560"/>
                    </a:lnTo>
                    <a:lnTo>
                      <a:pt x="676" y="563"/>
                    </a:lnTo>
                    <a:lnTo>
                      <a:pt x="674" y="568"/>
                    </a:lnTo>
                    <a:lnTo>
                      <a:pt x="668" y="571"/>
                    </a:lnTo>
                    <a:lnTo>
                      <a:pt x="667" y="569"/>
                    </a:lnTo>
                    <a:lnTo>
                      <a:pt x="669" y="567"/>
                    </a:lnTo>
                    <a:lnTo>
                      <a:pt x="672" y="564"/>
                    </a:lnTo>
                    <a:lnTo>
                      <a:pt x="672" y="563"/>
                    </a:lnTo>
                    <a:lnTo>
                      <a:pt x="667" y="565"/>
                    </a:lnTo>
                    <a:lnTo>
                      <a:pt x="665" y="564"/>
                    </a:lnTo>
                    <a:lnTo>
                      <a:pt x="665" y="564"/>
                    </a:lnTo>
                    <a:close/>
                    <a:moveTo>
                      <a:pt x="641" y="574"/>
                    </a:moveTo>
                    <a:lnTo>
                      <a:pt x="642" y="572"/>
                    </a:lnTo>
                    <a:lnTo>
                      <a:pt x="644" y="574"/>
                    </a:lnTo>
                    <a:lnTo>
                      <a:pt x="644" y="575"/>
                    </a:lnTo>
                    <a:lnTo>
                      <a:pt x="645" y="579"/>
                    </a:lnTo>
                    <a:lnTo>
                      <a:pt x="644" y="582"/>
                    </a:lnTo>
                    <a:lnTo>
                      <a:pt x="642" y="582"/>
                    </a:lnTo>
                    <a:lnTo>
                      <a:pt x="642" y="579"/>
                    </a:lnTo>
                    <a:lnTo>
                      <a:pt x="640" y="575"/>
                    </a:lnTo>
                    <a:lnTo>
                      <a:pt x="641" y="574"/>
                    </a:lnTo>
                    <a:lnTo>
                      <a:pt x="641" y="574"/>
                    </a:lnTo>
                    <a:close/>
                    <a:moveTo>
                      <a:pt x="641" y="569"/>
                    </a:moveTo>
                    <a:lnTo>
                      <a:pt x="642" y="568"/>
                    </a:lnTo>
                    <a:lnTo>
                      <a:pt x="644" y="569"/>
                    </a:lnTo>
                    <a:lnTo>
                      <a:pt x="645" y="571"/>
                    </a:lnTo>
                    <a:lnTo>
                      <a:pt x="642" y="572"/>
                    </a:lnTo>
                    <a:lnTo>
                      <a:pt x="641" y="569"/>
                    </a:lnTo>
                    <a:lnTo>
                      <a:pt x="641" y="569"/>
                    </a:lnTo>
                    <a:close/>
                    <a:moveTo>
                      <a:pt x="640" y="567"/>
                    </a:moveTo>
                    <a:lnTo>
                      <a:pt x="642" y="564"/>
                    </a:lnTo>
                    <a:lnTo>
                      <a:pt x="642" y="567"/>
                    </a:lnTo>
                    <a:lnTo>
                      <a:pt x="640" y="567"/>
                    </a:lnTo>
                    <a:lnTo>
                      <a:pt x="640" y="567"/>
                    </a:lnTo>
                    <a:close/>
                    <a:moveTo>
                      <a:pt x="638" y="561"/>
                    </a:moveTo>
                    <a:lnTo>
                      <a:pt x="640" y="563"/>
                    </a:lnTo>
                    <a:lnTo>
                      <a:pt x="638" y="565"/>
                    </a:lnTo>
                    <a:lnTo>
                      <a:pt x="638" y="561"/>
                    </a:lnTo>
                    <a:lnTo>
                      <a:pt x="638" y="561"/>
                    </a:lnTo>
                    <a:close/>
                    <a:moveTo>
                      <a:pt x="637" y="549"/>
                    </a:moveTo>
                    <a:lnTo>
                      <a:pt x="635" y="546"/>
                    </a:lnTo>
                    <a:lnTo>
                      <a:pt x="638" y="548"/>
                    </a:lnTo>
                    <a:lnTo>
                      <a:pt x="637" y="549"/>
                    </a:lnTo>
                    <a:lnTo>
                      <a:pt x="637" y="549"/>
                    </a:lnTo>
                    <a:close/>
                    <a:moveTo>
                      <a:pt x="644" y="552"/>
                    </a:moveTo>
                    <a:lnTo>
                      <a:pt x="645" y="550"/>
                    </a:lnTo>
                    <a:lnTo>
                      <a:pt x="646" y="553"/>
                    </a:lnTo>
                    <a:lnTo>
                      <a:pt x="645" y="553"/>
                    </a:lnTo>
                    <a:lnTo>
                      <a:pt x="644" y="552"/>
                    </a:lnTo>
                    <a:lnTo>
                      <a:pt x="644" y="552"/>
                    </a:lnTo>
                    <a:close/>
                    <a:moveTo>
                      <a:pt x="645" y="548"/>
                    </a:moveTo>
                    <a:lnTo>
                      <a:pt x="646" y="545"/>
                    </a:lnTo>
                    <a:lnTo>
                      <a:pt x="649" y="544"/>
                    </a:lnTo>
                    <a:lnTo>
                      <a:pt x="650" y="545"/>
                    </a:lnTo>
                    <a:lnTo>
                      <a:pt x="649" y="546"/>
                    </a:lnTo>
                    <a:lnTo>
                      <a:pt x="648" y="546"/>
                    </a:lnTo>
                    <a:lnTo>
                      <a:pt x="646" y="548"/>
                    </a:lnTo>
                    <a:lnTo>
                      <a:pt x="645" y="548"/>
                    </a:lnTo>
                    <a:lnTo>
                      <a:pt x="645" y="548"/>
                    </a:lnTo>
                    <a:close/>
                    <a:moveTo>
                      <a:pt x="650" y="550"/>
                    </a:moveTo>
                    <a:lnTo>
                      <a:pt x="652" y="546"/>
                    </a:lnTo>
                    <a:lnTo>
                      <a:pt x="652" y="544"/>
                    </a:lnTo>
                    <a:lnTo>
                      <a:pt x="649" y="541"/>
                    </a:lnTo>
                    <a:lnTo>
                      <a:pt x="652" y="540"/>
                    </a:lnTo>
                    <a:lnTo>
                      <a:pt x="653" y="540"/>
                    </a:lnTo>
                    <a:lnTo>
                      <a:pt x="656" y="542"/>
                    </a:lnTo>
                    <a:lnTo>
                      <a:pt x="653" y="545"/>
                    </a:lnTo>
                    <a:lnTo>
                      <a:pt x="653" y="548"/>
                    </a:lnTo>
                    <a:lnTo>
                      <a:pt x="655" y="549"/>
                    </a:lnTo>
                    <a:lnTo>
                      <a:pt x="656" y="549"/>
                    </a:lnTo>
                    <a:lnTo>
                      <a:pt x="659" y="550"/>
                    </a:lnTo>
                    <a:lnTo>
                      <a:pt x="659" y="555"/>
                    </a:lnTo>
                    <a:lnTo>
                      <a:pt x="657" y="555"/>
                    </a:lnTo>
                    <a:lnTo>
                      <a:pt x="659" y="557"/>
                    </a:lnTo>
                    <a:lnTo>
                      <a:pt x="659" y="560"/>
                    </a:lnTo>
                    <a:lnTo>
                      <a:pt x="657" y="560"/>
                    </a:lnTo>
                    <a:lnTo>
                      <a:pt x="656" y="559"/>
                    </a:lnTo>
                    <a:lnTo>
                      <a:pt x="655" y="561"/>
                    </a:lnTo>
                    <a:lnTo>
                      <a:pt x="659" y="564"/>
                    </a:lnTo>
                    <a:lnTo>
                      <a:pt x="660" y="567"/>
                    </a:lnTo>
                    <a:lnTo>
                      <a:pt x="657" y="568"/>
                    </a:lnTo>
                    <a:lnTo>
                      <a:pt x="656" y="569"/>
                    </a:lnTo>
                    <a:lnTo>
                      <a:pt x="659" y="568"/>
                    </a:lnTo>
                    <a:lnTo>
                      <a:pt x="660" y="569"/>
                    </a:lnTo>
                    <a:lnTo>
                      <a:pt x="660" y="571"/>
                    </a:lnTo>
                    <a:lnTo>
                      <a:pt x="657" y="574"/>
                    </a:lnTo>
                    <a:lnTo>
                      <a:pt x="656" y="574"/>
                    </a:lnTo>
                    <a:lnTo>
                      <a:pt x="655" y="576"/>
                    </a:lnTo>
                    <a:lnTo>
                      <a:pt x="656" y="576"/>
                    </a:lnTo>
                    <a:lnTo>
                      <a:pt x="656" y="578"/>
                    </a:lnTo>
                    <a:lnTo>
                      <a:pt x="656" y="579"/>
                    </a:lnTo>
                    <a:lnTo>
                      <a:pt x="656" y="580"/>
                    </a:lnTo>
                    <a:lnTo>
                      <a:pt x="655" y="582"/>
                    </a:lnTo>
                    <a:lnTo>
                      <a:pt x="653" y="582"/>
                    </a:lnTo>
                    <a:lnTo>
                      <a:pt x="652" y="580"/>
                    </a:lnTo>
                    <a:lnTo>
                      <a:pt x="652" y="579"/>
                    </a:lnTo>
                    <a:lnTo>
                      <a:pt x="649" y="576"/>
                    </a:lnTo>
                    <a:lnTo>
                      <a:pt x="649" y="574"/>
                    </a:lnTo>
                    <a:lnTo>
                      <a:pt x="652" y="572"/>
                    </a:lnTo>
                    <a:lnTo>
                      <a:pt x="650" y="571"/>
                    </a:lnTo>
                    <a:lnTo>
                      <a:pt x="650" y="569"/>
                    </a:lnTo>
                    <a:lnTo>
                      <a:pt x="653" y="568"/>
                    </a:lnTo>
                    <a:lnTo>
                      <a:pt x="652" y="567"/>
                    </a:lnTo>
                    <a:lnTo>
                      <a:pt x="649" y="567"/>
                    </a:lnTo>
                    <a:lnTo>
                      <a:pt x="649" y="568"/>
                    </a:lnTo>
                    <a:lnTo>
                      <a:pt x="648" y="567"/>
                    </a:lnTo>
                    <a:lnTo>
                      <a:pt x="645" y="567"/>
                    </a:lnTo>
                    <a:lnTo>
                      <a:pt x="645" y="565"/>
                    </a:lnTo>
                    <a:lnTo>
                      <a:pt x="646" y="564"/>
                    </a:lnTo>
                    <a:lnTo>
                      <a:pt x="648" y="564"/>
                    </a:lnTo>
                    <a:lnTo>
                      <a:pt x="648" y="563"/>
                    </a:lnTo>
                    <a:lnTo>
                      <a:pt x="648" y="561"/>
                    </a:lnTo>
                    <a:lnTo>
                      <a:pt x="650" y="559"/>
                    </a:lnTo>
                    <a:lnTo>
                      <a:pt x="650" y="557"/>
                    </a:lnTo>
                    <a:lnTo>
                      <a:pt x="649" y="557"/>
                    </a:lnTo>
                    <a:lnTo>
                      <a:pt x="648" y="557"/>
                    </a:lnTo>
                    <a:lnTo>
                      <a:pt x="646" y="556"/>
                    </a:lnTo>
                    <a:lnTo>
                      <a:pt x="648" y="556"/>
                    </a:lnTo>
                    <a:lnTo>
                      <a:pt x="650" y="555"/>
                    </a:lnTo>
                    <a:lnTo>
                      <a:pt x="652" y="552"/>
                    </a:lnTo>
                    <a:lnTo>
                      <a:pt x="650" y="550"/>
                    </a:lnTo>
                    <a:lnTo>
                      <a:pt x="650" y="550"/>
                    </a:lnTo>
                    <a:close/>
                    <a:moveTo>
                      <a:pt x="668" y="548"/>
                    </a:moveTo>
                    <a:lnTo>
                      <a:pt x="667" y="545"/>
                    </a:lnTo>
                    <a:lnTo>
                      <a:pt x="668" y="544"/>
                    </a:lnTo>
                    <a:lnTo>
                      <a:pt x="668" y="541"/>
                    </a:lnTo>
                    <a:lnTo>
                      <a:pt x="669" y="542"/>
                    </a:lnTo>
                    <a:lnTo>
                      <a:pt x="669" y="545"/>
                    </a:lnTo>
                    <a:lnTo>
                      <a:pt x="668" y="548"/>
                    </a:lnTo>
                    <a:lnTo>
                      <a:pt x="668" y="548"/>
                    </a:lnTo>
                    <a:close/>
                    <a:moveTo>
                      <a:pt x="663" y="550"/>
                    </a:moveTo>
                    <a:lnTo>
                      <a:pt x="664" y="546"/>
                    </a:lnTo>
                    <a:lnTo>
                      <a:pt x="665" y="546"/>
                    </a:lnTo>
                    <a:lnTo>
                      <a:pt x="665" y="549"/>
                    </a:lnTo>
                    <a:lnTo>
                      <a:pt x="664" y="550"/>
                    </a:lnTo>
                    <a:lnTo>
                      <a:pt x="663" y="550"/>
                    </a:lnTo>
                    <a:lnTo>
                      <a:pt x="663" y="550"/>
                    </a:lnTo>
                    <a:close/>
                    <a:moveTo>
                      <a:pt x="660" y="548"/>
                    </a:moveTo>
                    <a:lnTo>
                      <a:pt x="661" y="545"/>
                    </a:lnTo>
                    <a:lnTo>
                      <a:pt x="665" y="542"/>
                    </a:lnTo>
                    <a:lnTo>
                      <a:pt x="665" y="544"/>
                    </a:lnTo>
                    <a:lnTo>
                      <a:pt x="664" y="545"/>
                    </a:lnTo>
                    <a:lnTo>
                      <a:pt x="663" y="548"/>
                    </a:lnTo>
                    <a:lnTo>
                      <a:pt x="660" y="548"/>
                    </a:lnTo>
                    <a:lnTo>
                      <a:pt x="660" y="548"/>
                    </a:lnTo>
                    <a:close/>
                    <a:moveTo>
                      <a:pt x="657" y="541"/>
                    </a:moveTo>
                    <a:lnTo>
                      <a:pt x="660" y="538"/>
                    </a:lnTo>
                    <a:lnTo>
                      <a:pt x="664" y="538"/>
                    </a:lnTo>
                    <a:lnTo>
                      <a:pt x="664" y="540"/>
                    </a:lnTo>
                    <a:lnTo>
                      <a:pt x="661" y="544"/>
                    </a:lnTo>
                    <a:lnTo>
                      <a:pt x="659" y="542"/>
                    </a:lnTo>
                    <a:lnTo>
                      <a:pt x="657" y="541"/>
                    </a:lnTo>
                    <a:lnTo>
                      <a:pt x="657" y="541"/>
                    </a:lnTo>
                    <a:close/>
                    <a:moveTo>
                      <a:pt x="661" y="533"/>
                    </a:moveTo>
                    <a:lnTo>
                      <a:pt x="664" y="530"/>
                    </a:lnTo>
                    <a:lnTo>
                      <a:pt x="667" y="529"/>
                    </a:lnTo>
                    <a:lnTo>
                      <a:pt x="668" y="533"/>
                    </a:lnTo>
                    <a:lnTo>
                      <a:pt x="665" y="536"/>
                    </a:lnTo>
                    <a:lnTo>
                      <a:pt x="663" y="537"/>
                    </a:lnTo>
                    <a:lnTo>
                      <a:pt x="661" y="536"/>
                    </a:lnTo>
                    <a:lnTo>
                      <a:pt x="661" y="533"/>
                    </a:lnTo>
                    <a:lnTo>
                      <a:pt x="661" y="533"/>
                    </a:lnTo>
                    <a:close/>
                    <a:moveTo>
                      <a:pt x="652" y="537"/>
                    </a:moveTo>
                    <a:lnTo>
                      <a:pt x="652" y="534"/>
                    </a:lnTo>
                    <a:lnTo>
                      <a:pt x="655" y="527"/>
                    </a:lnTo>
                    <a:lnTo>
                      <a:pt x="656" y="525"/>
                    </a:lnTo>
                    <a:lnTo>
                      <a:pt x="653" y="525"/>
                    </a:lnTo>
                    <a:lnTo>
                      <a:pt x="653" y="522"/>
                    </a:lnTo>
                    <a:lnTo>
                      <a:pt x="652" y="521"/>
                    </a:lnTo>
                    <a:lnTo>
                      <a:pt x="653" y="518"/>
                    </a:lnTo>
                    <a:lnTo>
                      <a:pt x="656" y="518"/>
                    </a:lnTo>
                    <a:lnTo>
                      <a:pt x="659" y="522"/>
                    </a:lnTo>
                    <a:lnTo>
                      <a:pt x="661" y="522"/>
                    </a:lnTo>
                    <a:lnTo>
                      <a:pt x="664" y="525"/>
                    </a:lnTo>
                    <a:lnTo>
                      <a:pt x="664" y="527"/>
                    </a:lnTo>
                    <a:lnTo>
                      <a:pt x="661" y="531"/>
                    </a:lnTo>
                    <a:lnTo>
                      <a:pt x="660" y="531"/>
                    </a:lnTo>
                    <a:lnTo>
                      <a:pt x="660" y="527"/>
                    </a:lnTo>
                    <a:lnTo>
                      <a:pt x="659" y="529"/>
                    </a:lnTo>
                    <a:lnTo>
                      <a:pt x="659" y="531"/>
                    </a:lnTo>
                    <a:lnTo>
                      <a:pt x="657" y="533"/>
                    </a:lnTo>
                    <a:lnTo>
                      <a:pt x="659" y="536"/>
                    </a:lnTo>
                    <a:lnTo>
                      <a:pt x="657" y="537"/>
                    </a:lnTo>
                    <a:lnTo>
                      <a:pt x="656" y="536"/>
                    </a:lnTo>
                    <a:lnTo>
                      <a:pt x="655" y="538"/>
                    </a:lnTo>
                    <a:lnTo>
                      <a:pt x="652" y="537"/>
                    </a:lnTo>
                    <a:lnTo>
                      <a:pt x="652" y="537"/>
                    </a:lnTo>
                    <a:close/>
                    <a:moveTo>
                      <a:pt x="645" y="533"/>
                    </a:moveTo>
                    <a:lnTo>
                      <a:pt x="642" y="531"/>
                    </a:lnTo>
                    <a:lnTo>
                      <a:pt x="645" y="529"/>
                    </a:lnTo>
                    <a:lnTo>
                      <a:pt x="644" y="527"/>
                    </a:lnTo>
                    <a:lnTo>
                      <a:pt x="644" y="525"/>
                    </a:lnTo>
                    <a:lnTo>
                      <a:pt x="645" y="523"/>
                    </a:lnTo>
                    <a:lnTo>
                      <a:pt x="648" y="523"/>
                    </a:lnTo>
                    <a:lnTo>
                      <a:pt x="648" y="521"/>
                    </a:lnTo>
                    <a:lnTo>
                      <a:pt x="648" y="521"/>
                    </a:lnTo>
                    <a:lnTo>
                      <a:pt x="650" y="525"/>
                    </a:lnTo>
                    <a:lnTo>
                      <a:pt x="649" y="526"/>
                    </a:lnTo>
                    <a:lnTo>
                      <a:pt x="650" y="529"/>
                    </a:lnTo>
                    <a:lnTo>
                      <a:pt x="652" y="526"/>
                    </a:lnTo>
                    <a:lnTo>
                      <a:pt x="652" y="529"/>
                    </a:lnTo>
                    <a:lnTo>
                      <a:pt x="650" y="534"/>
                    </a:lnTo>
                    <a:lnTo>
                      <a:pt x="646" y="538"/>
                    </a:lnTo>
                    <a:lnTo>
                      <a:pt x="646" y="541"/>
                    </a:lnTo>
                    <a:lnTo>
                      <a:pt x="645" y="542"/>
                    </a:lnTo>
                    <a:lnTo>
                      <a:pt x="642" y="544"/>
                    </a:lnTo>
                    <a:lnTo>
                      <a:pt x="642" y="541"/>
                    </a:lnTo>
                    <a:lnTo>
                      <a:pt x="642" y="540"/>
                    </a:lnTo>
                    <a:lnTo>
                      <a:pt x="641" y="545"/>
                    </a:lnTo>
                    <a:lnTo>
                      <a:pt x="640" y="544"/>
                    </a:lnTo>
                    <a:lnTo>
                      <a:pt x="640" y="541"/>
                    </a:lnTo>
                    <a:lnTo>
                      <a:pt x="641" y="538"/>
                    </a:lnTo>
                    <a:lnTo>
                      <a:pt x="641" y="537"/>
                    </a:lnTo>
                    <a:lnTo>
                      <a:pt x="642" y="536"/>
                    </a:lnTo>
                    <a:lnTo>
                      <a:pt x="644" y="537"/>
                    </a:lnTo>
                    <a:lnTo>
                      <a:pt x="645" y="536"/>
                    </a:lnTo>
                    <a:lnTo>
                      <a:pt x="645" y="533"/>
                    </a:lnTo>
                    <a:lnTo>
                      <a:pt x="645" y="533"/>
                    </a:lnTo>
                    <a:close/>
                    <a:moveTo>
                      <a:pt x="644" y="508"/>
                    </a:moveTo>
                    <a:lnTo>
                      <a:pt x="645" y="508"/>
                    </a:lnTo>
                    <a:lnTo>
                      <a:pt x="645" y="511"/>
                    </a:lnTo>
                    <a:lnTo>
                      <a:pt x="644" y="508"/>
                    </a:lnTo>
                    <a:lnTo>
                      <a:pt x="644" y="508"/>
                    </a:lnTo>
                    <a:close/>
                    <a:moveTo>
                      <a:pt x="637" y="510"/>
                    </a:moveTo>
                    <a:lnTo>
                      <a:pt x="638" y="508"/>
                    </a:lnTo>
                    <a:lnTo>
                      <a:pt x="640" y="507"/>
                    </a:lnTo>
                    <a:lnTo>
                      <a:pt x="641" y="507"/>
                    </a:lnTo>
                    <a:lnTo>
                      <a:pt x="642" y="511"/>
                    </a:lnTo>
                    <a:lnTo>
                      <a:pt x="642" y="517"/>
                    </a:lnTo>
                    <a:lnTo>
                      <a:pt x="642" y="521"/>
                    </a:lnTo>
                    <a:lnTo>
                      <a:pt x="641" y="522"/>
                    </a:lnTo>
                    <a:lnTo>
                      <a:pt x="640" y="527"/>
                    </a:lnTo>
                    <a:lnTo>
                      <a:pt x="638" y="529"/>
                    </a:lnTo>
                    <a:lnTo>
                      <a:pt x="637" y="533"/>
                    </a:lnTo>
                    <a:lnTo>
                      <a:pt x="637" y="536"/>
                    </a:lnTo>
                    <a:lnTo>
                      <a:pt x="637" y="538"/>
                    </a:lnTo>
                    <a:lnTo>
                      <a:pt x="635" y="538"/>
                    </a:lnTo>
                    <a:lnTo>
                      <a:pt x="634" y="537"/>
                    </a:lnTo>
                    <a:lnTo>
                      <a:pt x="635" y="534"/>
                    </a:lnTo>
                    <a:lnTo>
                      <a:pt x="634" y="533"/>
                    </a:lnTo>
                    <a:lnTo>
                      <a:pt x="633" y="530"/>
                    </a:lnTo>
                    <a:lnTo>
                      <a:pt x="634" y="527"/>
                    </a:lnTo>
                    <a:lnTo>
                      <a:pt x="635" y="527"/>
                    </a:lnTo>
                    <a:lnTo>
                      <a:pt x="637" y="526"/>
                    </a:lnTo>
                    <a:lnTo>
                      <a:pt x="637" y="525"/>
                    </a:lnTo>
                    <a:lnTo>
                      <a:pt x="635" y="526"/>
                    </a:lnTo>
                    <a:lnTo>
                      <a:pt x="634" y="526"/>
                    </a:lnTo>
                    <a:lnTo>
                      <a:pt x="634" y="523"/>
                    </a:lnTo>
                    <a:lnTo>
                      <a:pt x="635" y="523"/>
                    </a:lnTo>
                    <a:lnTo>
                      <a:pt x="635" y="522"/>
                    </a:lnTo>
                    <a:lnTo>
                      <a:pt x="633" y="521"/>
                    </a:lnTo>
                    <a:lnTo>
                      <a:pt x="633" y="519"/>
                    </a:lnTo>
                    <a:lnTo>
                      <a:pt x="635" y="519"/>
                    </a:lnTo>
                    <a:lnTo>
                      <a:pt x="637" y="518"/>
                    </a:lnTo>
                    <a:lnTo>
                      <a:pt x="637" y="515"/>
                    </a:lnTo>
                    <a:lnTo>
                      <a:pt x="638" y="512"/>
                    </a:lnTo>
                    <a:lnTo>
                      <a:pt x="637" y="511"/>
                    </a:lnTo>
                    <a:lnTo>
                      <a:pt x="637" y="510"/>
                    </a:lnTo>
                    <a:lnTo>
                      <a:pt x="637" y="510"/>
                    </a:lnTo>
                    <a:close/>
                    <a:moveTo>
                      <a:pt x="631" y="510"/>
                    </a:moveTo>
                    <a:lnTo>
                      <a:pt x="633" y="508"/>
                    </a:lnTo>
                    <a:lnTo>
                      <a:pt x="634" y="510"/>
                    </a:lnTo>
                    <a:lnTo>
                      <a:pt x="633" y="512"/>
                    </a:lnTo>
                    <a:lnTo>
                      <a:pt x="633" y="515"/>
                    </a:lnTo>
                    <a:lnTo>
                      <a:pt x="630" y="517"/>
                    </a:lnTo>
                    <a:lnTo>
                      <a:pt x="630" y="515"/>
                    </a:lnTo>
                    <a:lnTo>
                      <a:pt x="631" y="512"/>
                    </a:lnTo>
                    <a:lnTo>
                      <a:pt x="630" y="512"/>
                    </a:lnTo>
                    <a:lnTo>
                      <a:pt x="631" y="510"/>
                    </a:lnTo>
                    <a:lnTo>
                      <a:pt x="631" y="510"/>
                    </a:lnTo>
                    <a:close/>
                    <a:moveTo>
                      <a:pt x="645" y="517"/>
                    </a:moveTo>
                    <a:lnTo>
                      <a:pt x="646" y="514"/>
                    </a:lnTo>
                    <a:lnTo>
                      <a:pt x="646" y="510"/>
                    </a:lnTo>
                    <a:lnTo>
                      <a:pt x="648" y="508"/>
                    </a:lnTo>
                    <a:lnTo>
                      <a:pt x="652" y="508"/>
                    </a:lnTo>
                    <a:lnTo>
                      <a:pt x="650" y="507"/>
                    </a:lnTo>
                    <a:lnTo>
                      <a:pt x="652" y="506"/>
                    </a:lnTo>
                    <a:lnTo>
                      <a:pt x="649" y="504"/>
                    </a:lnTo>
                    <a:lnTo>
                      <a:pt x="650" y="499"/>
                    </a:lnTo>
                    <a:lnTo>
                      <a:pt x="653" y="495"/>
                    </a:lnTo>
                    <a:lnTo>
                      <a:pt x="653" y="487"/>
                    </a:lnTo>
                    <a:lnTo>
                      <a:pt x="655" y="483"/>
                    </a:lnTo>
                    <a:lnTo>
                      <a:pt x="656" y="484"/>
                    </a:lnTo>
                    <a:lnTo>
                      <a:pt x="656" y="487"/>
                    </a:lnTo>
                    <a:lnTo>
                      <a:pt x="660" y="489"/>
                    </a:lnTo>
                    <a:lnTo>
                      <a:pt x="661" y="492"/>
                    </a:lnTo>
                    <a:lnTo>
                      <a:pt x="663" y="502"/>
                    </a:lnTo>
                    <a:lnTo>
                      <a:pt x="660" y="506"/>
                    </a:lnTo>
                    <a:lnTo>
                      <a:pt x="659" y="506"/>
                    </a:lnTo>
                    <a:lnTo>
                      <a:pt x="660" y="499"/>
                    </a:lnTo>
                    <a:lnTo>
                      <a:pt x="659" y="493"/>
                    </a:lnTo>
                    <a:lnTo>
                      <a:pt x="659" y="496"/>
                    </a:lnTo>
                    <a:lnTo>
                      <a:pt x="657" y="506"/>
                    </a:lnTo>
                    <a:lnTo>
                      <a:pt x="657" y="507"/>
                    </a:lnTo>
                    <a:lnTo>
                      <a:pt x="657" y="510"/>
                    </a:lnTo>
                    <a:lnTo>
                      <a:pt x="656" y="511"/>
                    </a:lnTo>
                    <a:lnTo>
                      <a:pt x="653" y="510"/>
                    </a:lnTo>
                    <a:lnTo>
                      <a:pt x="652" y="514"/>
                    </a:lnTo>
                    <a:lnTo>
                      <a:pt x="648" y="517"/>
                    </a:lnTo>
                    <a:lnTo>
                      <a:pt x="646" y="518"/>
                    </a:lnTo>
                    <a:lnTo>
                      <a:pt x="645" y="517"/>
                    </a:lnTo>
                    <a:lnTo>
                      <a:pt x="645" y="517"/>
                    </a:lnTo>
                    <a:close/>
                    <a:moveTo>
                      <a:pt x="637" y="484"/>
                    </a:moveTo>
                    <a:lnTo>
                      <a:pt x="641" y="483"/>
                    </a:lnTo>
                    <a:lnTo>
                      <a:pt x="644" y="485"/>
                    </a:lnTo>
                    <a:lnTo>
                      <a:pt x="644" y="487"/>
                    </a:lnTo>
                    <a:lnTo>
                      <a:pt x="642" y="489"/>
                    </a:lnTo>
                    <a:lnTo>
                      <a:pt x="644" y="491"/>
                    </a:lnTo>
                    <a:lnTo>
                      <a:pt x="645" y="489"/>
                    </a:lnTo>
                    <a:lnTo>
                      <a:pt x="648" y="488"/>
                    </a:lnTo>
                    <a:lnTo>
                      <a:pt x="650" y="491"/>
                    </a:lnTo>
                    <a:lnTo>
                      <a:pt x="650" y="492"/>
                    </a:lnTo>
                    <a:lnTo>
                      <a:pt x="648" y="493"/>
                    </a:lnTo>
                    <a:lnTo>
                      <a:pt x="648" y="495"/>
                    </a:lnTo>
                    <a:lnTo>
                      <a:pt x="646" y="496"/>
                    </a:lnTo>
                    <a:lnTo>
                      <a:pt x="645" y="496"/>
                    </a:lnTo>
                    <a:lnTo>
                      <a:pt x="642" y="493"/>
                    </a:lnTo>
                    <a:lnTo>
                      <a:pt x="640" y="489"/>
                    </a:lnTo>
                    <a:lnTo>
                      <a:pt x="640" y="491"/>
                    </a:lnTo>
                    <a:lnTo>
                      <a:pt x="642" y="496"/>
                    </a:lnTo>
                    <a:lnTo>
                      <a:pt x="642" y="499"/>
                    </a:lnTo>
                    <a:lnTo>
                      <a:pt x="646" y="499"/>
                    </a:lnTo>
                    <a:lnTo>
                      <a:pt x="648" y="502"/>
                    </a:lnTo>
                    <a:lnTo>
                      <a:pt x="646" y="503"/>
                    </a:lnTo>
                    <a:lnTo>
                      <a:pt x="645" y="507"/>
                    </a:lnTo>
                    <a:lnTo>
                      <a:pt x="644" y="507"/>
                    </a:lnTo>
                    <a:lnTo>
                      <a:pt x="641" y="504"/>
                    </a:lnTo>
                    <a:lnTo>
                      <a:pt x="641" y="502"/>
                    </a:lnTo>
                    <a:lnTo>
                      <a:pt x="638" y="495"/>
                    </a:lnTo>
                    <a:lnTo>
                      <a:pt x="637" y="497"/>
                    </a:lnTo>
                    <a:lnTo>
                      <a:pt x="638" y="502"/>
                    </a:lnTo>
                    <a:lnTo>
                      <a:pt x="638" y="504"/>
                    </a:lnTo>
                    <a:lnTo>
                      <a:pt x="637" y="507"/>
                    </a:lnTo>
                    <a:lnTo>
                      <a:pt x="634" y="507"/>
                    </a:lnTo>
                    <a:lnTo>
                      <a:pt x="633" y="504"/>
                    </a:lnTo>
                    <a:lnTo>
                      <a:pt x="634" y="502"/>
                    </a:lnTo>
                    <a:lnTo>
                      <a:pt x="631" y="500"/>
                    </a:lnTo>
                    <a:lnTo>
                      <a:pt x="633" y="497"/>
                    </a:lnTo>
                    <a:lnTo>
                      <a:pt x="631" y="493"/>
                    </a:lnTo>
                    <a:lnTo>
                      <a:pt x="633" y="491"/>
                    </a:lnTo>
                    <a:lnTo>
                      <a:pt x="634" y="492"/>
                    </a:lnTo>
                    <a:lnTo>
                      <a:pt x="635" y="491"/>
                    </a:lnTo>
                    <a:lnTo>
                      <a:pt x="633" y="489"/>
                    </a:lnTo>
                    <a:lnTo>
                      <a:pt x="633" y="487"/>
                    </a:lnTo>
                    <a:lnTo>
                      <a:pt x="634" y="483"/>
                    </a:lnTo>
                    <a:lnTo>
                      <a:pt x="635" y="487"/>
                    </a:lnTo>
                    <a:lnTo>
                      <a:pt x="637" y="485"/>
                    </a:lnTo>
                    <a:lnTo>
                      <a:pt x="637" y="484"/>
                    </a:lnTo>
                    <a:lnTo>
                      <a:pt x="637" y="484"/>
                    </a:lnTo>
                    <a:close/>
                    <a:moveTo>
                      <a:pt x="638" y="481"/>
                    </a:moveTo>
                    <a:lnTo>
                      <a:pt x="641" y="478"/>
                    </a:lnTo>
                    <a:lnTo>
                      <a:pt x="642" y="480"/>
                    </a:lnTo>
                    <a:lnTo>
                      <a:pt x="640" y="481"/>
                    </a:lnTo>
                    <a:lnTo>
                      <a:pt x="638" y="481"/>
                    </a:lnTo>
                    <a:lnTo>
                      <a:pt x="638" y="481"/>
                    </a:lnTo>
                    <a:close/>
                    <a:moveTo>
                      <a:pt x="213" y="306"/>
                    </a:moveTo>
                    <a:lnTo>
                      <a:pt x="212" y="305"/>
                    </a:lnTo>
                    <a:lnTo>
                      <a:pt x="213" y="303"/>
                    </a:lnTo>
                    <a:lnTo>
                      <a:pt x="214" y="305"/>
                    </a:lnTo>
                    <a:lnTo>
                      <a:pt x="213" y="306"/>
                    </a:lnTo>
                    <a:lnTo>
                      <a:pt x="213" y="306"/>
                    </a:lnTo>
                    <a:close/>
                    <a:moveTo>
                      <a:pt x="213" y="307"/>
                    </a:moveTo>
                    <a:lnTo>
                      <a:pt x="214" y="309"/>
                    </a:lnTo>
                    <a:lnTo>
                      <a:pt x="214" y="311"/>
                    </a:lnTo>
                    <a:lnTo>
                      <a:pt x="218" y="315"/>
                    </a:lnTo>
                    <a:lnTo>
                      <a:pt x="217" y="317"/>
                    </a:lnTo>
                    <a:lnTo>
                      <a:pt x="212" y="313"/>
                    </a:lnTo>
                    <a:lnTo>
                      <a:pt x="212" y="310"/>
                    </a:lnTo>
                    <a:lnTo>
                      <a:pt x="210" y="309"/>
                    </a:lnTo>
                    <a:lnTo>
                      <a:pt x="210" y="309"/>
                    </a:lnTo>
                    <a:lnTo>
                      <a:pt x="213" y="307"/>
                    </a:lnTo>
                    <a:lnTo>
                      <a:pt x="213" y="307"/>
                    </a:lnTo>
                    <a:close/>
                    <a:moveTo>
                      <a:pt x="360" y="260"/>
                    </a:moveTo>
                    <a:lnTo>
                      <a:pt x="358" y="262"/>
                    </a:lnTo>
                    <a:lnTo>
                      <a:pt x="358" y="269"/>
                    </a:lnTo>
                    <a:lnTo>
                      <a:pt x="356" y="268"/>
                    </a:lnTo>
                    <a:lnTo>
                      <a:pt x="356" y="265"/>
                    </a:lnTo>
                    <a:lnTo>
                      <a:pt x="354" y="264"/>
                    </a:lnTo>
                    <a:lnTo>
                      <a:pt x="350" y="265"/>
                    </a:lnTo>
                    <a:lnTo>
                      <a:pt x="347" y="264"/>
                    </a:lnTo>
                    <a:lnTo>
                      <a:pt x="347" y="262"/>
                    </a:lnTo>
                    <a:lnTo>
                      <a:pt x="356" y="254"/>
                    </a:lnTo>
                    <a:lnTo>
                      <a:pt x="358" y="253"/>
                    </a:lnTo>
                    <a:lnTo>
                      <a:pt x="360" y="253"/>
                    </a:lnTo>
                    <a:lnTo>
                      <a:pt x="360" y="260"/>
                    </a:lnTo>
                    <a:lnTo>
                      <a:pt x="360" y="260"/>
                    </a:lnTo>
                    <a:close/>
                    <a:moveTo>
                      <a:pt x="362" y="260"/>
                    </a:moveTo>
                    <a:lnTo>
                      <a:pt x="362" y="260"/>
                    </a:lnTo>
                    <a:lnTo>
                      <a:pt x="364" y="257"/>
                    </a:lnTo>
                    <a:lnTo>
                      <a:pt x="364" y="256"/>
                    </a:lnTo>
                    <a:lnTo>
                      <a:pt x="362" y="254"/>
                    </a:lnTo>
                    <a:lnTo>
                      <a:pt x="362" y="252"/>
                    </a:lnTo>
                    <a:lnTo>
                      <a:pt x="360" y="250"/>
                    </a:lnTo>
                    <a:lnTo>
                      <a:pt x="362" y="249"/>
                    </a:lnTo>
                    <a:lnTo>
                      <a:pt x="368" y="248"/>
                    </a:lnTo>
                    <a:lnTo>
                      <a:pt x="373" y="252"/>
                    </a:lnTo>
                    <a:lnTo>
                      <a:pt x="373" y="253"/>
                    </a:lnTo>
                    <a:lnTo>
                      <a:pt x="371" y="254"/>
                    </a:lnTo>
                    <a:lnTo>
                      <a:pt x="364" y="260"/>
                    </a:lnTo>
                    <a:lnTo>
                      <a:pt x="362" y="260"/>
                    </a:lnTo>
                    <a:lnTo>
                      <a:pt x="362" y="260"/>
                    </a:lnTo>
                    <a:close/>
                    <a:moveTo>
                      <a:pt x="390" y="241"/>
                    </a:moveTo>
                    <a:lnTo>
                      <a:pt x="391" y="241"/>
                    </a:lnTo>
                    <a:lnTo>
                      <a:pt x="395" y="239"/>
                    </a:lnTo>
                    <a:lnTo>
                      <a:pt x="396" y="242"/>
                    </a:lnTo>
                    <a:lnTo>
                      <a:pt x="395" y="245"/>
                    </a:lnTo>
                    <a:lnTo>
                      <a:pt x="394" y="245"/>
                    </a:lnTo>
                    <a:lnTo>
                      <a:pt x="390" y="241"/>
                    </a:lnTo>
                    <a:lnTo>
                      <a:pt x="390" y="241"/>
                    </a:lnTo>
                    <a:close/>
                    <a:moveTo>
                      <a:pt x="535" y="378"/>
                    </a:moveTo>
                    <a:lnTo>
                      <a:pt x="536" y="377"/>
                    </a:lnTo>
                    <a:lnTo>
                      <a:pt x="538" y="378"/>
                    </a:lnTo>
                    <a:lnTo>
                      <a:pt x="536" y="379"/>
                    </a:lnTo>
                    <a:lnTo>
                      <a:pt x="535" y="378"/>
                    </a:lnTo>
                    <a:lnTo>
                      <a:pt x="535" y="378"/>
                    </a:lnTo>
                    <a:close/>
                    <a:moveTo>
                      <a:pt x="521" y="421"/>
                    </a:moveTo>
                    <a:lnTo>
                      <a:pt x="524" y="419"/>
                    </a:lnTo>
                    <a:lnTo>
                      <a:pt x="525" y="420"/>
                    </a:lnTo>
                    <a:lnTo>
                      <a:pt x="521" y="421"/>
                    </a:lnTo>
                    <a:lnTo>
                      <a:pt x="521" y="421"/>
                    </a:lnTo>
                    <a:close/>
                    <a:moveTo>
                      <a:pt x="553" y="413"/>
                    </a:moveTo>
                    <a:lnTo>
                      <a:pt x="555" y="412"/>
                    </a:lnTo>
                    <a:lnTo>
                      <a:pt x="558" y="412"/>
                    </a:lnTo>
                    <a:lnTo>
                      <a:pt x="555" y="415"/>
                    </a:lnTo>
                    <a:lnTo>
                      <a:pt x="553" y="416"/>
                    </a:lnTo>
                    <a:lnTo>
                      <a:pt x="553" y="413"/>
                    </a:lnTo>
                    <a:lnTo>
                      <a:pt x="553" y="413"/>
                    </a:lnTo>
                    <a:close/>
                    <a:moveTo>
                      <a:pt x="530" y="385"/>
                    </a:moveTo>
                    <a:lnTo>
                      <a:pt x="530" y="382"/>
                    </a:lnTo>
                    <a:lnTo>
                      <a:pt x="532" y="382"/>
                    </a:lnTo>
                    <a:lnTo>
                      <a:pt x="532" y="385"/>
                    </a:lnTo>
                    <a:lnTo>
                      <a:pt x="530" y="385"/>
                    </a:lnTo>
                    <a:lnTo>
                      <a:pt x="530" y="385"/>
                    </a:lnTo>
                    <a:close/>
                    <a:moveTo>
                      <a:pt x="534" y="396"/>
                    </a:moveTo>
                    <a:lnTo>
                      <a:pt x="534" y="392"/>
                    </a:lnTo>
                    <a:lnTo>
                      <a:pt x="535" y="390"/>
                    </a:lnTo>
                    <a:lnTo>
                      <a:pt x="536" y="390"/>
                    </a:lnTo>
                    <a:lnTo>
                      <a:pt x="536" y="393"/>
                    </a:lnTo>
                    <a:lnTo>
                      <a:pt x="539" y="393"/>
                    </a:lnTo>
                    <a:lnTo>
                      <a:pt x="539" y="396"/>
                    </a:lnTo>
                    <a:lnTo>
                      <a:pt x="538" y="396"/>
                    </a:lnTo>
                    <a:lnTo>
                      <a:pt x="534" y="396"/>
                    </a:lnTo>
                    <a:lnTo>
                      <a:pt x="534" y="396"/>
                    </a:lnTo>
                    <a:close/>
                    <a:moveTo>
                      <a:pt x="510" y="406"/>
                    </a:moveTo>
                    <a:lnTo>
                      <a:pt x="512" y="406"/>
                    </a:lnTo>
                    <a:lnTo>
                      <a:pt x="513" y="405"/>
                    </a:lnTo>
                    <a:lnTo>
                      <a:pt x="513" y="404"/>
                    </a:lnTo>
                    <a:lnTo>
                      <a:pt x="519" y="400"/>
                    </a:lnTo>
                    <a:lnTo>
                      <a:pt x="521" y="400"/>
                    </a:lnTo>
                    <a:lnTo>
                      <a:pt x="524" y="396"/>
                    </a:lnTo>
                    <a:lnTo>
                      <a:pt x="525" y="396"/>
                    </a:lnTo>
                    <a:lnTo>
                      <a:pt x="528" y="392"/>
                    </a:lnTo>
                    <a:lnTo>
                      <a:pt x="530" y="394"/>
                    </a:lnTo>
                    <a:lnTo>
                      <a:pt x="528" y="396"/>
                    </a:lnTo>
                    <a:lnTo>
                      <a:pt x="530" y="396"/>
                    </a:lnTo>
                    <a:lnTo>
                      <a:pt x="528" y="398"/>
                    </a:lnTo>
                    <a:lnTo>
                      <a:pt x="525" y="398"/>
                    </a:lnTo>
                    <a:lnTo>
                      <a:pt x="521" y="404"/>
                    </a:lnTo>
                    <a:lnTo>
                      <a:pt x="519" y="405"/>
                    </a:lnTo>
                    <a:lnTo>
                      <a:pt x="519" y="406"/>
                    </a:lnTo>
                    <a:lnTo>
                      <a:pt x="517" y="408"/>
                    </a:lnTo>
                    <a:lnTo>
                      <a:pt x="515" y="406"/>
                    </a:lnTo>
                    <a:lnTo>
                      <a:pt x="513" y="408"/>
                    </a:lnTo>
                    <a:lnTo>
                      <a:pt x="510" y="408"/>
                    </a:lnTo>
                    <a:lnTo>
                      <a:pt x="510" y="406"/>
                    </a:lnTo>
                    <a:lnTo>
                      <a:pt x="510" y="406"/>
                    </a:lnTo>
                    <a:close/>
                    <a:moveTo>
                      <a:pt x="509" y="401"/>
                    </a:moveTo>
                    <a:lnTo>
                      <a:pt x="513" y="398"/>
                    </a:lnTo>
                    <a:lnTo>
                      <a:pt x="513" y="401"/>
                    </a:lnTo>
                    <a:lnTo>
                      <a:pt x="510" y="402"/>
                    </a:lnTo>
                    <a:lnTo>
                      <a:pt x="510" y="402"/>
                    </a:lnTo>
                    <a:lnTo>
                      <a:pt x="509" y="401"/>
                    </a:lnTo>
                    <a:lnTo>
                      <a:pt x="509" y="401"/>
                    </a:lnTo>
                    <a:close/>
                    <a:moveTo>
                      <a:pt x="517" y="394"/>
                    </a:moveTo>
                    <a:lnTo>
                      <a:pt x="521" y="390"/>
                    </a:lnTo>
                    <a:lnTo>
                      <a:pt x="521" y="389"/>
                    </a:lnTo>
                    <a:lnTo>
                      <a:pt x="523" y="387"/>
                    </a:lnTo>
                    <a:lnTo>
                      <a:pt x="524" y="387"/>
                    </a:lnTo>
                    <a:lnTo>
                      <a:pt x="525" y="389"/>
                    </a:lnTo>
                    <a:lnTo>
                      <a:pt x="523" y="390"/>
                    </a:lnTo>
                    <a:lnTo>
                      <a:pt x="523" y="393"/>
                    </a:lnTo>
                    <a:lnTo>
                      <a:pt x="520" y="394"/>
                    </a:lnTo>
                    <a:lnTo>
                      <a:pt x="519" y="396"/>
                    </a:lnTo>
                    <a:lnTo>
                      <a:pt x="517" y="396"/>
                    </a:lnTo>
                    <a:lnTo>
                      <a:pt x="517" y="394"/>
                    </a:lnTo>
                    <a:lnTo>
                      <a:pt x="517" y="394"/>
                    </a:lnTo>
                    <a:close/>
                    <a:moveTo>
                      <a:pt x="521" y="377"/>
                    </a:moveTo>
                    <a:lnTo>
                      <a:pt x="523" y="374"/>
                    </a:lnTo>
                    <a:lnTo>
                      <a:pt x="524" y="375"/>
                    </a:lnTo>
                    <a:lnTo>
                      <a:pt x="524" y="377"/>
                    </a:lnTo>
                    <a:lnTo>
                      <a:pt x="524" y="378"/>
                    </a:lnTo>
                    <a:lnTo>
                      <a:pt x="524" y="379"/>
                    </a:lnTo>
                    <a:lnTo>
                      <a:pt x="521" y="377"/>
                    </a:lnTo>
                    <a:lnTo>
                      <a:pt x="521" y="377"/>
                    </a:lnTo>
                    <a:close/>
                    <a:moveTo>
                      <a:pt x="350" y="178"/>
                    </a:moveTo>
                    <a:lnTo>
                      <a:pt x="350" y="178"/>
                    </a:lnTo>
                    <a:lnTo>
                      <a:pt x="352" y="178"/>
                    </a:lnTo>
                    <a:lnTo>
                      <a:pt x="354" y="178"/>
                    </a:lnTo>
                    <a:lnTo>
                      <a:pt x="352" y="181"/>
                    </a:lnTo>
                    <a:lnTo>
                      <a:pt x="350" y="178"/>
                    </a:lnTo>
                    <a:lnTo>
                      <a:pt x="350" y="178"/>
                    </a:lnTo>
                    <a:close/>
                    <a:moveTo>
                      <a:pt x="294" y="238"/>
                    </a:moveTo>
                    <a:lnTo>
                      <a:pt x="297" y="234"/>
                    </a:lnTo>
                    <a:lnTo>
                      <a:pt x="296" y="231"/>
                    </a:lnTo>
                    <a:lnTo>
                      <a:pt x="293" y="230"/>
                    </a:lnTo>
                    <a:lnTo>
                      <a:pt x="294" y="226"/>
                    </a:lnTo>
                    <a:lnTo>
                      <a:pt x="293" y="222"/>
                    </a:lnTo>
                    <a:lnTo>
                      <a:pt x="290" y="219"/>
                    </a:lnTo>
                    <a:lnTo>
                      <a:pt x="285" y="219"/>
                    </a:lnTo>
                    <a:lnTo>
                      <a:pt x="284" y="220"/>
                    </a:lnTo>
                    <a:lnTo>
                      <a:pt x="281" y="222"/>
                    </a:lnTo>
                    <a:lnTo>
                      <a:pt x="278" y="218"/>
                    </a:lnTo>
                    <a:lnTo>
                      <a:pt x="278" y="214"/>
                    </a:lnTo>
                    <a:lnTo>
                      <a:pt x="285" y="208"/>
                    </a:lnTo>
                    <a:lnTo>
                      <a:pt x="288" y="203"/>
                    </a:lnTo>
                    <a:lnTo>
                      <a:pt x="289" y="203"/>
                    </a:lnTo>
                    <a:lnTo>
                      <a:pt x="289" y="208"/>
                    </a:lnTo>
                    <a:lnTo>
                      <a:pt x="288" y="209"/>
                    </a:lnTo>
                    <a:lnTo>
                      <a:pt x="292" y="211"/>
                    </a:lnTo>
                    <a:lnTo>
                      <a:pt x="292" y="214"/>
                    </a:lnTo>
                    <a:lnTo>
                      <a:pt x="294" y="214"/>
                    </a:lnTo>
                    <a:lnTo>
                      <a:pt x="296" y="212"/>
                    </a:lnTo>
                    <a:lnTo>
                      <a:pt x="301" y="212"/>
                    </a:lnTo>
                    <a:lnTo>
                      <a:pt x="304" y="215"/>
                    </a:lnTo>
                    <a:lnTo>
                      <a:pt x="304" y="218"/>
                    </a:lnTo>
                    <a:lnTo>
                      <a:pt x="303" y="219"/>
                    </a:lnTo>
                    <a:lnTo>
                      <a:pt x="304" y="222"/>
                    </a:lnTo>
                    <a:lnTo>
                      <a:pt x="307" y="224"/>
                    </a:lnTo>
                    <a:lnTo>
                      <a:pt x="307" y="227"/>
                    </a:lnTo>
                    <a:lnTo>
                      <a:pt x="312" y="233"/>
                    </a:lnTo>
                    <a:lnTo>
                      <a:pt x="312" y="234"/>
                    </a:lnTo>
                    <a:lnTo>
                      <a:pt x="311" y="237"/>
                    </a:lnTo>
                    <a:lnTo>
                      <a:pt x="307" y="234"/>
                    </a:lnTo>
                    <a:lnTo>
                      <a:pt x="305" y="234"/>
                    </a:lnTo>
                    <a:lnTo>
                      <a:pt x="304" y="235"/>
                    </a:lnTo>
                    <a:lnTo>
                      <a:pt x="301" y="237"/>
                    </a:lnTo>
                    <a:lnTo>
                      <a:pt x="297" y="239"/>
                    </a:lnTo>
                    <a:lnTo>
                      <a:pt x="294" y="238"/>
                    </a:lnTo>
                    <a:lnTo>
                      <a:pt x="294" y="238"/>
                    </a:lnTo>
                    <a:close/>
                    <a:moveTo>
                      <a:pt x="275" y="334"/>
                    </a:moveTo>
                    <a:lnTo>
                      <a:pt x="280" y="334"/>
                    </a:lnTo>
                    <a:lnTo>
                      <a:pt x="282" y="336"/>
                    </a:lnTo>
                    <a:lnTo>
                      <a:pt x="285" y="336"/>
                    </a:lnTo>
                    <a:lnTo>
                      <a:pt x="288" y="336"/>
                    </a:lnTo>
                    <a:lnTo>
                      <a:pt x="290" y="333"/>
                    </a:lnTo>
                    <a:lnTo>
                      <a:pt x="294" y="333"/>
                    </a:lnTo>
                    <a:lnTo>
                      <a:pt x="294" y="334"/>
                    </a:lnTo>
                    <a:lnTo>
                      <a:pt x="297" y="337"/>
                    </a:lnTo>
                    <a:lnTo>
                      <a:pt x="299" y="340"/>
                    </a:lnTo>
                    <a:lnTo>
                      <a:pt x="296" y="343"/>
                    </a:lnTo>
                    <a:lnTo>
                      <a:pt x="294" y="347"/>
                    </a:lnTo>
                    <a:lnTo>
                      <a:pt x="290" y="347"/>
                    </a:lnTo>
                    <a:lnTo>
                      <a:pt x="288" y="345"/>
                    </a:lnTo>
                    <a:lnTo>
                      <a:pt x="285" y="348"/>
                    </a:lnTo>
                    <a:lnTo>
                      <a:pt x="282" y="345"/>
                    </a:lnTo>
                    <a:lnTo>
                      <a:pt x="280" y="345"/>
                    </a:lnTo>
                    <a:lnTo>
                      <a:pt x="277" y="340"/>
                    </a:lnTo>
                    <a:lnTo>
                      <a:pt x="275" y="334"/>
                    </a:lnTo>
                    <a:lnTo>
                      <a:pt x="275" y="334"/>
                    </a:lnTo>
                    <a:close/>
                    <a:moveTo>
                      <a:pt x="464" y="378"/>
                    </a:moveTo>
                    <a:lnTo>
                      <a:pt x="468" y="374"/>
                    </a:lnTo>
                    <a:lnTo>
                      <a:pt x="470" y="374"/>
                    </a:lnTo>
                    <a:lnTo>
                      <a:pt x="471" y="377"/>
                    </a:lnTo>
                    <a:lnTo>
                      <a:pt x="467" y="378"/>
                    </a:lnTo>
                    <a:lnTo>
                      <a:pt x="464" y="378"/>
                    </a:lnTo>
                    <a:lnTo>
                      <a:pt x="464" y="378"/>
                    </a:lnTo>
                    <a:close/>
                    <a:moveTo>
                      <a:pt x="434" y="398"/>
                    </a:moveTo>
                    <a:lnTo>
                      <a:pt x="437" y="398"/>
                    </a:lnTo>
                    <a:lnTo>
                      <a:pt x="438" y="398"/>
                    </a:lnTo>
                    <a:lnTo>
                      <a:pt x="437" y="400"/>
                    </a:lnTo>
                    <a:lnTo>
                      <a:pt x="434" y="398"/>
                    </a:lnTo>
                    <a:lnTo>
                      <a:pt x="434" y="398"/>
                    </a:lnTo>
                    <a:close/>
                    <a:moveTo>
                      <a:pt x="434" y="423"/>
                    </a:moveTo>
                    <a:lnTo>
                      <a:pt x="436" y="423"/>
                    </a:lnTo>
                    <a:lnTo>
                      <a:pt x="438" y="423"/>
                    </a:lnTo>
                    <a:lnTo>
                      <a:pt x="437" y="424"/>
                    </a:lnTo>
                    <a:lnTo>
                      <a:pt x="436" y="427"/>
                    </a:lnTo>
                    <a:lnTo>
                      <a:pt x="434" y="425"/>
                    </a:lnTo>
                    <a:lnTo>
                      <a:pt x="434" y="423"/>
                    </a:lnTo>
                    <a:lnTo>
                      <a:pt x="434" y="423"/>
                    </a:lnTo>
                    <a:close/>
                    <a:moveTo>
                      <a:pt x="424" y="436"/>
                    </a:moveTo>
                    <a:lnTo>
                      <a:pt x="422" y="435"/>
                    </a:lnTo>
                    <a:lnTo>
                      <a:pt x="424" y="434"/>
                    </a:lnTo>
                    <a:lnTo>
                      <a:pt x="425" y="435"/>
                    </a:lnTo>
                    <a:lnTo>
                      <a:pt x="426" y="434"/>
                    </a:lnTo>
                    <a:lnTo>
                      <a:pt x="429" y="435"/>
                    </a:lnTo>
                    <a:lnTo>
                      <a:pt x="430" y="432"/>
                    </a:lnTo>
                    <a:lnTo>
                      <a:pt x="429" y="431"/>
                    </a:lnTo>
                    <a:lnTo>
                      <a:pt x="430" y="428"/>
                    </a:lnTo>
                    <a:lnTo>
                      <a:pt x="433" y="428"/>
                    </a:lnTo>
                    <a:lnTo>
                      <a:pt x="434" y="428"/>
                    </a:lnTo>
                    <a:lnTo>
                      <a:pt x="434" y="431"/>
                    </a:lnTo>
                    <a:lnTo>
                      <a:pt x="434" y="431"/>
                    </a:lnTo>
                    <a:lnTo>
                      <a:pt x="436" y="430"/>
                    </a:lnTo>
                    <a:lnTo>
                      <a:pt x="437" y="430"/>
                    </a:lnTo>
                    <a:lnTo>
                      <a:pt x="438" y="432"/>
                    </a:lnTo>
                    <a:lnTo>
                      <a:pt x="437" y="432"/>
                    </a:lnTo>
                    <a:lnTo>
                      <a:pt x="436" y="435"/>
                    </a:lnTo>
                    <a:lnTo>
                      <a:pt x="438" y="435"/>
                    </a:lnTo>
                    <a:lnTo>
                      <a:pt x="438" y="438"/>
                    </a:lnTo>
                    <a:lnTo>
                      <a:pt x="437" y="438"/>
                    </a:lnTo>
                    <a:lnTo>
                      <a:pt x="436" y="436"/>
                    </a:lnTo>
                    <a:lnTo>
                      <a:pt x="433" y="439"/>
                    </a:lnTo>
                    <a:lnTo>
                      <a:pt x="432" y="439"/>
                    </a:lnTo>
                    <a:lnTo>
                      <a:pt x="430" y="438"/>
                    </a:lnTo>
                    <a:lnTo>
                      <a:pt x="428" y="439"/>
                    </a:lnTo>
                    <a:lnTo>
                      <a:pt x="426" y="439"/>
                    </a:lnTo>
                    <a:lnTo>
                      <a:pt x="424" y="436"/>
                    </a:lnTo>
                    <a:lnTo>
                      <a:pt x="424" y="436"/>
                    </a:lnTo>
                    <a:close/>
                    <a:moveTo>
                      <a:pt x="394" y="466"/>
                    </a:moveTo>
                    <a:lnTo>
                      <a:pt x="392" y="468"/>
                    </a:lnTo>
                    <a:lnTo>
                      <a:pt x="391" y="468"/>
                    </a:lnTo>
                    <a:lnTo>
                      <a:pt x="390" y="468"/>
                    </a:lnTo>
                    <a:lnTo>
                      <a:pt x="390" y="464"/>
                    </a:lnTo>
                    <a:lnTo>
                      <a:pt x="391" y="462"/>
                    </a:lnTo>
                    <a:lnTo>
                      <a:pt x="391" y="459"/>
                    </a:lnTo>
                    <a:lnTo>
                      <a:pt x="391" y="455"/>
                    </a:lnTo>
                    <a:lnTo>
                      <a:pt x="390" y="454"/>
                    </a:lnTo>
                    <a:lnTo>
                      <a:pt x="391" y="453"/>
                    </a:lnTo>
                    <a:lnTo>
                      <a:pt x="395" y="450"/>
                    </a:lnTo>
                    <a:lnTo>
                      <a:pt x="400" y="447"/>
                    </a:lnTo>
                    <a:lnTo>
                      <a:pt x="405" y="447"/>
                    </a:lnTo>
                    <a:lnTo>
                      <a:pt x="405" y="447"/>
                    </a:lnTo>
                    <a:lnTo>
                      <a:pt x="406" y="453"/>
                    </a:lnTo>
                    <a:lnTo>
                      <a:pt x="406" y="453"/>
                    </a:lnTo>
                    <a:lnTo>
                      <a:pt x="409" y="450"/>
                    </a:lnTo>
                    <a:lnTo>
                      <a:pt x="407" y="447"/>
                    </a:lnTo>
                    <a:lnTo>
                      <a:pt x="409" y="447"/>
                    </a:lnTo>
                    <a:lnTo>
                      <a:pt x="410" y="449"/>
                    </a:lnTo>
                    <a:lnTo>
                      <a:pt x="411" y="446"/>
                    </a:lnTo>
                    <a:lnTo>
                      <a:pt x="409" y="444"/>
                    </a:lnTo>
                    <a:lnTo>
                      <a:pt x="409" y="443"/>
                    </a:lnTo>
                    <a:lnTo>
                      <a:pt x="411" y="440"/>
                    </a:lnTo>
                    <a:lnTo>
                      <a:pt x="413" y="440"/>
                    </a:lnTo>
                    <a:lnTo>
                      <a:pt x="414" y="442"/>
                    </a:lnTo>
                    <a:lnTo>
                      <a:pt x="414" y="444"/>
                    </a:lnTo>
                    <a:lnTo>
                      <a:pt x="414" y="446"/>
                    </a:lnTo>
                    <a:lnTo>
                      <a:pt x="414" y="447"/>
                    </a:lnTo>
                    <a:lnTo>
                      <a:pt x="415" y="447"/>
                    </a:lnTo>
                    <a:lnTo>
                      <a:pt x="417" y="444"/>
                    </a:lnTo>
                    <a:lnTo>
                      <a:pt x="418" y="444"/>
                    </a:lnTo>
                    <a:lnTo>
                      <a:pt x="419" y="446"/>
                    </a:lnTo>
                    <a:lnTo>
                      <a:pt x="419" y="443"/>
                    </a:lnTo>
                    <a:lnTo>
                      <a:pt x="418" y="440"/>
                    </a:lnTo>
                    <a:lnTo>
                      <a:pt x="419" y="440"/>
                    </a:lnTo>
                    <a:lnTo>
                      <a:pt x="422" y="442"/>
                    </a:lnTo>
                    <a:lnTo>
                      <a:pt x="422" y="443"/>
                    </a:lnTo>
                    <a:lnTo>
                      <a:pt x="421" y="444"/>
                    </a:lnTo>
                    <a:lnTo>
                      <a:pt x="421" y="446"/>
                    </a:lnTo>
                    <a:lnTo>
                      <a:pt x="422" y="446"/>
                    </a:lnTo>
                    <a:lnTo>
                      <a:pt x="425" y="443"/>
                    </a:lnTo>
                    <a:lnTo>
                      <a:pt x="428" y="443"/>
                    </a:lnTo>
                    <a:lnTo>
                      <a:pt x="430" y="443"/>
                    </a:lnTo>
                    <a:lnTo>
                      <a:pt x="430" y="446"/>
                    </a:lnTo>
                    <a:lnTo>
                      <a:pt x="429" y="447"/>
                    </a:lnTo>
                    <a:lnTo>
                      <a:pt x="426" y="447"/>
                    </a:lnTo>
                    <a:lnTo>
                      <a:pt x="426" y="449"/>
                    </a:lnTo>
                    <a:lnTo>
                      <a:pt x="428" y="450"/>
                    </a:lnTo>
                    <a:lnTo>
                      <a:pt x="428" y="451"/>
                    </a:lnTo>
                    <a:lnTo>
                      <a:pt x="426" y="454"/>
                    </a:lnTo>
                    <a:lnTo>
                      <a:pt x="424" y="454"/>
                    </a:lnTo>
                    <a:lnTo>
                      <a:pt x="424" y="453"/>
                    </a:lnTo>
                    <a:lnTo>
                      <a:pt x="421" y="453"/>
                    </a:lnTo>
                    <a:lnTo>
                      <a:pt x="419" y="453"/>
                    </a:lnTo>
                    <a:lnTo>
                      <a:pt x="418" y="453"/>
                    </a:lnTo>
                    <a:lnTo>
                      <a:pt x="417" y="454"/>
                    </a:lnTo>
                    <a:lnTo>
                      <a:pt x="419" y="454"/>
                    </a:lnTo>
                    <a:lnTo>
                      <a:pt x="421" y="458"/>
                    </a:lnTo>
                    <a:lnTo>
                      <a:pt x="418" y="459"/>
                    </a:lnTo>
                    <a:lnTo>
                      <a:pt x="417" y="459"/>
                    </a:lnTo>
                    <a:lnTo>
                      <a:pt x="414" y="457"/>
                    </a:lnTo>
                    <a:lnTo>
                      <a:pt x="411" y="457"/>
                    </a:lnTo>
                    <a:lnTo>
                      <a:pt x="409" y="458"/>
                    </a:lnTo>
                    <a:lnTo>
                      <a:pt x="411" y="459"/>
                    </a:lnTo>
                    <a:lnTo>
                      <a:pt x="413" y="461"/>
                    </a:lnTo>
                    <a:lnTo>
                      <a:pt x="411" y="462"/>
                    </a:lnTo>
                    <a:lnTo>
                      <a:pt x="409" y="461"/>
                    </a:lnTo>
                    <a:lnTo>
                      <a:pt x="406" y="462"/>
                    </a:lnTo>
                    <a:lnTo>
                      <a:pt x="405" y="462"/>
                    </a:lnTo>
                    <a:lnTo>
                      <a:pt x="403" y="465"/>
                    </a:lnTo>
                    <a:lnTo>
                      <a:pt x="402" y="465"/>
                    </a:lnTo>
                    <a:lnTo>
                      <a:pt x="400" y="466"/>
                    </a:lnTo>
                    <a:lnTo>
                      <a:pt x="402" y="468"/>
                    </a:lnTo>
                    <a:lnTo>
                      <a:pt x="398" y="469"/>
                    </a:lnTo>
                    <a:lnTo>
                      <a:pt x="398" y="472"/>
                    </a:lnTo>
                    <a:lnTo>
                      <a:pt x="396" y="472"/>
                    </a:lnTo>
                    <a:lnTo>
                      <a:pt x="395" y="474"/>
                    </a:lnTo>
                    <a:lnTo>
                      <a:pt x="392" y="473"/>
                    </a:lnTo>
                    <a:lnTo>
                      <a:pt x="392" y="472"/>
                    </a:lnTo>
                    <a:lnTo>
                      <a:pt x="398" y="468"/>
                    </a:lnTo>
                    <a:lnTo>
                      <a:pt x="398" y="466"/>
                    </a:lnTo>
                    <a:lnTo>
                      <a:pt x="399" y="464"/>
                    </a:lnTo>
                    <a:lnTo>
                      <a:pt x="398" y="464"/>
                    </a:lnTo>
                    <a:lnTo>
                      <a:pt x="396" y="466"/>
                    </a:lnTo>
                    <a:lnTo>
                      <a:pt x="395" y="465"/>
                    </a:lnTo>
                    <a:lnTo>
                      <a:pt x="396" y="464"/>
                    </a:lnTo>
                    <a:lnTo>
                      <a:pt x="392" y="464"/>
                    </a:lnTo>
                    <a:lnTo>
                      <a:pt x="391" y="465"/>
                    </a:lnTo>
                    <a:lnTo>
                      <a:pt x="392" y="465"/>
                    </a:lnTo>
                    <a:lnTo>
                      <a:pt x="394" y="466"/>
                    </a:lnTo>
                    <a:lnTo>
                      <a:pt x="394" y="466"/>
                    </a:lnTo>
                    <a:close/>
                    <a:moveTo>
                      <a:pt x="388" y="477"/>
                    </a:moveTo>
                    <a:lnTo>
                      <a:pt x="390" y="477"/>
                    </a:lnTo>
                    <a:lnTo>
                      <a:pt x="388" y="478"/>
                    </a:lnTo>
                    <a:lnTo>
                      <a:pt x="388" y="477"/>
                    </a:lnTo>
                    <a:lnTo>
                      <a:pt x="388" y="477"/>
                    </a:lnTo>
                    <a:close/>
                    <a:moveTo>
                      <a:pt x="380" y="480"/>
                    </a:moveTo>
                    <a:lnTo>
                      <a:pt x="381" y="477"/>
                    </a:lnTo>
                    <a:lnTo>
                      <a:pt x="388" y="474"/>
                    </a:lnTo>
                    <a:lnTo>
                      <a:pt x="383" y="480"/>
                    </a:lnTo>
                    <a:lnTo>
                      <a:pt x="380" y="480"/>
                    </a:lnTo>
                    <a:lnTo>
                      <a:pt x="380" y="480"/>
                    </a:lnTo>
                    <a:close/>
                    <a:moveTo>
                      <a:pt x="361" y="496"/>
                    </a:moveTo>
                    <a:lnTo>
                      <a:pt x="360" y="496"/>
                    </a:lnTo>
                    <a:lnTo>
                      <a:pt x="360" y="495"/>
                    </a:lnTo>
                    <a:lnTo>
                      <a:pt x="362" y="493"/>
                    </a:lnTo>
                    <a:lnTo>
                      <a:pt x="362" y="496"/>
                    </a:lnTo>
                    <a:lnTo>
                      <a:pt x="361" y="496"/>
                    </a:lnTo>
                    <a:lnTo>
                      <a:pt x="361" y="496"/>
                    </a:lnTo>
                    <a:close/>
                    <a:moveTo>
                      <a:pt x="350" y="470"/>
                    </a:moveTo>
                    <a:lnTo>
                      <a:pt x="353" y="470"/>
                    </a:lnTo>
                    <a:lnTo>
                      <a:pt x="354" y="472"/>
                    </a:lnTo>
                    <a:lnTo>
                      <a:pt x="353" y="473"/>
                    </a:lnTo>
                    <a:lnTo>
                      <a:pt x="350" y="470"/>
                    </a:lnTo>
                    <a:lnTo>
                      <a:pt x="350" y="470"/>
                    </a:lnTo>
                    <a:close/>
                    <a:moveTo>
                      <a:pt x="294" y="496"/>
                    </a:moveTo>
                    <a:lnTo>
                      <a:pt x="294" y="496"/>
                    </a:lnTo>
                    <a:lnTo>
                      <a:pt x="296" y="495"/>
                    </a:lnTo>
                    <a:lnTo>
                      <a:pt x="296" y="496"/>
                    </a:lnTo>
                    <a:lnTo>
                      <a:pt x="294" y="496"/>
                    </a:lnTo>
                    <a:lnTo>
                      <a:pt x="294" y="496"/>
                    </a:lnTo>
                    <a:close/>
                    <a:moveTo>
                      <a:pt x="292" y="497"/>
                    </a:moveTo>
                    <a:lnTo>
                      <a:pt x="293" y="497"/>
                    </a:lnTo>
                    <a:lnTo>
                      <a:pt x="292" y="499"/>
                    </a:lnTo>
                    <a:lnTo>
                      <a:pt x="292" y="497"/>
                    </a:lnTo>
                    <a:lnTo>
                      <a:pt x="292" y="497"/>
                    </a:lnTo>
                    <a:close/>
                    <a:moveTo>
                      <a:pt x="304" y="507"/>
                    </a:moveTo>
                    <a:lnTo>
                      <a:pt x="304" y="510"/>
                    </a:lnTo>
                    <a:lnTo>
                      <a:pt x="303" y="511"/>
                    </a:lnTo>
                    <a:lnTo>
                      <a:pt x="303" y="508"/>
                    </a:lnTo>
                    <a:lnTo>
                      <a:pt x="304" y="507"/>
                    </a:lnTo>
                    <a:lnTo>
                      <a:pt x="304" y="507"/>
                    </a:lnTo>
                    <a:close/>
                    <a:moveTo>
                      <a:pt x="301" y="507"/>
                    </a:moveTo>
                    <a:lnTo>
                      <a:pt x="303" y="503"/>
                    </a:lnTo>
                    <a:lnTo>
                      <a:pt x="303" y="506"/>
                    </a:lnTo>
                    <a:lnTo>
                      <a:pt x="303" y="506"/>
                    </a:lnTo>
                    <a:lnTo>
                      <a:pt x="301" y="507"/>
                    </a:lnTo>
                    <a:lnTo>
                      <a:pt x="301" y="507"/>
                    </a:lnTo>
                    <a:close/>
                    <a:moveTo>
                      <a:pt x="290" y="510"/>
                    </a:moveTo>
                    <a:lnTo>
                      <a:pt x="292" y="506"/>
                    </a:lnTo>
                    <a:lnTo>
                      <a:pt x="294" y="503"/>
                    </a:lnTo>
                    <a:lnTo>
                      <a:pt x="294" y="503"/>
                    </a:lnTo>
                    <a:lnTo>
                      <a:pt x="299" y="502"/>
                    </a:lnTo>
                    <a:lnTo>
                      <a:pt x="296" y="504"/>
                    </a:lnTo>
                    <a:lnTo>
                      <a:pt x="296" y="506"/>
                    </a:lnTo>
                    <a:lnTo>
                      <a:pt x="292" y="508"/>
                    </a:lnTo>
                    <a:lnTo>
                      <a:pt x="290" y="510"/>
                    </a:lnTo>
                    <a:lnTo>
                      <a:pt x="290" y="510"/>
                    </a:lnTo>
                    <a:close/>
                    <a:moveTo>
                      <a:pt x="286" y="502"/>
                    </a:moveTo>
                    <a:lnTo>
                      <a:pt x="285" y="499"/>
                    </a:lnTo>
                    <a:lnTo>
                      <a:pt x="286" y="497"/>
                    </a:lnTo>
                    <a:lnTo>
                      <a:pt x="288" y="496"/>
                    </a:lnTo>
                    <a:lnTo>
                      <a:pt x="289" y="497"/>
                    </a:lnTo>
                    <a:lnTo>
                      <a:pt x="289" y="500"/>
                    </a:lnTo>
                    <a:lnTo>
                      <a:pt x="288" y="502"/>
                    </a:lnTo>
                    <a:lnTo>
                      <a:pt x="286" y="502"/>
                    </a:lnTo>
                    <a:lnTo>
                      <a:pt x="286" y="502"/>
                    </a:lnTo>
                    <a:close/>
                    <a:moveTo>
                      <a:pt x="273" y="500"/>
                    </a:moveTo>
                    <a:lnTo>
                      <a:pt x="274" y="499"/>
                    </a:lnTo>
                    <a:lnTo>
                      <a:pt x="275" y="502"/>
                    </a:lnTo>
                    <a:lnTo>
                      <a:pt x="273" y="503"/>
                    </a:lnTo>
                    <a:lnTo>
                      <a:pt x="273" y="500"/>
                    </a:lnTo>
                    <a:lnTo>
                      <a:pt x="273" y="500"/>
                    </a:lnTo>
                    <a:close/>
                    <a:moveTo>
                      <a:pt x="263" y="507"/>
                    </a:moveTo>
                    <a:lnTo>
                      <a:pt x="262" y="504"/>
                    </a:lnTo>
                    <a:lnTo>
                      <a:pt x="265" y="503"/>
                    </a:lnTo>
                    <a:lnTo>
                      <a:pt x="265" y="504"/>
                    </a:lnTo>
                    <a:lnTo>
                      <a:pt x="263" y="507"/>
                    </a:lnTo>
                    <a:lnTo>
                      <a:pt x="263" y="507"/>
                    </a:lnTo>
                    <a:close/>
                    <a:moveTo>
                      <a:pt x="252" y="514"/>
                    </a:moveTo>
                    <a:lnTo>
                      <a:pt x="255" y="517"/>
                    </a:lnTo>
                    <a:lnTo>
                      <a:pt x="254" y="517"/>
                    </a:lnTo>
                    <a:lnTo>
                      <a:pt x="251" y="515"/>
                    </a:lnTo>
                    <a:lnTo>
                      <a:pt x="252" y="514"/>
                    </a:lnTo>
                    <a:lnTo>
                      <a:pt x="252" y="514"/>
                    </a:lnTo>
                    <a:close/>
                    <a:moveTo>
                      <a:pt x="2" y="563"/>
                    </a:moveTo>
                    <a:lnTo>
                      <a:pt x="0" y="565"/>
                    </a:lnTo>
                    <a:lnTo>
                      <a:pt x="2" y="564"/>
                    </a:lnTo>
                    <a:lnTo>
                      <a:pt x="2" y="563"/>
                    </a:lnTo>
                    <a:lnTo>
                      <a:pt x="2" y="563"/>
                    </a:lnTo>
                    <a:close/>
                    <a:moveTo>
                      <a:pt x="4" y="556"/>
                    </a:moveTo>
                    <a:lnTo>
                      <a:pt x="2" y="557"/>
                    </a:lnTo>
                    <a:lnTo>
                      <a:pt x="4" y="560"/>
                    </a:lnTo>
                    <a:lnTo>
                      <a:pt x="6" y="557"/>
                    </a:lnTo>
                    <a:lnTo>
                      <a:pt x="4" y="556"/>
                    </a:lnTo>
                    <a:lnTo>
                      <a:pt x="4" y="556"/>
                    </a:lnTo>
                    <a:close/>
                    <a:moveTo>
                      <a:pt x="8" y="549"/>
                    </a:moveTo>
                    <a:lnTo>
                      <a:pt x="9" y="552"/>
                    </a:lnTo>
                    <a:lnTo>
                      <a:pt x="9" y="548"/>
                    </a:lnTo>
                    <a:lnTo>
                      <a:pt x="8" y="549"/>
                    </a:lnTo>
                    <a:lnTo>
                      <a:pt x="8" y="549"/>
                    </a:lnTo>
                    <a:close/>
                    <a:moveTo>
                      <a:pt x="25" y="552"/>
                    </a:moveTo>
                    <a:lnTo>
                      <a:pt x="21" y="548"/>
                    </a:lnTo>
                    <a:lnTo>
                      <a:pt x="20" y="548"/>
                    </a:lnTo>
                    <a:lnTo>
                      <a:pt x="17" y="549"/>
                    </a:lnTo>
                    <a:lnTo>
                      <a:pt x="19" y="550"/>
                    </a:lnTo>
                    <a:lnTo>
                      <a:pt x="21" y="552"/>
                    </a:lnTo>
                    <a:lnTo>
                      <a:pt x="19" y="553"/>
                    </a:lnTo>
                    <a:lnTo>
                      <a:pt x="20" y="555"/>
                    </a:lnTo>
                    <a:lnTo>
                      <a:pt x="21" y="555"/>
                    </a:lnTo>
                    <a:lnTo>
                      <a:pt x="24" y="553"/>
                    </a:lnTo>
                    <a:lnTo>
                      <a:pt x="25" y="552"/>
                    </a:lnTo>
                    <a:lnTo>
                      <a:pt x="25" y="552"/>
                    </a:lnTo>
                    <a:close/>
                    <a:moveTo>
                      <a:pt x="27" y="557"/>
                    </a:moveTo>
                    <a:lnTo>
                      <a:pt x="28" y="559"/>
                    </a:lnTo>
                    <a:lnTo>
                      <a:pt x="32" y="556"/>
                    </a:lnTo>
                    <a:lnTo>
                      <a:pt x="32" y="553"/>
                    </a:lnTo>
                    <a:lnTo>
                      <a:pt x="34" y="550"/>
                    </a:lnTo>
                    <a:lnTo>
                      <a:pt x="32" y="550"/>
                    </a:lnTo>
                    <a:lnTo>
                      <a:pt x="31" y="553"/>
                    </a:lnTo>
                    <a:lnTo>
                      <a:pt x="30" y="556"/>
                    </a:lnTo>
                    <a:lnTo>
                      <a:pt x="27" y="557"/>
                    </a:lnTo>
                    <a:lnTo>
                      <a:pt x="27" y="557"/>
                    </a:lnTo>
                    <a:close/>
                    <a:moveTo>
                      <a:pt x="42" y="555"/>
                    </a:moveTo>
                    <a:lnTo>
                      <a:pt x="40" y="552"/>
                    </a:lnTo>
                    <a:lnTo>
                      <a:pt x="39" y="550"/>
                    </a:lnTo>
                    <a:lnTo>
                      <a:pt x="39" y="555"/>
                    </a:lnTo>
                    <a:lnTo>
                      <a:pt x="36" y="555"/>
                    </a:lnTo>
                    <a:lnTo>
                      <a:pt x="35" y="559"/>
                    </a:lnTo>
                    <a:lnTo>
                      <a:pt x="38" y="559"/>
                    </a:lnTo>
                    <a:lnTo>
                      <a:pt x="42" y="555"/>
                    </a:lnTo>
                    <a:lnTo>
                      <a:pt x="42" y="555"/>
                    </a:lnTo>
                    <a:close/>
                    <a:moveTo>
                      <a:pt x="76" y="555"/>
                    </a:moveTo>
                    <a:lnTo>
                      <a:pt x="76" y="552"/>
                    </a:lnTo>
                    <a:lnTo>
                      <a:pt x="78" y="550"/>
                    </a:lnTo>
                    <a:lnTo>
                      <a:pt x="77" y="548"/>
                    </a:lnTo>
                    <a:lnTo>
                      <a:pt x="76" y="546"/>
                    </a:lnTo>
                    <a:lnTo>
                      <a:pt x="73" y="548"/>
                    </a:lnTo>
                    <a:lnTo>
                      <a:pt x="73" y="550"/>
                    </a:lnTo>
                    <a:lnTo>
                      <a:pt x="72" y="552"/>
                    </a:lnTo>
                    <a:lnTo>
                      <a:pt x="70" y="550"/>
                    </a:lnTo>
                    <a:lnTo>
                      <a:pt x="68" y="553"/>
                    </a:lnTo>
                    <a:lnTo>
                      <a:pt x="66" y="553"/>
                    </a:lnTo>
                    <a:lnTo>
                      <a:pt x="64" y="552"/>
                    </a:lnTo>
                    <a:lnTo>
                      <a:pt x="62" y="553"/>
                    </a:lnTo>
                    <a:lnTo>
                      <a:pt x="65" y="555"/>
                    </a:lnTo>
                    <a:lnTo>
                      <a:pt x="66" y="555"/>
                    </a:lnTo>
                    <a:lnTo>
                      <a:pt x="69" y="555"/>
                    </a:lnTo>
                    <a:lnTo>
                      <a:pt x="73" y="553"/>
                    </a:lnTo>
                    <a:lnTo>
                      <a:pt x="76" y="555"/>
                    </a:lnTo>
                    <a:lnTo>
                      <a:pt x="76" y="555"/>
                    </a:lnTo>
                    <a:close/>
                    <a:moveTo>
                      <a:pt x="81" y="555"/>
                    </a:moveTo>
                    <a:lnTo>
                      <a:pt x="88" y="556"/>
                    </a:lnTo>
                    <a:lnTo>
                      <a:pt x="89" y="556"/>
                    </a:lnTo>
                    <a:lnTo>
                      <a:pt x="92" y="557"/>
                    </a:lnTo>
                    <a:lnTo>
                      <a:pt x="88" y="559"/>
                    </a:lnTo>
                    <a:lnTo>
                      <a:pt x="81" y="557"/>
                    </a:lnTo>
                    <a:lnTo>
                      <a:pt x="80" y="557"/>
                    </a:lnTo>
                    <a:lnTo>
                      <a:pt x="78" y="556"/>
                    </a:lnTo>
                    <a:lnTo>
                      <a:pt x="78" y="556"/>
                    </a:lnTo>
                    <a:lnTo>
                      <a:pt x="81" y="555"/>
                    </a:lnTo>
                    <a:lnTo>
                      <a:pt x="81" y="555"/>
                    </a:lnTo>
                    <a:close/>
                    <a:moveTo>
                      <a:pt x="104" y="552"/>
                    </a:moveTo>
                    <a:lnTo>
                      <a:pt x="102" y="550"/>
                    </a:lnTo>
                    <a:lnTo>
                      <a:pt x="97" y="550"/>
                    </a:lnTo>
                    <a:lnTo>
                      <a:pt x="97" y="553"/>
                    </a:lnTo>
                    <a:lnTo>
                      <a:pt x="102" y="553"/>
                    </a:lnTo>
                    <a:lnTo>
                      <a:pt x="104" y="552"/>
                    </a:lnTo>
                    <a:lnTo>
                      <a:pt x="104" y="552"/>
                    </a:lnTo>
                    <a:close/>
                    <a:moveTo>
                      <a:pt x="119" y="550"/>
                    </a:moveTo>
                    <a:lnTo>
                      <a:pt x="119" y="546"/>
                    </a:lnTo>
                    <a:lnTo>
                      <a:pt x="118" y="549"/>
                    </a:lnTo>
                    <a:lnTo>
                      <a:pt x="119" y="550"/>
                    </a:lnTo>
                    <a:lnTo>
                      <a:pt x="119" y="550"/>
                    </a:lnTo>
                    <a:close/>
                    <a:moveTo>
                      <a:pt x="130" y="546"/>
                    </a:moveTo>
                    <a:lnTo>
                      <a:pt x="127" y="544"/>
                    </a:lnTo>
                    <a:lnTo>
                      <a:pt x="126" y="545"/>
                    </a:lnTo>
                    <a:lnTo>
                      <a:pt x="125" y="548"/>
                    </a:lnTo>
                    <a:lnTo>
                      <a:pt x="129" y="545"/>
                    </a:lnTo>
                    <a:lnTo>
                      <a:pt x="130" y="546"/>
                    </a:lnTo>
                    <a:lnTo>
                      <a:pt x="130" y="546"/>
                    </a:lnTo>
                    <a:close/>
                    <a:moveTo>
                      <a:pt x="137" y="545"/>
                    </a:moveTo>
                    <a:lnTo>
                      <a:pt x="136" y="544"/>
                    </a:lnTo>
                    <a:lnTo>
                      <a:pt x="134" y="545"/>
                    </a:lnTo>
                    <a:lnTo>
                      <a:pt x="136" y="546"/>
                    </a:lnTo>
                    <a:lnTo>
                      <a:pt x="137" y="545"/>
                    </a:lnTo>
                    <a:lnTo>
                      <a:pt x="137" y="545"/>
                    </a:lnTo>
                    <a:close/>
                    <a:moveTo>
                      <a:pt x="138" y="541"/>
                    </a:moveTo>
                    <a:lnTo>
                      <a:pt x="138" y="540"/>
                    </a:lnTo>
                    <a:lnTo>
                      <a:pt x="136" y="541"/>
                    </a:lnTo>
                    <a:lnTo>
                      <a:pt x="138" y="541"/>
                    </a:lnTo>
                    <a:lnTo>
                      <a:pt x="138" y="541"/>
                    </a:lnTo>
                    <a:close/>
                    <a:moveTo>
                      <a:pt x="140" y="542"/>
                    </a:moveTo>
                    <a:lnTo>
                      <a:pt x="141" y="545"/>
                    </a:lnTo>
                    <a:lnTo>
                      <a:pt x="144" y="544"/>
                    </a:lnTo>
                    <a:lnTo>
                      <a:pt x="142" y="541"/>
                    </a:lnTo>
                    <a:lnTo>
                      <a:pt x="140" y="542"/>
                    </a:lnTo>
                    <a:lnTo>
                      <a:pt x="140" y="542"/>
                    </a:lnTo>
                    <a:close/>
                    <a:moveTo>
                      <a:pt x="172" y="527"/>
                    </a:moveTo>
                    <a:lnTo>
                      <a:pt x="174" y="530"/>
                    </a:lnTo>
                    <a:lnTo>
                      <a:pt x="175" y="531"/>
                    </a:lnTo>
                    <a:lnTo>
                      <a:pt x="172" y="533"/>
                    </a:lnTo>
                    <a:lnTo>
                      <a:pt x="171" y="536"/>
                    </a:lnTo>
                    <a:lnTo>
                      <a:pt x="167" y="537"/>
                    </a:lnTo>
                    <a:lnTo>
                      <a:pt x="163" y="541"/>
                    </a:lnTo>
                    <a:lnTo>
                      <a:pt x="159" y="541"/>
                    </a:lnTo>
                    <a:lnTo>
                      <a:pt x="156" y="545"/>
                    </a:lnTo>
                    <a:lnTo>
                      <a:pt x="150" y="545"/>
                    </a:lnTo>
                    <a:lnTo>
                      <a:pt x="153" y="542"/>
                    </a:lnTo>
                    <a:lnTo>
                      <a:pt x="155" y="542"/>
                    </a:lnTo>
                    <a:lnTo>
                      <a:pt x="156" y="540"/>
                    </a:lnTo>
                    <a:lnTo>
                      <a:pt x="159" y="538"/>
                    </a:lnTo>
                    <a:lnTo>
                      <a:pt x="159" y="537"/>
                    </a:lnTo>
                    <a:lnTo>
                      <a:pt x="161" y="534"/>
                    </a:lnTo>
                    <a:lnTo>
                      <a:pt x="164" y="533"/>
                    </a:lnTo>
                    <a:lnTo>
                      <a:pt x="165" y="530"/>
                    </a:lnTo>
                    <a:lnTo>
                      <a:pt x="165" y="529"/>
                    </a:lnTo>
                    <a:lnTo>
                      <a:pt x="169" y="529"/>
                    </a:lnTo>
                    <a:lnTo>
                      <a:pt x="169" y="529"/>
                    </a:lnTo>
                    <a:lnTo>
                      <a:pt x="172" y="527"/>
                    </a:lnTo>
                    <a:lnTo>
                      <a:pt x="172" y="527"/>
                    </a:lnTo>
                    <a:close/>
                    <a:moveTo>
                      <a:pt x="195" y="518"/>
                    </a:moveTo>
                    <a:lnTo>
                      <a:pt x="194" y="518"/>
                    </a:lnTo>
                    <a:lnTo>
                      <a:pt x="191" y="521"/>
                    </a:lnTo>
                    <a:lnTo>
                      <a:pt x="191" y="523"/>
                    </a:lnTo>
                    <a:lnTo>
                      <a:pt x="193" y="525"/>
                    </a:lnTo>
                    <a:lnTo>
                      <a:pt x="191" y="526"/>
                    </a:lnTo>
                    <a:lnTo>
                      <a:pt x="189" y="525"/>
                    </a:lnTo>
                    <a:lnTo>
                      <a:pt x="186" y="526"/>
                    </a:lnTo>
                    <a:lnTo>
                      <a:pt x="187" y="529"/>
                    </a:lnTo>
                    <a:lnTo>
                      <a:pt x="186" y="529"/>
                    </a:lnTo>
                    <a:lnTo>
                      <a:pt x="183" y="531"/>
                    </a:lnTo>
                    <a:lnTo>
                      <a:pt x="182" y="531"/>
                    </a:lnTo>
                    <a:lnTo>
                      <a:pt x="178" y="534"/>
                    </a:lnTo>
                    <a:lnTo>
                      <a:pt x="175" y="534"/>
                    </a:lnTo>
                    <a:lnTo>
                      <a:pt x="174" y="534"/>
                    </a:lnTo>
                    <a:lnTo>
                      <a:pt x="175" y="537"/>
                    </a:lnTo>
                    <a:lnTo>
                      <a:pt x="180" y="537"/>
                    </a:lnTo>
                    <a:lnTo>
                      <a:pt x="184" y="536"/>
                    </a:lnTo>
                    <a:lnTo>
                      <a:pt x="187" y="531"/>
                    </a:lnTo>
                    <a:lnTo>
                      <a:pt x="187" y="534"/>
                    </a:lnTo>
                    <a:lnTo>
                      <a:pt x="189" y="534"/>
                    </a:lnTo>
                    <a:lnTo>
                      <a:pt x="190" y="531"/>
                    </a:lnTo>
                    <a:lnTo>
                      <a:pt x="190" y="530"/>
                    </a:lnTo>
                    <a:lnTo>
                      <a:pt x="193" y="530"/>
                    </a:lnTo>
                    <a:lnTo>
                      <a:pt x="193" y="531"/>
                    </a:lnTo>
                    <a:lnTo>
                      <a:pt x="194" y="531"/>
                    </a:lnTo>
                    <a:lnTo>
                      <a:pt x="197" y="529"/>
                    </a:lnTo>
                    <a:lnTo>
                      <a:pt x="201" y="527"/>
                    </a:lnTo>
                    <a:lnTo>
                      <a:pt x="201" y="526"/>
                    </a:lnTo>
                    <a:lnTo>
                      <a:pt x="198" y="525"/>
                    </a:lnTo>
                    <a:lnTo>
                      <a:pt x="201" y="523"/>
                    </a:lnTo>
                    <a:lnTo>
                      <a:pt x="199" y="521"/>
                    </a:lnTo>
                    <a:lnTo>
                      <a:pt x="197" y="519"/>
                    </a:lnTo>
                    <a:lnTo>
                      <a:pt x="195" y="518"/>
                    </a:lnTo>
                    <a:lnTo>
                      <a:pt x="195" y="518"/>
                    </a:lnTo>
                    <a:close/>
                    <a:moveTo>
                      <a:pt x="205" y="522"/>
                    </a:moveTo>
                    <a:lnTo>
                      <a:pt x="205" y="521"/>
                    </a:lnTo>
                    <a:lnTo>
                      <a:pt x="202" y="519"/>
                    </a:lnTo>
                    <a:lnTo>
                      <a:pt x="202" y="521"/>
                    </a:lnTo>
                    <a:lnTo>
                      <a:pt x="205" y="522"/>
                    </a:lnTo>
                    <a:lnTo>
                      <a:pt x="205" y="522"/>
                    </a:lnTo>
                    <a:close/>
                    <a:moveTo>
                      <a:pt x="220" y="519"/>
                    </a:moveTo>
                    <a:lnTo>
                      <a:pt x="218" y="518"/>
                    </a:lnTo>
                    <a:lnTo>
                      <a:pt x="221" y="518"/>
                    </a:lnTo>
                    <a:lnTo>
                      <a:pt x="222" y="519"/>
                    </a:lnTo>
                    <a:lnTo>
                      <a:pt x="220" y="521"/>
                    </a:lnTo>
                    <a:lnTo>
                      <a:pt x="220" y="519"/>
                    </a:lnTo>
                    <a:lnTo>
                      <a:pt x="220" y="519"/>
                    </a:lnTo>
                    <a:close/>
                    <a:moveTo>
                      <a:pt x="214" y="521"/>
                    </a:moveTo>
                    <a:lnTo>
                      <a:pt x="216" y="519"/>
                    </a:lnTo>
                    <a:lnTo>
                      <a:pt x="217" y="521"/>
                    </a:lnTo>
                    <a:lnTo>
                      <a:pt x="214" y="521"/>
                    </a:lnTo>
                    <a:lnTo>
                      <a:pt x="214" y="521"/>
                    </a:lnTo>
                    <a:close/>
                    <a:moveTo>
                      <a:pt x="213" y="518"/>
                    </a:moveTo>
                    <a:lnTo>
                      <a:pt x="213" y="515"/>
                    </a:lnTo>
                    <a:lnTo>
                      <a:pt x="213" y="514"/>
                    </a:lnTo>
                    <a:lnTo>
                      <a:pt x="214" y="514"/>
                    </a:lnTo>
                    <a:lnTo>
                      <a:pt x="216" y="517"/>
                    </a:lnTo>
                    <a:lnTo>
                      <a:pt x="213" y="518"/>
                    </a:lnTo>
                    <a:lnTo>
                      <a:pt x="213" y="518"/>
                    </a:lnTo>
                    <a:close/>
                    <a:moveTo>
                      <a:pt x="208" y="515"/>
                    </a:moveTo>
                    <a:lnTo>
                      <a:pt x="205" y="517"/>
                    </a:lnTo>
                    <a:lnTo>
                      <a:pt x="205" y="518"/>
                    </a:lnTo>
                    <a:lnTo>
                      <a:pt x="208" y="521"/>
                    </a:lnTo>
                    <a:lnTo>
                      <a:pt x="210" y="519"/>
                    </a:lnTo>
                    <a:lnTo>
                      <a:pt x="210" y="518"/>
                    </a:lnTo>
                    <a:lnTo>
                      <a:pt x="209" y="517"/>
                    </a:lnTo>
                    <a:lnTo>
                      <a:pt x="208" y="515"/>
                    </a:lnTo>
                    <a:lnTo>
                      <a:pt x="208" y="515"/>
                    </a:lnTo>
                    <a:close/>
                    <a:moveTo>
                      <a:pt x="339" y="400"/>
                    </a:moveTo>
                    <a:lnTo>
                      <a:pt x="339" y="398"/>
                    </a:lnTo>
                    <a:lnTo>
                      <a:pt x="341" y="397"/>
                    </a:lnTo>
                    <a:lnTo>
                      <a:pt x="341" y="400"/>
                    </a:lnTo>
                    <a:lnTo>
                      <a:pt x="339" y="400"/>
                    </a:lnTo>
                    <a:lnTo>
                      <a:pt x="339" y="400"/>
                    </a:lnTo>
                    <a:close/>
                    <a:moveTo>
                      <a:pt x="334" y="401"/>
                    </a:moveTo>
                    <a:lnTo>
                      <a:pt x="333" y="400"/>
                    </a:lnTo>
                    <a:lnTo>
                      <a:pt x="333" y="397"/>
                    </a:lnTo>
                    <a:lnTo>
                      <a:pt x="335" y="396"/>
                    </a:lnTo>
                    <a:lnTo>
                      <a:pt x="338" y="394"/>
                    </a:lnTo>
                    <a:lnTo>
                      <a:pt x="338" y="396"/>
                    </a:lnTo>
                    <a:lnTo>
                      <a:pt x="335" y="400"/>
                    </a:lnTo>
                    <a:lnTo>
                      <a:pt x="334" y="401"/>
                    </a:lnTo>
                    <a:lnTo>
                      <a:pt x="334" y="401"/>
                    </a:lnTo>
                    <a:close/>
                    <a:moveTo>
                      <a:pt x="225" y="508"/>
                    </a:moveTo>
                    <a:lnTo>
                      <a:pt x="225" y="506"/>
                    </a:lnTo>
                    <a:lnTo>
                      <a:pt x="227" y="504"/>
                    </a:lnTo>
                    <a:lnTo>
                      <a:pt x="228" y="506"/>
                    </a:lnTo>
                    <a:lnTo>
                      <a:pt x="231" y="503"/>
                    </a:lnTo>
                    <a:lnTo>
                      <a:pt x="232" y="503"/>
                    </a:lnTo>
                    <a:lnTo>
                      <a:pt x="233" y="497"/>
                    </a:lnTo>
                    <a:lnTo>
                      <a:pt x="235" y="497"/>
                    </a:lnTo>
                    <a:lnTo>
                      <a:pt x="237" y="500"/>
                    </a:lnTo>
                    <a:lnTo>
                      <a:pt x="239" y="499"/>
                    </a:lnTo>
                    <a:lnTo>
                      <a:pt x="241" y="499"/>
                    </a:lnTo>
                    <a:lnTo>
                      <a:pt x="244" y="499"/>
                    </a:lnTo>
                    <a:lnTo>
                      <a:pt x="244" y="497"/>
                    </a:lnTo>
                    <a:lnTo>
                      <a:pt x="248" y="497"/>
                    </a:lnTo>
                    <a:lnTo>
                      <a:pt x="250" y="500"/>
                    </a:lnTo>
                    <a:lnTo>
                      <a:pt x="248" y="503"/>
                    </a:lnTo>
                    <a:lnTo>
                      <a:pt x="252" y="506"/>
                    </a:lnTo>
                    <a:lnTo>
                      <a:pt x="252" y="508"/>
                    </a:lnTo>
                    <a:lnTo>
                      <a:pt x="250" y="507"/>
                    </a:lnTo>
                    <a:lnTo>
                      <a:pt x="247" y="508"/>
                    </a:lnTo>
                    <a:lnTo>
                      <a:pt x="243" y="510"/>
                    </a:lnTo>
                    <a:lnTo>
                      <a:pt x="240" y="508"/>
                    </a:lnTo>
                    <a:lnTo>
                      <a:pt x="235" y="508"/>
                    </a:lnTo>
                    <a:lnTo>
                      <a:pt x="232" y="511"/>
                    </a:lnTo>
                    <a:lnTo>
                      <a:pt x="231" y="511"/>
                    </a:lnTo>
                    <a:lnTo>
                      <a:pt x="228" y="512"/>
                    </a:lnTo>
                    <a:lnTo>
                      <a:pt x="225" y="511"/>
                    </a:lnTo>
                    <a:lnTo>
                      <a:pt x="225" y="50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2" name="Freeform 979"/>
              <p:cNvSpPr>
                <a:spLocks noEditPoints="1"/>
              </p:cNvSpPr>
              <p:nvPr/>
            </p:nvSpPr>
            <p:spPr bwMode="auto">
              <a:xfrm>
                <a:off x="2503489" y="3167062"/>
                <a:ext cx="1279525" cy="754063"/>
              </a:xfrm>
              <a:custGeom>
                <a:avLst/>
                <a:gdLst/>
                <a:ahLst/>
                <a:cxnLst>
                  <a:cxn ang="0">
                    <a:pos x="469" y="47"/>
                  </a:cxn>
                  <a:cxn ang="0">
                    <a:pos x="566" y="91"/>
                  </a:cxn>
                  <a:cxn ang="0">
                    <a:pos x="674" y="144"/>
                  </a:cxn>
                  <a:cxn ang="0">
                    <a:pos x="758" y="119"/>
                  </a:cxn>
                  <a:cxn ang="0">
                    <a:pos x="796" y="97"/>
                  </a:cxn>
                  <a:cxn ang="0">
                    <a:pos x="801" y="141"/>
                  </a:cxn>
                  <a:cxn ang="0">
                    <a:pos x="776" y="149"/>
                  </a:cxn>
                  <a:cxn ang="0">
                    <a:pos x="753" y="161"/>
                  </a:cxn>
                  <a:cxn ang="0">
                    <a:pos x="748" y="188"/>
                  </a:cxn>
                  <a:cxn ang="0">
                    <a:pos x="731" y="202"/>
                  </a:cxn>
                  <a:cxn ang="0">
                    <a:pos x="691" y="218"/>
                  </a:cxn>
                  <a:cxn ang="0">
                    <a:pos x="676" y="244"/>
                  </a:cxn>
                  <a:cxn ang="0">
                    <a:pos x="672" y="249"/>
                  </a:cxn>
                  <a:cxn ang="0">
                    <a:pos x="659" y="266"/>
                  </a:cxn>
                  <a:cxn ang="0">
                    <a:pos x="656" y="239"/>
                  </a:cxn>
                  <a:cxn ang="0">
                    <a:pos x="652" y="259"/>
                  </a:cxn>
                  <a:cxn ang="0">
                    <a:pos x="652" y="269"/>
                  </a:cxn>
                  <a:cxn ang="0">
                    <a:pos x="644" y="277"/>
                  </a:cxn>
                  <a:cxn ang="0">
                    <a:pos x="648" y="296"/>
                  </a:cxn>
                  <a:cxn ang="0">
                    <a:pos x="655" y="304"/>
                  </a:cxn>
                  <a:cxn ang="0">
                    <a:pos x="642" y="313"/>
                  </a:cxn>
                  <a:cxn ang="0">
                    <a:pos x="619" y="334"/>
                  </a:cxn>
                  <a:cxn ang="0">
                    <a:pos x="585" y="354"/>
                  </a:cxn>
                  <a:cxn ang="0">
                    <a:pos x="566" y="392"/>
                  </a:cxn>
                  <a:cxn ang="0">
                    <a:pos x="576" y="455"/>
                  </a:cxn>
                  <a:cxn ang="0">
                    <a:pos x="553" y="463"/>
                  </a:cxn>
                  <a:cxn ang="0">
                    <a:pos x="542" y="442"/>
                  </a:cxn>
                  <a:cxn ang="0">
                    <a:pos x="539" y="410"/>
                  </a:cxn>
                  <a:cxn ang="0">
                    <a:pos x="516" y="400"/>
                  </a:cxn>
                  <a:cxn ang="0">
                    <a:pos x="503" y="391"/>
                  </a:cxn>
                  <a:cxn ang="0">
                    <a:pos x="477" y="389"/>
                  </a:cxn>
                  <a:cxn ang="0">
                    <a:pos x="445" y="398"/>
                  </a:cxn>
                  <a:cxn ang="0">
                    <a:pos x="448" y="410"/>
                  </a:cxn>
                  <a:cxn ang="0">
                    <a:pos x="424" y="407"/>
                  </a:cxn>
                  <a:cxn ang="0">
                    <a:pos x="402" y="400"/>
                  </a:cxn>
                  <a:cxn ang="0">
                    <a:pos x="372" y="402"/>
                  </a:cxn>
                  <a:cxn ang="0">
                    <a:pos x="346" y="418"/>
                  </a:cxn>
                  <a:cxn ang="0">
                    <a:pos x="333" y="459"/>
                  </a:cxn>
                  <a:cxn ang="0">
                    <a:pos x="307" y="437"/>
                  </a:cxn>
                  <a:cxn ang="0">
                    <a:pos x="291" y="400"/>
                  </a:cxn>
                  <a:cxn ang="0">
                    <a:pos x="265" y="400"/>
                  </a:cxn>
                  <a:cxn ang="0">
                    <a:pos x="244" y="400"/>
                  </a:cxn>
                  <a:cxn ang="0">
                    <a:pos x="235" y="383"/>
                  </a:cxn>
                  <a:cxn ang="0">
                    <a:pos x="216" y="358"/>
                  </a:cxn>
                  <a:cxn ang="0">
                    <a:pos x="57" y="313"/>
                  </a:cxn>
                  <a:cxn ang="0">
                    <a:pos x="30" y="292"/>
                  </a:cxn>
                  <a:cxn ang="0">
                    <a:pos x="19" y="255"/>
                  </a:cxn>
                  <a:cxn ang="0">
                    <a:pos x="19" y="236"/>
                  </a:cxn>
                  <a:cxn ang="0">
                    <a:pos x="13" y="235"/>
                  </a:cxn>
                  <a:cxn ang="0">
                    <a:pos x="3" y="186"/>
                  </a:cxn>
                  <a:cxn ang="0">
                    <a:pos x="9" y="137"/>
                  </a:cxn>
                  <a:cxn ang="0">
                    <a:pos x="35" y="67"/>
                  </a:cxn>
                  <a:cxn ang="0">
                    <a:pos x="38" y="58"/>
                  </a:cxn>
                  <a:cxn ang="0">
                    <a:pos x="41" y="27"/>
                  </a:cxn>
                  <a:cxn ang="0">
                    <a:pos x="60" y="29"/>
                  </a:cxn>
                  <a:cxn ang="0">
                    <a:pos x="61" y="42"/>
                  </a:cxn>
                  <a:cxn ang="0">
                    <a:pos x="75" y="9"/>
                  </a:cxn>
                  <a:cxn ang="0">
                    <a:pos x="694" y="214"/>
                  </a:cxn>
                  <a:cxn ang="0">
                    <a:pos x="717" y="206"/>
                  </a:cxn>
                  <a:cxn ang="0">
                    <a:pos x="71" y="24"/>
                  </a:cxn>
                  <a:cxn ang="0">
                    <a:pos x="340" y="430"/>
                  </a:cxn>
                </a:cxnLst>
                <a:rect l="0" t="0" r="r" b="b"/>
                <a:pathLst>
                  <a:path w="806" h="475">
                    <a:moveTo>
                      <a:pt x="71" y="0"/>
                    </a:moveTo>
                    <a:lnTo>
                      <a:pt x="440" y="36"/>
                    </a:lnTo>
                    <a:lnTo>
                      <a:pt x="443" y="38"/>
                    </a:lnTo>
                    <a:lnTo>
                      <a:pt x="445" y="38"/>
                    </a:lnTo>
                    <a:lnTo>
                      <a:pt x="450" y="39"/>
                    </a:lnTo>
                    <a:lnTo>
                      <a:pt x="450" y="40"/>
                    </a:lnTo>
                    <a:lnTo>
                      <a:pt x="451" y="43"/>
                    </a:lnTo>
                    <a:lnTo>
                      <a:pt x="452" y="43"/>
                    </a:lnTo>
                    <a:lnTo>
                      <a:pt x="455" y="44"/>
                    </a:lnTo>
                    <a:lnTo>
                      <a:pt x="455" y="44"/>
                    </a:lnTo>
                    <a:lnTo>
                      <a:pt x="458" y="46"/>
                    </a:lnTo>
                    <a:lnTo>
                      <a:pt x="459" y="47"/>
                    </a:lnTo>
                    <a:lnTo>
                      <a:pt x="460" y="47"/>
                    </a:lnTo>
                    <a:lnTo>
                      <a:pt x="463" y="46"/>
                    </a:lnTo>
                    <a:lnTo>
                      <a:pt x="466" y="47"/>
                    </a:lnTo>
                    <a:lnTo>
                      <a:pt x="469" y="47"/>
                    </a:lnTo>
                    <a:lnTo>
                      <a:pt x="471" y="50"/>
                    </a:lnTo>
                    <a:lnTo>
                      <a:pt x="473" y="50"/>
                    </a:lnTo>
                    <a:lnTo>
                      <a:pt x="474" y="53"/>
                    </a:lnTo>
                    <a:lnTo>
                      <a:pt x="479" y="54"/>
                    </a:lnTo>
                    <a:lnTo>
                      <a:pt x="482" y="55"/>
                    </a:lnTo>
                    <a:lnTo>
                      <a:pt x="485" y="57"/>
                    </a:lnTo>
                    <a:lnTo>
                      <a:pt x="486" y="58"/>
                    </a:lnTo>
                    <a:lnTo>
                      <a:pt x="490" y="58"/>
                    </a:lnTo>
                    <a:lnTo>
                      <a:pt x="493" y="57"/>
                    </a:lnTo>
                    <a:lnTo>
                      <a:pt x="494" y="58"/>
                    </a:lnTo>
                    <a:lnTo>
                      <a:pt x="496" y="61"/>
                    </a:lnTo>
                    <a:lnTo>
                      <a:pt x="503" y="61"/>
                    </a:lnTo>
                    <a:lnTo>
                      <a:pt x="504" y="62"/>
                    </a:lnTo>
                    <a:lnTo>
                      <a:pt x="508" y="63"/>
                    </a:lnTo>
                    <a:lnTo>
                      <a:pt x="509" y="65"/>
                    </a:lnTo>
                    <a:lnTo>
                      <a:pt x="566" y="91"/>
                    </a:lnTo>
                    <a:lnTo>
                      <a:pt x="570" y="96"/>
                    </a:lnTo>
                    <a:lnTo>
                      <a:pt x="579" y="103"/>
                    </a:lnTo>
                    <a:lnTo>
                      <a:pt x="588" y="146"/>
                    </a:lnTo>
                    <a:lnTo>
                      <a:pt x="587" y="165"/>
                    </a:lnTo>
                    <a:lnTo>
                      <a:pt x="585" y="168"/>
                    </a:lnTo>
                    <a:lnTo>
                      <a:pt x="584" y="172"/>
                    </a:lnTo>
                    <a:lnTo>
                      <a:pt x="581" y="175"/>
                    </a:lnTo>
                    <a:lnTo>
                      <a:pt x="576" y="177"/>
                    </a:lnTo>
                    <a:lnTo>
                      <a:pt x="573" y="180"/>
                    </a:lnTo>
                    <a:lnTo>
                      <a:pt x="576" y="186"/>
                    </a:lnTo>
                    <a:lnTo>
                      <a:pt x="625" y="172"/>
                    </a:lnTo>
                    <a:lnTo>
                      <a:pt x="630" y="169"/>
                    </a:lnTo>
                    <a:lnTo>
                      <a:pt x="632" y="163"/>
                    </a:lnTo>
                    <a:lnTo>
                      <a:pt x="659" y="154"/>
                    </a:lnTo>
                    <a:lnTo>
                      <a:pt x="671" y="146"/>
                    </a:lnTo>
                    <a:lnTo>
                      <a:pt x="674" y="144"/>
                    </a:lnTo>
                    <a:lnTo>
                      <a:pt x="678" y="144"/>
                    </a:lnTo>
                    <a:lnTo>
                      <a:pt x="683" y="138"/>
                    </a:lnTo>
                    <a:lnTo>
                      <a:pt x="686" y="135"/>
                    </a:lnTo>
                    <a:lnTo>
                      <a:pt x="690" y="134"/>
                    </a:lnTo>
                    <a:lnTo>
                      <a:pt x="693" y="131"/>
                    </a:lnTo>
                    <a:lnTo>
                      <a:pt x="697" y="130"/>
                    </a:lnTo>
                    <a:lnTo>
                      <a:pt x="739" y="131"/>
                    </a:lnTo>
                    <a:lnTo>
                      <a:pt x="742" y="129"/>
                    </a:lnTo>
                    <a:lnTo>
                      <a:pt x="743" y="129"/>
                    </a:lnTo>
                    <a:lnTo>
                      <a:pt x="744" y="127"/>
                    </a:lnTo>
                    <a:lnTo>
                      <a:pt x="746" y="127"/>
                    </a:lnTo>
                    <a:lnTo>
                      <a:pt x="748" y="127"/>
                    </a:lnTo>
                    <a:lnTo>
                      <a:pt x="751" y="126"/>
                    </a:lnTo>
                    <a:lnTo>
                      <a:pt x="751" y="125"/>
                    </a:lnTo>
                    <a:lnTo>
                      <a:pt x="755" y="119"/>
                    </a:lnTo>
                    <a:lnTo>
                      <a:pt x="758" y="119"/>
                    </a:lnTo>
                    <a:lnTo>
                      <a:pt x="761" y="114"/>
                    </a:lnTo>
                    <a:lnTo>
                      <a:pt x="762" y="111"/>
                    </a:lnTo>
                    <a:lnTo>
                      <a:pt x="763" y="108"/>
                    </a:lnTo>
                    <a:lnTo>
                      <a:pt x="766" y="105"/>
                    </a:lnTo>
                    <a:lnTo>
                      <a:pt x="766" y="104"/>
                    </a:lnTo>
                    <a:lnTo>
                      <a:pt x="769" y="100"/>
                    </a:lnTo>
                    <a:lnTo>
                      <a:pt x="774" y="95"/>
                    </a:lnTo>
                    <a:lnTo>
                      <a:pt x="776" y="92"/>
                    </a:lnTo>
                    <a:lnTo>
                      <a:pt x="777" y="91"/>
                    </a:lnTo>
                    <a:lnTo>
                      <a:pt x="778" y="91"/>
                    </a:lnTo>
                    <a:lnTo>
                      <a:pt x="780" y="91"/>
                    </a:lnTo>
                    <a:lnTo>
                      <a:pt x="782" y="93"/>
                    </a:lnTo>
                    <a:lnTo>
                      <a:pt x="785" y="92"/>
                    </a:lnTo>
                    <a:lnTo>
                      <a:pt x="789" y="93"/>
                    </a:lnTo>
                    <a:lnTo>
                      <a:pt x="791" y="92"/>
                    </a:lnTo>
                    <a:lnTo>
                      <a:pt x="796" y="97"/>
                    </a:lnTo>
                    <a:lnTo>
                      <a:pt x="796" y="101"/>
                    </a:lnTo>
                    <a:lnTo>
                      <a:pt x="793" y="120"/>
                    </a:lnTo>
                    <a:lnTo>
                      <a:pt x="792" y="122"/>
                    </a:lnTo>
                    <a:lnTo>
                      <a:pt x="793" y="122"/>
                    </a:lnTo>
                    <a:lnTo>
                      <a:pt x="795" y="125"/>
                    </a:lnTo>
                    <a:lnTo>
                      <a:pt x="796" y="126"/>
                    </a:lnTo>
                    <a:lnTo>
                      <a:pt x="796" y="127"/>
                    </a:lnTo>
                    <a:lnTo>
                      <a:pt x="795" y="129"/>
                    </a:lnTo>
                    <a:lnTo>
                      <a:pt x="796" y="130"/>
                    </a:lnTo>
                    <a:lnTo>
                      <a:pt x="795" y="131"/>
                    </a:lnTo>
                    <a:lnTo>
                      <a:pt x="795" y="133"/>
                    </a:lnTo>
                    <a:lnTo>
                      <a:pt x="796" y="133"/>
                    </a:lnTo>
                    <a:lnTo>
                      <a:pt x="796" y="133"/>
                    </a:lnTo>
                    <a:lnTo>
                      <a:pt x="800" y="135"/>
                    </a:lnTo>
                    <a:lnTo>
                      <a:pt x="800" y="139"/>
                    </a:lnTo>
                    <a:lnTo>
                      <a:pt x="801" y="141"/>
                    </a:lnTo>
                    <a:lnTo>
                      <a:pt x="803" y="139"/>
                    </a:lnTo>
                    <a:lnTo>
                      <a:pt x="806" y="141"/>
                    </a:lnTo>
                    <a:lnTo>
                      <a:pt x="804" y="144"/>
                    </a:lnTo>
                    <a:lnTo>
                      <a:pt x="801" y="144"/>
                    </a:lnTo>
                    <a:lnTo>
                      <a:pt x="800" y="142"/>
                    </a:lnTo>
                    <a:lnTo>
                      <a:pt x="797" y="144"/>
                    </a:lnTo>
                    <a:lnTo>
                      <a:pt x="795" y="144"/>
                    </a:lnTo>
                    <a:lnTo>
                      <a:pt x="792" y="145"/>
                    </a:lnTo>
                    <a:lnTo>
                      <a:pt x="791" y="146"/>
                    </a:lnTo>
                    <a:lnTo>
                      <a:pt x="788" y="145"/>
                    </a:lnTo>
                    <a:lnTo>
                      <a:pt x="786" y="149"/>
                    </a:lnTo>
                    <a:lnTo>
                      <a:pt x="784" y="149"/>
                    </a:lnTo>
                    <a:lnTo>
                      <a:pt x="784" y="145"/>
                    </a:lnTo>
                    <a:lnTo>
                      <a:pt x="780" y="145"/>
                    </a:lnTo>
                    <a:lnTo>
                      <a:pt x="778" y="148"/>
                    </a:lnTo>
                    <a:lnTo>
                      <a:pt x="776" y="149"/>
                    </a:lnTo>
                    <a:lnTo>
                      <a:pt x="774" y="146"/>
                    </a:lnTo>
                    <a:lnTo>
                      <a:pt x="776" y="144"/>
                    </a:lnTo>
                    <a:lnTo>
                      <a:pt x="772" y="148"/>
                    </a:lnTo>
                    <a:lnTo>
                      <a:pt x="769" y="152"/>
                    </a:lnTo>
                    <a:lnTo>
                      <a:pt x="767" y="153"/>
                    </a:lnTo>
                    <a:lnTo>
                      <a:pt x="766" y="152"/>
                    </a:lnTo>
                    <a:lnTo>
                      <a:pt x="765" y="156"/>
                    </a:lnTo>
                    <a:lnTo>
                      <a:pt x="763" y="156"/>
                    </a:lnTo>
                    <a:lnTo>
                      <a:pt x="762" y="152"/>
                    </a:lnTo>
                    <a:lnTo>
                      <a:pt x="761" y="156"/>
                    </a:lnTo>
                    <a:lnTo>
                      <a:pt x="759" y="157"/>
                    </a:lnTo>
                    <a:lnTo>
                      <a:pt x="758" y="156"/>
                    </a:lnTo>
                    <a:lnTo>
                      <a:pt x="758" y="154"/>
                    </a:lnTo>
                    <a:lnTo>
                      <a:pt x="757" y="157"/>
                    </a:lnTo>
                    <a:lnTo>
                      <a:pt x="754" y="157"/>
                    </a:lnTo>
                    <a:lnTo>
                      <a:pt x="753" y="161"/>
                    </a:lnTo>
                    <a:lnTo>
                      <a:pt x="747" y="165"/>
                    </a:lnTo>
                    <a:lnTo>
                      <a:pt x="746" y="169"/>
                    </a:lnTo>
                    <a:lnTo>
                      <a:pt x="744" y="172"/>
                    </a:lnTo>
                    <a:lnTo>
                      <a:pt x="743" y="175"/>
                    </a:lnTo>
                    <a:lnTo>
                      <a:pt x="742" y="175"/>
                    </a:lnTo>
                    <a:lnTo>
                      <a:pt x="742" y="177"/>
                    </a:lnTo>
                    <a:lnTo>
                      <a:pt x="743" y="177"/>
                    </a:lnTo>
                    <a:lnTo>
                      <a:pt x="743" y="179"/>
                    </a:lnTo>
                    <a:lnTo>
                      <a:pt x="739" y="184"/>
                    </a:lnTo>
                    <a:lnTo>
                      <a:pt x="739" y="186"/>
                    </a:lnTo>
                    <a:lnTo>
                      <a:pt x="742" y="187"/>
                    </a:lnTo>
                    <a:lnTo>
                      <a:pt x="743" y="191"/>
                    </a:lnTo>
                    <a:lnTo>
                      <a:pt x="744" y="194"/>
                    </a:lnTo>
                    <a:lnTo>
                      <a:pt x="748" y="194"/>
                    </a:lnTo>
                    <a:lnTo>
                      <a:pt x="750" y="191"/>
                    </a:lnTo>
                    <a:lnTo>
                      <a:pt x="748" y="188"/>
                    </a:lnTo>
                    <a:lnTo>
                      <a:pt x="750" y="188"/>
                    </a:lnTo>
                    <a:lnTo>
                      <a:pt x="751" y="192"/>
                    </a:lnTo>
                    <a:lnTo>
                      <a:pt x="750" y="195"/>
                    </a:lnTo>
                    <a:lnTo>
                      <a:pt x="743" y="199"/>
                    </a:lnTo>
                    <a:lnTo>
                      <a:pt x="742" y="198"/>
                    </a:lnTo>
                    <a:lnTo>
                      <a:pt x="742" y="197"/>
                    </a:lnTo>
                    <a:lnTo>
                      <a:pt x="740" y="194"/>
                    </a:lnTo>
                    <a:lnTo>
                      <a:pt x="738" y="199"/>
                    </a:lnTo>
                    <a:lnTo>
                      <a:pt x="735" y="202"/>
                    </a:lnTo>
                    <a:lnTo>
                      <a:pt x="734" y="201"/>
                    </a:lnTo>
                    <a:lnTo>
                      <a:pt x="734" y="199"/>
                    </a:lnTo>
                    <a:lnTo>
                      <a:pt x="734" y="197"/>
                    </a:lnTo>
                    <a:lnTo>
                      <a:pt x="731" y="194"/>
                    </a:lnTo>
                    <a:lnTo>
                      <a:pt x="731" y="197"/>
                    </a:lnTo>
                    <a:lnTo>
                      <a:pt x="731" y="201"/>
                    </a:lnTo>
                    <a:lnTo>
                      <a:pt x="731" y="202"/>
                    </a:lnTo>
                    <a:lnTo>
                      <a:pt x="729" y="202"/>
                    </a:lnTo>
                    <a:lnTo>
                      <a:pt x="724" y="203"/>
                    </a:lnTo>
                    <a:lnTo>
                      <a:pt x="720" y="203"/>
                    </a:lnTo>
                    <a:lnTo>
                      <a:pt x="717" y="203"/>
                    </a:lnTo>
                    <a:lnTo>
                      <a:pt x="712" y="203"/>
                    </a:lnTo>
                    <a:lnTo>
                      <a:pt x="710" y="202"/>
                    </a:lnTo>
                    <a:lnTo>
                      <a:pt x="709" y="202"/>
                    </a:lnTo>
                    <a:lnTo>
                      <a:pt x="705" y="206"/>
                    </a:lnTo>
                    <a:lnTo>
                      <a:pt x="702" y="206"/>
                    </a:lnTo>
                    <a:lnTo>
                      <a:pt x="697" y="207"/>
                    </a:lnTo>
                    <a:lnTo>
                      <a:pt x="694" y="209"/>
                    </a:lnTo>
                    <a:lnTo>
                      <a:pt x="693" y="210"/>
                    </a:lnTo>
                    <a:lnTo>
                      <a:pt x="693" y="213"/>
                    </a:lnTo>
                    <a:lnTo>
                      <a:pt x="689" y="214"/>
                    </a:lnTo>
                    <a:lnTo>
                      <a:pt x="690" y="217"/>
                    </a:lnTo>
                    <a:lnTo>
                      <a:pt x="691" y="218"/>
                    </a:lnTo>
                    <a:lnTo>
                      <a:pt x="691" y="220"/>
                    </a:lnTo>
                    <a:lnTo>
                      <a:pt x="690" y="222"/>
                    </a:lnTo>
                    <a:lnTo>
                      <a:pt x="690" y="222"/>
                    </a:lnTo>
                    <a:lnTo>
                      <a:pt x="689" y="225"/>
                    </a:lnTo>
                    <a:lnTo>
                      <a:pt x="690" y="226"/>
                    </a:lnTo>
                    <a:lnTo>
                      <a:pt x="689" y="229"/>
                    </a:lnTo>
                    <a:lnTo>
                      <a:pt x="687" y="232"/>
                    </a:lnTo>
                    <a:lnTo>
                      <a:pt x="686" y="232"/>
                    </a:lnTo>
                    <a:lnTo>
                      <a:pt x="685" y="233"/>
                    </a:lnTo>
                    <a:lnTo>
                      <a:pt x="683" y="237"/>
                    </a:lnTo>
                    <a:lnTo>
                      <a:pt x="682" y="239"/>
                    </a:lnTo>
                    <a:lnTo>
                      <a:pt x="681" y="240"/>
                    </a:lnTo>
                    <a:lnTo>
                      <a:pt x="679" y="240"/>
                    </a:lnTo>
                    <a:lnTo>
                      <a:pt x="679" y="241"/>
                    </a:lnTo>
                    <a:lnTo>
                      <a:pt x="676" y="244"/>
                    </a:lnTo>
                    <a:lnTo>
                      <a:pt x="676" y="244"/>
                    </a:lnTo>
                    <a:lnTo>
                      <a:pt x="674" y="245"/>
                    </a:lnTo>
                    <a:lnTo>
                      <a:pt x="676" y="241"/>
                    </a:lnTo>
                    <a:lnTo>
                      <a:pt x="675" y="240"/>
                    </a:lnTo>
                    <a:lnTo>
                      <a:pt x="672" y="240"/>
                    </a:lnTo>
                    <a:lnTo>
                      <a:pt x="670" y="237"/>
                    </a:lnTo>
                    <a:lnTo>
                      <a:pt x="668" y="235"/>
                    </a:lnTo>
                    <a:lnTo>
                      <a:pt x="670" y="233"/>
                    </a:lnTo>
                    <a:lnTo>
                      <a:pt x="674" y="228"/>
                    </a:lnTo>
                    <a:lnTo>
                      <a:pt x="671" y="229"/>
                    </a:lnTo>
                    <a:lnTo>
                      <a:pt x="668" y="232"/>
                    </a:lnTo>
                    <a:lnTo>
                      <a:pt x="667" y="235"/>
                    </a:lnTo>
                    <a:lnTo>
                      <a:pt x="667" y="237"/>
                    </a:lnTo>
                    <a:lnTo>
                      <a:pt x="668" y="239"/>
                    </a:lnTo>
                    <a:lnTo>
                      <a:pt x="668" y="243"/>
                    </a:lnTo>
                    <a:lnTo>
                      <a:pt x="670" y="244"/>
                    </a:lnTo>
                    <a:lnTo>
                      <a:pt x="672" y="249"/>
                    </a:lnTo>
                    <a:lnTo>
                      <a:pt x="672" y="252"/>
                    </a:lnTo>
                    <a:lnTo>
                      <a:pt x="670" y="258"/>
                    </a:lnTo>
                    <a:lnTo>
                      <a:pt x="666" y="260"/>
                    </a:lnTo>
                    <a:lnTo>
                      <a:pt x="664" y="266"/>
                    </a:lnTo>
                    <a:lnTo>
                      <a:pt x="663" y="269"/>
                    </a:lnTo>
                    <a:lnTo>
                      <a:pt x="663" y="270"/>
                    </a:lnTo>
                    <a:lnTo>
                      <a:pt x="662" y="271"/>
                    </a:lnTo>
                    <a:lnTo>
                      <a:pt x="662" y="270"/>
                    </a:lnTo>
                    <a:lnTo>
                      <a:pt x="662" y="269"/>
                    </a:lnTo>
                    <a:lnTo>
                      <a:pt x="659" y="274"/>
                    </a:lnTo>
                    <a:lnTo>
                      <a:pt x="657" y="275"/>
                    </a:lnTo>
                    <a:lnTo>
                      <a:pt x="657" y="277"/>
                    </a:lnTo>
                    <a:lnTo>
                      <a:pt x="657" y="274"/>
                    </a:lnTo>
                    <a:lnTo>
                      <a:pt x="657" y="271"/>
                    </a:lnTo>
                    <a:lnTo>
                      <a:pt x="659" y="269"/>
                    </a:lnTo>
                    <a:lnTo>
                      <a:pt x="659" y="266"/>
                    </a:lnTo>
                    <a:lnTo>
                      <a:pt x="660" y="264"/>
                    </a:lnTo>
                    <a:lnTo>
                      <a:pt x="660" y="263"/>
                    </a:lnTo>
                    <a:lnTo>
                      <a:pt x="663" y="262"/>
                    </a:lnTo>
                    <a:lnTo>
                      <a:pt x="659" y="262"/>
                    </a:lnTo>
                    <a:lnTo>
                      <a:pt x="657" y="260"/>
                    </a:lnTo>
                    <a:lnTo>
                      <a:pt x="659" y="259"/>
                    </a:lnTo>
                    <a:lnTo>
                      <a:pt x="659" y="258"/>
                    </a:lnTo>
                    <a:lnTo>
                      <a:pt x="657" y="258"/>
                    </a:lnTo>
                    <a:lnTo>
                      <a:pt x="657" y="256"/>
                    </a:lnTo>
                    <a:lnTo>
                      <a:pt x="656" y="258"/>
                    </a:lnTo>
                    <a:lnTo>
                      <a:pt x="653" y="255"/>
                    </a:lnTo>
                    <a:lnTo>
                      <a:pt x="653" y="252"/>
                    </a:lnTo>
                    <a:lnTo>
                      <a:pt x="656" y="249"/>
                    </a:lnTo>
                    <a:lnTo>
                      <a:pt x="656" y="245"/>
                    </a:lnTo>
                    <a:lnTo>
                      <a:pt x="655" y="241"/>
                    </a:lnTo>
                    <a:lnTo>
                      <a:pt x="656" y="239"/>
                    </a:lnTo>
                    <a:lnTo>
                      <a:pt x="659" y="237"/>
                    </a:lnTo>
                    <a:lnTo>
                      <a:pt x="657" y="236"/>
                    </a:lnTo>
                    <a:lnTo>
                      <a:pt x="659" y="233"/>
                    </a:lnTo>
                    <a:lnTo>
                      <a:pt x="657" y="233"/>
                    </a:lnTo>
                    <a:lnTo>
                      <a:pt x="657" y="233"/>
                    </a:lnTo>
                    <a:lnTo>
                      <a:pt x="657" y="236"/>
                    </a:lnTo>
                    <a:lnTo>
                      <a:pt x="653" y="239"/>
                    </a:lnTo>
                    <a:lnTo>
                      <a:pt x="652" y="240"/>
                    </a:lnTo>
                    <a:lnTo>
                      <a:pt x="651" y="240"/>
                    </a:lnTo>
                    <a:lnTo>
                      <a:pt x="652" y="241"/>
                    </a:lnTo>
                    <a:lnTo>
                      <a:pt x="652" y="243"/>
                    </a:lnTo>
                    <a:lnTo>
                      <a:pt x="652" y="247"/>
                    </a:lnTo>
                    <a:lnTo>
                      <a:pt x="652" y="249"/>
                    </a:lnTo>
                    <a:lnTo>
                      <a:pt x="652" y="251"/>
                    </a:lnTo>
                    <a:lnTo>
                      <a:pt x="652" y="254"/>
                    </a:lnTo>
                    <a:lnTo>
                      <a:pt x="652" y="259"/>
                    </a:lnTo>
                    <a:lnTo>
                      <a:pt x="651" y="259"/>
                    </a:lnTo>
                    <a:lnTo>
                      <a:pt x="648" y="255"/>
                    </a:lnTo>
                    <a:lnTo>
                      <a:pt x="644" y="255"/>
                    </a:lnTo>
                    <a:lnTo>
                      <a:pt x="642" y="252"/>
                    </a:lnTo>
                    <a:lnTo>
                      <a:pt x="641" y="252"/>
                    </a:lnTo>
                    <a:lnTo>
                      <a:pt x="641" y="251"/>
                    </a:lnTo>
                    <a:lnTo>
                      <a:pt x="642" y="247"/>
                    </a:lnTo>
                    <a:lnTo>
                      <a:pt x="640" y="249"/>
                    </a:lnTo>
                    <a:lnTo>
                      <a:pt x="640" y="252"/>
                    </a:lnTo>
                    <a:lnTo>
                      <a:pt x="642" y="254"/>
                    </a:lnTo>
                    <a:lnTo>
                      <a:pt x="644" y="256"/>
                    </a:lnTo>
                    <a:lnTo>
                      <a:pt x="647" y="258"/>
                    </a:lnTo>
                    <a:lnTo>
                      <a:pt x="651" y="262"/>
                    </a:lnTo>
                    <a:lnTo>
                      <a:pt x="652" y="263"/>
                    </a:lnTo>
                    <a:lnTo>
                      <a:pt x="652" y="264"/>
                    </a:lnTo>
                    <a:lnTo>
                      <a:pt x="652" y="269"/>
                    </a:lnTo>
                    <a:lnTo>
                      <a:pt x="649" y="267"/>
                    </a:lnTo>
                    <a:lnTo>
                      <a:pt x="649" y="266"/>
                    </a:lnTo>
                    <a:lnTo>
                      <a:pt x="648" y="264"/>
                    </a:lnTo>
                    <a:lnTo>
                      <a:pt x="649" y="269"/>
                    </a:lnTo>
                    <a:lnTo>
                      <a:pt x="652" y="270"/>
                    </a:lnTo>
                    <a:lnTo>
                      <a:pt x="652" y="273"/>
                    </a:lnTo>
                    <a:lnTo>
                      <a:pt x="652" y="273"/>
                    </a:lnTo>
                    <a:lnTo>
                      <a:pt x="652" y="274"/>
                    </a:lnTo>
                    <a:lnTo>
                      <a:pt x="648" y="274"/>
                    </a:lnTo>
                    <a:lnTo>
                      <a:pt x="652" y="277"/>
                    </a:lnTo>
                    <a:lnTo>
                      <a:pt x="651" y="278"/>
                    </a:lnTo>
                    <a:lnTo>
                      <a:pt x="649" y="278"/>
                    </a:lnTo>
                    <a:lnTo>
                      <a:pt x="648" y="275"/>
                    </a:lnTo>
                    <a:lnTo>
                      <a:pt x="644" y="275"/>
                    </a:lnTo>
                    <a:lnTo>
                      <a:pt x="642" y="274"/>
                    </a:lnTo>
                    <a:lnTo>
                      <a:pt x="644" y="277"/>
                    </a:lnTo>
                    <a:lnTo>
                      <a:pt x="647" y="277"/>
                    </a:lnTo>
                    <a:lnTo>
                      <a:pt x="648" y="277"/>
                    </a:lnTo>
                    <a:lnTo>
                      <a:pt x="649" y="281"/>
                    </a:lnTo>
                    <a:lnTo>
                      <a:pt x="652" y="281"/>
                    </a:lnTo>
                    <a:lnTo>
                      <a:pt x="653" y="281"/>
                    </a:lnTo>
                    <a:lnTo>
                      <a:pt x="655" y="282"/>
                    </a:lnTo>
                    <a:lnTo>
                      <a:pt x="656" y="285"/>
                    </a:lnTo>
                    <a:lnTo>
                      <a:pt x="655" y="288"/>
                    </a:lnTo>
                    <a:lnTo>
                      <a:pt x="653" y="286"/>
                    </a:lnTo>
                    <a:lnTo>
                      <a:pt x="653" y="288"/>
                    </a:lnTo>
                    <a:lnTo>
                      <a:pt x="653" y="289"/>
                    </a:lnTo>
                    <a:lnTo>
                      <a:pt x="655" y="292"/>
                    </a:lnTo>
                    <a:lnTo>
                      <a:pt x="653" y="293"/>
                    </a:lnTo>
                    <a:lnTo>
                      <a:pt x="652" y="293"/>
                    </a:lnTo>
                    <a:lnTo>
                      <a:pt x="651" y="294"/>
                    </a:lnTo>
                    <a:lnTo>
                      <a:pt x="648" y="296"/>
                    </a:lnTo>
                    <a:lnTo>
                      <a:pt x="645" y="297"/>
                    </a:lnTo>
                    <a:lnTo>
                      <a:pt x="644" y="296"/>
                    </a:lnTo>
                    <a:lnTo>
                      <a:pt x="642" y="293"/>
                    </a:lnTo>
                    <a:lnTo>
                      <a:pt x="641" y="294"/>
                    </a:lnTo>
                    <a:lnTo>
                      <a:pt x="641" y="298"/>
                    </a:lnTo>
                    <a:lnTo>
                      <a:pt x="641" y="300"/>
                    </a:lnTo>
                    <a:lnTo>
                      <a:pt x="644" y="298"/>
                    </a:lnTo>
                    <a:lnTo>
                      <a:pt x="649" y="298"/>
                    </a:lnTo>
                    <a:lnTo>
                      <a:pt x="651" y="298"/>
                    </a:lnTo>
                    <a:lnTo>
                      <a:pt x="651" y="302"/>
                    </a:lnTo>
                    <a:lnTo>
                      <a:pt x="652" y="304"/>
                    </a:lnTo>
                    <a:lnTo>
                      <a:pt x="653" y="301"/>
                    </a:lnTo>
                    <a:lnTo>
                      <a:pt x="655" y="298"/>
                    </a:lnTo>
                    <a:lnTo>
                      <a:pt x="655" y="298"/>
                    </a:lnTo>
                    <a:lnTo>
                      <a:pt x="656" y="301"/>
                    </a:lnTo>
                    <a:lnTo>
                      <a:pt x="655" y="304"/>
                    </a:lnTo>
                    <a:lnTo>
                      <a:pt x="655" y="304"/>
                    </a:lnTo>
                    <a:lnTo>
                      <a:pt x="652" y="307"/>
                    </a:lnTo>
                    <a:lnTo>
                      <a:pt x="651" y="309"/>
                    </a:lnTo>
                    <a:lnTo>
                      <a:pt x="649" y="309"/>
                    </a:lnTo>
                    <a:lnTo>
                      <a:pt x="648" y="308"/>
                    </a:lnTo>
                    <a:lnTo>
                      <a:pt x="645" y="309"/>
                    </a:lnTo>
                    <a:lnTo>
                      <a:pt x="644" y="305"/>
                    </a:lnTo>
                    <a:lnTo>
                      <a:pt x="644" y="308"/>
                    </a:lnTo>
                    <a:lnTo>
                      <a:pt x="642" y="308"/>
                    </a:lnTo>
                    <a:lnTo>
                      <a:pt x="640" y="308"/>
                    </a:lnTo>
                    <a:lnTo>
                      <a:pt x="638" y="308"/>
                    </a:lnTo>
                    <a:lnTo>
                      <a:pt x="640" y="309"/>
                    </a:lnTo>
                    <a:lnTo>
                      <a:pt x="642" y="309"/>
                    </a:lnTo>
                    <a:lnTo>
                      <a:pt x="644" y="311"/>
                    </a:lnTo>
                    <a:lnTo>
                      <a:pt x="642" y="312"/>
                    </a:lnTo>
                    <a:lnTo>
                      <a:pt x="642" y="313"/>
                    </a:lnTo>
                    <a:lnTo>
                      <a:pt x="640" y="315"/>
                    </a:lnTo>
                    <a:lnTo>
                      <a:pt x="637" y="315"/>
                    </a:lnTo>
                    <a:lnTo>
                      <a:pt x="638" y="316"/>
                    </a:lnTo>
                    <a:lnTo>
                      <a:pt x="642" y="316"/>
                    </a:lnTo>
                    <a:lnTo>
                      <a:pt x="645" y="315"/>
                    </a:lnTo>
                    <a:lnTo>
                      <a:pt x="645" y="315"/>
                    </a:lnTo>
                    <a:lnTo>
                      <a:pt x="647" y="316"/>
                    </a:lnTo>
                    <a:lnTo>
                      <a:pt x="644" y="319"/>
                    </a:lnTo>
                    <a:lnTo>
                      <a:pt x="641" y="319"/>
                    </a:lnTo>
                    <a:lnTo>
                      <a:pt x="641" y="317"/>
                    </a:lnTo>
                    <a:lnTo>
                      <a:pt x="640" y="317"/>
                    </a:lnTo>
                    <a:lnTo>
                      <a:pt x="638" y="319"/>
                    </a:lnTo>
                    <a:lnTo>
                      <a:pt x="636" y="319"/>
                    </a:lnTo>
                    <a:lnTo>
                      <a:pt x="629" y="323"/>
                    </a:lnTo>
                    <a:lnTo>
                      <a:pt x="621" y="328"/>
                    </a:lnTo>
                    <a:lnTo>
                      <a:pt x="619" y="334"/>
                    </a:lnTo>
                    <a:lnTo>
                      <a:pt x="618" y="334"/>
                    </a:lnTo>
                    <a:lnTo>
                      <a:pt x="617" y="332"/>
                    </a:lnTo>
                    <a:lnTo>
                      <a:pt x="613" y="334"/>
                    </a:lnTo>
                    <a:lnTo>
                      <a:pt x="610" y="335"/>
                    </a:lnTo>
                    <a:lnTo>
                      <a:pt x="604" y="343"/>
                    </a:lnTo>
                    <a:lnTo>
                      <a:pt x="604" y="345"/>
                    </a:lnTo>
                    <a:lnTo>
                      <a:pt x="602" y="346"/>
                    </a:lnTo>
                    <a:lnTo>
                      <a:pt x="600" y="346"/>
                    </a:lnTo>
                    <a:lnTo>
                      <a:pt x="600" y="347"/>
                    </a:lnTo>
                    <a:lnTo>
                      <a:pt x="598" y="350"/>
                    </a:lnTo>
                    <a:lnTo>
                      <a:pt x="596" y="350"/>
                    </a:lnTo>
                    <a:lnTo>
                      <a:pt x="595" y="350"/>
                    </a:lnTo>
                    <a:lnTo>
                      <a:pt x="594" y="351"/>
                    </a:lnTo>
                    <a:lnTo>
                      <a:pt x="591" y="351"/>
                    </a:lnTo>
                    <a:lnTo>
                      <a:pt x="589" y="354"/>
                    </a:lnTo>
                    <a:lnTo>
                      <a:pt x="585" y="354"/>
                    </a:lnTo>
                    <a:lnTo>
                      <a:pt x="584" y="355"/>
                    </a:lnTo>
                    <a:lnTo>
                      <a:pt x="581" y="355"/>
                    </a:lnTo>
                    <a:lnTo>
                      <a:pt x="581" y="357"/>
                    </a:lnTo>
                    <a:lnTo>
                      <a:pt x="577" y="357"/>
                    </a:lnTo>
                    <a:lnTo>
                      <a:pt x="577" y="358"/>
                    </a:lnTo>
                    <a:lnTo>
                      <a:pt x="577" y="358"/>
                    </a:lnTo>
                    <a:lnTo>
                      <a:pt x="577" y="361"/>
                    </a:lnTo>
                    <a:lnTo>
                      <a:pt x="576" y="364"/>
                    </a:lnTo>
                    <a:lnTo>
                      <a:pt x="575" y="364"/>
                    </a:lnTo>
                    <a:lnTo>
                      <a:pt x="573" y="365"/>
                    </a:lnTo>
                    <a:lnTo>
                      <a:pt x="570" y="366"/>
                    </a:lnTo>
                    <a:lnTo>
                      <a:pt x="568" y="370"/>
                    </a:lnTo>
                    <a:lnTo>
                      <a:pt x="566" y="374"/>
                    </a:lnTo>
                    <a:lnTo>
                      <a:pt x="566" y="379"/>
                    </a:lnTo>
                    <a:lnTo>
                      <a:pt x="565" y="388"/>
                    </a:lnTo>
                    <a:lnTo>
                      <a:pt x="566" y="392"/>
                    </a:lnTo>
                    <a:lnTo>
                      <a:pt x="565" y="398"/>
                    </a:lnTo>
                    <a:lnTo>
                      <a:pt x="566" y="402"/>
                    </a:lnTo>
                    <a:lnTo>
                      <a:pt x="568" y="408"/>
                    </a:lnTo>
                    <a:lnTo>
                      <a:pt x="569" y="411"/>
                    </a:lnTo>
                    <a:lnTo>
                      <a:pt x="570" y="418"/>
                    </a:lnTo>
                    <a:lnTo>
                      <a:pt x="572" y="419"/>
                    </a:lnTo>
                    <a:lnTo>
                      <a:pt x="573" y="422"/>
                    </a:lnTo>
                    <a:lnTo>
                      <a:pt x="572" y="426"/>
                    </a:lnTo>
                    <a:lnTo>
                      <a:pt x="570" y="430"/>
                    </a:lnTo>
                    <a:lnTo>
                      <a:pt x="572" y="432"/>
                    </a:lnTo>
                    <a:lnTo>
                      <a:pt x="573" y="441"/>
                    </a:lnTo>
                    <a:lnTo>
                      <a:pt x="576" y="442"/>
                    </a:lnTo>
                    <a:lnTo>
                      <a:pt x="577" y="446"/>
                    </a:lnTo>
                    <a:lnTo>
                      <a:pt x="576" y="448"/>
                    </a:lnTo>
                    <a:lnTo>
                      <a:pt x="576" y="449"/>
                    </a:lnTo>
                    <a:lnTo>
                      <a:pt x="576" y="455"/>
                    </a:lnTo>
                    <a:lnTo>
                      <a:pt x="576" y="456"/>
                    </a:lnTo>
                    <a:lnTo>
                      <a:pt x="576" y="459"/>
                    </a:lnTo>
                    <a:lnTo>
                      <a:pt x="573" y="463"/>
                    </a:lnTo>
                    <a:lnTo>
                      <a:pt x="572" y="467"/>
                    </a:lnTo>
                    <a:lnTo>
                      <a:pt x="570" y="470"/>
                    </a:lnTo>
                    <a:lnTo>
                      <a:pt x="569" y="472"/>
                    </a:lnTo>
                    <a:lnTo>
                      <a:pt x="568" y="474"/>
                    </a:lnTo>
                    <a:lnTo>
                      <a:pt x="565" y="475"/>
                    </a:lnTo>
                    <a:lnTo>
                      <a:pt x="562" y="474"/>
                    </a:lnTo>
                    <a:lnTo>
                      <a:pt x="561" y="472"/>
                    </a:lnTo>
                    <a:lnTo>
                      <a:pt x="558" y="471"/>
                    </a:lnTo>
                    <a:lnTo>
                      <a:pt x="560" y="471"/>
                    </a:lnTo>
                    <a:lnTo>
                      <a:pt x="556" y="468"/>
                    </a:lnTo>
                    <a:lnTo>
                      <a:pt x="557" y="466"/>
                    </a:lnTo>
                    <a:lnTo>
                      <a:pt x="556" y="463"/>
                    </a:lnTo>
                    <a:lnTo>
                      <a:pt x="553" y="463"/>
                    </a:lnTo>
                    <a:lnTo>
                      <a:pt x="551" y="463"/>
                    </a:lnTo>
                    <a:lnTo>
                      <a:pt x="551" y="459"/>
                    </a:lnTo>
                    <a:lnTo>
                      <a:pt x="551" y="456"/>
                    </a:lnTo>
                    <a:lnTo>
                      <a:pt x="547" y="453"/>
                    </a:lnTo>
                    <a:lnTo>
                      <a:pt x="547" y="452"/>
                    </a:lnTo>
                    <a:lnTo>
                      <a:pt x="549" y="451"/>
                    </a:lnTo>
                    <a:lnTo>
                      <a:pt x="549" y="448"/>
                    </a:lnTo>
                    <a:lnTo>
                      <a:pt x="551" y="445"/>
                    </a:lnTo>
                    <a:lnTo>
                      <a:pt x="549" y="446"/>
                    </a:lnTo>
                    <a:lnTo>
                      <a:pt x="547" y="445"/>
                    </a:lnTo>
                    <a:lnTo>
                      <a:pt x="547" y="446"/>
                    </a:lnTo>
                    <a:lnTo>
                      <a:pt x="547" y="448"/>
                    </a:lnTo>
                    <a:lnTo>
                      <a:pt x="546" y="445"/>
                    </a:lnTo>
                    <a:lnTo>
                      <a:pt x="545" y="445"/>
                    </a:lnTo>
                    <a:lnTo>
                      <a:pt x="545" y="444"/>
                    </a:lnTo>
                    <a:lnTo>
                      <a:pt x="542" y="442"/>
                    </a:lnTo>
                    <a:lnTo>
                      <a:pt x="542" y="440"/>
                    </a:lnTo>
                    <a:lnTo>
                      <a:pt x="542" y="437"/>
                    </a:lnTo>
                    <a:lnTo>
                      <a:pt x="545" y="433"/>
                    </a:lnTo>
                    <a:lnTo>
                      <a:pt x="545" y="430"/>
                    </a:lnTo>
                    <a:lnTo>
                      <a:pt x="543" y="429"/>
                    </a:lnTo>
                    <a:lnTo>
                      <a:pt x="542" y="430"/>
                    </a:lnTo>
                    <a:lnTo>
                      <a:pt x="542" y="432"/>
                    </a:lnTo>
                    <a:lnTo>
                      <a:pt x="541" y="433"/>
                    </a:lnTo>
                    <a:lnTo>
                      <a:pt x="541" y="434"/>
                    </a:lnTo>
                    <a:lnTo>
                      <a:pt x="538" y="432"/>
                    </a:lnTo>
                    <a:lnTo>
                      <a:pt x="538" y="429"/>
                    </a:lnTo>
                    <a:lnTo>
                      <a:pt x="541" y="423"/>
                    </a:lnTo>
                    <a:lnTo>
                      <a:pt x="543" y="418"/>
                    </a:lnTo>
                    <a:lnTo>
                      <a:pt x="543" y="414"/>
                    </a:lnTo>
                    <a:lnTo>
                      <a:pt x="542" y="411"/>
                    </a:lnTo>
                    <a:lnTo>
                      <a:pt x="539" y="410"/>
                    </a:lnTo>
                    <a:lnTo>
                      <a:pt x="538" y="408"/>
                    </a:lnTo>
                    <a:lnTo>
                      <a:pt x="538" y="407"/>
                    </a:lnTo>
                    <a:lnTo>
                      <a:pt x="537" y="407"/>
                    </a:lnTo>
                    <a:lnTo>
                      <a:pt x="535" y="406"/>
                    </a:lnTo>
                    <a:lnTo>
                      <a:pt x="535" y="403"/>
                    </a:lnTo>
                    <a:lnTo>
                      <a:pt x="534" y="403"/>
                    </a:lnTo>
                    <a:lnTo>
                      <a:pt x="532" y="400"/>
                    </a:lnTo>
                    <a:lnTo>
                      <a:pt x="531" y="396"/>
                    </a:lnTo>
                    <a:lnTo>
                      <a:pt x="527" y="395"/>
                    </a:lnTo>
                    <a:lnTo>
                      <a:pt x="526" y="394"/>
                    </a:lnTo>
                    <a:lnTo>
                      <a:pt x="523" y="395"/>
                    </a:lnTo>
                    <a:lnTo>
                      <a:pt x="520" y="396"/>
                    </a:lnTo>
                    <a:lnTo>
                      <a:pt x="520" y="396"/>
                    </a:lnTo>
                    <a:lnTo>
                      <a:pt x="520" y="398"/>
                    </a:lnTo>
                    <a:lnTo>
                      <a:pt x="519" y="396"/>
                    </a:lnTo>
                    <a:lnTo>
                      <a:pt x="516" y="400"/>
                    </a:lnTo>
                    <a:lnTo>
                      <a:pt x="513" y="400"/>
                    </a:lnTo>
                    <a:lnTo>
                      <a:pt x="509" y="402"/>
                    </a:lnTo>
                    <a:lnTo>
                      <a:pt x="508" y="400"/>
                    </a:lnTo>
                    <a:lnTo>
                      <a:pt x="508" y="399"/>
                    </a:lnTo>
                    <a:lnTo>
                      <a:pt x="509" y="400"/>
                    </a:lnTo>
                    <a:lnTo>
                      <a:pt x="509" y="399"/>
                    </a:lnTo>
                    <a:lnTo>
                      <a:pt x="509" y="398"/>
                    </a:lnTo>
                    <a:lnTo>
                      <a:pt x="508" y="396"/>
                    </a:lnTo>
                    <a:lnTo>
                      <a:pt x="504" y="394"/>
                    </a:lnTo>
                    <a:lnTo>
                      <a:pt x="504" y="394"/>
                    </a:lnTo>
                    <a:lnTo>
                      <a:pt x="507" y="395"/>
                    </a:lnTo>
                    <a:lnTo>
                      <a:pt x="507" y="394"/>
                    </a:lnTo>
                    <a:lnTo>
                      <a:pt x="504" y="392"/>
                    </a:lnTo>
                    <a:lnTo>
                      <a:pt x="504" y="391"/>
                    </a:lnTo>
                    <a:lnTo>
                      <a:pt x="503" y="389"/>
                    </a:lnTo>
                    <a:lnTo>
                      <a:pt x="503" y="391"/>
                    </a:lnTo>
                    <a:lnTo>
                      <a:pt x="504" y="394"/>
                    </a:lnTo>
                    <a:lnTo>
                      <a:pt x="501" y="392"/>
                    </a:lnTo>
                    <a:lnTo>
                      <a:pt x="498" y="389"/>
                    </a:lnTo>
                    <a:lnTo>
                      <a:pt x="496" y="389"/>
                    </a:lnTo>
                    <a:lnTo>
                      <a:pt x="492" y="389"/>
                    </a:lnTo>
                    <a:lnTo>
                      <a:pt x="492" y="389"/>
                    </a:lnTo>
                    <a:lnTo>
                      <a:pt x="496" y="389"/>
                    </a:lnTo>
                    <a:lnTo>
                      <a:pt x="497" y="388"/>
                    </a:lnTo>
                    <a:lnTo>
                      <a:pt x="497" y="388"/>
                    </a:lnTo>
                    <a:lnTo>
                      <a:pt x="493" y="388"/>
                    </a:lnTo>
                    <a:lnTo>
                      <a:pt x="490" y="389"/>
                    </a:lnTo>
                    <a:lnTo>
                      <a:pt x="489" y="389"/>
                    </a:lnTo>
                    <a:lnTo>
                      <a:pt x="485" y="389"/>
                    </a:lnTo>
                    <a:lnTo>
                      <a:pt x="484" y="388"/>
                    </a:lnTo>
                    <a:lnTo>
                      <a:pt x="481" y="389"/>
                    </a:lnTo>
                    <a:lnTo>
                      <a:pt x="477" y="389"/>
                    </a:lnTo>
                    <a:lnTo>
                      <a:pt x="475" y="389"/>
                    </a:lnTo>
                    <a:lnTo>
                      <a:pt x="473" y="388"/>
                    </a:lnTo>
                    <a:lnTo>
                      <a:pt x="471" y="385"/>
                    </a:lnTo>
                    <a:lnTo>
                      <a:pt x="473" y="384"/>
                    </a:lnTo>
                    <a:lnTo>
                      <a:pt x="470" y="384"/>
                    </a:lnTo>
                    <a:lnTo>
                      <a:pt x="470" y="387"/>
                    </a:lnTo>
                    <a:lnTo>
                      <a:pt x="469" y="388"/>
                    </a:lnTo>
                    <a:lnTo>
                      <a:pt x="466" y="388"/>
                    </a:lnTo>
                    <a:lnTo>
                      <a:pt x="465" y="388"/>
                    </a:lnTo>
                    <a:lnTo>
                      <a:pt x="460" y="388"/>
                    </a:lnTo>
                    <a:lnTo>
                      <a:pt x="452" y="389"/>
                    </a:lnTo>
                    <a:lnTo>
                      <a:pt x="451" y="392"/>
                    </a:lnTo>
                    <a:lnTo>
                      <a:pt x="445" y="394"/>
                    </a:lnTo>
                    <a:lnTo>
                      <a:pt x="443" y="396"/>
                    </a:lnTo>
                    <a:lnTo>
                      <a:pt x="443" y="399"/>
                    </a:lnTo>
                    <a:lnTo>
                      <a:pt x="445" y="398"/>
                    </a:lnTo>
                    <a:lnTo>
                      <a:pt x="447" y="396"/>
                    </a:lnTo>
                    <a:lnTo>
                      <a:pt x="447" y="396"/>
                    </a:lnTo>
                    <a:lnTo>
                      <a:pt x="448" y="398"/>
                    </a:lnTo>
                    <a:lnTo>
                      <a:pt x="451" y="399"/>
                    </a:lnTo>
                    <a:lnTo>
                      <a:pt x="450" y="399"/>
                    </a:lnTo>
                    <a:lnTo>
                      <a:pt x="445" y="402"/>
                    </a:lnTo>
                    <a:lnTo>
                      <a:pt x="445" y="404"/>
                    </a:lnTo>
                    <a:lnTo>
                      <a:pt x="447" y="406"/>
                    </a:lnTo>
                    <a:lnTo>
                      <a:pt x="451" y="407"/>
                    </a:lnTo>
                    <a:lnTo>
                      <a:pt x="455" y="410"/>
                    </a:lnTo>
                    <a:lnTo>
                      <a:pt x="454" y="411"/>
                    </a:lnTo>
                    <a:lnTo>
                      <a:pt x="452" y="411"/>
                    </a:lnTo>
                    <a:lnTo>
                      <a:pt x="451" y="413"/>
                    </a:lnTo>
                    <a:lnTo>
                      <a:pt x="451" y="410"/>
                    </a:lnTo>
                    <a:lnTo>
                      <a:pt x="450" y="410"/>
                    </a:lnTo>
                    <a:lnTo>
                      <a:pt x="448" y="410"/>
                    </a:lnTo>
                    <a:lnTo>
                      <a:pt x="447" y="407"/>
                    </a:lnTo>
                    <a:lnTo>
                      <a:pt x="444" y="407"/>
                    </a:lnTo>
                    <a:lnTo>
                      <a:pt x="443" y="404"/>
                    </a:lnTo>
                    <a:lnTo>
                      <a:pt x="440" y="404"/>
                    </a:lnTo>
                    <a:lnTo>
                      <a:pt x="441" y="406"/>
                    </a:lnTo>
                    <a:lnTo>
                      <a:pt x="441" y="410"/>
                    </a:lnTo>
                    <a:lnTo>
                      <a:pt x="439" y="411"/>
                    </a:lnTo>
                    <a:lnTo>
                      <a:pt x="437" y="410"/>
                    </a:lnTo>
                    <a:lnTo>
                      <a:pt x="436" y="407"/>
                    </a:lnTo>
                    <a:lnTo>
                      <a:pt x="433" y="410"/>
                    </a:lnTo>
                    <a:lnTo>
                      <a:pt x="432" y="411"/>
                    </a:lnTo>
                    <a:lnTo>
                      <a:pt x="428" y="410"/>
                    </a:lnTo>
                    <a:lnTo>
                      <a:pt x="426" y="408"/>
                    </a:lnTo>
                    <a:lnTo>
                      <a:pt x="424" y="408"/>
                    </a:lnTo>
                    <a:lnTo>
                      <a:pt x="422" y="408"/>
                    </a:lnTo>
                    <a:lnTo>
                      <a:pt x="424" y="407"/>
                    </a:lnTo>
                    <a:lnTo>
                      <a:pt x="425" y="406"/>
                    </a:lnTo>
                    <a:lnTo>
                      <a:pt x="425" y="404"/>
                    </a:lnTo>
                    <a:lnTo>
                      <a:pt x="421" y="404"/>
                    </a:lnTo>
                    <a:lnTo>
                      <a:pt x="421" y="403"/>
                    </a:lnTo>
                    <a:lnTo>
                      <a:pt x="421" y="400"/>
                    </a:lnTo>
                    <a:lnTo>
                      <a:pt x="420" y="400"/>
                    </a:lnTo>
                    <a:lnTo>
                      <a:pt x="418" y="400"/>
                    </a:lnTo>
                    <a:lnTo>
                      <a:pt x="417" y="400"/>
                    </a:lnTo>
                    <a:lnTo>
                      <a:pt x="417" y="399"/>
                    </a:lnTo>
                    <a:lnTo>
                      <a:pt x="416" y="398"/>
                    </a:lnTo>
                    <a:lnTo>
                      <a:pt x="413" y="399"/>
                    </a:lnTo>
                    <a:lnTo>
                      <a:pt x="413" y="400"/>
                    </a:lnTo>
                    <a:lnTo>
                      <a:pt x="413" y="402"/>
                    </a:lnTo>
                    <a:lnTo>
                      <a:pt x="410" y="403"/>
                    </a:lnTo>
                    <a:lnTo>
                      <a:pt x="402" y="402"/>
                    </a:lnTo>
                    <a:lnTo>
                      <a:pt x="402" y="400"/>
                    </a:lnTo>
                    <a:lnTo>
                      <a:pt x="395" y="399"/>
                    </a:lnTo>
                    <a:lnTo>
                      <a:pt x="391" y="399"/>
                    </a:lnTo>
                    <a:lnTo>
                      <a:pt x="386" y="400"/>
                    </a:lnTo>
                    <a:lnTo>
                      <a:pt x="384" y="400"/>
                    </a:lnTo>
                    <a:lnTo>
                      <a:pt x="382" y="402"/>
                    </a:lnTo>
                    <a:lnTo>
                      <a:pt x="380" y="404"/>
                    </a:lnTo>
                    <a:lnTo>
                      <a:pt x="376" y="404"/>
                    </a:lnTo>
                    <a:lnTo>
                      <a:pt x="378" y="403"/>
                    </a:lnTo>
                    <a:lnTo>
                      <a:pt x="376" y="400"/>
                    </a:lnTo>
                    <a:lnTo>
                      <a:pt x="378" y="398"/>
                    </a:lnTo>
                    <a:lnTo>
                      <a:pt x="378" y="395"/>
                    </a:lnTo>
                    <a:lnTo>
                      <a:pt x="376" y="396"/>
                    </a:lnTo>
                    <a:lnTo>
                      <a:pt x="373" y="399"/>
                    </a:lnTo>
                    <a:lnTo>
                      <a:pt x="372" y="399"/>
                    </a:lnTo>
                    <a:lnTo>
                      <a:pt x="371" y="398"/>
                    </a:lnTo>
                    <a:lnTo>
                      <a:pt x="372" y="402"/>
                    </a:lnTo>
                    <a:lnTo>
                      <a:pt x="372" y="404"/>
                    </a:lnTo>
                    <a:lnTo>
                      <a:pt x="373" y="407"/>
                    </a:lnTo>
                    <a:lnTo>
                      <a:pt x="372" y="408"/>
                    </a:lnTo>
                    <a:lnTo>
                      <a:pt x="369" y="408"/>
                    </a:lnTo>
                    <a:lnTo>
                      <a:pt x="365" y="413"/>
                    </a:lnTo>
                    <a:lnTo>
                      <a:pt x="359" y="415"/>
                    </a:lnTo>
                    <a:lnTo>
                      <a:pt x="357" y="415"/>
                    </a:lnTo>
                    <a:lnTo>
                      <a:pt x="354" y="418"/>
                    </a:lnTo>
                    <a:lnTo>
                      <a:pt x="353" y="418"/>
                    </a:lnTo>
                    <a:lnTo>
                      <a:pt x="354" y="415"/>
                    </a:lnTo>
                    <a:lnTo>
                      <a:pt x="353" y="414"/>
                    </a:lnTo>
                    <a:lnTo>
                      <a:pt x="352" y="415"/>
                    </a:lnTo>
                    <a:lnTo>
                      <a:pt x="350" y="414"/>
                    </a:lnTo>
                    <a:lnTo>
                      <a:pt x="348" y="415"/>
                    </a:lnTo>
                    <a:lnTo>
                      <a:pt x="349" y="417"/>
                    </a:lnTo>
                    <a:lnTo>
                      <a:pt x="346" y="418"/>
                    </a:lnTo>
                    <a:lnTo>
                      <a:pt x="345" y="417"/>
                    </a:lnTo>
                    <a:lnTo>
                      <a:pt x="345" y="421"/>
                    </a:lnTo>
                    <a:lnTo>
                      <a:pt x="342" y="422"/>
                    </a:lnTo>
                    <a:lnTo>
                      <a:pt x="341" y="421"/>
                    </a:lnTo>
                    <a:lnTo>
                      <a:pt x="338" y="425"/>
                    </a:lnTo>
                    <a:lnTo>
                      <a:pt x="341" y="426"/>
                    </a:lnTo>
                    <a:lnTo>
                      <a:pt x="337" y="429"/>
                    </a:lnTo>
                    <a:lnTo>
                      <a:pt x="335" y="429"/>
                    </a:lnTo>
                    <a:lnTo>
                      <a:pt x="337" y="434"/>
                    </a:lnTo>
                    <a:lnTo>
                      <a:pt x="334" y="437"/>
                    </a:lnTo>
                    <a:lnTo>
                      <a:pt x="333" y="441"/>
                    </a:lnTo>
                    <a:lnTo>
                      <a:pt x="331" y="445"/>
                    </a:lnTo>
                    <a:lnTo>
                      <a:pt x="333" y="448"/>
                    </a:lnTo>
                    <a:lnTo>
                      <a:pt x="333" y="453"/>
                    </a:lnTo>
                    <a:lnTo>
                      <a:pt x="333" y="455"/>
                    </a:lnTo>
                    <a:lnTo>
                      <a:pt x="333" y="459"/>
                    </a:lnTo>
                    <a:lnTo>
                      <a:pt x="330" y="463"/>
                    </a:lnTo>
                    <a:lnTo>
                      <a:pt x="330" y="461"/>
                    </a:lnTo>
                    <a:lnTo>
                      <a:pt x="329" y="460"/>
                    </a:lnTo>
                    <a:lnTo>
                      <a:pt x="326" y="460"/>
                    </a:lnTo>
                    <a:lnTo>
                      <a:pt x="323" y="459"/>
                    </a:lnTo>
                    <a:lnTo>
                      <a:pt x="319" y="456"/>
                    </a:lnTo>
                    <a:lnTo>
                      <a:pt x="316" y="455"/>
                    </a:lnTo>
                    <a:lnTo>
                      <a:pt x="315" y="453"/>
                    </a:lnTo>
                    <a:lnTo>
                      <a:pt x="312" y="453"/>
                    </a:lnTo>
                    <a:lnTo>
                      <a:pt x="311" y="453"/>
                    </a:lnTo>
                    <a:lnTo>
                      <a:pt x="311" y="453"/>
                    </a:lnTo>
                    <a:lnTo>
                      <a:pt x="310" y="451"/>
                    </a:lnTo>
                    <a:lnTo>
                      <a:pt x="310" y="448"/>
                    </a:lnTo>
                    <a:lnTo>
                      <a:pt x="307" y="440"/>
                    </a:lnTo>
                    <a:lnTo>
                      <a:pt x="307" y="438"/>
                    </a:lnTo>
                    <a:lnTo>
                      <a:pt x="307" y="437"/>
                    </a:lnTo>
                    <a:lnTo>
                      <a:pt x="307" y="436"/>
                    </a:lnTo>
                    <a:lnTo>
                      <a:pt x="307" y="433"/>
                    </a:lnTo>
                    <a:lnTo>
                      <a:pt x="304" y="430"/>
                    </a:lnTo>
                    <a:lnTo>
                      <a:pt x="303" y="427"/>
                    </a:lnTo>
                    <a:lnTo>
                      <a:pt x="303" y="425"/>
                    </a:lnTo>
                    <a:lnTo>
                      <a:pt x="300" y="423"/>
                    </a:lnTo>
                    <a:lnTo>
                      <a:pt x="300" y="422"/>
                    </a:lnTo>
                    <a:lnTo>
                      <a:pt x="299" y="421"/>
                    </a:lnTo>
                    <a:lnTo>
                      <a:pt x="297" y="415"/>
                    </a:lnTo>
                    <a:lnTo>
                      <a:pt x="296" y="414"/>
                    </a:lnTo>
                    <a:lnTo>
                      <a:pt x="295" y="413"/>
                    </a:lnTo>
                    <a:lnTo>
                      <a:pt x="295" y="410"/>
                    </a:lnTo>
                    <a:lnTo>
                      <a:pt x="295" y="407"/>
                    </a:lnTo>
                    <a:lnTo>
                      <a:pt x="293" y="407"/>
                    </a:lnTo>
                    <a:lnTo>
                      <a:pt x="292" y="403"/>
                    </a:lnTo>
                    <a:lnTo>
                      <a:pt x="291" y="400"/>
                    </a:lnTo>
                    <a:lnTo>
                      <a:pt x="288" y="398"/>
                    </a:lnTo>
                    <a:lnTo>
                      <a:pt x="287" y="396"/>
                    </a:lnTo>
                    <a:lnTo>
                      <a:pt x="284" y="395"/>
                    </a:lnTo>
                    <a:lnTo>
                      <a:pt x="282" y="395"/>
                    </a:lnTo>
                    <a:lnTo>
                      <a:pt x="281" y="394"/>
                    </a:lnTo>
                    <a:lnTo>
                      <a:pt x="281" y="394"/>
                    </a:lnTo>
                    <a:lnTo>
                      <a:pt x="278" y="394"/>
                    </a:lnTo>
                    <a:lnTo>
                      <a:pt x="276" y="394"/>
                    </a:lnTo>
                    <a:lnTo>
                      <a:pt x="273" y="394"/>
                    </a:lnTo>
                    <a:lnTo>
                      <a:pt x="272" y="395"/>
                    </a:lnTo>
                    <a:lnTo>
                      <a:pt x="272" y="395"/>
                    </a:lnTo>
                    <a:lnTo>
                      <a:pt x="270" y="395"/>
                    </a:lnTo>
                    <a:lnTo>
                      <a:pt x="270" y="395"/>
                    </a:lnTo>
                    <a:lnTo>
                      <a:pt x="268" y="395"/>
                    </a:lnTo>
                    <a:lnTo>
                      <a:pt x="266" y="396"/>
                    </a:lnTo>
                    <a:lnTo>
                      <a:pt x="265" y="400"/>
                    </a:lnTo>
                    <a:lnTo>
                      <a:pt x="263" y="402"/>
                    </a:lnTo>
                    <a:lnTo>
                      <a:pt x="263" y="403"/>
                    </a:lnTo>
                    <a:lnTo>
                      <a:pt x="263" y="404"/>
                    </a:lnTo>
                    <a:lnTo>
                      <a:pt x="262" y="404"/>
                    </a:lnTo>
                    <a:lnTo>
                      <a:pt x="259" y="406"/>
                    </a:lnTo>
                    <a:lnTo>
                      <a:pt x="259" y="407"/>
                    </a:lnTo>
                    <a:lnTo>
                      <a:pt x="258" y="407"/>
                    </a:lnTo>
                    <a:lnTo>
                      <a:pt x="257" y="407"/>
                    </a:lnTo>
                    <a:lnTo>
                      <a:pt x="257" y="406"/>
                    </a:lnTo>
                    <a:lnTo>
                      <a:pt x="253" y="404"/>
                    </a:lnTo>
                    <a:lnTo>
                      <a:pt x="251" y="404"/>
                    </a:lnTo>
                    <a:lnTo>
                      <a:pt x="250" y="403"/>
                    </a:lnTo>
                    <a:lnTo>
                      <a:pt x="247" y="402"/>
                    </a:lnTo>
                    <a:lnTo>
                      <a:pt x="246" y="402"/>
                    </a:lnTo>
                    <a:lnTo>
                      <a:pt x="244" y="400"/>
                    </a:lnTo>
                    <a:lnTo>
                      <a:pt x="244" y="400"/>
                    </a:lnTo>
                    <a:lnTo>
                      <a:pt x="244" y="399"/>
                    </a:lnTo>
                    <a:lnTo>
                      <a:pt x="243" y="398"/>
                    </a:lnTo>
                    <a:lnTo>
                      <a:pt x="242" y="399"/>
                    </a:lnTo>
                    <a:lnTo>
                      <a:pt x="240" y="398"/>
                    </a:lnTo>
                    <a:lnTo>
                      <a:pt x="240" y="398"/>
                    </a:lnTo>
                    <a:lnTo>
                      <a:pt x="240" y="396"/>
                    </a:lnTo>
                    <a:lnTo>
                      <a:pt x="239" y="395"/>
                    </a:lnTo>
                    <a:lnTo>
                      <a:pt x="238" y="392"/>
                    </a:lnTo>
                    <a:lnTo>
                      <a:pt x="235" y="389"/>
                    </a:lnTo>
                    <a:lnTo>
                      <a:pt x="235" y="388"/>
                    </a:lnTo>
                    <a:lnTo>
                      <a:pt x="236" y="388"/>
                    </a:lnTo>
                    <a:lnTo>
                      <a:pt x="238" y="387"/>
                    </a:lnTo>
                    <a:lnTo>
                      <a:pt x="238" y="385"/>
                    </a:lnTo>
                    <a:lnTo>
                      <a:pt x="236" y="384"/>
                    </a:lnTo>
                    <a:lnTo>
                      <a:pt x="235" y="383"/>
                    </a:lnTo>
                    <a:lnTo>
                      <a:pt x="235" y="383"/>
                    </a:lnTo>
                    <a:lnTo>
                      <a:pt x="234" y="381"/>
                    </a:lnTo>
                    <a:lnTo>
                      <a:pt x="234" y="377"/>
                    </a:lnTo>
                    <a:lnTo>
                      <a:pt x="232" y="376"/>
                    </a:lnTo>
                    <a:lnTo>
                      <a:pt x="229" y="374"/>
                    </a:lnTo>
                    <a:lnTo>
                      <a:pt x="228" y="374"/>
                    </a:lnTo>
                    <a:lnTo>
                      <a:pt x="229" y="373"/>
                    </a:lnTo>
                    <a:lnTo>
                      <a:pt x="229" y="372"/>
                    </a:lnTo>
                    <a:lnTo>
                      <a:pt x="227" y="370"/>
                    </a:lnTo>
                    <a:lnTo>
                      <a:pt x="224" y="369"/>
                    </a:lnTo>
                    <a:lnTo>
                      <a:pt x="225" y="368"/>
                    </a:lnTo>
                    <a:lnTo>
                      <a:pt x="224" y="365"/>
                    </a:lnTo>
                    <a:lnTo>
                      <a:pt x="223" y="365"/>
                    </a:lnTo>
                    <a:lnTo>
                      <a:pt x="223" y="365"/>
                    </a:lnTo>
                    <a:lnTo>
                      <a:pt x="221" y="362"/>
                    </a:lnTo>
                    <a:lnTo>
                      <a:pt x="219" y="360"/>
                    </a:lnTo>
                    <a:lnTo>
                      <a:pt x="216" y="358"/>
                    </a:lnTo>
                    <a:lnTo>
                      <a:pt x="193" y="357"/>
                    </a:lnTo>
                    <a:lnTo>
                      <a:pt x="193" y="362"/>
                    </a:lnTo>
                    <a:lnTo>
                      <a:pt x="152" y="361"/>
                    </a:lnTo>
                    <a:lnTo>
                      <a:pt x="103" y="339"/>
                    </a:lnTo>
                    <a:lnTo>
                      <a:pt x="104" y="338"/>
                    </a:lnTo>
                    <a:lnTo>
                      <a:pt x="103" y="336"/>
                    </a:lnTo>
                    <a:lnTo>
                      <a:pt x="69" y="338"/>
                    </a:lnTo>
                    <a:lnTo>
                      <a:pt x="69" y="335"/>
                    </a:lnTo>
                    <a:lnTo>
                      <a:pt x="69" y="331"/>
                    </a:lnTo>
                    <a:lnTo>
                      <a:pt x="69" y="327"/>
                    </a:lnTo>
                    <a:lnTo>
                      <a:pt x="64" y="320"/>
                    </a:lnTo>
                    <a:lnTo>
                      <a:pt x="61" y="316"/>
                    </a:lnTo>
                    <a:lnTo>
                      <a:pt x="60" y="317"/>
                    </a:lnTo>
                    <a:lnTo>
                      <a:pt x="58" y="317"/>
                    </a:lnTo>
                    <a:lnTo>
                      <a:pt x="57" y="316"/>
                    </a:lnTo>
                    <a:lnTo>
                      <a:pt x="57" y="313"/>
                    </a:lnTo>
                    <a:lnTo>
                      <a:pt x="57" y="312"/>
                    </a:lnTo>
                    <a:lnTo>
                      <a:pt x="53" y="312"/>
                    </a:lnTo>
                    <a:lnTo>
                      <a:pt x="50" y="312"/>
                    </a:lnTo>
                    <a:lnTo>
                      <a:pt x="47" y="309"/>
                    </a:lnTo>
                    <a:lnTo>
                      <a:pt x="47" y="307"/>
                    </a:lnTo>
                    <a:lnTo>
                      <a:pt x="45" y="305"/>
                    </a:lnTo>
                    <a:lnTo>
                      <a:pt x="41" y="305"/>
                    </a:lnTo>
                    <a:lnTo>
                      <a:pt x="39" y="304"/>
                    </a:lnTo>
                    <a:lnTo>
                      <a:pt x="37" y="302"/>
                    </a:lnTo>
                    <a:lnTo>
                      <a:pt x="34" y="302"/>
                    </a:lnTo>
                    <a:lnTo>
                      <a:pt x="30" y="302"/>
                    </a:lnTo>
                    <a:lnTo>
                      <a:pt x="27" y="301"/>
                    </a:lnTo>
                    <a:lnTo>
                      <a:pt x="27" y="298"/>
                    </a:lnTo>
                    <a:lnTo>
                      <a:pt x="27" y="298"/>
                    </a:lnTo>
                    <a:lnTo>
                      <a:pt x="28" y="296"/>
                    </a:lnTo>
                    <a:lnTo>
                      <a:pt x="30" y="292"/>
                    </a:lnTo>
                    <a:lnTo>
                      <a:pt x="28" y="289"/>
                    </a:lnTo>
                    <a:lnTo>
                      <a:pt x="26" y="286"/>
                    </a:lnTo>
                    <a:lnTo>
                      <a:pt x="26" y="286"/>
                    </a:lnTo>
                    <a:lnTo>
                      <a:pt x="27" y="285"/>
                    </a:lnTo>
                    <a:lnTo>
                      <a:pt x="26" y="283"/>
                    </a:lnTo>
                    <a:lnTo>
                      <a:pt x="23" y="281"/>
                    </a:lnTo>
                    <a:lnTo>
                      <a:pt x="20" y="274"/>
                    </a:lnTo>
                    <a:lnTo>
                      <a:pt x="19" y="270"/>
                    </a:lnTo>
                    <a:lnTo>
                      <a:pt x="18" y="267"/>
                    </a:lnTo>
                    <a:lnTo>
                      <a:pt x="18" y="266"/>
                    </a:lnTo>
                    <a:lnTo>
                      <a:pt x="18" y="263"/>
                    </a:lnTo>
                    <a:lnTo>
                      <a:pt x="16" y="260"/>
                    </a:lnTo>
                    <a:lnTo>
                      <a:pt x="16" y="259"/>
                    </a:lnTo>
                    <a:lnTo>
                      <a:pt x="18" y="259"/>
                    </a:lnTo>
                    <a:lnTo>
                      <a:pt x="19" y="258"/>
                    </a:lnTo>
                    <a:lnTo>
                      <a:pt x="19" y="255"/>
                    </a:lnTo>
                    <a:lnTo>
                      <a:pt x="18" y="254"/>
                    </a:lnTo>
                    <a:lnTo>
                      <a:pt x="16" y="252"/>
                    </a:lnTo>
                    <a:lnTo>
                      <a:pt x="15" y="249"/>
                    </a:lnTo>
                    <a:lnTo>
                      <a:pt x="13" y="248"/>
                    </a:lnTo>
                    <a:lnTo>
                      <a:pt x="13" y="247"/>
                    </a:lnTo>
                    <a:lnTo>
                      <a:pt x="15" y="244"/>
                    </a:lnTo>
                    <a:lnTo>
                      <a:pt x="13" y="243"/>
                    </a:lnTo>
                    <a:lnTo>
                      <a:pt x="15" y="241"/>
                    </a:lnTo>
                    <a:lnTo>
                      <a:pt x="15" y="240"/>
                    </a:lnTo>
                    <a:lnTo>
                      <a:pt x="16" y="239"/>
                    </a:lnTo>
                    <a:lnTo>
                      <a:pt x="18" y="239"/>
                    </a:lnTo>
                    <a:lnTo>
                      <a:pt x="19" y="241"/>
                    </a:lnTo>
                    <a:lnTo>
                      <a:pt x="20" y="243"/>
                    </a:lnTo>
                    <a:lnTo>
                      <a:pt x="20" y="241"/>
                    </a:lnTo>
                    <a:lnTo>
                      <a:pt x="19" y="240"/>
                    </a:lnTo>
                    <a:lnTo>
                      <a:pt x="19" y="236"/>
                    </a:lnTo>
                    <a:lnTo>
                      <a:pt x="18" y="235"/>
                    </a:lnTo>
                    <a:lnTo>
                      <a:pt x="18" y="233"/>
                    </a:lnTo>
                    <a:lnTo>
                      <a:pt x="19" y="233"/>
                    </a:lnTo>
                    <a:lnTo>
                      <a:pt x="20" y="233"/>
                    </a:lnTo>
                    <a:lnTo>
                      <a:pt x="23" y="233"/>
                    </a:lnTo>
                    <a:lnTo>
                      <a:pt x="24" y="232"/>
                    </a:lnTo>
                    <a:lnTo>
                      <a:pt x="22" y="232"/>
                    </a:lnTo>
                    <a:lnTo>
                      <a:pt x="20" y="230"/>
                    </a:lnTo>
                    <a:lnTo>
                      <a:pt x="19" y="230"/>
                    </a:lnTo>
                    <a:lnTo>
                      <a:pt x="18" y="229"/>
                    </a:lnTo>
                    <a:lnTo>
                      <a:pt x="18" y="230"/>
                    </a:lnTo>
                    <a:lnTo>
                      <a:pt x="15" y="229"/>
                    </a:lnTo>
                    <a:lnTo>
                      <a:pt x="15" y="232"/>
                    </a:lnTo>
                    <a:lnTo>
                      <a:pt x="15" y="236"/>
                    </a:lnTo>
                    <a:lnTo>
                      <a:pt x="15" y="235"/>
                    </a:lnTo>
                    <a:lnTo>
                      <a:pt x="13" y="235"/>
                    </a:lnTo>
                    <a:lnTo>
                      <a:pt x="13" y="233"/>
                    </a:lnTo>
                    <a:lnTo>
                      <a:pt x="9" y="230"/>
                    </a:lnTo>
                    <a:lnTo>
                      <a:pt x="9" y="229"/>
                    </a:lnTo>
                    <a:lnTo>
                      <a:pt x="9" y="226"/>
                    </a:lnTo>
                    <a:lnTo>
                      <a:pt x="9" y="224"/>
                    </a:lnTo>
                    <a:lnTo>
                      <a:pt x="4" y="216"/>
                    </a:lnTo>
                    <a:lnTo>
                      <a:pt x="3" y="213"/>
                    </a:lnTo>
                    <a:lnTo>
                      <a:pt x="4" y="211"/>
                    </a:lnTo>
                    <a:lnTo>
                      <a:pt x="4" y="209"/>
                    </a:lnTo>
                    <a:lnTo>
                      <a:pt x="4" y="206"/>
                    </a:lnTo>
                    <a:lnTo>
                      <a:pt x="3" y="205"/>
                    </a:lnTo>
                    <a:lnTo>
                      <a:pt x="3" y="203"/>
                    </a:lnTo>
                    <a:lnTo>
                      <a:pt x="5" y="201"/>
                    </a:lnTo>
                    <a:lnTo>
                      <a:pt x="5" y="197"/>
                    </a:lnTo>
                    <a:lnTo>
                      <a:pt x="5" y="191"/>
                    </a:lnTo>
                    <a:lnTo>
                      <a:pt x="3" y="186"/>
                    </a:lnTo>
                    <a:lnTo>
                      <a:pt x="0" y="183"/>
                    </a:lnTo>
                    <a:lnTo>
                      <a:pt x="0" y="179"/>
                    </a:lnTo>
                    <a:lnTo>
                      <a:pt x="1" y="176"/>
                    </a:lnTo>
                    <a:lnTo>
                      <a:pt x="7" y="173"/>
                    </a:lnTo>
                    <a:lnTo>
                      <a:pt x="8" y="169"/>
                    </a:lnTo>
                    <a:lnTo>
                      <a:pt x="7" y="169"/>
                    </a:lnTo>
                    <a:lnTo>
                      <a:pt x="7" y="167"/>
                    </a:lnTo>
                    <a:lnTo>
                      <a:pt x="8" y="165"/>
                    </a:lnTo>
                    <a:lnTo>
                      <a:pt x="9" y="163"/>
                    </a:lnTo>
                    <a:lnTo>
                      <a:pt x="9" y="157"/>
                    </a:lnTo>
                    <a:lnTo>
                      <a:pt x="9" y="153"/>
                    </a:lnTo>
                    <a:lnTo>
                      <a:pt x="9" y="150"/>
                    </a:lnTo>
                    <a:lnTo>
                      <a:pt x="11" y="149"/>
                    </a:lnTo>
                    <a:lnTo>
                      <a:pt x="8" y="146"/>
                    </a:lnTo>
                    <a:lnTo>
                      <a:pt x="8" y="142"/>
                    </a:lnTo>
                    <a:lnTo>
                      <a:pt x="9" y="137"/>
                    </a:lnTo>
                    <a:lnTo>
                      <a:pt x="9" y="131"/>
                    </a:lnTo>
                    <a:lnTo>
                      <a:pt x="11" y="129"/>
                    </a:lnTo>
                    <a:lnTo>
                      <a:pt x="13" y="125"/>
                    </a:lnTo>
                    <a:lnTo>
                      <a:pt x="15" y="122"/>
                    </a:lnTo>
                    <a:lnTo>
                      <a:pt x="16" y="120"/>
                    </a:lnTo>
                    <a:lnTo>
                      <a:pt x="18" y="115"/>
                    </a:lnTo>
                    <a:lnTo>
                      <a:pt x="20" y="112"/>
                    </a:lnTo>
                    <a:lnTo>
                      <a:pt x="23" y="108"/>
                    </a:lnTo>
                    <a:lnTo>
                      <a:pt x="23" y="101"/>
                    </a:lnTo>
                    <a:lnTo>
                      <a:pt x="27" y="95"/>
                    </a:lnTo>
                    <a:lnTo>
                      <a:pt x="27" y="88"/>
                    </a:lnTo>
                    <a:lnTo>
                      <a:pt x="31" y="80"/>
                    </a:lnTo>
                    <a:lnTo>
                      <a:pt x="32" y="76"/>
                    </a:lnTo>
                    <a:lnTo>
                      <a:pt x="35" y="73"/>
                    </a:lnTo>
                    <a:lnTo>
                      <a:pt x="35" y="70"/>
                    </a:lnTo>
                    <a:lnTo>
                      <a:pt x="35" y="67"/>
                    </a:lnTo>
                    <a:lnTo>
                      <a:pt x="38" y="65"/>
                    </a:lnTo>
                    <a:lnTo>
                      <a:pt x="38" y="62"/>
                    </a:lnTo>
                    <a:lnTo>
                      <a:pt x="38" y="62"/>
                    </a:lnTo>
                    <a:lnTo>
                      <a:pt x="41" y="62"/>
                    </a:lnTo>
                    <a:lnTo>
                      <a:pt x="45" y="63"/>
                    </a:lnTo>
                    <a:lnTo>
                      <a:pt x="47" y="65"/>
                    </a:lnTo>
                    <a:lnTo>
                      <a:pt x="49" y="63"/>
                    </a:lnTo>
                    <a:lnTo>
                      <a:pt x="51" y="66"/>
                    </a:lnTo>
                    <a:lnTo>
                      <a:pt x="53" y="69"/>
                    </a:lnTo>
                    <a:lnTo>
                      <a:pt x="53" y="65"/>
                    </a:lnTo>
                    <a:lnTo>
                      <a:pt x="50" y="63"/>
                    </a:lnTo>
                    <a:lnTo>
                      <a:pt x="47" y="63"/>
                    </a:lnTo>
                    <a:lnTo>
                      <a:pt x="46" y="61"/>
                    </a:lnTo>
                    <a:lnTo>
                      <a:pt x="42" y="61"/>
                    </a:lnTo>
                    <a:lnTo>
                      <a:pt x="38" y="59"/>
                    </a:lnTo>
                    <a:lnTo>
                      <a:pt x="38" y="58"/>
                    </a:lnTo>
                    <a:lnTo>
                      <a:pt x="38" y="57"/>
                    </a:lnTo>
                    <a:lnTo>
                      <a:pt x="39" y="57"/>
                    </a:lnTo>
                    <a:lnTo>
                      <a:pt x="41" y="55"/>
                    </a:lnTo>
                    <a:lnTo>
                      <a:pt x="41" y="53"/>
                    </a:lnTo>
                    <a:lnTo>
                      <a:pt x="42" y="50"/>
                    </a:lnTo>
                    <a:lnTo>
                      <a:pt x="39" y="50"/>
                    </a:lnTo>
                    <a:lnTo>
                      <a:pt x="38" y="48"/>
                    </a:lnTo>
                    <a:lnTo>
                      <a:pt x="39" y="46"/>
                    </a:lnTo>
                    <a:lnTo>
                      <a:pt x="41" y="46"/>
                    </a:lnTo>
                    <a:lnTo>
                      <a:pt x="42" y="44"/>
                    </a:lnTo>
                    <a:lnTo>
                      <a:pt x="42" y="43"/>
                    </a:lnTo>
                    <a:lnTo>
                      <a:pt x="39" y="43"/>
                    </a:lnTo>
                    <a:lnTo>
                      <a:pt x="39" y="42"/>
                    </a:lnTo>
                    <a:lnTo>
                      <a:pt x="41" y="38"/>
                    </a:lnTo>
                    <a:lnTo>
                      <a:pt x="39" y="33"/>
                    </a:lnTo>
                    <a:lnTo>
                      <a:pt x="41" y="27"/>
                    </a:lnTo>
                    <a:lnTo>
                      <a:pt x="39" y="21"/>
                    </a:lnTo>
                    <a:lnTo>
                      <a:pt x="39" y="19"/>
                    </a:lnTo>
                    <a:lnTo>
                      <a:pt x="42" y="13"/>
                    </a:lnTo>
                    <a:lnTo>
                      <a:pt x="42" y="10"/>
                    </a:lnTo>
                    <a:lnTo>
                      <a:pt x="43" y="10"/>
                    </a:lnTo>
                    <a:lnTo>
                      <a:pt x="50" y="16"/>
                    </a:lnTo>
                    <a:lnTo>
                      <a:pt x="53" y="19"/>
                    </a:lnTo>
                    <a:lnTo>
                      <a:pt x="60" y="19"/>
                    </a:lnTo>
                    <a:lnTo>
                      <a:pt x="61" y="20"/>
                    </a:lnTo>
                    <a:lnTo>
                      <a:pt x="62" y="23"/>
                    </a:lnTo>
                    <a:lnTo>
                      <a:pt x="64" y="21"/>
                    </a:lnTo>
                    <a:lnTo>
                      <a:pt x="65" y="21"/>
                    </a:lnTo>
                    <a:lnTo>
                      <a:pt x="66" y="24"/>
                    </a:lnTo>
                    <a:lnTo>
                      <a:pt x="65" y="25"/>
                    </a:lnTo>
                    <a:lnTo>
                      <a:pt x="62" y="27"/>
                    </a:lnTo>
                    <a:lnTo>
                      <a:pt x="60" y="29"/>
                    </a:lnTo>
                    <a:lnTo>
                      <a:pt x="60" y="31"/>
                    </a:lnTo>
                    <a:lnTo>
                      <a:pt x="62" y="31"/>
                    </a:lnTo>
                    <a:lnTo>
                      <a:pt x="64" y="28"/>
                    </a:lnTo>
                    <a:lnTo>
                      <a:pt x="66" y="27"/>
                    </a:lnTo>
                    <a:lnTo>
                      <a:pt x="68" y="25"/>
                    </a:lnTo>
                    <a:lnTo>
                      <a:pt x="68" y="28"/>
                    </a:lnTo>
                    <a:lnTo>
                      <a:pt x="66" y="29"/>
                    </a:lnTo>
                    <a:lnTo>
                      <a:pt x="64" y="33"/>
                    </a:lnTo>
                    <a:lnTo>
                      <a:pt x="64" y="36"/>
                    </a:lnTo>
                    <a:lnTo>
                      <a:pt x="64" y="38"/>
                    </a:lnTo>
                    <a:lnTo>
                      <a:pt x="62" y="36"/>
                    </a:lnTo>
                    <a:lnTo>
                      <a:pt x="61" y="38"/>
                    </a:lnTo>
                    <a:lnTo>
                      <a:pt x="60" y="36"/>
                    </a:lnTo>
                    <a:lnTo>
                      <a:pt x="58" y="39"/>
                    </a:lnTo>
                    <a:lnTo>
                      <a:pt x="60" y="40"/>
                    </a:lnTo>
                    <a:lnTo>
                      <a:pt x="61" y="42"/>
                    </a:lnTo>
                    <a:lnTo>
                      <a:pt x="65" y="39"/>
                    </a:lnTo>
                    <a:lnTo>
                      <a:pt x="65" y="36"/>
                    </a:lnTo>
                    <a:lnTo>
                      <a:pt x="66" y="35"/>
                    </a:lnTo>
                    <a:lnTo>
                      <a:pt x="66" y="32"/>
                    </a:lnTo>
                    <a:lnTo>
                      <a:pt x="69" y="31"/>
                    </a:lnTo>
                    <a:lnTo>
                      <a:pt x="69" y="27"/>
                    </a:lnTo>
                    <a:lnTo>
                      <a:pt x="72" y="25"/>
                    </a:lnTo>
                    <a:lnTo>
                      <a:pt x="75" y="23"/>
                    </a:lnTo>
                    <a:lnTo>
                      <a:pt x="73" y="21"/>
                    </a:lnTo>
                    <a:lnTo>
                      <a:pt x="73" y="19"/>
                    </a:lnTo>
                    <a:lnTo>
                      <a:pt x="72" y="19"/>
                    </a:lnTo>
                    <a:lnTo>
                      <a:pt x="73" y="16"/>
                    </a:lnTo>
                    <a:lnTo>
                      <a:pt x="75" y="14"/>
                    </a:lnTo>
                    <a:lnTo>
                      <a:pt x="72" y="13"/>
                    </a:lnTo>
                    <a:lnTo>
                      <a:pt x="72" y="10"/>
                    </a:lnTo>
                    <a:lnTo>
                      <a:pt x="75" y="9"/>
                    </a:lnTo>
                    <a:lnTo>
                      <a:pt x="75" y="8"/>
                    </a:lnTo>
                    <a:lnTo>
                      <a:pt x="72" y="5"/>
                    </a:lnTo>
                    <a:lnTo>
                      <a:pt x="71" y="0"/>
                    </a:lnTo>
                    <a:lnTo>
                      <a:pt x="71" y="0"/>
                    </a:lnTo>
                    <a:close/>
                    <a:moveTo>
                      <a:pt x="739" y="202"/>
                    </a:moveTo>
                    <a:lnTo>
                      <a:pt x="739" y="203"/>
                    </a:lnTo>
                    <a:lnTo>
                      <a:pt x="742" y="203"/>
                    </a:lnTo>
                    <a:lnTo>
                      <a:pt x="743" y="202"/>
                    </a:lnTo>
                    <a:lnTo>
                      <a:pt x="744" y="202"/>
                    </a:lnTo>
                    <a:lnTo>
                      <a:pt x="743" y="201"/>
                    </a:lnTo>
                    <a:lnTo>
                      <a:pt x="740" y="201"/>
                    </a:lnTo>
                    <a:lnTo>
                      <a:pt x="740" y="201"/>
                    </a:lnTo>
                    <a:lnTo>
                      <a:pt x="739" y="202"/>
                    </a:lnTo>
                    <a:lnTo>
                      <a:pt x="739" y="202"/>
                    </a:lnTo>
                    <a:close/>
                    <a:moveTo>
                      <a:pt x="695" y="214"/>
                    </a:moveTo>
                    <a:lnTo>
                      <a:pt x="694" y="214"/>
                    </a:lnTo>
                    <a:lnTo>
                      <a:pt x="697" y="214"/>
                    </a:lnTo>
                    <a:lnTo>
                      <a:pt x="698" y="213"/>
                    </a:lnTo>
                    <a:lnTo>
                      <a:pt x="701" y="213"/>
                    </a:lnTo>
                    <a:lnTo>
                      <a:pt x="704" y="213"/>
                    </a:lnTo>
                    <a:lnTo>
                      <a:pt x="708" y="211"/>
                    </a:lnTo>
                    <a:lnTo>
                      <a:pt x="710" y="211"/>
                    </a:lnTo>
                    <a:lnTo>
                      <a:pt x="714" y="211"/>
                    </a:lnTo>
                    <a:lnTo>
                      <a:pt x="716" y="210"/>
                    </a:lnTo>
                    <a:lnTo>
                      <a:pt x="717" y="210"/>
                    </a:lnTo>
                    <a:lnTo>
                      <a:pt x="721" y="209"/>
                    </a:lnTo>
                    <a:lnTo>
                      <a:pt x="723" y="207"/>
                    </a:lnTo>
                    <a:lnTo>
                      <a:pt x="720" y="209"/>
                    </a:lnTo>
                    <a:lnTo>
                      <a:pt x="719" y="207"/>
                    </a:lnTo>
                    <a:lnTo>
                      <a:pt x="716" y="209"/>
                    </a:lnTo>
                    <a:lnTo>
                      <a:pt x="717" y="207"/>
                    </a:lnTo>
                    <a:lnTo>
                      <a:pt x="717" y="206"/>
                    </a:lnTo>
                    <a:lnTo>
                      <a:pt x="717" y="206"/>
                    </a:lnTo>
                    <a:lnTo>
                      <a:pt x="713" y="207"/>
                    </a:lnTo>
                    <a:lnTo>
                      <a:pt x="709" y="207"/>
                    </a:lnTo>
                    <a:lnTo>
                      <a:pt x="705" y="209"/>
                    </a:lnTo>
                    <a:lnTo>
                      <a:pt x="702" y="209"/>
                    </a:lnTo>
                    <a:lnTo>
                      <a:pt x="698" y="210"/>
                    </a:lnTo>
                    <a:lnTo>
                      <a:pt x="695" y="210"/>
                    </a:lnTo>
                    <a:lnTo>
                      <a:pt x="694" y="213"/>
                    </a:lnTo>
                    <a:lnTo>
                      <a:pt x="694" y="214"/>
                    </a:lnTo>
                    <a:lnTo>
                      <a:pt x="695" y="214"/>
                    </a:lnTo>
                    <a:lnTo>
                      <a:pt x="695" y="214"/>
                    </a:lnTo>
                    <a:close/>
                    <a:moveTo>
                      <a:pt x="71" y="14"/>
                    </a:moveTo>
                    <a:lnTo>
                      <a:pt x="68" y="16"/>
                    </a:lnTo>
                    <a:lnTo>
                      <a:pt x="68" y="20"/>
                    </a:lnTo>
                    <a:lnTo>
                      <a:pt x="69" y="24"/>
                    </a:lnTo>
                    <a:lnTo>
                      <a:pt x="71" y="24"/>
                    </a:lnTo>
                    <a:lnTo>
                      <a:pt x="69" y="19"/>
                    </a:lnTo>
                    <a:lnTo>
                      <a:pt x="69" y="16"/>
                    </a:lnTo>
                    <a:lnTo>
                      <a:pt x="72" y="16"/>
                    </a:lnTo>
                    <a:lnTo>
                      <a:pt x="71" y="14"/>
                    </a:lnTo>
                    <a:lnTo>
                      <a:pt x="71" y="14"/>
                    </a:lnTo>
                    <a:close/>
                    <a:moveTo>
                      <a:pt x="341" y="429"/>
                    </a:moveTo>
                    <a:lnTo>
                      <a:pt x="341" y="427"/>
                    </a:lnTo>
                    <a:lnTo>
                      <a:pt x="345" y="425"/>
                    </a:lnTo>
                    <a:lnTo>
                      <a:pt x="346" y="422"/>
                    </a:lnTo>
                    <a:lnTo>
                      <a:pt x="344" y="423"/>
                    </a:lnTo>
                    <a:lnTo>
                      <a:pt x="341" y="429"/>
                    </a:lnTo>
                    <a:lnTo>
                      <a:pt x="341" y="429"/>
                    </a:lnTo>
                    <a:close/>
                    <a:moveTo>
                      <a:pt x="337" y="437"/>
                    </a:moveTo>
                    <a:lnTo>
                      <a:pt x="338" y="436"/>
                    </a:lnTo>
                    <a:lnTo>
                      <a:pt x="340" y="432"/>
                    </a:lnTo>
                    <a:lnTo>
                      <a:pt x="340" y="430"/>
                    </a:lnTo>
                    <a:lnTo>
                      <a:pt x="337" y="437"/>
                    </a:lnTo>
                    <a:lnTo>
                      <a:pt x="337" y="437"/>
                    </a:lnTo>
                    <a:close/>
                    <a:moveTo>
                      <a:pt x="335" y="456"/>
                    </a:moveTo>
                    <a:lnTo>
                      <a:pt x="334" y="451"/>
                    </a:lnTo>
                    <a:lnTo>
                      <a:pt x="335" y="445"/>
                    </a:lnTo>
                    <a:lnTo>
                      <a:pt x="337" y="438"/>
                    </a:lnTo>
                    <a:lnTo>
                      <a:pt x="334" y="444"/>
                    </a:lnTo>
                    <a:lnTo>
                      <a:pt x="334" y="451"/>
                    </a:lnTo>
                    <a:lnTo>
                      <a:pt x="334" y="451"/>
                    </a:lnTo>
                    <a:lnTo>
                      <a:pt x="335" y="456"/>
                    </a:lnTo>
                    <a:lnTo>
                      <a:pt x="335" y="45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 name="Groupe 1538"/>
            <p:cNvGrpSpPr/>
            <p:nvPr/>
          </p:nvGrpSpPr>
          <p:grpSpPr>
            <a:xfrm>
              <a:off x="1551556" y="3631091"/>
              <a:ext cx="2131566" cy="2713241"/>
              <a:chOff x="2613025" y="3700463"/>
              <a:chExt cx="1803401" cy="2295525"/>
            </a:xfrm>
            <a:grpFill/>
          </p:grpSpPr>
          <p:sp>
            <p:nvSpPr>
              <p:cNvPr id="414" name="Freeform 1023"/>
              <p:cNvSpPr>
                <a:spLocks/>
              </p:cNvSpPr>
              <p:nvPr/>
            </p:nvSpPr>
            <p:spPr bwMode="auto">
              <a:xfrm>
                <a:off x="3122613" y="4102100"/>
                <a:ext cx="92075" cy="96838"/>
              </a:xfrm>
              <a:custGeom>
                <a:avLst/>
                <a:gdLst/>
                <a:ahLst/>
                <a:cxnLst>
                  <a:cxn ang="0">
                    <a:pos x="28" y="61"/>
                  </a:cxn>
                  <a:cxn ang="0">
                    <a:pos x="30" y="60"/>
                  </a:cxn>
                  <a:cxn ang="0">
                    <a:pos x="30" y="59"/>
                  </a:cxn>
                  <a:cxn ang="0">
                    <a:pos x="32" y="56"/>
                  </a:cxn>
                  <a:cxn ang="0">
                    <a:pos x="36" y="54"/>
                  </a:cxn>
                  <a:cxn ang="0">
                    <a:pos x="39" y="54"/>
                  </a:cxn>
                  <a:cxn ang="0">
                    <a:pos x="39" y="53"/>
                  </a:cxn>
                  <a:cxn ang="0">
                    <a:pos x="42" y="50"/>
                  </a:cxn>
                  <a:cxn ang="0">
                    <a:pos x="45" y="46"/>
                  </a:cxn>
                  <a:cxn ang="0">
                    <a:pos x="43" y="44"/>
                  </a:cxn>
                  <a:cxn ang="0">
                    <a:pos x="46" y="41"/>
                  </a:cxn>
                  <a:cxn ang="0">
                    <a:pos x="50" y="37"/>
                  </a:cxn>
                  <a:cxn ang="0">
                    <a:pos x="51" y="38"/>
                  </a:cxn>
                  <a:cxn ang="0">
                    <a:pos x="55" y="35"/>
                  </a:cxn>
                  <a:cxn ang="0">
                    <a:pos x="57" y="33"/>
                  </a:cxn>
                  <a:cxn ang="0">
                    <a:pos x="58" y="31"/>
                  </a:cxn>
                  <a:cxn ang="0">
                    <a:pos x="58" y="30"/>
                  </a:cxn>
                  <a:cxn ang="0">
                    <a:pos x="58" y="29"/>
                  </a:cxn>
                  <a:cxn ang="0">
                    <a:pos x="55" y="29"/>
                  </a:cxn>
                  <a:cxn ang="0">
                    <a:pos x="54" y="31"/>
                  </a:cxn>
                  <a:cxn ang="0">
                    <a:pos x="53" y="29"/>
                  </a:cxn>
                  <a:cxn ang="0">
                    <a:pos x="50" y="29"/>
                  </a:cxn>
                  <a:cxn ang="0">
                    <a:pos x="49" y="27"/>
                  </a:cxn>
                  <a:cxn ang="0">
                    <a:pos x="47" y="27"/>
                  </a:cxn>
                  <a:cxn ang="0">
                    <a:pos x="47" y="27"/>
                  </a:cxn>
                  <a:cxn ang="0">
                    <a:pos x="45" y="27"/>
                  </a:cxn>
                  <a:cxn ang="0">
                    <a:pos x="45" y="0"/>
                  </a:cxn>
                  <a:cxn ang="0">
                    <a:pos x="45" y="0"/>
                  </a:cxn>
                  <a:cxn ang="0">
                    <a:pos x="20" y="0"/>
                  </a:cxn>
                  <a:cxn ang="0">
                    <a:pos x="20" y="8"/>
                  </a:cxn>
                  <a:cxn ang="0">
                    <a:pos x="13" y="8"/>
                  </a:cxn>
                  <a:cxn ang="0">
                    <a:pos x="16" y="10"/>
                  </a:cxn>
                  <a:cxn ang="0">
                    <a:pos x="17" y="11"/>
                  </a:cxn>
                  <a:cxn ang="0">
                    <a:pos x="19" y="14"/>
                  </a:cxn>
                  <a:cxn ang="0">
                    <a:pos x="22" y="15"/>
                  </a:cxn>
                  <a:cxn ang="0">
                    <a:pos x="23" y="15"/>
                  </a:cxn>
                  <a:cxn ang="0">
                    <a:pos x="24" y="18"/>
                  </a:cxn>
                  <a:cxn ang="0">
                    <a:pos x="24" y="19"/>
                  </a:cxn>
                  <a:cxn ang="0">
                    <a:pos x="26" y="21"/>
                  </a:cxn>
                  <a:cxn ang="0">
                    <a:pos x="28" y="21"/>
                  </a:cxn>
                  <a:cxn ang="0">
                    <a:pos x="30" y="22"/>
                  </a:cxn>
                  <a:cxn ang="0">
                    <a:pos x="30" y="23"/>
                  </a:cxn>
                  <a:cxn ang="0">
                    <a:pos x="28" y="26"/>
                  </a:cxn>
                  <a:cxn ang="0">
                    <a:pos x="9" y="26"/>
                  </a:cxn>
                  <a:cxn ang="0">
                    <a:pos x="1" y="40"/>
                  </a:cxn>
                  <a:cxn ang="0">
                    <a:pos x="1" y="41"/>
                  </a:cxn>
                  <a:cxn ang="0">
                    <a:pos x="1" y="42"/>
                  </a:cxn>
                  <a:cxn ang="0">
                    <a:pos x="1" y="44"/>
                  </a:cxn>
                  <a:cxn ang="0">
                    <a:pos x="3" y="45"/>
                  </a:cxn>
                  <a:cxn ang="0">
                    <a:pos x="3" y="45"/>
                  </a:cxn>
                  <a:cxn ang="0">
                    <a:pos x="3" y="46"/>
                  </a:cxn>
                  <a:cxn ang="0">
                    <a:pos x="1" y="48"/>
                  </a:cxn>
                  <a:cxn ang="0">
                    <a:pos x="0" y="49"/>
                  </a:cxn>
                  <a:cxn ang="0">
                    <a:pos x="0" y="49"/>
                  </a:cxn>
                  <a:cxn ang="0">
                    <a:pos x="3" y="52"/>
                  </a:cxn>
                  <a:cxn ang="0">
                    <a:pos x="4" y="54"/>
                  </a:cxn>
                  <a:cxn ang="0">
                    <a:pos x="7" y="54"/>
                  </a:cxn>
                  <a:cxn ang="0">
                    <a:pos x="8" y="57"/>
                  </a:cxn>
                  <a:cxn ang="0">
                    <a:pos x="16" y="60"/>
                  </a:cxn>
                  <a:cxn ang="0">
                    <a:pos x="20" y="60"/>
                  </a:cxn>
                  <a:cxn ang="0">
                    <a:pos x="23" y="60"/>
                  </a:cxn>
                  <a:cxn ang="0">
                    <a:pos x="28" y="61"/>
                  </a:cxn>
                </a:cxnLst>
                <a:rect l="0" t="0" r="r" b="b"/>
                <a:pathLst>
                  <a:path w="58" h="61">
                    <a:moveTo>
                      <a:pt x="28" y="61"/>
                    </a:moveTo>
                    <a:lnTo>
                      <a:pt x="30" y="60"/>
                    </a:lnTo>
                    <a:lnTo>
                      <a:pt x="30" y="59"/>
                    </a:lnTo>
                    <a:lnTo>
                      <a:pt x="32" y="56"/>
                    </a:lnTo>
                    <a:lnTo>
                      <a:pt x="36" y="54"/>
                    </a:lnTo>
                    <a:lnTo>
                      <a:pt x="39" y="54"/>
                    </a:lnTo>
                    <a:lnTo>
                      <a:pt x="39" y="53"/>
                    </a:lnTo>
                    <a:lnTo>
                      <a:pt x="42" y="50"/>
                    </a:lnTo>
                    <a:lnTo>
                      <a:pt x="45" y="46"/>
                    </a:lnTo>
                    <a:lnTo>
                      <a:pt x="43" y="44"/>
                    </a:lnTo>
                    <a:lnTo>
                      <a:pt x="46" y="41"/>
                    </a:lnTo>
                    <a:lnTo>
                      <a:pt x="50" y="37"/>
                    </a:lnTo>
                    <a:lnTo>
                      <a:pt x="51" y="38"/>
                    </a:lnTo>
                    <a:lnTo>
                      <a:pt x="55" y="35"/>
                    </a:lnTo>
                    <a:lnTo>
                      <a:pt x="57" y="33"/>
                    </a:lnTo>
                    <a:lnTo>
                      <a:pt x="58" y="31"/>
                    </a:lnTo>
                    <a:lnTo>
                      <a:pt x="58" y="30"/>
                    </a:lnTo>
                    <a:lnTo>
                      <a:pt x="58" y="29"/>
                    </a:lnTo>
                    <a:lnTo>
                      <a:pt x="55" y="29"/>
                    </a:lnTo>
                    <a:lnTo>
                      <a:pt x="54" y="31"/>
                    </a:lnTo>
                    <a:lnTo>
                      <a:pt x="53" y="29"/>
                    </a:lnTo>
                    <a:lnTo>
                      <a:pt x="50" y="29"/>
                    </a:lnTo>
                    <a:lnTo>
                      <a:pt x="49" y="27"/>
                    </a:lnTo>
                    <a:lnTo>
                      <a:pt x="47" y="27"/>
                    </a:lnTo>
                    <a:lnTo>
                      <a:pt x="47" y="27"/>
                    </a:lnTo>
                    <a:lnTo>
                      <a:pt x="45" y="27"/>
                    </a:lnTo>
                    <a:lnTo>
                      <a:pt x="45" y="0"/>
                    </a:lnTo>
                    <a:lnTo>
                      <a:pt x="45" y="0"/>
                    </a:lnTo>
                    <a:lnTo>
                      <a:pt x="20" y="0"/>
                    </a:lnTo>
                    <a:lnTo>
                      <a:pt x="20" y="8"/>
                    </a:lnTo>
                    <a:lnTo>
                      <a:pt x="13" y="8"/>
                    </a:lnTo>
                    <a:lnTo>
                      <a:pt x="16" y="10"/>
                    </a:lnTo>
                    <a:lnTo>
                      <a:pt x="17" y="11"/>
                    </a:lnTo>
                    <a:lnTo>
                      <a:pt x="19" y="14"/>
                    </a:lnTo>
                    <a:lnTo>
                      <a:pt x="22" y="15"/>
                    </a:lnTo>
                    <a:lnTo>
                      <a:pt x="23" y="15"/>
                    </a:lnTo>
                    <a:lnTo>
                      <a:pt x="24" y="18"/>
                    </a:lnTo>
                    <a:lnTo>
                      <a:pt x="24" y="19"/>
                    </a:lnTo>
                    <a:lnTo>
                      <a:pt x="26" y="21"/>
                    </a:lnTo>
                    <a:lnTo>
                      <a:pt x="28" y="21"/>
                    </a:lnTo>
                    <a:lnTo>
                      <a:pt x="30" y="22"/>
                    </a:lnTo>
                    <a:lnTo>
                      <a:pt x="30" y="23"/>
                    </a:lnTo>
                    <a:lnTo>
                      <a:pt x="28" y="26"/>
                    </a:lnTo>
                    <a:lnTo>
                      <a:pt x="9" y="26"/>
                    </a:lnTo>
                    <a:lnTo>
                      <a:pt x="1" y="40"/>
                    </a:lnTo>
                    <a:lnTo>
                      <a:pt x="1" y="41"/>
                    </a:lnTo>
                    <a:lnTo>
                      <a:pt x="1" y="42"/>
                    </a:lnTo>
                    <a:lnTo>
                      <a:pt x="1" y="44"/>
                    </a:lnTo>
                    <a:lnTo>
                      <a:pt x="3" y="45"/>
                    </a:lnTo>
                    <a:lnTo>
                      <a:pt x="3" y="45"/>
                    </a:lnTo>
                    <a:lnTo>
                      <a:pt x="3" y="46"/>
                    </a:lnTo>
                    <a:lnTo>
                      <a:pt x="1" y="48"/>
                    </a:lnTo>
                    <a:lnTo>
                      <a:pt x="0" y="49"/>
                    </a:lnTo>
                    <a:lnTo>
                      <a:pt x="0" y="49"/>
                    </a:lnTo>
                    <a:lnTo>
                      <a:pt x="3" y="52"/>
                    </a:lnTo>
                    <a:lnTo>
                      <a:pt x="4" y="54"/>
                    </a:lnTo>
                    <a:lnTo>
                      <a:pt x="7" y="54"/>
                    </a:lnTo>
                    <a:lnTo>
                      <a:pt x="8" y="57"/>
                    </a:lnTo>
                    <a:lnTo>
                      <a:pt x="16" y="60"/>
                    </a:lnTo>
                    <a:lnTo>
                      <a:pt x="20" y="60"/>
                    </a:lnTo>
                    <a:lnTo>
                      <a:pt x="23" y="60"/>
                    </a:lnTo>
                    <a:lnTo>
                      <a:pt x="28" y="6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5" name="Freeform 1025"/>
              <p:cNvSpPr>
                <a:spLocks noEditPoints="1"/>
              </p:cNvSpPr>
              <p:nvPr/>
            </p:nvSpPr>
            <p:spPr bwMode="auto">
              <a:xfrm>
                <a:off x="2613025" y="3700463"/>
                <a:ext cx="647700" cy="479425"/>
              </a:xfrm>
              <a:custGeom>
                <a:avLst/>
                <a:gdLst/>
                <a:ahLst/>
                <a:cxnLst>
                  <a:cxn ang="0">
                    <a:pos x="154" y="29"/>
                  </a:cxn>
                  <a:cxn ang="0">
                    <a:pos x="165" y="41"/>
                  </a:cxn>
                  <a:cxn ang="0">
                    <a:pos x="170" y="59"/>
                  </a:cxn>
                  <a:cxn ang="0">
                    <a:pos x="181" y="67"/>
                  </a:cxn>
                  <a:cxn ang="0">
                    <a:pos x="194" y="66"/>
                  </a:cxn>
                  <a:cxn ang="0">
                    <a:pos x="212" y="58"/>
                  </a:cxn>
                  <a:cxn ang="0">
                    <a:pos x="226" y="77"/>
                  </a:cxn>
                  <a:cxn ang="0">
                    <a:pos x="238" y="101"/>
                  </a:cxn>
                  <a:cxn ang="0">
                    <a:pos x="254" y="123"/>
                  </a:cxn>
                  <a:cxn ang="0">
                    <a:pos x="264" y="128"/>
                  </a:cxn>
                  <a:cxn ang="0">
                    <a:pos x="257" y="142"/>
                  </a:cxn>
                  <a:cxn ang="0">
                    <a:pos x="251" y="178"/>
                  </a:cxn>
                  <a:cxn ang="0">
                    <a:pos x="256" y="202"/>
                  </a:cxn>
                  <a:cxn ang="0">
                    <a:pos x="279" y="237"/>
                  </a:cxn>
                  <a:cxn ang="0">
                    <a:pos x="310" y="242"/>
                  </a:cxn>
                  <a:cxn ang="0">
                    <a:pos x="334" y="246"/>
                  </a:cxn>
                  <a:cxn ang="0">
                    <a:pos x="348" y="225"/>
                  </a:cxn>
                  <a:cxn ang="0">
                    <a:pos x="385" y="196"/>
                  </a:cxn>
                  <a:cxn ang="0">
                    <a:pos x="402" y="210"/>
                  </a:cxn>
                  <a:cxn ang="0">
                    <a:pos x="393" y="233"/>
                  </a:cxn>
                  <a:cxn ang="0">
                    <a:pos x="386" y="238"/>
                  </a:cxn>
                  <a:cxn ang="0">
                    <a:pos x="371" y="252"/>
                  </a:cxn>
                  <a:cxn ang="0">
                    <a:pos x="338" y="264"/>
                  </a:cxn>
                  <a:cxn ang="0">
                    <a:pos x="330" y="279"/>
                  </a:cxn>
                  <a:cxn ang="0">
                    <a:pos x="318" y="299"/>
                  </a:cxn>
                  <a:cxn ang="0">
                    <a:pos x="291" y="276"/>
                  </a:cxn>
                  <a:cxn ang="0">
                    <a:pos x="290" y="276"/>
                  </a:cxn>
                  <a:cxn ang="0">
                    <a:pos x="285" y="279"/>
                  </a:cxn>
                  <a:cxn ang="0">
                    <a:pos x="238" y="278"/>
                  </a:cxn>
                  <a:cxn ang="0">
                    <a:pos x="207" y="265"/>
                  </a:cxn>
                  <a:cxn ang="0">
                    <a:pos x="171" y="248"/>
                  </a:cxn>
                  <a:cxn ang="0">
                    <a:pos x="147" y="231"/>
                  </a:cxn>
                  <a:cxn ang="0">
                    <a:pos x="141" y="210"/>
                  </a:cxn>
                  <a:cxn ang="0">
                    <a:pos x="139" y="180"/>
                  </a:cxn>
                  <a:cxn ang="0">
                    <a:pos x="110" y="143"/>
                  </a:cxn>
                  <a:cxn ang="0">
                    <a:pos x="94" y="125"/>
                  </a:cxn>
                  <a:cxn ang="0">
                    <a:pos x="97" y="112"/>
                  </a:cxn>
                  <a:cxn ang="0">
                    <a:pos x="80" y="90"/>
                  </a:cxn>
                  <a:cxn ang="0">
                    <a:pos x="65" y="75"/>
                  </a:cxn>
                  <a:cxn ang="0">
                    <a:pos x="55" y="51"/>
                  </a:cxn>
                  <a:cxn ang="0">
                    <a:pos x="46" y="25"/>
                  </a:cxn>
                  <a:cxn ang="0">
                    <a:pos x="30" y="29"/>
                  </a:cxn>
                  <a:cxn ang="0">
                    <a:pos x="41" y="66"/>
                  </a:cxn>
                  <a:cxn ang="0">
                    <a:pos x="55" y="89"/>
                  </a:cxn>
                  <a:cxn ang="0">
                    <a:pos x="64" y="104"/>
                  </a:cxn>
                  <a:cxn ang="0">
                    <a:pos x="71" y="131"/>
                  </a:cxn>
                  <a:cxn ang="0">
                    <a:pos x="78" y="147"/>
                  </a:cxn>
                  <a:cxn ang="0">
                    <a:pos x="82" y="170"/>
                  </a:cxn>
                  <a:cxn ang="0">
                    <a:pos x="60" y="144"/>
                  </a:cxn>
                  <a:cxn ang="0">
                    <a:pos x="50" y="113"/>
                  </a:cxn>
                  <a:cxn ang="0">
                    <a:pos x="35" y="102"/>
                  </a:cxn>
                  <a:cxn ang="0">
                    <a:pos x="23" y="86"/>
                  </a:cxn>
                  <a:cxn ang="0">
                    <a:pos x="31" y="79"/>
                  </a:cxn>
                  <a:cxn ang="0">
                    <a:pos x="15" y="53"/>
                  </a:cxn>
                  <a:cxn ang="0">
                    <a:pos x="10" y="28"/>
                  </a:cxn>
                  <a:cxn ang="0">
                    <a:pos x="75" y="136"/>
                  </a:cxn>
                  <a:cxn ang="0">
                    <a:pos x="76" y="144"/>
                  </a:cxn>
                  <a:cxn ang="0">
                    <a:pos x="258" y="142"/>
                  </a:cxn>
                </a:cxnLst>
                <a:rect l="0" t="0" r="r" b="b"/>
                <a:pathLst>
                  <a:path w="408" h="302">
                    <a:moveTo>
                      <a:pt x="0" y="2"/>
                    </a:moveTo>
                    <a:lnTo>
                      <a:pt x="34" y="0"/>
                    </a:lnTo>
                    <a:lnTo>
                      <a:pt x="35" y="2"/>
                    </a:lnTo>
                    <a:lnTo>
                      <a:pt x="34" y="3"/>
                    </a:lnTo>
                    <a:lnTo>
                      <a:pt x="83" y="25"/>
                    </a:lnTo>
                    <a:lnTo>
                      <a:pt x="124" y="26"/>
                    </a:lnTo>
                    <a:lnTo>
                      <a:pt x="124" y="21"/>
                    </a:lnTo>
                    <a:lnTo>
                      <a:pt x="147" y="22"/>
                    </a:lnTo>
                    <a:lnTo>
                      <a:pt x="150" y="24"/>
                    </a:lnTo>
                    <a:lnTo>
                      <a:pt x="152" y="26"/>
                    </a:lnTo>
                    <a:lnTo>
                      <a:pt x="154" y="29"/>
                    </a:lnTo>
                    <a:lnTo>
                      <a:pt x="154" y="29"/>
                    </a:lnTo>
                    <a:lnTo>
                      <a:pt x="155" y="29"/>
                    </a:lnTo>
                    <a:lnTo>
                      <a:pt x="156" y="32"/>
                    </a:lnTo>
                    <a:lnTo>
                      <a:pt x="155" y="33"/>
                    </a:lnTo>
                    <a:lnTo>
                      <a:pt x="158" y="34"/>
                    </a:lnTo>
                    <a:lnTo>
                      <a:pt x="160" y="36"/>
                    </a:lnTo>
                    <a:lnTo>
                      <a:pt x="160" y="37"/>
                    </a:lnTo>
                    <a:lnTo>
                      <a:pt x="159" y="38"/>
                    </a:lnTo>
                    <a:lnTo>
                      <a:pt x="160" y="38"/>
                    </a:lnTo>
                    <a:lnTo>
                      <a:pt x="163" y="40"/>
                    </a:lnTo>
                    <a:lnTo>
                      <a:pt x="165" y="41"/>
                    </a:lnTo>
                    <a:lnTo>
                      <a:pt x="165" y="45"/>
                    </a:lnTo>
                    <a:lnTo>
                      <a:pt x="166" y="47"/>
                    </a:lnTo>
                    <a:lnTo>
                      <a:pt x="166" y="47"/>
                    </a:lnTo>
                    <a:lnTo>
                      <a:pt x="167" y="48"/>
                    </a:lnTo>
                    <a:lnTo>
                      <a:pt x="169" y="49"/>
                    </a:lnTo>
                    <a:lnTo>
                      <a:pt x="169" y="51"/>
                    </a:lnTo>
                    <a:lnTo>
                      <a:pt x="167" y="52"/>
                    </a:lnTo>
                    <a:lnTo>
                      <a:pt x="166" y="52"/>
                    </a:lnTo>
                    <a:lnTo>
                      <a:pt x="166" y="53"/>
                    </a:lnTo>
                    <a:lnTo>
                      <a:pt x="169" y="56"/>
                    </a:lnTo>
                    <a:lnTo>
                      <a:pt x="170" y="59"/>
                    </a:lnTo>
                    <a:lnTo>
                      <a:pt x="171" y="60"/>
                    </a:lnTo>
                    <a:lnTo>
                      <a:pt x="171" y="62"/>
                    </a:lnTo>
                    <a:lnTo>
                      <a:pt x="171" y="62"/>
                    </a:lnTo>
                    <a:lnTo>
                      <a:pt x="173" y="63"/>
                    </a:lnTo>
                    <a:lnTo>
                      <a:pt x="174" y="62"/>
                    </a:lnTo>
                    <a:lnTo>
                      <a:pt x="175" y="63"/>
                    </a:lnTo>
                    <a:lnTo>
                      <a:pt x="175" y="64"/>
                    </a:lnTo>
                    <a:lnTo>
                      <a:pt x="175" y="64"/>
                    </a:lnTo>
                    <a:lnTo>
                      <a:pt x="177" y="66"/>
                    </a:lnTo>
                    <a:lnTo>
                      <a:pt x="178" y="66"/>
                    </a:lnTo>
                    <a:lnTo>
                      <a:pt x="181" y="67"/>
                    </a:lnTo>
                    <a:lnTo>
                      <a:pt x="182" y="68"/>
                    </a:lnTo>
                    <a:lnTo>
                      <a:pt x="184" y="68"/>
                    </a:lnTo>
                    <a:lnTo>
                      <a:pt x="188" y="70"/>
                    </a:lnTo>
                    <a:lnTo>
                      <a:pt x="188" y="71"/>
                    </a:lnTo>
                    <a:lnTo>
                      <a:pt x="189" y="71"/>
                    </a:lnTo>
                    <a:lnTo>
                      <a:pt x="190" y="71"/>
                    </a:lnTo>
                    <a:lnTo>
                      <a:pt x="190" y="70"/>
                    </a:lnTo>
                    <a:lnTo>
                      <a:pt x="193" y="68"/>
                    </a:lnTo>
                    <a:lnTo>
                      <a:pt x="194" y="68"/>
                    </a:lnTo>
                    <a:lnTo>
                      <a:pt x="194" y="67"/>
                    </a:lnTo>
                    <a:lnTo>
                      <a:pt x="194" y="66"/>
                    </a:lnTo>
                    <a:lnTo>
                      <a:pt x="196" y="64"/>
                    </a:lnTo>
                    <a:lnTo>
                      <a:pt x="197" y="60"/>
                    </a:lnTo>
                    <a:lnTo>
                      <a:pt x="199" y="59"/>
                    </a:lnTo>
                    <a:lnTo>
                      <a:pt x="201" y="59"/>
                    </a:lnTo>
                    <a:lnTo>
                      <a:pt x="201" y="59"/>
                    </a:lnTo>
                    <a:lnTo>
                      <a:pt x="203" y="59"/>
                    </a:lnTo>
                    <a:lnTo>
                      <a:pt x="203" y="59"/>
                    </a:lnTo>
                    <a:lnTo>
                      <a:pt x="204" y="58"/>
                    </a:lnTo>
                    <a:lnTo>
                      <a:pt x="207" y="58"/>
                    </a:lnTo>
                    <a:lnTo>
                      <a:pt x="209" y="58"/>
                    </a:lnTo>
                    <a:lnTo>
                      <a:pt x="212" y="58"/>
                    </a:lnTo>
                    <a:lnTo>
                      <a:pt x="212" y="58"/>
                    </a:lnTo>
                    <a:lnTo>
                      <a:pt x="213" y="59"/>
                    </a:lnTo>
                    <a:lnTo>
                      <a:pt x="215" y="59"/>
                    </a:lnTo>
                    <a:lnTo>
                      <a:pt x="218" y="60"/>
                    </a:lnTo>
                    <a:lnTo>
                      <a:pt x="219" y="62"/>
                    </a:lnTo>
                    <a:lnTo>
                      <a:pt x="222" y="64"/>
                    </a:lnTo>
                    <a:lnTo>
                      <a:pt x="223" y="67"/>
                    </a:lnTo>
                    <a:lnTo>
                      <a:pt x="224" y="71"/>
                    </a:lnTo>
                    <a:lnTo>
                      <a:pt x="226" y="71"/>
                    </a:lnTo>
                    <a:lnTo>
                      <a:pt x="226" y="74"/>
                    </a:lnTo>
                    <a:lnTo>
                      <a:pt x="226" y="77"/>
                    </a:lnTo>
                    <a:lnTo>
                      <a:pt x="227" y="78"/>
                    </a:lnTo>
                    <a:lnTo>
                      <a:pt x="228" y="79"/>
                    </a:lnTo>
                    <a:lnTo>
                      <a:pt x="230" y="85"/>
                    </a:lnTo>
                    <a:lnTo>
                      <a:pt x="231" y="86"/>
                    </a:lnTo>
                    <a:lnTo>
                      <a:pt x="231" y="87"/>
                    </a:lnTo>
                    <a:lnTo>
                      <a:pt x="234" y="89"/>
                    </a:lnTo>
                    <a:lnTo>
                      <a:pt x="234" y="91"/>
                    </a:lnTo>
                    <a:lnTo>
                      <a:pt x="235" y="94"/>
                    </a:lnTo>
                    <a:lnTo>
                      <a:pt x="238" y="97"/>
                    </a:lnTo>
                    <a:lnTo>
                      <a:pt x="238" y="100"/>
                    </a:lnTo>
                    <a:lnTo>
                      <a:pt x="238" y="101"/>
                    </a:lnTo>
                    <a:lnTo>
                      <a:pt x="238" y="102"/>
                    </a:lnTo>
                    <a:lnTo>
                      <a:pt x="238" y="104"/>
                    </a:lnTo>
                    <a:lnTo>
                      <a:pt x="241" y="112"/>
                    </a:lnTo>
                    <a:lnTo>
                      <a:pt x="241" y="115"/>
                    </a:lnTo>
                    <a:lnTo>
                      <a:pt x="242" y="117"/>
                    </a:lnTo>
                    <a:lnTo>
                      <a:pt x="242" y="117"/>
                    </a:lnTo>
                    <a:lnTo>
                      <a:pt x="243" y="117"/>
                    </a:lnTo>
                    <a:lnTo>
                      <a:pt x="246" y="117"/>
                    </a:lnTo>
                    <a:lnTo>
                      <a:pt x="247" y="119"/>
                    </a:lnTo>
                    <a:lnTo>
                      <a:pt x="250" y="120"/>
                    </a:lnTo>
                    <a:lnTo>
                      <a:pt x="254" y="123"/>
                    </a:lnTo>
                    <a:lnTo>
                      <a:pt x="257" y="124"/>
                    </a:lnTo>
                    <a:lnTo>
                      <a:pt x="260" y="124"/>
                    </a:lnTo>
                    <a:lnTo>
                      <a:pt x="261" y="125"/>
                    </a:lnTo>
                    <a:lnTo>
                      <a:pt x="261" y="127"/>
                    </a:lnTo>
                    <a:lnTo>
                      <a:pt x="261" y="128"/>
                    </a:lnTo>
                    <a:lnTo>
                      <a:pt x="264" y="127"/>
                    </a:lnTo>
                    <a:lnTo>
                      <a:pt x="264" y="123"/>
                    </a:lnTo>
                    <a:lnTo>
                      <a:pt x="266" y="121"/>
                    </a:lnTo>
                    <a:lnTo>
                      <a:pt x="266" y="123"/>
                    </a:lnTo>
                    <a:lnTo>
                      <a:pt x="265" y="127"/>
                    </a:lnTo>
                    <a:lnTo>
                      <a:pt x="264" y="128"/>
                    </a:lnTo>
                    <a:lnTo>
                      <a:pt x="264" y="131"/>
                    </a:lnTo>
                    <a:lnTo>
                      <a:pt x="261" y="134"/>
                    </a:lnTo>
                    <a:lnTo>
                      <a:pt x="261" y="136"/>
                    </a:lnTo>
                    <a:lnTo>
                      <a:pt x="260" y="136"/>
                    </a:lnTo>
                    <a:lnTo>
                      <a:pt x="260" y="135"/>
                    </a:lnTo>
                    <a:lnTo>
                      <a:pt x="260" y="132"/>
                    </a:lnTo>
                    <a:lnTo>
                      <a:pt x="258" y="132"/>
                    </a:lnTo>
                    <a:lnTo>
                      <a:pt x="258" y="136"/>
                    </a:lnTo>
                    <a:lnTo>
                      <a:pt x="256" y="139"/>
                    </a:lnTo>
                    <a:lnTo>
                      <a:pt x="258" y="140"/>
                    </a:lnTo>
                    <a:lnTo>
                      <a:pt x="257" y="142"/>
                    </a:lnTo>
                    <a:lnTo>
                      <a:pt x="256" y="146"/>
                    </a:lnTo>
                    <a:lnTo>
                      <a:pt x="254" y="147"/>
                    </a:lnTo>
                    <a:lnTo>
                      <a:pt x="254" y="150"/>
                    </a:lnTo>
                    <a:lnTo>
                      <a:pt x="256" y="151"/>
                    </a:lnTo>
                    <a:lnTo>
                      <a:pt x="254" y="153"/>
                    </a:lnTo>
                    <a:lnTo>
                      <a:pt x="256" y="155"/>
                    </a:lnTo>
                    <a:lnTo>
                      <a:pt x="253" y="162"/>
                    </a:lnTo>
                    <a:lnTo>
                      <a:pt x="254" y="166"/>
                    </a:lnTo>
                    <a:lnTo>
                      <a:pt x="253" y="173"/>
                    </a:lnTo>
                    <a:lnTo>
                      <a:pt x="251" y="177"/>
                    </a:lnTo>
                    <a:lnTo>
                      <a:pt x="251" y="178"/>
                    </a:lnTo>
                    <a:lnTo>
                      <a:pt x="253" y="184"/>
                    </a:lnTo>
                    <a:lnTo>
                      <a:pt x="253" y="187"/>
                    </a:lnTo>
                    <a:lnTo>
                      <a:pt x="256" y="193"/>
                    </a:lnTo>
                    <a:lnTo>
                      <a:pt x="256" y="197"/>
                    </a:lnTo>
                    <a:lnTo>
                      <a:pt x="256" y="197"/>
                    </a:lnTo>
                    <a:lnTo>
                      <a:pt x="254" y="193"/>
                    </a:lnTo>
                    <a:lnTo>
                      <a:pt x="251" y="189"/>
                    </a:lnTo>
                    <a:lnTo>
                      <a:pt x="251" y="192"/>
                    </a:lnTo>
                    <a:lnTo>
                      <a:pt x="253" y="193"/>
                    </a:lnTo>
                    <a:lnTo>
                      <a:pt x="256" y="200"/>
                    </a:lnTo>
                    <a:lnTo>
                      <a:pt x="256" y="202"/>
                    </a:lnTo>
                    <a:lnTo>
                      <a:pt x="254" y="204"/>
                    </a:lnTo>
                    <a:lnTo>
                      <a:pt x="257" y="206"/>
                    </a:lnTo>
                    <a:lnTo>
                      <a:pt x="257" y="208"/>
                    </a:lnTo>
                    <a:lnTo>
                      <a:pt x="265" y="218"/>
                    </a:lnTo>
                    <a:lnTo>
                      <a:pt x="266" y="221"/>
                    </a:lnTo>
                    <a:lnTo>
                      <a:pt x="269" y="225"/>
                    </a:lnTo>
                    <a:lnTo>
                      <a:pt x="268" y="226"/>
                    </a:lnTo>
                    <a:lnTo>
                      <a:pt x="269" y="229"/>
                    </a:lnTo>
                    <a:lnTo>
                      <a:pt x="275" y="235"/>
                    </a:lnTo>
                    <a:lnTo>
                      <a:pt x="277" y="238"/>
                    </a:lnTo>
                    <a:lnTo>
                      <a:pt x="279" y="237"/>
                    </a:lnTo>
                    <a:lnTo>
                      <a:pt x="283" y="238"/>
                    </a:lnTo>
                    <a:lnTo>
                      <a:pt x="283" y="238"/>
                    </a:lnTo>
                    <a:lnTo>
                      <a:pt x="287" y="241"/>
                    </a:lnTo>
                    <a:lnTo>
                      <a:pt x="291" y="245"/>
                    </a:lnTo>
                    <a:lnTo>
                      <a:pt x="292" y="249"/>
                    </a:lnTo>
                    <a:lnTo>
                      <a:pt x="295" y="246"/>
                    </a:lnTo>
                    <a:lnTo>
                      <a:pt x="300" y="246"/>
                    </a:lnTo>
                    <a:lnTo>
                      <a:pt x="302" y="248"/>
                    </a:lnTo>
                    <a:lnTo>
                      <a:pt x="303" y="248"/>
                    </a:lnTo>
                    <a:lnTo>
                      <a:pt x="309" y="244"/>
                    </a:lnTo>
                    <a:lnTo>
                      <a:pt x="310" y="242"/>
                    </a:lnTo>
                    <a:lnTo>
                      <a:pt x="314" y="242"/>
                    </a:lnTo>
                    <a:lnTo>
                      <a:pt x="318" y="242"/>
                    </a:lnTo>
                    <a:lnTo>
                      <a:pt x="321" y="240"/>
                    </a:lnTo>
                    <a:lnTo>
                      <a:pt x="324" y="240"/>
                    </a:lnTo>
                    <a:lnTo>
                      <a:pt x="328" y="241"/>
                    </a:lnTo>
                    <a:lnTo>
                      <a:pt x="329" y="240"/>
                    </a:lnTo>
                    <a:lnTo>
                      <a:pt x="333" y="241"/>
                    </a:lnTo>
                    <a:lnTo>
                      <a:pt x="330" y="242"/>
                    </a:lnTo>
                    <a:lnTo>
                      <a:pt x="329" y="244"/>
                    </a:lnTo>
                    <a:lnTo>
                      <a:pt x="332" y="245"/>
                    </a:lnTo>
                    <a:lnTo>
                      <a:pt x="334" y="246"/>
                    </a:lnTo>
                    <a:lnTo>
                      <a:pt x="334" y="245"/>
                    </a:lnTo>
                    <a:lnTo>
                      <a:pt x="336" y="245"/>
                    </a:lnTo>
                    <a:lnTo>
                      <a:pt x="338" y="242"/>
                    </a:lnTo>
                    <a:lnTo>
                      <a:pt x="338" y="238"/>
                    </a:lnTo>
                    <a:lnTo>
                      <a:pt x="340" y="235"/>
                    </a:lnTo>
                    <a:lnTo>
                      <a:pt x="337" y="237"/>
                    </a:lnTo>
                    <a:lnTo>
                      <a:pt x="337" y="237"/>
                    </a:lnTo>
                    <a:lnTo>
                      <a:pt x="343" y="233"/>
                    </a:lnTo>
                    <a:lnTo>
                      <a:pt x="345" y="233"/>
                    </a:lnTo>
                    <a:lnTo>
                      <a:pt x="348" y="229"/>
                    </a:lnTo>
                    <a:lnTo>
                      <a:pt x="348" y="225"/>
                    </a:lnTo>
                    <a:lnTo>
                      <a:pt x="353" y="219"/>
                    </a:lnTo>
                    <a:lnTo>
                      <a:pt x="352" y="218"/>
                    </a:lnTo>
                    <a:lnTo>
                      <a:pt x="353" y="210"/>
                    </a:lnTo>
                    <a:lnTo>
                      <a:pt x="359" y="203"/>
                    </a:lnTo>
                    <a:lnTo>
                      <a:pt x="356" y="203"/>
                    </a:lnTo>
                    <a:lnTo>
                      <a:pt x="356" y="200"/>
                    </a:lnTo>
                    <a:lnTo>
                      <a:pt x="366" y="199"/>
                    </a:lnTo>
                    <a:lnTo>
                      <a:pt x="378" y="199"/>
                    </a:lnTo>
                    <a:lnTo>
                      <a:pt x="379" y="196"/>
                    </a:lnTo>
                    <a:lnTo>
                      <a:pt x="383" y="196"/>
                    </a:lnTo>
                    <a:lnTo>
                      <a:pt x="385" y="196"/>
                    </a:lnTo>
                    <a:lnTo>
                      <a:pt x="387" y="195"/>
                    </a:lnTo>
                    <a:lnTo>
                      <a:pt x="387" y="193"/>
                    </a:lnTo>
                    <a:lnTo>
                      <a:pt x="393" y="193"/>
                    </a:lnTo>
                    <a:lnTo>
                      <a:pt x="400" y="195"/>
                    </a:lnTo>
                    <a:lnTo>
                      <a:pt x="401" y="195"/>
                    </a:lnTo>
                    <a:lnTo>
                      <a:pt x="401" y="193"/>
                    </a:lnTo>
                    <a:lnTo>
                      <a:pt x="404" y="192"/>
                    </a:lnTo>
                    <a:lnTo>
                      <a:pt x="408" y="197"/>
                    </a:lnTo>
                    <a:lnTo>
                      <a:pt x="408" y="202"/>
                    </a:lnTo>
                    <a:lnTo>
                      <a:pt x="405" y="204"/>
                    </a:lnTo>
                    <a:lnTo>
                      <a:pt x="402" y="210"/>
                    </a:lnTo>
                    <a:lnTo>
                      <a:pt x="396" y="215"/>
                    </a:lnTo>
                    <a:lnTo>
                      <a:pt x="394" y="218"/>
                    </a:lnTo>
                    <a:lnTo>
                      <a:pt x="394" y="222"/>
                    </a:lnTo>
                    <a:lnTo>
                      <a:pt x="391" y="223"/>
                    </a:lnTo>
                    <a:lnTo>
                      <a:pt x="390" y="225"/>
                    </a:lnTo>
                    <a:lnTo>
                      <a:pt x="393" y="226"/>
                    </a:lnTo>
                    <a:lnTo>
                      <a:pt x="394" y="226"/>
                    </a:lnTo>
                    <a:lnTo>
                      <a:pt x="394" y="227"/>
                    </a:lnTo>
                    <a:lnTo>
                      <a:pt x="391" y="231"/>
                    </a:lnTo>
                    <a:lnTo>
                      <a:pt x="391" y="233"/>
                    </a:lnTo>
                    <a:lnTo>
                      <a:pt x="393" y="233"/>
                    </a:lnTo>
                    <a:lnTo>
                      <a:pt x="394" y="231"/>
                    </a:lnTo>
                    <a:lnTo>
                      <a:pt x="396" y="231"/>
                    </a:lnTo>
                    <a:lnTo>
                      <a:pt x="394" y="234"/>
                    </a:lnTo>
                    <a:lnTo>
                      <a:pt x="391" y="242"/>
                    </a:lnTo>
                    <a:lnTo>
                      <a:pt x="389" y="248"/>
                    </a:lnTo>
                    <a:lnTo>
                      <a:pt x="389" y="248"/>
                    </a:lnTo>
                    <a:lnTo>
                      <a:pt x="387" y="245"/>
                    </a:lnTo>
                    <a:lnTo>
                      <a:pt x="383" y="244"/>
                    </a:lnTo>
                    <a:lnTo>
                      <a:pt x="383" y="242"/>
                    </a:lnTo>
                    <a:lnTo>
                      <a:pt x="385" y="241"/>
                    </a:lnTo>
                    <a:lnTo>
                      <a:pt x="386" y="238"/>
                    </a:lnTo>
                    <a:lnTo>
                      <a:pt x="383" y="238"/>
                    </a:lnTo>
                    <a:lnTo>
                      <a:pt x="381" y="242"/>
                    </a:lnTo>
                    <a:lnTo>
                      <a:pt x="378" y="244"/>
                    </a:lnTo>
                    <a:lnTo>
                      <a:pt x="378" y="244"/>
                    </a:lnTo>
                    <a:lnTo>
                      <a:pt x="376" y="244"/>
                    </a:lnTo>
                    <a:lnTo>
                      <a:pt x="375" y="245"/>
                    </a:lnTo>
                    <a:lnTo>
                      <a:pt x="375" y="246"/>
                    </a:lnTo>
                    <a:lnTo>
                      <a:pt x="374" y="248"/>
                    </a:lnTo>
                    <a:lnTo>
                      <a:pt x="372" y="250"/>
                    </a:lnTo>
                    <a:lnTo>
                      <a:pt x="372" y="252"/>
                    </a:lnTo>
                    <a:lnTo>
                      <a:pt x="371" y="252"/>
                    </a:lnTo>
                    <a:lnTo>
                      <a:pt x="371" y="252"/>
                    </a:lnTo>
                    <a:lnTo>
                      <a:pt x="370" y="252"/>
                    </a:lnTo>
                    <a:lnTo>
                      <a:pt x="370" y="250"/>
                    </a:lnTo>
                    <a:lnTo>
                      <a:pt x="368" y="250"/>
                    </a:lnTo>
                    <a:lnTo>
                      <a:pt x="367" y="252"/>
                    </a:lnTo>
                    <a:lnTo>
                      <a:pt x="366" y="253"/>
                    </a:lnTo>
                    <a:lnTo>
                      <a:pt x="341" y="253"/>
                    </a:lnTo>
                    <a:lnTo>
                      <a:pt x="341" y="261"/>
                    </a:lnTo>
                    <a:lnTo>
                      <a:pt x="334" y="261"/>
                    </a:lnTo>
                    <a:lnTo>
                      <a:pt x="337" y="263"/>
                    </a:lnTo>
                    <a:lnTo>
                      <a:pt x="338" y="264"/>
                    </a:lnTo>
                    <a:lnTo>
                      <a:pt x="340" y="267"/>
                    </a:lnTo>
                    <a:lnTo>
                      <a:pt x="343" y="268"/>
                    </a:lnTo>
                    <a:lnTo>
                      <a:pt x="344" y="268"/>
                    </a:lnTo>
                    <a:lnTo>
                      <a:pt x="345" y="271"/>
                    </a:lnTo>
                    <a:lnTo>
                      <a:pt x="345" y="272"/>
                    </a:lnTo>
                    <a:lnTo>
                      <a:pt x="347" y="274"/>
                    </a:lnTo>
                    <a:lnTo>
                      <a:pt x="349" y="274"/>
                    </a:lnTo>
                    <a:lnTo>
                      <a:pt x="351" y="275"/>
                    </a:lnTo>
                    <a:lnTo>
                      <a:pt x="351" y="276"/>
                    </a:lnTo>
                    <a:lnTo>
                      <a:pt x="349" y="279"/>
                    </a:lnTo>
                    <a:lnTo>
                      <a:pt x="330" y="279"/>
                    </a:lnTo>
                    <a:lnTo>
                      <a:pt x="322" y="293"/>
                    </a:lnTo>
                    <a:lnTo>
                      <a:pt x="322" y="294"/>
                    </a:lnTo>
                    <a:lnTo>
                      <a:pt x="322" y="295"/>
                    </a:lnTo>
                    <a:lnTo>
                      <a:pt x="322" y="297"/>
                    </a:lnTo>
                    <a:lnTo>
                      <a:pt x="324" y="298"/>
                    </a:lnTo>
                    <a:lnTo>
                      <a:pt x="324" y="298"/>
                    </a:lnTo>
                    <a:lnTo>
                      <a:pt x="324" y="299"/>
                    </a:lnTo>
                    <a:lnTo>
                      <a:pt x="322" y="301"/>
                    </a:lnTo>
                    <a:lnTo>
                      <a:pt x="321" y="302"/>
                    </a:lnTo>
                    <a:lnTo>
                      <a:pt x="321" y="302"/>
                    </a:lnTo>
                    <a:lnTo>
                      <a:pt x="318" y="299"/>
                    </a:lnTo>
                    <a:lnTo>
                      <a:pt x="315" y="297"/>
                    </a:lnTo>
                    <a:lnTo>
                      <a:pt x="314" y="294"/>
                    </a:lnTo>
                    <a:lnTo>
                      <a:pt x="311" y="294"/>
                    </a:lnTo>
                    <a:lnTo>
                      <a:pt x="302" y="286"/>
                    </a:lnTo>
                    <a:lnTo>
                      <a:pt x="300" y="284"/>
                    </a:lnTo>
                    <a:lnTo>
                      <a:pt x="300" y="283"/>
                    </a:lnTo>
                    <a:lnTo>
                      <a:pt x="298" y="279"/>
                    </a:lnTo>
                    <a:lnTo>
                      <a:pt x="295" y="278"/>
                    </a:lnTo>
                    <a:lnTo>
                      <a:pt x="292" y="276"/>
                    </a:lnTo>
                    <a:lnTo>
                      <a:pt x="292" y="276"/>
                    </a:lnTo>
                    <a:lnTo>
                      <a:pt x="291" y="276"/>
                    </a:lnTo>
                    <a:lnTo>
                      <a:pt x="291" y="278"/>
                    </a:lnTo>
                    <a:lnTo>
                      <a:pt x="296" y="279"/>
                    </a:lnTo>
                    <a:lnTo>
                      <a:pt x="299" y="283"/>
                    </a:lnTo>
                    <a:lnTo>
                      <a:pt x="299" y="283"/>
                    </a:lnTo>
                    <a:lnTo>
                      <a:pt x="298" y="282"/>
                    </a:lnTo>
                    <a:lnTo>
                      <a:pt x="292" y="279"/>
                    </a:lnTo>
                    <a:lnTo>
                      <a:pt x="291" y="278"/>
                    </a:lnTo>
                    <a:lnTo>
                      <a:pt x="288" y="278"/>
                    </a:lnTo>
                    <a:lnTo>
                      <a:pt x="287" y="278"/>
                    </a:lnTo>
                    <a:lnTo>
                      <a:pt x="288" y="278"/>
                    </a:lnTo>
                    <a:lnTo>
                      <a:pt x="290" y="276"/>
                    </a:lnTo>
                    <a:lnTo>
                      <a:pt x="290" y="276"/>
                    </a:lnTo>
                    <a:lnTo>
                      <a:pt x="287" y="276"/>
                    </a:lnTo>
                    <a:lnTo>
                      <a:pt x="285" y="276"/>
                    </a:lnTo>
                    <a:lnTo>
                      <a:pt x="285" y="275"/>
                    </a:lnTo>
                    <a:lnTo>
                      <a:pt x="284" y="275"/>
                    </a:lnTo>
                    <a:lnTo>
                      <a:pt x="281" y="276"/>
                    </a:lnTo>
                    <a:lnTo>
                      <a:pt x="281" y="278"/>
                    </a:lnTo>
                    <a:lnTo>
                      <a:pt x="284" y="278"/>
                    </a:lnTo>
                    <a:lnTo>
                      <a:pt x="287" y="278"/>
                    </a:lnTo>
                    <a:lnTo>
                      <a:pt x="287" y="279"/>
                    </a:lnTo>
                    <a:lnTo>
                      <a:pt x="285" y="279"/>
                    </a:lnTo>
                    <a:lnTo>
                      <a:pt x="281" y="279"/>
                    </a:lnTo>
                    <a:lnTo>
                      <a:pt x="279" y="279"/>
                    </a:lnTo>
                    <a:lnTo>
                      <a:pt x="275" y="282"/>
                    </a:lnTo>
                    <a:lnTo>
                      <a:pt x="272" y="282"/>
                    </a:lnTo>
                    <a:lnTo>
                      <a:pt x="264" y="286"/>
                    </a:lnTo>
                    <a:lnTo>
                      <a:pt x="261" y="286"/>
                    </a:lnTo>
                    <a:lnTo>
                      <a:pt x="254" y="283"/>
                    </a:lnTo>
                    <a:lnTo>
                      <a:pt x="250" y="280"/>
                    </a:lnTo>
                    <a:lnTo>
                      <a:pt x="246" y="280"/>
                    </a:lnTo>
                    <a:lnTo>
                      <a:pt x="241" y="279"/>
                    </a:lnTo>
                    <a:lnTo>
                      <a:pt x="238" y="278"/>
                    </a:lnTo>
                    <a:lnTo>
                      <a:pt x="237" y="278"/>
                    </a:lnTo>
                    <a:lnTo>
                      <a:pt x="234" y="278"/>
                    </a:lnTo>
                    <a:lnTo>
                      <a:pt x="231" y="276"/>
                    </a:lnTo>
                    <a:lnTo>
                      <a:pt x="228" y="272"/>
                    </a:lnTo>
                    <a:lnTo>
                      <a:pt x="228" y="272"/>
                    </a:lnTo>
                    <a:lnTo>
                      <a:pt x="226" y="272"/>
                    </a:lnTo>
                    <a:lnTo>
                      <a:pt x="222" y="271"/>
                    </a:lnTo>
                    <a:lnTo>
                      <a:pt x="219" y="271"/>
                    </a:lnTo>
                    <a:lnTo>
                      <a:pt x="216" y="268"/>
                    </a:lnTo>
                    <a:lnTo>
                      <a:pt x="213" y="267"/>
                    </a:lnTo>
                    <a:lnTo>
                      <a:pt x="207" y="265"/>
                    </a:lnTo>
                    <a:lnTo>
                      <a:pt x="200" y="263"/>
                    </a:lnTo>
                    <a:lnTo>
                      <a:pt x="196" y="259"/>
                    </a:lnTo>
                    <a:lnTo>
                      <a:pt x="194" y="259"/>
                    </a:lnTo>
                    <a:lnTo>
                      <a:pt x="188" y="252"/>
                    </a:lnTo>
                    <a:lnTo>
                      <a:pt x="186" y="249"/>
                    </a:lnTo>
                    <a:lnTo>
                      <a:pt x="184" y="250"/>
                    </a:lnTo>
                    <a:lnTo>
                      <a:pt x="184" y="250"/>
                    </a:lnTo>
                    <a:lnTo>
                      <a:pt x="181" y="250"/>
                    </a:lnTo>
                    <a:lnTo>
                      <a:pt x="175" y="249"/>
                    </a:lnTo>
                    <a:lnTo>
                      <a:pt x="174" y="249"/>
                    </a:lnTo>
                    <a:lnTo>
                      <a:pt x="171" y="248"/>
                    </a:lnTo>
                    <a:lnTo>
                      <a:pt x="170" y="248"/>
                    </a:lnTo>
                    <a:lnTo>
                      <a:pt x="167" y="246"/>
                    </a:lnTo>
                    <a:lnTo>
                      <a:pt x="165" y="244"/>
                    </a:lnTo>
                    <a:lnTo>
                      <a:pt x="163" y="240"/>
                    </a:lnTo>
                    <a:lnTo>
                      <a:pt x="159" y="237"/>
                    </a:lnTo>
                    <a:lnTo>
                      <a:pt x="155" y="235"/>
                    </a:lnTo>
                    <a:lnTo>
                      <a:pt x="155" y="234"/>
                    </a:lnTo>
                    <a:lnTo>
                      <a:pt x="156" y="231"/>
                    </a:lnTo>
                    <a:lnTo>
                      <a:pt x="155" y="231"/>
                    </a:lnTo>
                    <a:lnTo>
                      <a:pt x="152" y="233"/>
                    </a:lnTo>
                    <a:lnTo>
                      <a:pt x="147" y="231"/>
                    </a:lnTo>
                    <a:lnTo>
                      <a:pt x="147" y="230"/>
                    </a:lnTo>
                    <a:lnTo>
                      <a:pt x="144" y="230"/>
                    </a:lnTo>
                    <a:lnTo>
                      <a:pt x="143" y="229"/>
                    </a:lnTo>
                    <a:lnTo>
                      <a:pt x="143" y="225"/>
                    </a:lnTo>
                    <a:lnTo>
                      <a:pt x="140" y="222"/>
                    </a:lnTo>
                    <a:lnTo>
                      <a:pt x="140" y="219"/>
                    </a:lnTo>
                    <a:lnTo>
                      <a:pt x="137" y="218"/>
                    </a:lnTo>
                    <a:lnTo>
                      <a:pt x="136" y="212"/>
                    </a:lnTo>
                    <a:lnTo>
                      <a:pt x="136" y="211"/>
                    </a:lnTo>
                    <a:lnTo>
                      <a:pt x="137" y="210"/>
                    </a:lnTo>
                    <a:lnTo>
                      <a:pt x="141" y="210"/>
                    </a:lnTo>
                    <a:lnTo>
                      <a:pt x="141" y="208"/>
                    </a:lnTo>
                    <a:lnTo>
                      <a:pt x="140" y="207"/>
                    </a:lnTo>
                    <a:lnTo>
                      <a:pt x="139" y="207"/>
                    </a:lnTo>
                    <a:lnTo>
                      <a:pt x="139" y="206"/>
                    </a:lnTo>
                    <a:lnTo>
                      <a:pt x="143" y="203"/>
                    </a:lnTo>
                    <a:lnTo>
                      <a:pt x="144" y="200"/>
                    </a:lnTo>
                    <a:lnTo>
                      <a:pt x="144" y="197"/>
                    </a:lnTo>
                    <a:lnTo>
                      <a:pt x="141" y="189"/>
                    </a:lnTo>
                    <a:lnTo>
                      <a:pt x="139" y="185"/>
                    </a:lnTo>
                    <a:lnTo>
                      <a:pt x="139" y="182"/>
                    </a:lnTo>
                    <a:lnTo>
                      <a:pt x="139" y="180"/>
                    </a:lnTo>
                    <a:lnTo>
                      <a:pt x="139" y="177"/>
                    </a:lnTo>
                    <a:lnTo>
                      <a:pt x="133" y="172"/>
                    </a:lnTo>
                    <a:lnTo>
                      <a:pt x="133" y="168"/>
                    </a:lnTo>
                    <a:lnTo>
                      <a:pt x="129" y="163"/>
                    </a:lnTo>
                    <a:lnTo>
                      <a:pt x="125" y="158"/>
                    </a:lnTo>
                    <a:lnTo>
                      <a:pt x="121" y="153"/>
                    </a:lnTo>
                    <a:lnTo>
                      <a:pt x="117" y="149"/>
                    </a:lnTo>
                    <a:lnTo>
                      <a:pt x="116" y="147"/>
                    </a:lnTo>
                    <a:lnTo>
                      <a:pt x="116" y="146"/>
                    </a:lnTo>
                    <a:lnTo>
                      <a:pt x="112" y="144"/>
                    </a:lnTo>
                    <a:lnTo>
                      <a:pt x="110" y="143"/>
                    </a:lnTo>
                    <a:lnTo>
                      <a:pt x="109" y="142"/>
                    </a:lnTo>
                    <a:lnTo>
                      <a:pt x="112" y="142"/>
                    </a:lnTo>
                    <a:lnTo>
                      <a:pt x="112" y="139"/>
                    </a:lnTo>
                    <a:lnTo>
                      <a:pt x="112" y="138"/>
                    </a:lnTo>
                    <a:lnTo>
                      <a:pt x="110" y="135"/>
                    </a:lnTo>
                    <a:lnTo>
                      <a:pt x="109" y="132"/>
                    </a:lnTo>
                    <a:lnTo>
                      <a:pt x="107" y="132"/>
                    </a:lnTo>
                    <a:lnTo>
                      <a:pt x="105" y="132"/>
                    </a:lnTo>
                    <a:lnTo>
                      <a:pt x="99" y="128"/>
                    </a:lnTo>
                    <a:lnTo>
                      <a:pt x="97" y="125"/>
                    </a:lnTo>
                    <a:lnTo>
                      <a:pt x="94" y="125"/>
                    </a:lnTo>
                    <a:lnTo>
                      <a:pt x="93" y="124"/>
                    </a:lnTo>
                    <a:lnTo>
                      <a:pt x="91" y="121"/>
                    </a:lnTo>
                    <a:lnTo>
                      <a:pt x="93" y="117"/>
                    </a:lnTo>
                    <a:lnTo>
                      <a:pt x="95" y="115"/>
                    </a:lnTo>
                    <a:lnTo>
                      <a:pt x="98" y="115"/>
                    </a:lnTo>
                    <a:lnTo>
                      <a:pt x="99" y="116"/>
                    </a:lnTo>
                    <a:lnTo>
                      <a:pt x="99" y="115"/>
                    </a:lnTo>
                    <a:lnTo>
                      <a:pt x="99" y="112"/>
                    </a:lnTo>
                    <a:lnTo>
                      <a:pt x="99" y="112"/>
                    </a:lnTo>
                    <a:lnTo>
                      <a:pt x="98" y="112"/>
                    </a:lnTo>
                    <a:lnTo>
                      <a:pt x="97" y="112"/>
                    </a:lnTo>
                    <a:lnTo>
                      <a:pt x="95" y="109"/>
                    </a:lnTo>
                    <a:lnTo>
                      <a:pt x="93" y="106"/>
                    </a:lnTo>
                    <a:lnTo>
                      <a:pt x="91" y="106"/>
                    </a:lnTo>
                    <a:lnTo>
                      <a:pt x="88" y="106"/>
                    </a:lnTo>
                    <a:lnTo>
                      <a:pt x="87" y="104"/>
                    </a:lnTo>
                    <a:lnTo>
                      <a:pt x="88" y="101"/>
                    </a:lnTo>
                    <a:lnTo>
                      <a:pt x="86" y="101"/>
                    </a:lnTo>
                    <a:lnTo>
                      <a:pt x="84" y="101"/>
                    </a:lnTo>
                    <a:lnTo>
                      <a:pt x="79" y="96"/>
                    </a:lnTo>
                    <a:lnTo>
                      <a:pt x="79" y="93"/>
                    </a:lnTo>
                    <a:lnTo>
                      <a:pt x="80" y="90"/>
                    </a:lnTo>
                    <a:lnTo>
                      <a:pt x="80" y="87"/>
                    </a:lnTo>
                    <a:lnTo>
                      <a:pt x="79" y="86"/>
                    </a:lnTo>
                    <a:lnTo>
                      <a:pt x="76" y="87"/>
                    </a:lnTo>
                    <a:lnTo>
                      <a:pt x="76" y="86"/>
                    </a:lnTo>
                    <a:lnTo>
                      <a:pt x="74" y="86"/>
                    </a:lnTo>
                    <a:lnTo>
                      <a:pt x="74" y="85"/>
                    </a:lnTo>
                    <a:lnTo>
                      <a:pt x="71" y="83"/>
                    </a:lnTo>
                    <a:lnTo>
                      <a:pt x="71" y="81"/>
                    </a:lnTo>
                    <a:lnTo>
                      <a:pt x="69" y="78"/>
                    </a:lnTo>
                    <a:lnTo>
                      <a:pt x="67" y="77"/>
                    </a:lnTo>
                    <a:lnTo>
                      <a:pt x="65" y="75"/>
                    </a:lnTo>
                    <a:lnTo>
                      <a:pt x="65" y="72"/>
                    </a:lnTo>
                    <a:lnTo>
                      <a:pt x="65" y="70"/>
                    </a:lnTo>
                    <a:lnTo>
                      <a:pt x="63" y="70"/>
                    </a:lnTo>
                    <a:lnTo>
                      <a:pt x="61" y="64"/>
                    </a:lnTo>
                    <a:lnTo>
                      <a:pt x="60" y="63"/>
                    </a:lnTo>
                    <a:lnTo>
                      <a:pt x="59" y="63"/>
                    </a:lnTo>
                    <a:lnTo>
                      <a:pt x="59" y="62"/>
                    </a:lnTo>
                    <a:lnTo>
                      <a:pt x="59" y="60"/>
                    </a:lnTo>
                    <a:lnTo>
                      <a:pt x="60" y="59"/>
                    </a:lnTo>
                    <a:lnTo>
                      <a:pt x="56" y="53"/>
                    </a:lnTo>
                    <a:lnTo>
                      <a:pt x="55" y="51"/>
                    </a:lnTo>
                    <a:lnTo>
                      <a:pt x="56" y="49"/>
                    </a:lnTo>
                    <a:lnTo>
                      <a:pt x="55" y="45"/>
                    </a:lnTo>
                    <a:lnTo>
                      <a:pt x="53" y="44"/>
                    </a:lnTo>
                    <a:lnTo>
                      <a:pt x="53" y="38"/>
                    </a:lnTo>
                    <a:lnTo>
                      <a:pt x="52" y="34"/>
                    </a:lnTo>
                    <a:lnTo>
                      <a:pt x="52" y="33"/>
                    </a:lnTo>
                    <a:lnTo>
                      <a:pt x="53" y="30"/>
                    </a:lnTo>
                    <a:lnTo>
                      <a:pt x="53" y="29"/>
                    </a:lnTo>
                    <a:lnTo>
                      <a:pt x="50" y="28"/>
                    </a:lnTo>
                    <a:lnTo>
                      <a:pt x="48" y="28"/>
                    </a:lnTo>
                    <a:lnTo>
                      <a:pt x="46" y="25"/>
                    </a:lnTo>
                    <a:lnTo>
                      <a:pt x="45" y="24"/>
                    </a:lnTo>
                    <a:lnTo>
                      <a:pt x="44" y="25"/>
                    </a:lnTo>
                    <a:lnTo>
                      <a:pt x="41" y="25"/>
                    </a:lnTo>
                    <a:lnTo>
                      <a:pt x="40" y="24"/>
                    </a:lnTo>
                    <a:lnTo>
                      <a:pt x="37" y="19"/>
                    </a:lnTo>
                    <a:lnTo>
                      <a:pt x="33" y="18"/>
                    </a:lnTo>
                    <a:lnTo>
                      <a:pt x="31" y="14"/>
                    </a:lnTo>
                    <a:lnTo>
                      <a:pt x="31" y="18"/>
                    </a:lnTo>
                    <a:lnTo>
                      <a:pt x="33" y="21"/>
                    </a:lnTo>
                    <a:lnTo>
                      <a:pt x="31" y="25"/>
                    </a:lnTo>
                    <a:lnTo>
                      <a:pt x="30" y="29"/>
                    </a:lnTo>
                    <a:lnTo>
                      <a:pt x="30" y="34"/>
                    </a:lnTo>
                    <a:lnTo>
                      <a:pt x="31" y="44"/>
                    </a:lnTo>
                    <a:lnTo>
                      <a:pt x="30" y="47"/>
                    </a:lnTo>
                    <a:lnTo>
                      <a:pt x="31" y="48"/>
                    </a:lnTo>
                    <a:lnTo>
                      <a:pt x="33" y="52"/>
                    </a:lnTo>
                    <a:lnTo>
                      <a:pt x="33" y="55"/>
                    </a:lnTo>
                    <a:lnTo>
                      <a:pt x="34" y="55"/>
                    </a:lnTo>
                    <a:lnTo>
                      <a:pt x="35" y="58"/>
                    </a:lnTo>
                    <a:lnTo>
                      <a:pt x="40" y="60"/>
                    </a:lnTo>
                    <a:lnTo>
                      <a:pt x="41" y="64"/>
                    </a:lnTo>
                    <a:lnTo>
                      <a:pt x="41" y="66"/>
                    </a:lnTo>
                    <a:lnTo>
                      <a:pt x="41" y="68"/>
                    </a:lnTo>
                    <a:lnTo>
                      <a:pt x="44" y="70"/>
                    </a:lnTo>
                    <a:lnTo>
                      <a:pt x="45" y="71"/>
                    </a:lnTo>
                    <a:lnTo>
                      <a:pt x="45" y="74"/>
                    </a:lnTo>
                    <a:lnTo>
                      <a:pt x="46" y="75"/>
                    </a:lnTo>
                    <a:lnTo>
                      <a:pt x="49" y="77"/>
                    </a:lnTo>
                    <a:lnTo>
                      <a:pt x="50" y="79"/>
                    </a:lnTo>
                    <a:lnTo>
                      <a:pt x="50" y="82"/>
                    </a:lnTo>
                    <a:lnTo>
                      <a:pt x="50" y="86"/>
                    </a:lnTo>
                    <a:lnTo>
                      <a:pt x="53" y="89"/>
                    </a:lnTo>
                    <a:lnTo>
                      <a:pt x="55" y="89"/>
                    </a:lnTo>
                    <a:lnTo>
                      <a:pt x="57" y="93"/>
                    </a:lnTo>
                    <a:lnTo>
                      <a:pt x="57" y="98"/>
                    </a:lnTo>
                    <a:lnTo>
                      <a:pt x="59" y="98"/>
                    </a:lnTo>
                    <a:lnTo>
                      <a:pt x="60" y="100"/>
                    </a:lnTo>
                    <a:lnTo>
                      <a:pt x="59" y="102"/>
                    </a:lnTo>
                    <a:lnTo>
                      <a:pt x="59" y="104"/>
                    </a:lnTo>
                    <a:lnTo>
                      <a:pt x="61" y="108"/>
                    </a:lnTo>
                    <a:lnTo>
                      <a:pt x="63" y="106"/>
                    </a:lnTo>
                    <a:lnTo>
                      <a:pt x="63" y="105"/>
                    </a:lnTo>
                    <a:lnTo>
                      <a:pt x="63" y="104"/>
                    </a:lnTo>
                    <a:lnTo>
                      <a:pt x="64" y="104"/>
                    </a:lnTo>
                    <a:lnTo>
                      <a:pt x="64" y="106"/>
                    </a:lnTo>
                    <a:lnTo>
                      <a:pt x="67" y="109"/>
                    </a:lnTo>
                    <a:lnTo>
                      <a:pt x="67" y="115"/>
                    </a:lnTo>
                    <a:lnTo>
                      <a:pt x="67" y="116"/>
                    </a:lnTo>
                    <a:lnTo>
                      <a:pt x="67" y="120"/>
                    </a:lnTo>
                    <a:lnTo>
                      <a:pt x="68" y="121"/>
                    </a:lnTo>
                    <a:lnTo>
                      <a:pt x="68" y="124"/>
                    </a:lnTo>
                    <a:lnTo>
                      <a:pt x="69" y="125"/>
                    </a:lnTo>
                    <a:lnTo>
                      <a:pt x="69" y="128"/>
                    </a:lnTo>
                    <a:lnTo>
                      <a:pt x="71" y="130"/>
                    </a:lnTo>
                    <a:lnTo>
                      <a:pt x="71" y="131"/>
                    </a:lnTo>
                    <a:lnTo>
                      <a:pt x="69" y="134"/>
                    </a:lnTo>
                    <a:lnTo>
                      <a:pt x="72" y="136"/>
                    </a:lnTo>
                    <a:lnTo>
                      <a:pt x="72" y="139"/>
                    </a:lnTo>
                    <a:lnTo>
                      <a:pt x="71" y="142"/>
                    </a:lnTo>
                    <a:lnTo>
                      <a:pt x="71" y="144"/>
                    </a:lnTo>
                    <a:lnTo>
                      <a:pt x="74" y="147"/>
                    </a:lnTo>
                    <a:lnTo>
                      <a:pt x="75" y="149"/>
                    </a:lnTo>
                    <a:lnTo>
                      <a:pt x="76" y="150"/>
                    </a:lnTo>
                    <a:lnTo>
                      <a:pt x="78" y="150"/>
                    </a:lnTo>
                    <a:lnTo>
                      <a:pt x="78" y="147"/>
                    </a:lnTo>
                    <a:lnTo>
                      <a:pt x="78" y="147"/>
                    </a:lnTo>
                    <a:lnTo>
                      <a:pt x="79" y="149"/>
                    </a:lnTo>
                    <a:lnTo>
                      <a:pt x="80" y="150"/>
                    </a:lnTo>
                    <a:lnTo>
                      <a:pt x="82" y="151"/>
                    </a:lnTo>
                    <a:lnTo>
                      <a:pt x="84" y="153"/>
                    </a:lnTo>
                    <a:lnTo>
                      <a:pt x="84" y="155"/>
                    </a:lnTo>
                    <a:lnTo>
                      <a:pt x="86" y="157"/>
                    </a:lnTo>
                    <a:lnTo>
                      <a:pt x="87" y="159"/>
                    </a:lnTo>
                    <a:lnTo>
                      <a:pt x="88" y="161"/>
                    </a:lnTo>
                    <a:lnTo>
                      <a:pt x="88" y="163"/>
                    </a:lnTo>
                    <a:lnTo>
                      <a:pt x="86" y="168"/>
                    </a:lnTo>
                    <a:lnTo>
                      <a:pt x="82" y="170"/>
                    </a:lnTo>
                    <a:lnTo>
                      <a:pt x="79" y="169"/>
                    </a:lnTo>
                    <a:lnTo>
                      <a:pt x="79" y="166"/>
                    </a:lnTo>
                    <a:lnTo>
                      <a:pt x="78" y="165"/>
                    </a:lnTo>
                    <a:lnTo>
                      <a:pt x="76" y="163"/>
                    </a:lnTo>
                    <a:lnTo>
                      <a:pt x="76" y="159"/>
                    </a:lnTo>
                    <a:lnTo>
                      <a:pt x="75" y="157"/>
                    </a:lnTo>
                    <a:lnTo>
                      <a:pt x="72" y="157"/>
                    </a:lnTo>
                    <a:lnTo>
                      <a:pt x="69" y="154"/>
                    </a:lnTo>
                    <a:lnTo>
                      <a:pt x="68" y="153"/>
                    </a:lnTo>
                    <a:lnTo>
                      <a:pt x="67" y="151"/>
                    </a:lnTo>
                    <a:lnTo>
                      <a:pt x="60" y="144"/>
                    </a:lnTo>
                    <a:lnTo>
                      <a:pt x="59" y="142"/>
                    </a:lnTo>
                    <a:lnTo>
                      <a:pt x="56" y="142"/>
                    </a:lnTo>
                    <a:lnTo>
                      <a:pt x="56" y="139"/>
                    </a:lnTo>
                    <a:lnTo>
                      <a:pt x="55" y="140"/>
                    </a:lnTo>
                    <a:lnTo>
                      <a:pt x="52" y="138"/>
                    </a:lnTo>
                    <a:lnTo>
                      <a:pt x="52" y="135"/>
                    </a:lnTo>
                    <a:lnTo>
                      <a:pt x="53" y="131"/>
                    </a:lnTo>
                    <a:lnTo>
                      <a:pt x="55" y="127"/>
                    </a:lnTo>
                    <a:lnTo>
                      <a:pt x="55" y="121"/>
                    </a:lnTo>
                    <a:lnTo>
                      <a:pt x="52" y="116"/>
                    </a:lnTo>
                    <a:lnTo>
                      <a:pt x="50" y="113"/>
                    </a:lnTo>
                    <a:lnTo>
                      <a:pt x="49" y="113"/>
                    </a:lnTo>
                    <a:lnTo>
                      <a:pt x="48" y="113"/>
                    </a:lnTo>
                    <a:lnTo>
                      <a:pt x="42" y="108"/>
                    </a:lnTo>
                    <a:lnTo>
                      <a:pt x="42" y="104"/>
                    </a:lnTo>
                    <a:lnTo>
                      <a:pt x="42" y="101"/>
                    </a:lnTo>
                    <a:lnTo>
                      <a:pt x="42" y="101"/>
                    </a:lnTo>
                    <a:lnTo>
                      <a:pt x="40" y="104"/>
                    </a:lnTo>
                    <a:lnTo>
                      <a:pt x="37" y="104"/>
                    </a:lnTo>
                    <a:lnTo>
                      <a:pt x="35" y="105"/>
                    </a:lnTo>
                    <a:lnTo>
                      <a:pt x="34" y="102"/>
                    </a:lnTo>
                    <a:lnTo>
                      <a:pt x="35" y="102"/>
                    </a:lnTo>
                    <a:lnTo>
                      <a:pt x="33" y="101"/>
                    </a:lnTo>
                    <a:lnTo>
                      <a:pt x="31" y="101"/>
                    </a:lnTo>
                    <a:lnTo>
                      <a:pt x="31" y="100"/>
                    </a:lnTo>
                    <a:lnTo>
                      <a:pt x="27" y="98"/>
                    </a:lnTo>
                    <a:lnTo>
                      <a:pt x="26" y="97"/>
                    </a:lnTo>
                    <a:lnTo>
                      <a:pt x="25" y="94"/>
                    </a:lnTo>
                    <a:lnTo>
                      <a:pt x="23" y="91"/>
                    </a:lnTo>
                    <a:lnTo>
                      <a:pt x="22" y="91"/>
                    </a:lnTo>
                    <a:lnTo>
                      <a:pt x="18" y="87"/>
                    </a:lnTo>
                    <a:lnTo>
                      <a:pt x="19" y="86"/>
                    </a:lnTo>
                    <a:lnTo>
                      <a:pt x="23" y="86"/>
                    </a:lnTo>
                    <a:lnTo>
                      <a:pt x="25" y="87"/>
                    </a:lnTo>
                    <a:lnTo>
                      <a:pt x="29" y="87"/>
                    </a:lnTo>
                    <a:lnTo>
                      <a:pt x="30" y="89"/>
                    </a:lnTo>
                    <a:lnTo>
                      <a:pt x="31" y="87"/>
                    </a:lnTo>
                    <a:lnTo>
                      <a:pt x="31" y="86"/>
                    </a:lnTo>
                    <a:lnTo>
                      <a:pt x="30" y="85"/>
                    </a:lnTo>
                    <a:lnTo>
                      <a:pt x="29" y="85"/>
                    </a:lnTo>
                    <a:lnTo>
                      <a:pt x="30" y="83"/>
                    </a:lnTo>
                    <a:lnTo>
                      <a:pt x="33" y="83"/>
                    </a:lnTo>
                    <a:lnTo>
                      <a:pt x="33" y="81"/>
                    </a:lnTo>
                    <a:lnTo>
                      <a:pt x="31" y="79"/>
                    </a:lnTo>
                    <a:lnTo>
                      <a:pt x="31" y="78"/>
                    </a:lnTo>
                    <a:lnTo>
                      <a:pt x="34" y="77"/>
                    </a:lnTo>
                    <a:lnTo>
                      <a:pt x="31" y="72"/>
                    </a:lnTo>
                    <a:lnTo>
                      <a:pt x="30" y="72"/>
                    </a:lnTo>
                    <a:lnTo>
                      <a:pt x="29" y="68"/>
                    </a:lnTo>
                    <a:lnTo>
                      <a:pt x="26" y="64"/>
                    </a:lnTo>
                    <a:lnTo>
                      <a:pt x="25" y="63"/>
                    </a:lnTo>
                    <a:lnTo>
                      <a:pt x="23" y="59"/>
                    </a:lnTo>
                    <a:lnTo>
                      <a:pt x="19" y="55"/>
                    </a:lnTo>
                    <a:lnTo>
                      <a:pt x="18" y="56"/>
                    </a:lnTo>
                    <a:lnTo>
                      <a:pt x="15" y="53"/>
                    </a:lnTo>
                    <a:lnTo>
                      <a:pt x="14" y="49"/>
                    </a:lnTo>
                    <a:lnTo>
                      <a:pt x="14" y="44"/>
                    </a:lnTo>
                    <a:lnTo>
                      <a:pt x="12" y="43"/>
                    </a:lnTo>
                    <a:lnTo>
                      <a:pt x="11" y="41"/>
                    </a:lnTo>
                    <a:lnTo>
                      <a:pt x="11" y="38"/>
                    </a:lnTo>
                    <a:lnTo>
                      <a:pt x="12" y="37"/>
                    </a:lnTo>
                    <a:lnTo>
                      <a:pt x="11" y="34"/>
                    </a:lnTo>
                    <a:lnTo>
                      <a:pt x="8" y="32"/>
                    </a:lnTo>
                    <a:lnTo>
                      <a:pt x="8" y="30"/>
                    </a:lnTo>
                    <a:lnTo>
                      <a:pt x="10" y="29"/>
                    </a:lnTo>
                    <a:lnTo>
                      <a:pt x="10" y="28"/>
                    </a:lnTo>
                    <a:lnTo>
                      <a:pt x="6" y="24"/>
                    </a:lnTo>
                    <a:lnTo>
                      <a:pt x="4" y="21"/>
                    </a:lnTo>
                    <a:lnTo>
                      <a:pt x="4" y="18"/>
                    </a:lnTo>
                    <a:lnTo>
                      <a:pt x="6" y="17"/>
                    </a:lnTo>
                    <a:lnTo>
                      <a:pt x="4" y="15"/>
                    </a:lnTo>
                    <a:lnTo>
                      <a:pt x="3" y="13"/>
                    </a:lnTo>
                    <a:lnTo>
                      <a:pt x="0" y="5"/>
                    </a:lnTo>
                    <a:lnTo>
                      <a:pt x="0" y="2"/>
                    </a:lnTo>
                    <a:lnTo>
                      <a:pt x="0" y="2"/>
                    </a:lnTo>
                    <a:close/>
                    <a:moveTo>
                      <a:pt x="74" y="138"/>
                    </a:moveTo>
                    <a:lnTo>
                      <a:pt x="75" y="136"/>
                    </a:lnTo>
                    <a:lnTo>
                      <a:pt x="75" y="135"/>
                    </a:lnTo>
                    <a:lnTo>
                      <a:pt x="74" y="132"/>
                    </a:lnTo>
                    <a:lnTo>
                      <a:pt x="72" y="134"/>
                    </a:lnTo>
                    <a:lnTo>
                      <a:pt x="74" y="135"/>
                    </a:lnTo>
                    <a:lnTo>
                      <a:pt x="74" y="138"/>
                    </a:lnTo>
                    <a:lnTo>
                      <a:pt x="74" y="138"/>
                    </a:lnTo>
                    <a:close/>
                    <a:moveTo>
                      <a:pt x="76" y="144"/>
                    </a:moveTo>
                    <a:lnTo>
                      <a:pt x="76" y="146"/>
                    </a:lnTo>
                    <a:lnTo>
                      <a:pt x="78" y="146"/>
                    </a:lnTo>
                    <a:lnTo>
                      <a:pt x="78" y="144"/>
                    </a:lnTo>
                    <a:lnTo>
                      <a:pt x="76" y="144"/>
                    </a:lnTo>
                    <a:lnTo>
                      <a:pt x="76" y="144"/>
                    </a:lnTo>
                    <a:close/>
                    <a:moveTo>
                      <a:pt x="258" y="140"/>
                    </a:moveTo>
                    <a:lnTo>
                      <a:pt x="260" y="139"/>
                    </a:lnTo>
                    <a:lnTo>
                      <a:pt x="260" y="138"/>
                    </a:lnTo>
                    <a:lnTo>
                      <a:pt x="258" y="138"/>
                    </a:lnTo>
                    <a:lnTo>
                      <a:pt x="258" y="140"/>
                    </a:lnTo>
                    <a:lnTo>
                      <a:pt x="258" y="140"/>
                    </a:lnTo>
                    <a:close/>
                    <a:moveTo>
                      <a:pt x="258" y="143"/>
                    </a:moveTo>
                    <a:lnTo>
                      <a:pt x="258" y="144"/>
                    </a:lnTo>
                    <a:lnTo>
                      <a:pt x="260" y="142"/>
                    </a:lnTo>
                    <a:lnTo>
                      <a:pt x="258" y="142"/>
                    </a:lnTo>
                    <a:lnTo>
                      <a:pt x="258" y="143"/>
                    </a:lnTo>
                    <a:lnTo>
                      <a:pt x="258" y="143"/>
                    </a:lnTo>
                    <a:close/>
                    <a:moveTo>
                      <a:pt x="257" y="150"/>
                    </a:moveTo>
                    <a:lnTo>
                      <a:pt x="258" y="147"/>
                    </a:lnTo>
                    <a:lnTo>
                      <a:pt x="257" y="144"/>
                    </a:lnTo>
                    <a:lnTo>
                      <a:pt x="257" y="15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6" name="Freeform 1027"/>
              <p:cNvSpPr>
                <a:spLocks noEditPoints="1"/>
              </p:cNvSpPr>
              <p:nvPr/>
            </p:nvSpPr>
            <p:spPr bwMode="auto">
              <a:xfrm>
                <a:off x="3532188" y="4395788"/>
                <a:ext cx="884238" cy="927100"/>
              </a:xfrm>
              <a:custGeom>
                <a:avLst/>
                <a:gdLst/>
                <a:ahLst/>
                <a:cxnLst>
                  <a:cxn ang="0">
                    <a:pos x="331" y="79"/>
                  </a:cxn>
                  <a:cxn ang="0">
                    <a:pos x="335" y="75"/>
                  </a:cxn>
                  <a:cxn ang="0">
                    <a:pos x="337" y="75"/>
                  </a:cxn>
                  <a:cxn ang="0">
                    <a:pos x="350" y="76"/>
                  </a:cxn>
                  <a:cxn ang="0">
                    <a:pos x="335" y="47"/>
                  </a:cxn>
                  <a:cxn ang="0">
                    <a:pos x="306" y="33"/>
                  </a:cxn>
                  <a:cxn ang="0">
                    <a:pos x="284" y="47"/>
                  </a:cxn>
                  <a:cxn ang="0">
                    <a:pos x="254" y="41"/>
                  </a:cxn>
                  <a:cxn ang="0">
                    <a:pos x="238" y="47"/>
                  </a:cxn>
                  <a:cxn ang="0">
                    <a:pos x="204" y="49"/>
                  </a:cxn>
                  <a:cxn ang="0">
                    <a:pos x="201" y="15"/>
                  </a:cxn>
                  <a:cxn ang="0">
                    <a:pos x="179" y="11"/>
                  </a:cxn>
                  <a:cxn ang="0">
                    <a:pos x="133" y="19"/>
                  </a:cxn>
                  <a:cxn ang="0">
                    <a:pos x="128" y="57"/>
                  </a:cxn>
                  <a:cxn ang="0">
                    <a:pos x="83" y="52"/>
                  </a:cxn>
                  <a:cxn ang="0">
                    <a:pos x="54" y="72"/>
                  </a:cxn>
                  <a:cxn ang="0">
                    <a:pos x="46" y="137"/>
                  </a:cxn>
                  <a:cxn ang="0">
                    <a:pos x="8" y="164"/>
                  </a:cxn>
                  <a:cxn ang="0">
                    <a:pos x="11" y="208"/>
                  </a:cxn>
                  <a:cxn ang="0">
                    <a:pos x="49" y="232"/>
                  </a:cxn>
                  <a:cxn ang="0">
                    <a:pos x="86" y="232"/>
                  </a:cxn>
                  <a:cxn ang="0">
                    <a:pos x="124" y="238"/>
                  </a:cxn>
                  <a:cxn ang="0">
                    <a:pos x="170" y="268"/>
                  </a:cxn>
                  <a:cxn ang="0">
                    <a:pos x="225" y="322"/>
                  </a:cxn>
                  <a:cxn ang="0">
                    <a:pos x="239" y="395"/>
                  </a:cxn>
                  <a:cxn ang="0">
                    <a:pos x="285" y="425"/>
                  </a:cxn>
                  <a:cxn ang="0">
                    <a:pos x="300" y="460"/>
                  </a:cxn>
                  <a:cxn ang="0">
                    <a:pos x="274" y="493"/>
                  </a:cxn>
                  <a:cxn ang="0">
                    <a:pos x="253" y="526"/>
                  </a:cxn>
                  <a:cxn ang="0">
                    <a:pos x="293" y="546"/>
                  </a:cxn>
                  <a:cxn ang="0">
                    <a:pos x="316" y="584"/>
                  </a:cxn>
                  <a:cxn ang="0">
                    <a:pos x="335" y="543"/>
                  </a:cxn>
                  <a:cxn ang="0">
                    <a:pos x="345" y="527"/>
                  </a:cxn>
                  <a:cxn ang="0">
                    <a:pos x="333" y="551"/>
                  </a:cxn>
                  <a:cxn ang="0">
                    <a:pos x="371" y="493"/>
                  </a:cxn>
                  <a:cxn ang="0">
                    <a:pos x="369" y="462"/>
                  </a:cxn>
                  <a:cxn ang="0">
                    <a:pos x="388" y="439"/>
                  </a:cxn>
                  <a:cxn ang="0">
                    <a:pos x="425" y="413"/>
                  </a:cxn>
                  <a:cxn ang="0">
                    <a:pos x="436" y="412"/>
                  </a:cxn>
                  <a:cxn ang="0">
                    <a:pos x="463" y="406"/>
                  </a:cxn>
                  <a:cxn ang="0">
                    <a:pos x="484" y="374"/>
                  </a:cxn>
                  <a:cxn ang="0">
                    <a:pos x="499" y="316"/>
                  </a:cxn>
                  <a:cxn ang="0">
                    <a:pos x="500" y="266"/>
                  </a:cxn>
                  <a:cxn ang="0">
                    <a:pos x="503" y="262"/>
                  </a:cxn>
                  <a:cxn ang="0">
                    <a:pos x="537" y="223"/>
                  </a:cxn>
                  <a:cxn ang="0">
                    <a:pos x="549" y="162"/>
                  </a:cxn>
                  <a:cxn ang="0">
                    <a:pos x="496" y="122"/>
                  </a:cxn>
                  <a:cxn ang="0">
                    <a:pos x="455" y="115"/>
                  </a:cxn>
                  <a:cxn ang="0">
                    <a:pos x="431" y="113"/>
                  </a:cxn>
                  <a:cxn ang="0">
                    <a:pos x="417" y="119"/>
                  </a:cxn>
                  <a:cxn ang="0">
                    <a:pos x="402" y="98"/>
                  </a:cxn>
                  <a:cxn ang="0">
                    <a:pos x="379" y="88"/>
                  </a:cxn>
                  <a:cxn ang="0">
                    <a:pos x="349" y="109"/>
                  </a:cxn>
                  <a:cxn ang="0">
                    <a:pos x="348" y="105"/>
                  </a:cxn>
                  <a:cxn ang="0">
                    <a:pos x="349" y="100"/>
                  </a:cxn>
                  <a:cxn ang="0">
                    <a:pos x="340" y="79"/>
                  </a:cxn>
                  <a:cxn ang="0">
                    <a:pos x="319" y="94"/>
                  </a:cxn>
                  <a:cxn ang="0">
                    <a:pos x="325" y="75"/>
                  </a:cxn>
                  <a:cxn ang="0">
                    <a:pos x="333" y="49"/>
                  </a:cxn>
                </a:cxnLst>
                <a:rect l="0" t="0" r="r" b="b"/>
                <a:pathLst>
                  <a:path w="557" h="584">
                    <a:moveTo>
                      <a:pt x="325" y="85"/>
                    </a:moveTo>
                    <a:lnTo>
                      <a:pt x="326" y="84"/>
                    </a:lnTo>
                    <a:lnTo>
                      <a:pt x="329" y="83"/>
                    </a:lnTo>
                    <a:lnTo>
                      <a:pt x="329" y="83"/>
                    </a:lnTo>
                    <a:lnTo>
                      <a:pt x="329" y="85"/>
                    </a:lnTo>
                    <a:lnTo>
                      <a:pt x="326" y="85"/>
                    </a:lnTo>
                    <a:lnTo>
                      <a:pt x="325" y="85"/>
                    </a:lnTo>
                    <a:lnTo>
                      <a:pt x="325" y="85"/>
                    </a:lnTo>
                    <a:close/>
                    <a:moveTo>
                      <a:pt x="323" y="85"/>
                    </a:moveTo>
                    <a:lnTo>
                      <a:pt x="323" y="85"/>
                    </a:lnTo>
                    <a:lnTo>
                      <a:pt x="325" y="84"/>
                    </a:lnTo>
                    <a:lnTo>
                      <a:pt x="327" y="81"/>
                    </a:lnTo>
                    <a:lnTo>
                      <a:pt x="329" y="81"/>
                    </a:lnTo>
                    <a:lnTo>
                      <a:pt x="331" y="79"/>
                    </a:lnTo>
                    <a:lnTo>
                      <a:pt x="330" y="77"/>
                    </a:lnTo>
                    <a:lnTo>
                      <a:pt x="330" y="77"/>
                    </a:lnTo>
                    <a:lnTo>
                      <a:pt x="329" y="77"/>
                    </a:lnTo>
                    <a:lnTo>
                      <a:pt x="327" y="77"/>
                    </a:lnTo>
                    <a:lnTo>
                      <a:pt x="325" y="80"/>
                    </a:lnTo>
                    <a:lnTo>
                      <a:pt x="323" y="85"/>
                    </a:lnTo>
                    <a:lnTo>
                      <a:pt x="323" y="85"/>
                    </a:lnTo>
                    <a:close/>
                    <a:moveTo>
                      <a:pt x="335" y="75"/>
                    </a:moveTo>
                    <a:lnTo>
                      <a:pt x="334" y="73"/>
                    </a:lnTo>
                    <a:lnTo>
                      <a:pt x="333" y="73"/>
                    </a:lnTo>
                    <a:lnTo>
                      <a:pt x="333" y="75"/>
                    </a:lnTo>
                    <a:lnTo>
                      <a:pt x="333" y="76"/>
                    </a:lnTo>
                    <a:lnTo>
                      <a:pt x="334" y="76"/>
                    </a:lnTo>
                    <a:lnTo>
                      <a:pt x="335" y="75"/>
                    </a:lnTo>
                    <a:lnTo>
                      <a:pt x="335" y="75"/>
                    </a:lnTo>
                    <a:close/>
                    <a:moveTo>
                      <a:pt x="335" y="72"/>
                    </a:moveTo>
                    <a:lnTo>
                      <a:pt x="334" y="69"/>
                    </a:lnTo>
                    <a:lnTo>
                      <a:pt x="335" y="68"/>
                    </a:lnTo>
                    <a:lnTo>
                      <a:pt x="337" y="68"/>
                    </a:lnTo>
                    <a:lnTo>
                      <a:pt x="340" y="65"/>
                    </a:lnTo>
                    <a:lnTo>
                      <a:pt x="341" y="66"/>
                    </a:lnTo>
                    <a:lnTo>
                      <a:pt x="340" y="68"/>
                    </a:lnTo>
                    <a:lnTo>
                      <a:pt x="338" y="68"/>
                    </a:lnTo>
                    <a:lnTo>
                      <a:pt x="337" y="71"/>
                    </a:lnTo>
                    <a:lnTo>
                      <a:pt x="335" y="72"/>
                    </a:lnTo>
                    <a:lnTo>
                      <a:pt x="335" y="72"/>
                    </a:lnTo>
                    <a:close/>
                    <a:moveTo>
                      <a:pt x="335" y="75"/>
                    </a:moveTo>
                    <a:lnTo>
                      <a:pt x="337" y="75"/>
                    </a:lnTo>
                    <a:lnTo>
                      <a:pt x="341" y="75"/>
                    </a:lnTo>
                    <a:lnTo>
                      <a:pt x="342" y="76"/>
                    </a:lnTo>
                    <a:lnTo>
                      <a:pt x="344" y="75"/>
                    </a:lnTo>
                    <a:lnTo>
                      <a:pt x="344" y="73"/>
                    </a:lnTo>
                    <a:lnTo>
                      <a:pt x="342" y="72"/>
                    </a:lnTo>
                    <a:lnTo>
                      <a:pt x="338" y="73"/>
                    </a:lnTo>
                    <a:lnTo>
                      <a:pt x="337" y="73"/>
                    </a:lnTo>
                    <a:lnTo>
                      <a:pt x="335" y="75"/>
                    </a:lnTo>
                    <a:lnTo>
                      <a:pt x="335" y="75"/>
                    </a:lnTo>
                    <a:close/>
                    <a:moveTo>
                      <a:pt x="344" y="77"/>
                    </a:moveTo>
                    <a:lnTo>
                      <a:pt x="346" y="76"/>
                    </a:lnTo>
                    <a:lnTo>
                      <a:pt x="346" y="76"/>
                    </a:lnTo>
                    <a:lnTo>
                      <a:pt x="349" y="75"/>
                    </a:lnTo>
                    <a:lnTo>
                      <a:pt x="350" y="76"/>
                    </a:lnTo>
                    <a:lnTo>
                      <a:pt x="349" y="79"/>
                    </a:lnTo>
                    <a:lnTo>
                      <a:pt x="346" y="79"/>
                    </a:lnTo>
                    <a:lnTo>
                      <a:pt x="344" y="77"/>
                    </a:lnTo>
                    <a:lnTo>
                      <a:pt x="344" y="77"/>
                    </a:lnTo>
                    <a:close/>
                    <a:moveTo>
                      <a:pt x="335" y="47"/>
                    </a:moveTo>
                    <a:lnTo>
                      <a:pt x="334" y="46"/>
                    </a:lnTo>
                    <a:lnTo>
                      <a:pt x="333" y="42"/>
                    </a:lnTo>
                    <a:lnTo>
                      <a:pt x="333" y="41"/>
                    </a:lnTo>
                    <a:lnTo>
                      <a:pt x="335" y="42"/>
                    </a:lnTo>
                    <a:lnTo>
                      <a:pt x="337" y="46"/>
                    </a:lnTo>
                    <a:lnTo>
                      <a:pt x="337" y="49"/>
                    </a:lnTo>
                    <a:lnTo>
                      <a:pt x="337" y="49"/>
                    </a:lnTo>
                    <a:lnTo>
                      <a:pt x="335" y="47"/>
                    </a:lnTo>
                    <a:lnTo>
                      <a:pt x="335" y="47"/>
                    </a:lnTo>
                    <a:close/>
                    <a:moveTo>
                      <a:pt x="322" y="20"/>
                    </a:moveTo>
                    <a:lnTo>
                      <a:pt x="322" y="19"/>
                    </a:lnTo>
                    <a:lnTo>
                      <a:pt x="321" y="16"/>
                    </a:lnTo>
                    <a:lnTo>
                      <a:pt x="319" y="12"/>
                    </a:lnTo>
                    <a:lnTo>
                      <a:pt x="318" y="13"/>
                    </a:lnTo>
                    <a:lnTo>
                      <a:pt x="319" y="15"/>
                    </a:lnTo>
                    <a:lnTo>
                      <a:pt x="318" y="18"/>
                    </a:lnTo>
                    <a:lnTo>
                      <a:pt x="314" y="19"/>
                    </a:lnTo>
                    <a:lnTo>
                      <a:pt x="314" y="19"/>
                    </a:lnTo>
                    <a:lnTo>
                      <a:pt x="314" y="19"/>
                    </a:lnTo>
                    <a:lnTo>
                      <a:pt x="312" y="20"/>
                    </a:lnTo>
                    <a:lnTo>
                      <a:pt x="310" y="26"/>
                    </a:lnTo>
                    <a:lnTo>
                      <a:pt x="306" y="30"/>
                    </a:lnTo>
                    <a:lnTo>
                      <a:pt x="306" y="33"/>
                    </a:lnTo>
                    <a:lnTo>
                      <a:pt x="303" y="38"/>
                    </a:lnTo>
                    <a:lnTo>
                      <a:pt x="300" y="42"/>
                    </a:lnTo>
                    <a:lnTo>
                      <a:pt x="299" y="46"/>
                    </a:lnTo>
                    <a:lnTo>
                      <a:pt x="296" y="46"/>
                    </a:lnTo>
                    <a:lnTo>
                      <a:pt x="295" y="47"/>
                    </a:lnTo>
                    <a:lnTo>
                      <a:pt x="295" y="49"/>
                    </a:lnTo>
                    <a:lnTo>
                      <a:pt x="292" y="52"/>
                    </a:lnTo>
                    <a:lnTo>
                      <a:pt x="291" y="50"/>
                    </a:lnTo>
                    <a:lnTo>
                      <a:pt x="291" y="47"/>
                    </a:lnTo>
                    <a:lnTo>
                      <a:pt x="289" y="46"/>
                    </a:lnTo>
                    <a:lnTo>
                      <a:pt x="289" y="45"/>
                    </a:lnTo>
                    <a:lnTo>
                      <a:pt x="287" y="45"/>
                    </a:lnTo>
                    <a:lnTo>
                      <a:pt x="285" y="46"/>
                    </a:lnTo>
                    <a:lnTo>
                      <a:pt x="284" y="47"/>
                    </a:lnTo>
                    <a:lnTo>
                      <a:pt x="281" y="47"/>
                    </a:lnTo>
                    <a:lnTo>
                      <a:pt x="280" y="45"/>
                    </a:lnTo>
                    <a:lnTo>
                      <a:pt x="280" y="43"/>
                    </a:lnTo>
                    <a:lnTo>
                      <a:pt x="278" y="43"/>
                    </a:lnTo>
                    <a:lnTo>
                      <a:pt x="277" y="41"/>
                    </a:lnTo>
                    <a:lnTo>
                      <a:pt x="277" y="39"/>
                    </a:lnTo>
                    <a:lnTo>
                      <a:pt x="276" y="39"/>
                    </a:lnTo>
                    <a:lnTo>
                      <a:pt x="273" y="37"/>
                    </a:lnTo>
                    <a:lnTo>
                      <a:pt x="269" y="37"/>
                    </a:lnTo>
                    <a:lnTo>
                      <a:pt x="266" y="38"/>
                    </a:lnTo>
                    <a:lnTo>
                      <a:pt x="259" y="38"/>
                    </a:lnTo>
                    <a:lnTo>
                      <a:pt x="257" y="37"/>
                    </a:lnTo>
                    <a:lnTo>
                      <a:pt x="254" y="38"/>
                    </a:lnTo>
                    <a:lnTo>
                      <a:pt x="254" y="41"/>
                    </a:lnTo>
                    <a:lnTo>
                      <a:pt x="257" y="43"/>
                    </a:lnTo>
                    <a:lnTo>
                      <a:pt x="257" y="45"/>
                    </a:lnTo>
                    <a:lnTo>
                      <a:pt x="258" y="49"/>
                    </a:lnTo>
                    <a:lnTo>
                      <a:pt x="258" y="50"/>
                    </a:lnTo>
                    <a:lnTo>
                      <a:pt x="255" y="50"/>
                    </a:lnTo>
                    <a:lnTo>
                      <a:pt x="251" y="49"/>
                    </a:lnTo>
                    <a:lnTo>
                      <a:pt x="251" y="47"/>
                    </a:lnTo>
                    <a:lnTo>
                      <a:pt x="250" y="47"/>
                    </a:lnTo>
                    <a:lnTo>
                      <a:pt x="250" y="47"/>
                    </a:lnTo>
                    <a:lnTo>
                      <a:pt x="250" y="47"/>
                    </a:lnTo>
                    <a:lnTo>
                      <a:pt x="244" y="47"/>
                    </a:lnTo>
                    <a:lnTo>
                      <a:pt x="242" y="49"/>
                    </a:lnTo>
                    <a:lnTo>
                      <a:pt x="242" y="47"/>
                    </a:lnTo>
                    <a:lnTo>
                      <a:pt x="238" y="47"/>
                    </a:lnTo>
                    <a:lnTo>
                      <a:pt x="234" y="49"/>
                    </a:lnTo>
                    <a:lnTo>
                      <a:pt x="232" y="53"/>
                    </a:lnTo>
                    <a:lnTo>
                      <a:pt x="227" y="53"/>
                    </a:lnTo>
                    <a:lnTo>
                      <a:pt x="224" y="54"/>
                    </a:lnTo>
                    <a:lnTo>
                      <a:pt x="223" y="56"/>
                    </a:lnTo>
                    <a:lnTo>
                      <a:pt x="221" y="57"/>
                    </a:lnTo>
                    <a:lnTo>
                      <a:pt x="217" y="58"/>
                    </a:lnTo>
                    <a:lnTo>
                      <a:pt x="217" y="57"/>
                    </a:lnTo>
                    <a:lnTo>
                      <a:pt x="216" y="57"/>
                    </a:lnTo>
                    <a:lnTo>
                      <a:pt x="213" y="60"/>
                    </a:lnTo>
                    <a:lnTo>
                      <a:pt x="212" y="58"/>
                    </a:lnTo>
                    <a:lnTo>
                      <a:pt x="206" y="54"/>
                    </a:lnTo>
                    <a:lnTo>
                      <a:pt x="204" y="52"/>
                    </a:lnTo>
                    <a:lnTo>
                      <a:pt x="204" y="49"/>
                    </a:lnTo>
                    <a:lnTo>
                      <a:pt x="201" y="46"/>
                    </a:lnTo>
                    <a:lnTo>
                      <a:pt x="198" y="43"/>
                    </a:lnTo>
                    <a:lnTo>
                      <a:pt x="198" y="41"/>
                    </a:lnTo>
                    <a:lnTo>
                      <a:pt x="198" y="39"/>
                    </a:lnTo>
                    <a:lnTo>
                      <a:pt x="198" y="38"/>
                    </a:lnTo>
                    <a:lnTo>
                      <a:pt x="198" y="35"/>
                    </a:lnTo>
                    <a:lnTo>
                      <a:pt x="200" y="33"/>
                    </a:lnTo>
                    <a:lnTo>
                      <a:pt x="200" y="30"/>
                    </a:lnTo>
                    <a:lnTo>
                      <a:pt x="202" y="24"/>
                    </a:lnTo>
                    <a:lnTo>
                      <a:pt x="202" y="20"/>
                    </a:lnTo>
                    <a:lnTo>
                      <a:pt x="205" y="18"/>
                    </a:lnTo>
                    <a:lnTo>
                      <a:pt x="205" y="16"/>
                    </a:lnTo>
                    <a:lnTo>
                      <a:pt x="202" y="16"/>
                    </a:lnTo>
                    <a:lnTo>
                      <a:pt x="201" y="15"/>
                    </a:lnTo>
                    <a:lnTo>
                      <a:pt x="200" y="12"/>
                    </a:lnTo>
                    <a:lnTo>
                      <a:pt x="197" y="12"/>
                    </a:lnTo>
                    <a:lnTo>
                      <a:pt x="194" y="11"/>
                    </a:lnTo>
                    <a:lnTo>
                      <a:pt x="196" y="9"/>
                    </a:lnTo>
                    <a:lnTo>
                      <a:pt x="198" y="7"/>
                    </a:lnTo>
                    <a:lnTo>
                      <a:pt x="198" y="3"/>
                    </a:lnTo>
                    <a:lnTo>
                      <a:pt x="196" y="0"/>
                    </a:lnTo>
                    <a:lnTo>
                      <a:pt x="193" y="0"/>
                    </a:lnTo>
                    <a:lnTo>
                      <a:pt x="190" y="1"/>
                    </a:lnTo>
                    <a:lnTo>
                      <a:pt x="190" y="0"/>
                    </a:lnTo>
                    <a:lnTo>
                      <a:pt x="189" y="0"/>
                    </a:lnTo>
                    <a:lnTo>
                      <a:pt x="189" y="3"/>
                    </a:lnTo>
                    <a:lnTo>
                      <a:pt x="187" y="5"/>
                    </a:lnTo>
                    <a:lnTo>
                      <a:pt x="179" y="11"/>
                    </a:lnTo>
                    <a:lnTo>
                      <a:pt x="175" y="11"/>
                    </a:lnTo>
                    <a:lnTo>
                      <a:pt x="168" y="13"/>
                    </a:lnTo>
                    <a:lnTo>
                      <a:pt x="167" y="12"/>
                    </a:lnTo>
                    <a:lnTo>
                      <a:pt x="163" y="13"/>
                    </a:lnTo>
                    <a:lnTo>
                      <a:pt x="158" y="18"/>
                    </a:lnTo>
                    <a:lnTo>
                      <a:pt x="153" y="19"/>
                    </a:lnTo>
                    <a:lnTo>
                      <a:pt x="152" y="18"/>
                    </a:lnTo>
                    <a:lnTo>
                      <a:pt x="145" y="19"/>
                    </a:lnTo>
                    <a:lnTo>
                      <a:pt x="140" y="19"/>
                    </a:lnTo>
                    <a:lnTo>
                      <a:pt x="136" y="16"/>
                    </a:lnTo>
                    <a:lnTo>
                      <a:pt x="132" y="16"/>
                    </a:lnTo>
                    <a:lnTo>
                      <a:pt x="128" y="15"/>
                    </a:lnTo>
                    <a:lnTo>
                      <a:pt x="129" y="18"/>
                    </a:lnTo>
                    <a:lnTo>
                      <a:pt x="133" y="19"/>
                    </a:lnTo>
                    <a:lnTo>
                      <a:pt x="136" y="22"/>
                    </a:lnTo>
                    <a:lnTo>
                      <a:pt x="137" y="24"/>
                    </a:lnTo>
                    <a:lnTo>
                      <a:pt x="133" y="31"/>
                    </a:lnTo>
                    <a:lnTo>
                      <a:pt x="134" y="34"/>
                    </a:lnTo>
                    <a:lnTo>
                      <a:pt x="133" y="38"/>
                    </a:lnTo>
                    <a:lnTo>
                      <a:pt x="140" y="41"/>
                    </a:lnTo>
                    <a:lnTo>
                      <a:pt x="144" y="41"/>
                    </a:lnTo>
                    <a:lnTo>
                      <a:pt x="149" y="41"/>
                    </a:lnTo>
                    <a:lnTo>
                      <a:pt x="149" y="43"/>
                    </a:lnTo>
                    <a:lnTo>
                      <a:pt x="145" y="45"/>
                    </a:lnTo>
                    <a:lnTo>
                      <a:pt x="138" y="46"/>
                    </a:lnTo>
                    <a:lnTo>
                      <a:pt x="137" y="49"/>
                    </a:lnTo>
                    <a:lnTo>
                      <a:pt x="136" y="53"/>
                    </a:lnTo>
                    <a:lnTo>
                      <a:pt x="128" y="57"/>
                    </a:lnTo>
                    <a:lnTo>
                      <a:pt x="126" y="60"/>
                    </a:lnTo>
                    <a:lnTo>
                      <a:pt x="121" y="62"/>
                    </a:lnTo>
                    <a:lnTo>
                      <a:pt x="117" y="66"/>
                    </a:lnTo>
                    <a:lnTo>
                      <a:pt x="111" y="66"/>
                    </a:lnTo>
                    <a:lnTo>
                      <a:pt x="109" y="66"/>
                    </a:lnTo>
                    <a:lnTo>
                      <a:pt x="103" y="62"/>
                    </a:lnTo>
                    <a:lnTo>
                      <a:pt x="98" y="58"/>
                    </a:lnTo>
                    <a:lnTo>
                      <a:pt x="94" y="58"/>
                    </a:lnTo>
                    <a:lnTo>
                      <a:pt x="94" y="56"/>
                    </a:lnTo>
                    <a:lnTo>
                      <a:pt x="94" y="52"/>
                    </a:lnTo>
                    <a:lnTo>
                      <a:pt x="91" y="49"/>
                    </a:lnTo>
                    <a:lnTo>
                      <a:pt x="90" y="47"/>
                    </a:lnTo>
                    <a:lnTo>
                      <a:pt x="86" y="47"/>
                    </a:lnTo>
                    <a:lnTo>
                      <a:pt x="83" y="52"/>
                    </a:lnTo>
                    <a:lnTo>
                      <a:pt x="81" y="52"/>
                    </a:lnTo>
                    <a:lnTo>
                      <a:pt x="80" y="50"/>
                    </a:lnTo>
                    <a:lnTo>
                      <a:pt x="77" y="50"/>
                    </a:lnTo>
                    <a:lnTo>
                      <a:pt x="76" y="52"/>
                    </a:lnTo>
                    <a:lnTo>
                      <a:pt x="60" y="52"/>
                    </a:lnTo>
                    <a:lnTo>
                      <a:pt x="58" y="57"/>
                    </a:lnTo>
                    <a:lnTo>
                      <a:pt x="60" y="60"/>
                    </a:lnTo>
                    <a:lnTo>
                      <a:pt x="65" y="61"/>
                    </a:lnTo>
                    <a:lnTo>
                      <a:pt x="66" y="65"/>
                    </a:lnTo>
                    <a:lnTo>
                      <a:pt x="65" y="66"/>
                    </a:lnTo>
                    <a:lnTo>
                      <a:pt x="68" y="69"/>
                    </a:lnTo>
                    <a:lnTo>
                      <a:pt x="66" y="71"/>
                    </a:lnTo>
                    <a:lnTo>
                      <a:pt x="64" y="69"/>
                    </a:lnTo>
                    <a:lnTo>
                      <a:pt x="54" y="72"/>
                    </a:lnTo>
                    <a:lnTo>
                      <a:pt x="54" y="80"/>
                    </a:lnTo>
                    <a:lnTo>
                      <a:pt x="57" y="83"/>
                    </a:lnTo>
                    <a:lnTo>
                      <a:pt x="62" y="87"/>
                    </a:lnTo>
                    <a:lnTo>
                      <a:pt x="65" y="94"/>
                    </a:lnTo>
                    <a:lnTo>
                      <a:pt x="65" y="98"/>
                    </a:lnTo>
                    <a:lnTo>
                      <a:pt x="65" y="100"/>
                    </a:lnTo>
                    <a:lnTo>
                      <a:pt x="57" y="130"/>
                    </a:lnTo>
                    <a:lnTo>
                      <a:pt x="54" y="137"/>
                    </a:lnTo>
                    <a:lnTo>
                      <a:pt x="54" y="138"/>
                    </a:lnTo>
                    <a:lnTo>
                      <a:pt x="54" y="141"/>
                    </a:lnTo>
                    <a:lnTo>
                      <a:pt x="50" y="140"/>
                    </a:lnTo>
                    <a:lnTo>
                      <a:pt x="52" y="140"/>
                    </a:lnTo>
                    <a:lnTo>
                      <a:pt x="47" y="137"/>
                    </a:lnTo>
                    <a:lnTo>
                      <a:pt x="46" y="137"/>
                    </a:lnTo>
                    <a:lnTo>
                      <a:pt x="43" y="137"/>
                    </a:lnTo>
                    <a:lnTo>
                      <a:pt x="42" y="137"/>
                    </a:lnTo>
                    <a:lnTo>
                      <a:pt x="42" y="140"/>
                    </a:lnTo>
                    <a:lnTo>
                      <a:pt x="33" y="143"/>
                    </a:lnTo>
                    <a:lnTo>
                      <a:pt x="24" y="144"/>
                    </a:lnTo>
                    <a:lnTo>
                      <a:pt x="23" y="145"/>
                    </a:lnTo>
                    <a:lnTo>
                      <a:pt x="22" y="147"/>
                    </a:lnTo>
                    <a:lnTo>
                      <a:pt x="18" y="149"/>
                    </a:lnTo>
                    <a:lnTo>
                      <a:pt x="15" y="151"/>
                    </a:lnTo>
                    <a:lnTo>
                      <a:pt x="12" y="152"/>
                    </a:lnTo>
                    <a:lnTo>
                      <a:pt x="12" y="156"/>
                    </a:lnTo>
                    <a:lnTo>
                      <a:pt x="11" y="159"/>
                    </a:lnTo>
                    <a:lnTo>
                      <a:pt x="12" y="160"/>
                    </a:lnTo>
                    <a:lnTo>
                      <a:pt x="8" y="164"/>
                    </a:lnTo>
                    <a:lnTo>
                      <a:pt x="9" y="170"/>
                    </a:lnTo>
                    <a:lnTo>
                      <a:pt x="11" y="172"/>
                    </a:lnTo>
                    <a:lnTo>
                      <a:pt x="8" y="174"/>
                    </a:lnTo>
                    <a:lnTo>
                      <a:pt x="7" y="174"/>
                    </a:lnTo>
                    <a:lnTo>
                      <a:pt x="3" y="177"/>
                    </a:lnTo>
                    <a:lnTo>
                      <a:pt x="3" y="179"/>
                    </a:lnTo>
                    <a:lnTo>
                      <a:pt x="0" y="181"/>
                    </a:lnTo>
                    <a:lnTo>
                      <a:pt x="1" y="183"/>
                    </a:lnTo>
                    <a:lnTo>
                      <a:pt x="1" y="186"/>
                    </a:lnTo>
                    <a:lnTo>
                      <a:pt x="0" y="189"/>
                    </a:lnTo>
                    <a:lnTo>
                      <a:pt x="1" y="191"/>
                    </a:lnTo>
                    <a:lnTo>
                      <a:pt x="0" y="193"/>
                    </a:lnTo>
                    <a:lnTo>
                      <a:pt x="4" y="197"/>
                    </a:lnTo>
                    <a:lnTo>
                      <a:pt x="11" y="208"/>
                    </a:lnTo>
                    <a:lnTo>
                      <a:pt x="8" y="213"/>
                    </a:lnTo>
                    <a:lnTo>
                      <a:pt x="16" y="212"/>
                    </a:lnTo>
                    <a:lnTo>
                      <a:pt x="20" y="213"/>
                    </a:lnTo>
                    <a:lnTo>
                      <a:pt x="23" y="217"/>
                    </a:lnTo>
                    <a:lnTo>
                      <a:pt x="24" y="221"/>
                    </a:lnTo>
                    <a:lnTo>
                      <a:pt x="31" y="221"/>
                    </a:lnTo>
                    <a:lnTo>
                      <a:pt x="38" y="221"/>
                    </a:lnTo>
                    <a:lnTo>
                      <a:pt x="43" y="216"/>
                    </a:lnTo>
                    <a:lnTo>
                      <a:pt x="49" y="213"/>
                    </a:lnTo>
                    <a:lnTo>
                      <a:pt x="50" y="215"/>
                    </a:lnTo>
                    <a:lnTo>
                      <a:pt x="50" y="219"/>
                    </a:lnTo>
                    <a:lnTo>
                      <a:pt x="49" y="220"/>
                    </a:lnTo>
                    <a:lnTo>
                      <a:pt x="49" y="224"/>
                    </a:lnTo>
                    <a:lnTo>
                      <a:pt x="49" y="232"/>
                    </a:lnTo>
                    <a:lnTo>
                      <a:pt x="49" y="236"/>
                    </a:lnTo>
                    <a:lnTo>
                      <a:pt x="52" y="238"/>
                    </a:lnTo>
                    <a:lnTo>
                      <a:pt x="54" y="238"/>
                    </a:lnTo>
                    <a:lnTo>
                      <a:pt x="57" y="236"/>
                    </a:lnTo>
                    <a:lnTo>
                      <a:pt x="60" y="236"/>
                    </a:lnTo>
                    <a:lnTo>
                      <a:pt x="61" y="236"/>
                    </a:lnTo>
                    <a:lnTo>
                      <a:pt x="62" y="236"/>
                    </a:lnTo>
                    <a:lnTo>
                      <a:pt x="64" y="238"/>
                    </a:lnTo>
                    <a:lnTo>
                      <a:pt x="64" y="238"/>
                    </a:lnTo>
                    <a:lnTo>
                      <a:pt x="72" y="236"/>
                    </a:lnTo>
                    <a:lnTo>
                      <a:pt x="76" y="238"/>
                    </a:lnTo>
                    <a:lnTo>
                      <a:pt x="80" y="235"/>
                    </a:lnTo>
                    <a:lnTo>
                      <a:pt x="83" y="235"/>
                    </a:lnTo>
                    <a:lnTo>
                      <a:pt x="86" y="232"/>
                    </a:lnTo>
                    <a:lnTo>
                      <a:pt x="90" y="232"/>
                    </a:lnTo>
                    <a:lnTo>
                      <a:pt x="94" y="231"/>
                    </a:lnTo>
                    <a:lnTo>
                      <a:pt x="96" y="225"/>
                    </a:lnTo>
                    <a:lnTo>
                      <a:pt x="103" y="220"/>
                    </a:lnTo>
                    <a:lnTo>
                      <a:pt x="107" y="220"/>
                    </a:lnTo>
                    <a:lnTo>
                      <a:pt x="111" y="217"/>
                    </a:lnTo>
                    <a:lnTo>
                      <a:pt x="115" y="217"/>
                    </a:lnTo>
                    <a:lnTo>
                      <a:pt x="118" y="220"/>
                    </a:lnTo>
                    <a:lnTo>
                      <a:pt x="121" y="217"/>
                    </a:lnTo>
                    <a:lnTo>
                      <a:pt x="122" y="219"/>
                    </a:lnTo>
                    <a:lnTo>
                      <a:pt x="122" y="223"/>
                    </a:lnTo>
                    <a:lnTo>
                      <a:pt x="124" y="227"/>
                    </a:lnTo>
                    <a:lnTo>
                      <a:pt x="122" y="231"/>
                    </a:lnTo>
                    <a:lnTo>
                      <a:pt x="124" y="238"/>
                    </a:lnTo>
                    <a:lnTo>
                      <a:pt x="122" y="240"/>
                    </a:lnTo>
                    <a:lnTo>
                      <a:pt x="125" y="246"/>
                    </a:lnTo>
                    <a:lnTo>
                      <a:pt x="128" y="247"/>
                    </a:lnTo>
                    <a:lnTo>
                      <a:pt x="129" y="253"/>
                    </a:lnTo>
                    <a:lnTo>
                      <a:pt x="132" y="254"/>
                    </a:lnTo>
                    <a:lnTo>
                      <a:pt x="137" y="257"/>
                    </a:lnTo>
                    <a:lnTo>
                      <a:pt x="140" y="259"/>
                    </a:lnTo>
                    <a:lnTo>
                      <a:pt x="141" y="258"/>
                    </a:lnTo>
                    <a:lnTo>
                      <a:pt x="147" y="257"/>
                    </a:lnTo>
                    <a:lnTo>
                      <a:pt x="152" y="261"/>
                    </a:lnTo>
                    <a:lnTo>
                      <a:pt x="156" y="261"/>
                    </a:lnTo>
                    <a:lnTo>
                      <a:pt x="160" y="266"/>
                    </a:lnTo>
                    <a:lnTo>
                      <a:pt x="163" y="266"/>
                    </a:lnTo>
                    <a:lnTo>
                      <a:pt x="170" y="268"/>
                    </a:lnTo>
                    <a:lnTo>
                      <a:pt x="174" y="269"/>
                    </a:lnTo>
                    <a:lnTo>
                      <a:pt x="174" y="273"/>
                    </a:lnTo>
                    <a:lnTo>
                      <a:pt x="177" y="274"/>
                    </a:lnTo>
                    <a:lnTo>
                      <a:pt x="181" y="276"/>
                    </a:lnTo>
                    <a:lnTo>
                      <a:pt x="189" y="276"/>
                    </a:lnTo>
                    <a:lnTo>
                      <a:pt x="194" y="278"/>
                    </a:lnTo>
                    <a:lnTo>
                      <a:pt x="196" y="281"/>
                    </a:lnTo>
                    <a:lnTo>
                      <a:pt x="196" y="288"/>
                    </a:lnTo>
                    <a:lnTo>
                      <a:pt x="196" y="293"/>
                    </a:lnTo>
                    <a:lnTo>
                      <a:pt x="194" y="296"/>
                    </a:lnTo>
                    <a:lnTo>
                      <a:pt x="200" y="306"/>
                    </a:lnTo>
                    <a:lnTo>
                      <a:pt x="200" y="312"/>
                    </a:lnTo>
                    <a:lnTo>
                      <a:pt x="224" y="312"/>
                    </a:lnTo>
                    <a:lnTo>
                      <a:pt x="225" y="322"/>
                    </a:lnTo>
                    <a:lnTo>
                      <a:pt x="225" y="327"/>
                    </a:lnTo>
                    <a:lnTo>
                      <a:pt x="232" y="329"/>
                    </a:lnTo>
                    <a:lnTo>
                      <a:pt x="240" y="342"/>
                    </a:lnTo>
                    <a:lnTo>
                      <a:pt x="240" y="349"/>
                    </a:lnTo>
                    <a:lnTo>
                      <a:pt x="234" y="363"/>
                    </a:lnTo>
                    <a:lnTo>
                      <a:pt x="234" y="365"/>
                    </a:lnTo>
                    <a:lnTo>
                      <a:pt x="232" y="368"/>
                    </a:lnTo>
                    <a:lnTo>
                      <a:pt x="234" y="369"/>
                    </a:lnTo>
                    <a:lnTo>
                      <a:pt x="232" y="372"/>
                    </a:lnTo>
                    <a:lnTo>
                      <a:pt x="236" y="375"/>
                    </a:lnTo>
                    <a:lnTo>
                      <a:pt x="236" y="379"/>
                    </a:lnTo>
                    <a:lnTo>
                      <a:pt x="239" y="383"/>
                    </a:lnTo>
                    <a:lnTo>
                      <a:pt x="238" y="393"/>
                    </a:lnTo>
                    <a:lnTo>
                      <a:pt x="239" y="395"/>
                    </a:lnTo>
                    <a:lnTo>
                      <a:pt x="238" y="398"/>
                    </a:lnTo>
                    <a:lnTo>
                      <a:pt x="239" y="402"/>
                    </a:lnTo>
                    <a:lnTo>
                      <a:pt x="243" y="401"/>
                    </a:lnTo>
                    <a:lnTo>
                      <a:pt x="246" y="402"/>
                    </a:lnTo>
                    <a:lnTo>
                      <a:pt x="253" y="402"/>
                    </a:lnTo>
                    <a:lnTo>
                      <a:pt x="257" y="403"/>
                    </a:lnTo>
                    <a:lnTo>
                      <a:pt x="263" y="401"/>
                    </a:lnTo>
                    <a:lnTo>
                      <a:pt x="266" y="403"/>
                    </a:lnTo>
                    <a:lnTo>
                      <a:pt x="269" y="403"/>
                    </a:lnTo>
                    <a:lnTo>
                      <a:pt x="270" y="407"/>
                    </a:lnTo>
                    <a:lnTo>
                      <a:pt x="274" y="422"/>
                    </a:lnTo>
                    <a:lnTo>
                      <a:pt x="277" y="428"/>
                    </a:lnTo>
                    <a:lnTo>
                      <a:pt x="278" y="429"/>
                    </a:lnTo>
                    <a:lnTo>
                      <a:pt x="285" y="425"/>
                    </a:lnTo>
                    <a:lnTo>
                      <a:pt x="288" y="427"/>
                    </a:lnTo>
                    <a:lnTo>
                      <a:pt x="291" y="429"/>
                    </a:lnTo>
                    <a:lnTo>
                      <a:pt x="292" y="429"/>
                    </a:lnTo>
                    <a:lnTo>
                      <a:pt x="291" y="432"/>
                    </a:lnTo>
                    <a:lnTo>
                      <a:pt x="291" y="446"/>
                    </a:lnTo>
                    <a:lnTo>
                      <a:pt x="289" y="447"/>
                    </a:lnTo>
                    <a:lnTo>
                      <a:pt x="289" y="447"/>
                    </a:lnTo>
                    <a:lnTo>
                      <a:pt x="289" y="448"/>
                    </a:lnTo>
                    <a:lnTo>
                      <a:pt x="289" y="450"/>
                    </a:lnTo>
                    <a:lnTo>
                      <a:pt x="289" y="452"/>
                    </a:lnTo>
                    <a:lnTo>
                      <a:pt x="291" y="451"/>
                    </a:lnTo>
                    <a:lnTo>
                      <a:pt x="297" y="451"/>
                    </a:lnTo>
                    <a:lnTo>
                      <a:pt x="297" y="454"/>
                    </a:lnTo>
                    <a:lnTo>
                      <a:pt x="300" y="460"/>
                    </a:lnTo>
                    <a:lnTo>
                      <a:pt x="300" y="465"/>
                    </a:lnTo>
                    <a:lnTo>
                      <a:pt x="302" y="470"/>
                    </a:lnTo>
                    <a:lnTo>
                      <a:pt x="302" y="475"/>
                    </a:lnTo>
                    <a:lnTo>
                      <a:pt x="300" y="478"/>
                    </a:lnTo>
                    <a:lnTo>
                      <a:pt x="297" y="478"/>
                    </a:lnTo>
                    <a:lnTo>
                      <a:pt x="295" y="479"/>
                    </a:lnTo>
                    <a:lnTo>
                      <a:pt x="293" y="481"/>
                    </a:lnTo>
                    <a:lnTo>
                      <a:pt x="292" y="482"/>
                    </a:lnTo>
                    <a:lnTo>
                      <a:pt x="291" y="482"/>
                    </a:lnTo>
                    <a:lnTo>
                      <a:pt x="285" y="486"/>
                    </a:lnTo>
                    <a:lnTo>
                      <a:pt x="284" y="488"/>
                    </a:lnTo>
                    <a:lnTo>
                      <a:pt x="281" y="488"/>
                    </a:lnTo>
                    <a:lnTo>
                      <a:pt x="277" y="493"/>
                    </a:lnTo>
                    <a:lnTo>
                      <a:pt x="274" y="493"/>
                    </a:lnTo>
                    <a:lnTo>
                      <a:pt x="274" y="497"/>
                    </a:lnTo>
                    <a:lnTo>
                      <a:pt x="273" y="497"/>
                    </a:lnTo>
                    <a:lnTo>
                      <a:pt x="270" y="497"/>
                    </a:lnTo>
                    <a:lnTo>
                      <a:pt x="266" y="503"/>
                    </a:lnTo>
                    <a:lnTo>
                      <a:pt x="265" y="504"/>
                    </a:lnTo>
                    <a:lnTo>
                      <a:pt x="266" y="508"/>
                    </a:lnTo>
                    <a:lnTo>
                      <a:pt x="263" y="508"/>
                    </a:lnTo>
                    <a:lnTo>
                      <a:pt x="262" y="511"/>
                    </a:lnTo>
                    <a:lnTo>
                      <a:pt x="259" y="515"/>
                    </a:lnTo>
                    <a:lnTo>
                      <a:pt x="258" y="518"/>
                    </a:lnTo>
                    <a:lnTo>
                      <a:pt x="255" y="522"/>
                    </a:lnTo>
                    <a:lnTo>
                      <a:pt x="255" y="523"/>
                    </a:lnTo>
                    <a:lnTo>
                      <a:pt x="253" y="524"/>
                    </a:lnTo>
                    <a:lnTo>
                      <a:pt x="253" y="526"/>
                    </a:lnTo>
                    <a:lnTo>
                      <a:pt x="254" y="526"/>
                    </a:lnTo>
                    <a:lnTo>
                      <a:pt x="255" y="527"/>
                    </a:lnTo>
                    <a:lnTo>
                      <a:pt x="263" y="524"/>
                    </a:lnTo>
                    <a:lnTo>
                      <a:pt x="266" y="527"/>
                    </a:lnTo>
                    <a:lnTo>
                      <a:pt x="269" y="531"/>
                    </a:lnTo>
                    <a:lnTo>
                      <a:pt x="272" y="532"/>
                    </a:lnTo>
                    <a:lnTo>
                      <a:pt x="274" y="537"/>
                    </a:lnTo>
                    <a:lnTo>
                      <a:pt x="277" y="542"/>
                    </a:lnTo>
                    <a:lnTo>
                      <a:pt x="278" y="542"/>
                    </a:lnTo>
                    <a:lnTo>
                      <a:pt x="281" y="539"/>
                    </a:lnTo>
                    <a:lnTo>
                      <a:pt x="283" y="539"/>
                    </a:lnTo>
                    <a:lnTo>
                      <a:pt x="287" y="545"/>
                    </a:lnTo>
                    <a:lnTo>
                      <a:pt x="291" y="546"/>
                    </a:lnTo>
                    <a:lnTo>
                      <a:pt x="293" y="546"/>
                    </a:lnTo>
                    <a:lnTo>
                      <a:pt x="297" y="550"/>
                    </a:lnTo>
                    <a:lnTo>
                      <a:pt x="297" y="554"/>
                    </a:lnTo>
                    <a:lnTo>
                      <a:pt x="300" y="553"/>
                    </a:lnTo>
                    <a:lnTo>
                      <a:pt x="306" y="556"/>
                    </a:lnTo>
                    <a:lnTo>
                      <a:pt x="308" y="560"/>
                    </a:lnTo>
                    <a:lnTo>
                      <a:pt x="312" y="565"/>
                    </a:lnTo>
                    <a:lnTo>
                      <a:pt x="315" y="568"/>
                    </a:lnTo>
                    <a:lnTo>
                      <a:pt x="315" y="572"/>
                    </a:lnTo>
                    <a:lnTo>
                      <a:pt x="312" y="575"/>
                    </a:lnTo>
                    <a:lnTo>
                      <a:pt x="314" y="579"/>
                    </a:lnTo>
                    <a:lnTo>
                      <a:pt x="314" y="580"/>
                    </a:lnTo>
                    <a:lnTo>
                      <a:pt x="314" y="581"/>
                    </a:lnTo>
                    <a:lnTo>
                      <a:pt x="316" y="583"/>
                    </a:lnTo>
                    <a:lnTo>
                      <a:pt x="316" y="584"/>
                    </a:lnTo>
                    <a:lnTo>
                      <a:pt x="322" y="580"/>
                    </a:lnTo>
                    <a:lnTo>
                      <a:pt x="323" y="575"/>
                    </a:lnTo>
                    <a:lnTo>
                      <a:pt x="326" y="565"/>
                    </a:lnTo>
                    <a:lnTo>
                      <a:pt x="329" y="558"/>
                    </a:lnTo>
                    <a:lnTo>
                      <a:pt x="329" y="557"/>
                    </a:lnTo>
                    <a:lnTo>
                      <a:pt x="329" y="556"/>
                    </a:lnTo>
                    <a:lnTo>
                      <a:pt x="326" y="553"/>
                    </a:lnTo>
                    <a:lnTo>
                      <a:pt x="327" y="549"/>
                    </a:lnTo>
                    <a:lnTo>
                      <a:pt x="329" y="549"/>
                    </a:lnTo>
                    <a:lnTo>
                      <a:pt x="329" y="546"/>
                    </a:lnTo>
                    <a:lnTo>
                      <a:pt x="331" y="543"/>
                    </a:lnTo>
                    <a:lnTo>
                      <a:pt x="331" y="542"/>
                    </a:lnTo>
                    <a:lnTo>
                      <a:pt x="333" y="543"/>
                    </a:lnTo>
                    <a:lnTo>
                      <a:pt x="335" y="543"/>
                    </a:lnTo>
                    <a:lnTo>
                      <a:pt x="337" y="541"/>
                    </a:lnTo>
                    <a:lnTo>
                      <a:pt x="338" y="538"/>
                    </a:lnTo>
                    <a:lnTo>
                      <a:pt x="338" y="537"/>
                    </a:lnTo>
                    <a:lnTo>
                      <a:pt x="338" y="534"/>
                    </a:lnTo>
                    <a:lnTo>
                      <a:pt x="340" y="532"/>
                    </a:lnTo>
                    <a:lnTo>
                      <a:pt x="341" y="532"/>
                    </a:lnTo>
                    <a:lnTo>
                      <a:pt x="342" y="530"/>
                    </a:lnTo>
                    <a:lnTo>
                      <a:pt x="341" y="527"/>
                    </a:lnTo>
                    <a:lnTo>
                      <a:pt x="340" y="526"/>
                    </a:lnTo>
                    <a:lnTo>
                      <a:pt x="340" y="522"/>
                    </a:lnTo>
                    <a:lnTo>
                      <a:pt x="340" y="520"/>
                    </a:lnTo>
                    <a:lnTo>
                      <a:pt x="341" y="520"/>
                    </a:lnTo>
                    <a:lnTo>
                      <a:pt x="342" y="524"/>
                    </a:lnTo>
                    <a:lnTo>
                      <a:pt x="345" y="527"/>
                    </a:lnTo>
                    <a:lnTo>
                      <a:pt x="346" y="527"/>
                    </a:lnTo>
                    <a:lnTo>
                      <a:pt x="348" y="527"/>
                    </a:lnTo>
                    <a:lnTo>
                      <a:pt x="349" y="528"/>
                    </a:lnTo>
                    <a:lnTo>
                      <a:pt x="349" y="530"/>
                    </a:lnTo>
                    <a:lnTo>
                      <a:pt x="348" y="531"/>
                    </a:lnTo>
                    <a:lnTo>
                      <a:pt x="346" y="535"/>
                    </a:lnTo>
                    <a:lnTo>
                      <a:pt x="344" y="541"/>
                    </a:lnTo>
                    <a:lnTo>
                      <a:pt x="341" y="541"/>
                    </a:lnTo>
                    <a:lnTo>
                      <a:pt x="341" y="545"/>
                    </a:lnTo>
                    <a:lnTo>
                      <a:pt x="340" y="546"/>
                    </a:lnTo>
                    <a:lnTo>
                      <a:pt x="338" y="546"/>
                    </a:lnTo>
                    <a:lnTo>
                      <a:pt x="335" y="547"/>
                    </a:lnTo>
                    <a:lnTo>
                      <a:pt x="333" y="550"/>
                    </a:lnTo>
                    <a:lnTo>
                      <a:pt x="333" y="551"/>
                    </a:lnTo>
                    <a:lnTo>
                      <a:pt x="330" y="551"/>
                    </a:lnTo>
                    <a:lnTo>
                      <a:pt x="330" y="553"/>
                    </a:lnTo>
                    <a:lnTo>
                      <a:pt x="330" y="554"/>
                    </a:lnTo>
                    <a:lnTo>
                      <a:pt x="333" y="556"/>
                    </a:lnTo>
                    <a:lnTo>
                      <a:pt x="341" y="549"/>
                    </a:lnTo>
                    <a:lnTo>
                      <a:pt x="346" y="543"/>
                    </a:lnTo>
                    <a:lnTo>
                      <a:pt x="353" y="531"/>
                    </a:lnTo>
                    <a:lnTo>
                      <a:pt x="356" y="526"/>
                    </a:lnTo>
                    <a:lnTo>
                      <a:pt x="357" y="519"/>
                    </a:lnTo>
                    <a:lnTo>
                      <a:pt x="364" y="507"/>
                    </a:lnTo>
                    <a:lnTo>
                      <a:pt x="371" y="499"/>
                    </a:lnTo>
                    <a:lnTo>
                      <a:pt x="372" y="496"/>
                    </a:lnTo>
                    <a:lnTo>
                      <a:pt x="371" y="496"/>
                    </a:lnTo>
                    <a:lnTo>
                      <a:pt x="371" y="493"/>
                    </a:lnTo>
                    <a:lnTo>
                      <a:pt x="372" y="493"/>
                    </a:lnTo>
                    <a:lnTo>
                      <a:pt x="374" y="490"/>
                    </a:lnTo>
                    <a:lnTo>
                      <a:pt x="375" y="489"/>
                    </a:lnTo>
                    <a:lnTo>
                      <a:pt x="375" y="486"/>
                    </a:lnTo>
                    <a:lnTo>
                      <a:pt x="375" y="485"/>
                    </a:lnTo>
                    <a:lnTo>
                      <a:pt x="375" y="484"/>
                    </a:lnTo>
                    <a:lnTo>
                      <a:pt x="374" y="482"/>
                    </a:lnTo>
                    <a:lnTo>
                      <a:pt x="374" y="479"/>
                    </a:lnTo>
                    <a:lnTo>
                      <a:pt x="371" y="475"/>
                    </a:lnTo>
                    <a:lnTo>
                      <a:pt x="371" y="474"/>
                    </a:lnTo>
                    <a:lnTo>
                      <a:pt x="372" y="473"/>
                    </a:lnTo>
                    <a:lnTo>
                      <a:pt x="371" y="471"/>
                    </a:lnTo>
                    <a:lnTo>
                      <a:pt x="371" y="466"/>
                    </a:lnTo>
                    <a:lnTo>
                      <a:pt x="369" y="462"/>
                    </a:lnTo>
                    <a:lnTo>
                      <a:pt x="369" y="462"/>
                    </a:lnTo>
                    <a:lnTo>
                      <a:pt x="374" y="460"/>
                    </a:lnTo>
                    <a:lnTo>
                      <a:pt x="372" y="458"/>
                    </a:lnTo>
                    <a:lnTo>
                      <a:pt x="371" y="458"/>
                    </a:lnTo>
                    <a:lnTo>
                      <a:pt x="375" y="456"/>
                    </a:lnTo>
                    <a:lnTo>
                      <a:pt x="375" y="454"/>
                    </a:lnTo>
                    <a:lnTo>
                      <a:pt x="371" y="452"/>
                    </a:lnTo>
                    <a:lnTo>
                      <a:pt x="374" y="451"/>
                    </a:lnTo>
                    <a:lnTo>
                      <a:pt x="376" y="448"/>
                    </a:lnTo>
                    <a:lnTo>
                      <a:pt x="378" y="450"/>
                    </a:lnTo>
                    <a:lnTo>
                      <a:pt x="382" y="446"/>
                    </a:lnTo>
                    <a:lnTo>
                      <a:pt x="384" y="444"/>
                    </a:lnTo>
                    <a:lnTo>
                      <a:pt x="384" y="443"/>
                    </a:lnTo>
                    <a:lnTo>
                      <a:pt x="388" y="439"/>
                    </a:lnTo>
                    <a:lnTo>
                      <a:pt x="393" y="436"/>
                    </a:lnTo>
                    <a:lnTo>
                      <a:pt x="398" y="429"/>
                    </a:lnTo>
                    <a:lnTo>
                      <a:pt x="403" y="429"/>
                    </a:lnTo>
                    <a:lnTo>
                      <a:pt x="406" y="427"/>
                    </a:lnTo>
                    <a:lnTo>
                      <a:pt x="409" y="424"/>
                    </a:lnTo>
                    <a:lnTo>
                      <a:pt x="412" y="424"/>
                    </a:lnTo>
                    <a:lnTo>
                      <a:pt x="414" y="425"/>
                    </a:lnTo>
                    <a:lnTo>
                      <a:pt x="416" y="425"/>
                    </a:lnTo>
                    <a:lnTo>
                      <a:pt x="416" y="424"/>
                    </a:lnTo>
                    <a:lnTo>
                      <a:pt x="418" y="420"/>
                    </a:lnTo>
                    <a:lnTo>
                      <a:pt x="424" y="416"/>
                    </a:lnTo>
                    <a:lnTo>
                      <a:pt x="427" y="416"/>
                    </a:lnTo>
                    <a:lnTo>
                      <a:pt x="427" y="414"/>
                    </a:lnTo>
                    <a:lnTo>
                      <a:pt x="425" y="413"/>
                    </a:lnTo>
                    <a:lnTo>
                      <a:pt x="424" y="413"/>
                    </a:lnTo>
                    <a:lnTo>
                      <a:pt x="422" y="412"/>
                    </a:lnTo>
                    <a:lnTo>
                      <a:pt x="425" y="410"/>
                    </a:lnTo>
                    <a:lnTo>
                      <a:pt x="428" y="409"/>
                    </a:lnTo>
                    <a:lnTo>
                      <a:pt x="431" y="409"/>
                    </a:lnTo>
                    <a:lnTo>
                      <a:pt x="433" y="409"/>
                    </a:lnTo>
                    <a:lnTo>
                      <a:pt x="435" y="407"/>
                    </a:lnTo>
                    <a:lnTo>
                      <a:pt x="437" y="407"/>
                    </a:lnTo>
                    <a:lnTo>
                      <a:pt x="437" y="409"/>
                    </a:lnTo>
                    <a:lnTo>
                      <a:pt x="433" y="410"/>
                    </a:lnTo>
                    <a:lnTo>
                      <a:pt x="429" y="412"/>
                    </a:lnTo>
                    <a:lnTo>
                      <a:pt x="429" y="413"/>
                    </a:lnTo>
                    <a:lnTo>
                      <a:pt x="431" y="413"/>
                    </a:lnTo>
                    <a:lnTo>
                      <a:pt x="436" y="412"/>
                    </a:lnTo>
                    <a:lnTo>
                      <a:pt x="443" y="409"/>
                    </a:lnTo>
                    <a:lnTo>
                      <a:pt x="441" y="407"/>
                    </a:lnTo>
                    <a:lnTo>
                      <a:pt x="444" y="406"/>
                    </a:lnTo>
                    <a:lnTo>
                      <a:pt x="446" y="406"/>
                    </a:lnTo>
                    <a:lnTo>
                      <a:pt x="444" y="407"/>
                    </a:lnTo>
                    <a:lnTo>
                      <a:pt x="444" y="407"/>
                    </a:lnTo>
                    <a:lnTo>
                      <a:pt x="446" y="410"/>
                    </a:lnTo>
                    <a:lnTo>
                      <a:pt x="446" y="410"/>
                    </a:lnTo>
                    <a:lnTo>
                      <a:pt x="450" y="412"/>
                    </a:lnTo>
                    <a:lnTo>
                      <a:pt x="451" y="410"/>
                    </a:lnTo>
                    <a:lnTo>
                      <a:pt x="455" y="410"/>
                    </a:lnTo>
                    <a:lnTo>
                      <a:pt x="460" y="410"/>
                    </a:lnTo>
                    <a:lnTo>
                      <a:pt x="463" y="409"/>
                    </a:lnTo>
                    <a:lnTo>
                      <a:pt x="463" y="406"/>
                    </a:lnTo>
                    <a:lnTo>
                      <a:pt x="462" y="406"/>
                    </a:lnTo>
                    <a:lnTo>
                      <a:pt x="463" y="405"/>
                    </a:lnTo>
                    <a:lnTo>
                      <a:pt x="469" y="401"/>
                    </a:lnTo>
                    <a:lnTo>
                      <a:pt x="474" y="398"/>
                    </a:lnTo>
                    <a:lnTo>
                      <a:pt x="477" y="397"/>
                    </a:lnTo>
                    <a:lnTo>
                      <a:pt x="478" y="395"/>
                    </a:lnTo>
                    <a:lnTo>
                      <a:pt x="477" y="394"/>
                    </a:lnTo>
                    <a:lnTo>
                      <a:pt x="475" y="388"/>
                    </a:lnTo>
                    <a:lnTo>
                      <a:pt x="477" y="384"/>
                    </a:lnTo>
                    <a:lnTo>
                      <a:pt x="478" y="382"/>
                    </a:lnTo>
                    <a:lnTo>
                      <a:pt x="479" y="379"/>
                    </a:lnTo>
                    <a:lnTo>
                      <a:pt x="479" y="379"/>
                    </a:lnTo>
                    <a:lnTo>
                      <a:pt x="482" y="376"/>
                    </a:lnTo>
                    <a:lnTo>
                      <a:pt x="484" y="374"/>
                    </a:lnTo>
                    <a:lnTo>
                      <a:pt x="482" y="374"/>
                    </a:lnTo>
                    <a:lnTo>
                      <a:pt x="486" y="367"/>
                    </a:lnTo>
                    <a:lnTo>
                      <a:pt x="492" y="361"/>
                    </a:lnTo>
                    <a:lnTo>
                      <a:pt x="492" y="357"/>
                    </a:lnTo>
                    <a:lnTo>
                      <a:pt x="490" y="349"/>
                    </a:lnTo>
                    <a:lnTo>
                      <a:pt x="490" y="346"/>
                    </a:lnTo>
                    <a:lnTo>
                      <a:pt x="492" y="341"/>
                    </a:lnTo>
                    <a:lnTo>
                      <a:pt x="493" y="340"/>
                    </a:lnTo>
                    <a:lnTo>
                      <a:pt x="493" y="338"/>
                    </a:lnTo>
                    <a:lnTo>
                      <a:pt x="497" y="334"/>
                    </a:lnTo>
                    <a:lnTo>
                      <a:pt x="499" y="333"/>
                    </a:lnTo>
                    <a:lnTo>
                      <a:pt x="497" y="327"/>
                    </a:lnTo>
                    <a:lnTo>
                      <a:pt x="500" y="321"/>
                    </a:lnTo>
                    <a:lnTo>
                      <a:pt x="499" y="316"/>
                    </a:lnTo>
                    <a:lnTo>
                      <a:pt x="500" y="312"/>
                    </a:lnTo>
                    <a:lnTo>
                      <a:pt x="500" y="310"/>
                    </a:lnTo>
                    <a:lnTo>
                      <a:pt x="500" y="306"/>
                    </a:lnTo>
                    <a:lnTo>
                      <a:pt x="499" y="285"/>
                    </a:lnTo>
                    <a:lnTo>
                      <a:pt x="499" y="282"/>
                    </a:lnTo>
                    <a:lnTo>
                      <a:pt x="500" y="280"/>
                    </a:lnTo>
                    <a:lnTo>
                      <a:pt x="500" y="277"/>
                    </a:lnTo>
                    <a:lnTo>
                      <a:pt x="499" y="278"/>
                    </a:lnTo>
                    <a:lnTo>
                      <a:pt x="497" y="277"/>
                    </a:lnTo>
                    <a:lnTo>
                      <a:pt x="497" y="274"/>
                    </a:lnTo>
                    <a:lnTo>
                      <a:pt x="499" y="272"/>
                    </a:lnTo>
                    <a:lnTo>
                      <a:pt x="499" y="269"/>
                    </a:lnTo>
                    <a:lnTo>
                      <a:pt x="499" y="266"/>
                    </a:lnTo>
                    <a:lnTo>
                      <a:pt x="500" y="266"/>
                    </a:lnTo>
                    <a:lnTo>
                      <a:pt x="501" y="262"/>
                    </a:lnTo>
                    <a:lnTo>
                      <a:pt x="499" y="259"/>
                    </a:lnTo>
                    <a:lnTo>
                      <a:pt x="496" y="258"/>
                    </a:lnTo>
                    <a:lnTo>
                      <a:pt x="496" y="257"/>
                    </a:lnTo>
                    <a:lnTo>
                      <a:pt x="497" y="255"/>
                    </a:lnTo>
                    <a:lnTo>
                      <a:pt x="497" y="258"/>
                    </a:lnTo>
                    <a:lnTo>
                      <a:pt x="500" y="259"/>
                    </a:lnTo>
                    <a:lnTo>
                      <a:pt x="501" y="259"/>
                    </a:lnTo>
                    <a:lnTo>
                      <a:pt x="503" y="257"/>
                    </a:lnTo>
                    <a:lnTo>
                      <a:pt x="504" y="257"/>
                    </a:lnTo>
                    <a:lnTo>
                      <a:pt x="505" y="258"/>
                    </a:lnTo>
                    <a:lnTo>
                      <a:pt x="507" y="259"/>
                    </a:lnTo>
                    <a:lnTo>
                      <a:pt x="505" y="261"/>
                    </a:lnTo>
                    <a:lnTo>
                      <a:pt x="503" y="262"/>
                    </a:lnTo>
                    <a:lnTo>
                      <a:pt x="503" y="265"/>
                    </a:lnTo>
                    <a:lnTo>
                      <a:pt x="504" y="265"/>
                    </a:lnTo>
                    <a:lnTo>
                      <a:pt x="507" y="262"/>
                    </a:lnTo>
                    <a:lnTo>
                      <a:pt x="511" y="259"/>
                    </a:lnTo>
                    <a:lnTo>
                      <a:pt x="516" y="253"/>
                    </a:lnTo>
                    <a:lnTo>
                      <a:pt x="518" y="247"/>
                    </a:lnTo>
                    <a:lnTo>
                      <a:pt x="519" y="244"/>
                    </a:lnTo>
                    <a:lnTo>
                      <a:pt x="520" y="242"/>
                    </a:lnTo>
                    <a:lnTo>
                      <a:pt x="522" y="238"/>
                    </a:lnTo>
                    <a:lnTo>
                      <a:pt x="524" y="234"/>
                    </a:lnTo>
                    <a:lnTo>
                      <a:pt x="531" y="228"/>
                    </a:lnTo>
                    <a:lnTo>
                      <a:pt x="532" y="225"/>
                    </a:lnTo>
                    <a:lnTo>
                      <a:pt x="535" y="225"/>
                    </a:lnTo>
                    <a:lnTo>
                      <a:pt x="537" y="223"/>
                    </a:lnTo>
                    <a:lnTo>
                      <a:pt x="543" y="216"/>
                    </a:lnTo>
                    <a:lnTo>
                      <a:pt x="549" y="209"/>
                    </a:lnTo>
                    <a:lnTo>
                      <a:pt x="550" y="206"/>
                    </a:lnTo>
                    <a:lnTo>
                      <a:pt x="553" y="200"/>
                    </a:lnTo>
                    <a:lnTo>
                      <a:pt x="554" y="196"/>
                    </a:lnTo>
                    <a:lnTo>
                      <a:pt x="556" y="193"/>
                    </a:lnTo>
                    <a:lnTo>
                      <a:pt x="556" y="191"/>
                    </a:lnTo>
                    <a:lnTo>
                      <a:pt x="554" y="189"/>
                    </a:lnTo>
                    <a:lnTo>
                      <a:pt x="554" y="185"/>
                    </a:lnTo>
                    <a:lnTo>
                      <a:pt x="557" y="183"/>
                    </a:lnTo>
                    <a:lnTo>
                      <a:pt x="556" y="177"/>
                    </a:lnTo>
                    <a:lnTo>
                      <a:pt x="554" y="175"/>
                    </a:lnTo>
                    <a:lnTo>
                      <a:pt x="554" y="172"/>
                    </a:lnTo>
                    <a:lnTo>
                      <a:pt x="549" y="162"/>
                    </a:lnTo>
                    <a:lnTo>
                      <a:pt x="549" y="158"/>
                    </a:lnTo>
                    <a:lnTo>
                      <a:pt x="547" y="153"/>
                    </a:lnTo>
                    <a:lnTo>
                      <a:pt x="539" y="149"/>
                    </a:lnTo>
                    <a:lnTo>
                      <a:pt x="534" y="149"/>
                    </a:lnTo>
                    <a:lnTo>
                      <a:pt x="530" y="151"/>
                    </a:lnTo>
                    <a:lnTo>
                      <a:pt x="527" y="147"/>
                    </a:lnTo>
                    <a:lnTo>
                      <a:pt x="524" y="147"/>
                    </a:lnTo>
                    <a:lnTo>
                      <a:pt x="520" y="143"/>
                    </a:lnTo>
                    <a:lnTo>
                      <a:pt x="516" y="141"/>
                    </a:lnTo>
                    <a:lnTo>
                      <a:pt x="513" y="141"/>
                    </a:lnTo>
                    <a:lnTo>
                      <a:pt x="508" y="134"/>
                    </a:lnTo>
                    <a:lnTo>
                      <a:pt x="503" y="126"/>
                    </a:lnTo>
                    <a:lnTo>
                      <a:pt x="500" y="126"/>
                    </a:lnTo>
                    <a:lnTo>
                      <a:pt x="496" y="122"/>
                    </a:lnTo>
                    <a:lnTo>
                      <a:pt x="493" y="124"/>
                    </a:lnTo>
                    <a:lnTo>
                      <a:pt x="485" y="117"/>
                    </a:lnTo>
                    <a:lnTo>
                      <a:pt x="481" y="117"/>
                    </a:lnTo>
                    <a:lnTo>
                      <a:pt x="477" y="115"/>
                    </a:lnTo>
                    <a:lnTo>
                      <a:pt x="474" y="117"/>
                    </a:lnTo>
                    <a:lnTo>
                      <a:pt x="470" y="117"/>
                    </a:lnTo>
                    <a:lnTo>
                      <a:pt x="467" y="115"/>
                    </a:lnTo>
                    <a:lnTo>
                      <a:pt x="465" y="117"/>
                    </a:lnTo>
                    <a:lnTo>
                      <a:pt x="463" y="118"/>
                    </a:lnTo>
                    <a:lnTo>
                      <a:pt x="462" y="117"/>
                    </a:lnTo>
                    <a:lnTo>
                      <a:pt x="458" y="114"/>
                    </a:lnTo>
                    <a:lnTo>
                      <a:pt x="458" y="115"/>
                    </a:lnTo>
                    <a:lnTo>
                      <a:pt x="455" y="114"/>
                    </a:lnTo>
                    <a:lnTo>
                      <a:pt x="455" y="115"/>
                    </a:lnTo>
                    <a:lnTo>
                      <a:pt x="455" y="117"/>
                    </a:lnTo>
                    <a:lnTo>
                      <a:pt x="452" y="115"/>
                    </a:lnTo>
                    <a:lnTo>
                      <a:pt x="452" y="114"/>
                    </a:lnTo>
                    <a:lnTo>
                      <a:pt x="451" y="113"/>
                    </a:lnTo>
                    <a:lnTo>
                      <a:pt x="451" y="114"/>
                    </a:lnTo>
                    <a:lnTo>
                      <a:pt x="450" y="115"/>
                    </a:lnTo>
                    <a:lnTo>
                      <a:pt x="446" y="114"/>
                    </a:lnTo>
                    <a:lnTo>
                      <a:pt x="444" y="114"/>
                    </a:lnTo>
                    <a:lnTo>
                      <a:pt x="441" y="113"/>
                    </a:lnTo>
                    <a:lnTo>
                      <a:pt x="433" y="109"/>
                    </a:lnTo>
                    <a:lnTo>
                      <a:pt x="431" y="110"/>
                    </a:lnTo>
                    <a:lnTo>
                      <a:pt x="431" y="110"/>
                    </a:lnTo>
                    <a:lnTo>
                      <a:pt x="431" y="111"/>
                    </a:lnTo>
                    <a:lnTo>
                      <a:pt x="431" y="113"/>
                    </a:lnTo>
                    <a:lnTo>
                      <a:pt x="428" y="111"/>
                    </a:lnTo>
                    <a:lnTo>
                      <a:pt x="428" y="113"/>
                    </a:lnTo>
                    <a:lnTo>
                      <a:pt x="428" y="114"/>
                    </a:lnTo>
                    <a:lnTo>
                      <a:pt x="425" y="114"/>
                    </a:lnTo>
                    <a:lnTo>
                      <a:pt x="424" y="117"/>
                    </a:lnTo>
                    <a:lnTo>
                      <a:pt x="424" y="119"/>
                    </a:lnTo>
                    <a:lnTo>
                      <a:pt x="422" y="117"/>
                    </a:lnTo>
                    <a:lnTo>
                      <a:pt x="421" y="115"/>
                    </a:lnTo>
                    <a:lnTo>
                      <a:pt x="420" y="115"/>
                    </a:lnTo>
                    <a:lnTo>
                      <a:pt x="420" y="118"/>
                    </a:lnTo>
                    <a:lnTo>
                      <a:pt x="417" y="122"/>
                    </a:lnTo>
                    <a:lnTo>
                      <a:pt x="417" y="126"/>
                    </a:lnTo>
                    <a:lnTo>
                      <a:pt x="417" y="122"/>
                    </a:lnTo>
                    <a:lnTo>
                      <a:pt x="417" y="119"/>
                    </a:lnTo>
                    <a:lnTo>
                      <a:pt x="417" y="117"/>
                    </a:lnTo>
                    <a:lnTo>
                      <a:pt x="418" y="111"/>
                    </a:lnTo>
                    <a:lnTo>
                      <a:pt x="420" y="110"/>
                    </a:lnTo>
                    <a:lnTo>
                      <a:pt x="418" y="110"/>
                    </a:lnTo>
                    <a:lnTo>
                      <a:pt x="417" y="110"/>
                    </a:lnTo>
                    <a:lnTo>
                      <a:pt x="420" y="106"/>
                    </a:lnTo>
                    <a:lnTo>
                      <a:pt x="416" y="102"/>
                    </a:lnTo>
                    <a:lnTo>
                      <a:pt x="413" y="98"/>
                    </a:lnTo>
                    <a:lnTo>
                      <a:pt x="412" y="98"/>
                    </a:lnTo>
                    <a:lnTo>
                      <a:pt x="407" y="98"/>
                    </a:lnTo>
                    <a:lnTo>
                      <a:pt x="406" y="100"/>
                    </a:lnTo>
                    <a:lnTo>
                      <a:pt x="405" y="100"/>
                    </a:lnTo>
                    <a:lnTo>
                      <a:pt x="403" y="99"/>
                    </a:lnTo>
                    <a:lnTo>
                      <a:pt x="402" y="98"/>
                    </a:lnTo>
                    <a:lnTo>
                      <a:pt x="401" y="96"/>
                    </a:lnTo>
                    <a:lnTo>
                      <a:pt x="399" y="95"/>
                    </a:lnTo>
                    <a:lnTo>
                      <a:pt x="398" y="95"/>
                    </a:lnTo>
                    <a:lnTo>
                      <a:pt x="397" y="94"/>
                    </a:lnTo>
                    <a:lnTo>
                      <a:pt x="394" y="92"/>
                    </a:lnTo>
                    <a:lnTo>
                      <a:pt x="393" y="94"/>
                    </a:lnTo>
                    <a:lnTo>
                      <a:pt x="393" y="94"/>
                    </a:lnTo>
                    <a:lnTo>
                      <a:pt x="391" y="92"/>
                    </a:lnTo>
                    <a:lnTo>
                      <a:pt x="391" y="90"/>
                    </a:lnTo>
                    <a:lnTo>
                      <a:pt x="388" y="91"/>
                    </a:lnTo>
                    <a:lnTo>
                      <a:pt x="386" y="90"/>
                    </a:lnTo>
                    <a:lnTo>
                      <a:pt x="382" y="87"/>
                    </a:lnTo>
                    <a:lnTo>
                      <a:pt x="380" y="87"/>
                    </a:lnTo>
                    <a:lnTo>
                      <a:pt x="379" y="88"/>
                    </a:lnTo>
                    <a:lnTo>
                      <a:pt x="378" y="87"/>
                    </a:lnTo>
                    <a:lnTo>
                      <a:pt x="375" y="87"/>
                    </a:lnTo>
                    <a:lnTo>
                      <a:pt x="375" y="88"/>
                    </a:lnTo>
                    <a:lnTo>
                      <a:pt x="374" y="88"/>
                    </a:lnTo>
                    <a:lnTo>
                      <a:pt x="372" y="87"/>
                    </a:lnTo>
                    <a:lnTo>
                      <a:pt x="369" y="87"/>
                    </a:lnTo>
                    <a:lnTo>
                      <a:pt x="367" y="88"/>
                    </a:lnTo>
                    <a:lnTo>
                      <a:pt x="365" y="91"/>
                    </a:lnTo>
                    <a:lnTo>
                      <a:pt x="365" y="92"/>
                    </a:lnTo>
                    <a:lnTo>
                      <a:pt x="363" y="95"/>
                    </a:lnTo>
                    <a:lnTo>
                      <a:pt x="359" y="98"/>
                    </a:lnTo>
                    <a:lnTo>
                      <a:pt x="353" y="100"/>
                    </a:lnTo>
                    <a:lnTo>
                      <a:pt x="350" y="105"/>
                    </a:lnTo>
                    <a:lnTo>
                      <a:pt x="349" y="109"/>
                    </a:lnTo>
                    <a:lnTo>
                      <a:pt x="349" y="111"/>
                    </a:lnTo>
                    <a:lnTo>
                      <a:pt x="348" y="114"/>
                    </a:lnTo>
                    <a:lnTo>
                      <a:pt x="345" y="117"/>
                    </a:lnTo>
                    <a:lnTo>
                      <a:pt x="345" y="118"/>
                    </a:lnTo>
                    <a:lnTo>
                      <a:pt x="345" y="121"/>
                    </a:lnTo>
                    <a:lnTo>
                      <a:pt x="345" y="126"/>
                    </a:lnTo>
                    <a:lnTo>
                      <a:pt x="344" y="124"/>
                    </a:lnTo>
                    <a:lnTo>
                      <a:pt x="342" y="119"/>
                    </a:lnTo>
                    <a:lnTo>
                      <a:pt x="342" y="118"/>
                    </a:lnTo>
                    <a:lnTo>
                      <a:pt x="344" y="115"/>
                    </a:lnTo>
                    <a:lnTo>
                      <a:pt x="346" y="113"/>
                    </a:lnTo>
                    <a:lnTo>
                      <a:pt x="346" y="110"/>
                    </a:lnTo>
                    <a:lnTo>
                      <a:pt x="348" y="106"/>
                    </a:lnTo>
                    <a:lnTo>
                      <a:pt x="348" y="105"/>
                    </a:lnTo>
                    <a:lnTo>
                      <a:pt x="345" y="105"/>
                    </a:lnTo>
                    <a:lnTo>
                      <a:pt x="342" y="106"/>
                    </a:lnTo>
                    <a:lnTo>
                      <a:pt x="338" y="105"/>
                    </a:lnTo>
                    <a:lnTo>
                      <a:pt x="335" y="105"/>
                    </a:lnTo>
                    <a:lnTo>
                      <a:pt x="333" y="106"/>
                    </a:lnTo>
                    <a:lnTo>
                      <a:pt x="331" y="103"/>
                    </a:lnTo>
                    <a:lnTo>
                      <a:pt x="333" y="105"/>
                    </a:lnTo>
                    <a:lnTo>
                      <a:pt x="335" y="102"/>
                    </a:lnTo>
                    <a:lnTo>
                      <a:pt x="338" y="102"/>
                    </a:lnTo>
                    <a:lnTo>
                      <a:pt x="342" y="102"/>
                    </a:lnTo>
                    <a:lnTo>
                      <a:pt x="345" y="102"/>
                    </a:lnTo>
                    <a:lnTo>
                      <a:pt x="346" y="99"/>
                    </a:lnTo>
                    <a:lnTo>
                      <a:pt x="348" y="99"/>
                    </a:lnTo>
                    <a:lnTo>
                      <a:pt x="349" y="100"/>
                    </a:lnTo>
                    <a:lnTo>
                      <a:pt x="350" y="99"/>
                    </a:lnTo>
                    <a:lnTo>
                      <a:pt x="353" y="98"/>
                    </a:lnTo>
                    <a:lnTo>
                      <a:pt x="357" y="96"/>
                    </a:lnTo>
                    <a:lnTo>
                      <a:pt x="357" y="94"/>
                    </a:lnTo>
                    <a:lnTo>
                      <a:pt x="361" y="90"/>
                    </a:lnTo>
                    <a:lnTo>
                      <a:pt x="361" y="85"/>
                    </a:lnTo>
                    <a:lnTo>
                      <a:pt x="363" y="84"/>
                    </a:lnTo>
                    <a:lnTo>
                      <a:pt x="363" y="81"/>
                    </a:lnTo>
                    <a:lnTo>
                      <a:pt x="359" y="80"/>
                    </a:lnTo>
                    <a:lnTo>
                      <a:pt x="356" y="79"/>
                    </a:lnTo>
                    <a:lnTo>
                      <a:pt x="353" y="79"/>
                    </a:lnTo>
                    <a:lnTo>
                      <a:pt x="349" y="80"/>
                    </a:lnTo>
                    <a:lnTo>
                      <a:pt x="345" y="81"/>
                    </a:lnTo>
                    <a:lnTo>
                      <a:pt x="340" y="79"/>
                    </a:lnTo>
                    <a:lnTo>
                      <a:pt x="335" y="79"/>
                    </a:lnTo>
                    <a:lnTo>
                      <a:pt x="331" y="83"/>
                    </a:lnTo>
                    <a:lnTo>
                      <a:pt x="331" y="84"/>
                    </a:lnTo>
                    <a:lnTo>
                      <a:pt x="333" y="85"/>
                    </a:lnTo>
                    <a:lnTo>
                      <a:pt x="333" y="87"/>
                    </a:lnTo>
                    <a:lnTo>
                      <a:pt x="331" y="87"/>
                    </a:lnTo>
                    <a:lnTo>
                      <a:pt x="330" y="87"/>
                    </a:lnTo>
                    <a:lnTo>
                      <a:pt x="329" y="90"/>
                    </a:lnTo>
                    <a:lnTo>
                      <a:pt x="329" y="88"/>
                    </a:lnTo>
                    <a:lnTo>
                      <a:pt x="327" y="87"/>
                    </a:lnTo>
                    <a:lnTo>
                      <a:pt x="325" y="88"/>
                    </a:lnTo>
                    <a:lnTo>
                      <a:pt x="321" y="92"/>
                    </a:lnTo>
                    <a:lnTo>
                      <a:pt x="316" y="98"/>
                    </a:lnTo>
                    <a:lnTo>
                      <a:pt x="319" y="94"/>
                    </a:lnTo>
                    <a:lnTo>
                      <a:pt x="319" y="91"/>
                    </a:lnTo>
                    <a:lnTo>
                      <a:pt x="321" y="88"/>
                    </a:lnTo>
                    <a:lnTo>
                      <a:pt x="321" y="87"/>
                    </a:lnTo>
                    <a:lnTo>
                      <a:pt x="319" y="87"/>
                    </a:lnTo>
                    <a:lnTo>
                      <a:pt x="316" y="90"/>
                    </a:lnTo>
                    <a:lnTo>
                      <a:pt x="315" y="92"/>
                    </a:lnTo>
                    <a:lnTo>
                      <a:pt x="314" y="96"/>
                    </a:lnTo>
                    <a:lnTo>
                      <a:pt x="311" y="98"/>
                    </a:lnTo>
                    <a:lnTo>
                      <a:pt x="314" y="94"/>
                    </a:lnTo>
                    <a:lnTo>
                      <a:pt x="314" y="90"/>
                    </a:lnTo>
                    <a:lnTo>
                      <a:pt x="319" y="84"/>
                    </a:lnTo>
                    <a:lnTo>
                      <a:pt x="321" y="80"/>
                    </a:lnTo>
                    <a:lnTo>
                      <a:pt x="322" y="77"/>
                    </a:lnTo>
                    <a:lnTo>
                      <a:pt x="325" y="75"/>
                    </a:lnTo>
                    <a:lnTo>
                      <a:pt x="327" y="73"/>
                    </a:lnTo>
                    <a:lnTo>
                      <a:pt x="330" y="72"/>
                    </a:lnTo>
                    <a:lnTo>
                      <a:pt x="333" y="68"/>
                    </a:lnTo>
                    <a:lnTo>
                      <a:pt x="340" y="61"/>
                    </a:lnTo>
                    <a:lnTo>
                      <a:pt x="340" y="60"/>
                    </a:lnTo>
                    <a:lnTo>
                      <a:pt x="341" y="58"/>
                    </a:lnTo>
                    <a:lnTo>
                      <a:pt x="340" y="57"/>
                    </a:lnTo>
                    <a:lnTo>
                      <a:pt x="340" y="56"/>
                    </a:lnTo>
                    <a:lnTo>
                      <a:pt x="341" y="54"/>
                    </a:lnTo>
                    <a:lnTo>
                      <a:pt x="341" y="52"/>
                    </a:lnTo>
                    <a:lnTo>
                      <a:pt x="338" y="49"/>
                    </a:lnTo>
                    <a:lnTo>
                      <a:pt x="335" y="50"/>
                    </a:lnTo>
                    <a:lnTo>
                      <a:pt x="334" y="50"/>
                    </a:lnTo>
                    <a:lnTo>
                      <a:pt x="333" y="49"/>
                    </a:lnTo>
                    <a:lnTo>
                      <a:pt x="331" y="43"/>
                    </a:lnTo>
                    <a:lnTo>
                      <a:pt x="327" y="35"/>
                    </a:lnTo>
                    <a:lnTo>
                      <a:pt x="325" y="31"/>
                    </a:lnTo>
                    <a:lnTo>
                      <a:pt x="323" y="26"/>
                    </a:lnTo>
                    <a:lnTo>
                      <a:pt x="323" y="23"/>
                    </a:lnTo>
                    <a:lnTo>
                      <a:pt x="322" y="2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7" name="Freeform 1029"/>
              <p:cNvSpPr>
                <a:spLocks/>
              </p:cNvSpPr>
              <p:nvPr/>
            </p:nvSpPr>
            <p:spPr bwMode="auto">
              <a:xfrm>
                <a:off x="3416300" y="4227513"/>
                <a:ext cx="271463" cy="385763"/>
              </a:xfrm>
              <a:custGeom>
                <a:avLst/>
                <a:gdLst/>
                <a:ahLst/>
                <a:cxnLst>
                  <a:cxn ang="0">
                    <a:pos x="138" y="200"/>
                  </a:cxn>
                  <a:cxn ang="0">
                    <a:pos x="137" y="175"/>
                  </a:cxn>
                  <a:cxn ang="0">
                    <a:pos x="138" y="167"/>
                  </a:cxn>
                  <a:cxn ang="0">
                    <a:pos x="150" y="156"/>
                  </a:cxn>
                  <a:cxn ang="0">
                    <a:pos x="163" y="153"/>
                  </a:cxn>
                  <a:cxn ang="0">
                    <a:pos x="171" y="164"/>
                  </a:cxn>
                  <a:cxn ang="0">
                    <a:pos x="165" y="147"/>
                  </a:cxn>
                  <a:cxn ang="0">
                    <a:pos x="160" y="144"/>
                  </a:cxn>
                  <a:cxn ang="0">
                    <a:pos x="159" y="121"/>
                  </a:cxn>
                  <a:cxn ang="0">
                    <a:pos x="160" y="105"/>
                  </a:cxn>
                  <a:cxn ang="0">
                    <a:pos x="165" y="91"/>
                  </a:cxn>
                  <a:cxn ang="0">
                    <a:pos x="153" y="91"/>
                  </a:cxn>
                  <a:cxn ang="0">
                    <a:pos x="144" y="90"/>
                  </a:cxn>
                  <a:cxn ang="0">
                    <a:pos x="118" y="79"/>
                  </a:cxn>
                  <a:cxn ang="0">
                    <a:pos x="104" y="79"/>
                  </a:cxn>
                  <a:cxn ang="0">
                    <a:pos x="95" y="71"/>
                  </a:cxn>
                  <a:cxn ang="0">
                    <a:pos x="88" y="47"/>
                  </a:cxn>
                  <a:cxn ang="0">
                    <a:pos x="87" y="38"/>
                  </a:cxn>
                  <a:cxn ang="0">
                    <a:pos x="95" y="20"/>
                  </a:cxn>
                  <a:cxn ang="0">
                    <a:pos x="111" y="8"/>
                  </a:cxn>
                  <a:cxn ang="0">
                    <a:pos x="114" y="3"/>
                  </a:cxn>
                  <a:cxn ang="0">
                    <a:pos x="103" y="3"/>
                  </a:cxn>
                  <a:cxn ang="0">
                    <a:pos x="97" y="7"/>
                  </a:cxn>
                  <a:cxn ang="0">
                    <a:pos x="81" y="16"/>
                  </a:cxn>
                  <a:cxn ang="0">
                    <a:pos x="70" y="22"/>
                  </a:cxn>
                  <a:cxn ang="0">
                    <a:pos x="67" y="22"/>
                  </a:cxn>
                  <a:cxn ang="0">
                    <a:pos x="55" y="23"/>
                  </a:cxn>
                  <a:cxn ang="0">
                    <a:pos x="48" y="37"/>
                  </a:cxn>
                  <a:cxn ang="0">
                    <a:pos x="44" y="45"/>
                  </a:cxn>
                  <a:cxn ang="0">
                    <a:pos x="32" y="54"/>
                  </a:cxn>
                  <a:cxn ang="0">
                    <a:pos x="32" y="67"/>
                  </a:cxn>
                  <a:cxn ang="0">
                    <a:pos x="27" y="61"/>
                  </a:cxn>
                  <a:cxn ang="0">
                    <a:pos x="24" y="62"/>
                  </a:cxn>
                  <a:cxn ang="0">
                    <a:pos x="16" y="76"/>
                  </a:cxn>
                  <a:cxn ang="0">
                    <a:pos x="21" y="86"/>
                  </a:cxn>
                  <a:cxn ang="0">
                    <a:pos x="23" y="94"/>
                  </a:cxn>
                  <a:cxn ang="0">
                    <a:pos x="23" y="103"/>
                  </a:cxn>
                  <a:cxn ang="0">
                    <a:pos x="21" y="121"/>
                  </a:cxn>
                  <a:cxn ang="0">
                    <a:pos x="28" y="126"/>
                  </a:cxn>
                  <a:cxn ang="0">
                    <a:pos x="19" y="140"/>
                  </a:cxn>
                  <a:cxn ang="0">
                    <a:pos x="1" y="159"/>
                  </a:cxn>
                  <a:cxn ang="0">
                    <a:pos x="17" y="171"/>
                  </a:cxn>
                  <a:cxn ang="0">
                    <a:pos x="29" y="181"/>
                  </a:cxn>
                  <a:cxn ang="0">
                    <a:pos x="40" y="177"/>
                  </a:cxn>
                  <a:cxn ang="0">
                    <a:pos x="50" y="183"/>
                  </a:cxn>
                  <a:cxn ang="0">
                    <a:pos x="61" y="186"/>
                  </a:cxn>
                  <a:cxn ang="0">
                    <a:pos x="70" y="200"/>
                  </a:cxn>
                  <a:cxn ang="0">
                    <a:pos x="82" y="211"/>
                  </a:cxn>
                  <a:cxn ang="0">
                    <a:pos x="89" y="217"/>
                  </a:cxn>
                  <a:cxn ang="0">
                    <a:pos x="106" y="216"/>
                  </a:cxn>
                  <a:cxn ang="0">
                    <a:pos x="119" y="217"/>
                  </a:cxn>
                  <a:cxn ang="0">
                    <a:pos x="118" y="238"/>
                  </a:cxn>
                  <a:cxn ang="0">
                    <a:pos x="127" y="243"/>
                  </a:cxn>
                </a:cxnLst>
                <a:rect l="0" t="0" r="r" b="b"/>
                <a:pathLst>
                  <a:path w="171" h="243">
                    <a:moveTo>
                      <a:pt x="127" y="243"/>
                    </a:moveTo>
                    <a:lnTo>
                      <a:pt x="130" y="236"/>
                    </a:lnTo>
                    <a:lnTo>
                      <a:pt x="138" y="206"/>
                    </a:lnTo>
                    <a:lnTo>
                      <a:pt x="138" y="204"/>
                    </a:lnTo>
                    <a:lnTo>
                      <a:pt x="138" y="200"/>
                    </a:lnTo>
                    <a:lnTo>
                      <a:pt x="135" y="193"/>
                    </a:lnTo>
                    <a:lnTo>
                      <a:pt x="130" y="189"/>
                    </a:lnTo>
                    <a:lnTo>
                      <a:pt x="127" y="186"/>
                    </a:lnTo>
                    <a:lnTo>
                      <a:pt x="127" y="178"/>
                    </a:lnTo>
                    <a:lnTo>
                      <a:pt x="137" y="175"/>
                    </a:lnTo>
                    <a:lnTo>
                      <a:pt x="139" y="177"/>
                    </a:lnTo>
                    <a:lnTo>
                      <a:pt x="141" y="175"/>
                    </a:lnTo>
                    <a:lnTo>
                      <a:pt x="138" y="172"/>
                    </a:lnTo>
                    <a:lnTo>
                      <a:pt x="139" y="171"/>
                    </a:lnTo>
                    <a:lnTo>
                      <a:pt x="138" y="167"/>
                    </a:lnTo>
                    <a:lnTo>
                      <a:pt x="133" y="166"/>
                    </a:lnTo>
                    <a:lnTo>
                      <a:pt x="131" y="163"/>
                    </a:lnTo>
                    <a:lnTo>
                      <a:pt x="133" y="158"/>
                    </a:lnTo>
                    <a:lnTo>
                      <a:pt x="149" y="158"/>
                    </a:lnTo>
                    <a:lnTo>
                      <a:pt x="150" y="156"/>
                    </a:lnTo>
                    <a:lnTo>
                      <a:pt x="153" y="156"/>
                    </a:lnTo>
                    <a:lnTo>
                      <a:pt x="154" y="158"/>
                    </a:lnTo>
                    <a:lnTo>
                      <a:pt x="156" y="158"/>
                    </a:lnTo>
                    <a:lnTo>
                      <a:pt x="159" y="153"/>
                    </a:lnTo>
                    <a:lnTo>
                      <a:pt x="163" y="153"/>
                    </a:lnTo>
                    <a:lnTo>
                      <a:pt x="164" y="155"/>
                    </a:lnTo>
                    <a:lnTo>
                      <a:pt x="167" y="158"/>
                    </a:lnTo>
                    <a:lnTo>
                      <a:pt x="167" y="162"/>
                    </a:lnTo>
                    <a:lnTo>
                      <a:pt x="167" y="164"/>
                    </a:lnTo>
                    <a:lnTo>
                      <a:pt x="171" y="164"/>
                    </a:lnTo>
                    <a:lnTo>
                      <a:pt x="171" y="162"/>
                    </a:lnTo>
                    <a:lnTo>
                      <a:pt x="167" y="155"/>
                    </a:lnTo>
                    <a:lnTo>
                      <a:pt x="165" y="151"/>
                    </a:lnTo>
                    <a:lnTo>
                      <a:pt x="167" y="149"/>
                    </a:lnTo>
                    <a:lnTo>
                      <a:pt x="165" y="147"/>
                    </a:lnTo>
                    <a:lnTo>
                      <a:pt x="164" y="145"/>
                    </a:lnTo>
                    <a:lnTo>
                      <a:pt x="163" y="144"/>
                    </a:lnTo>
                    <a:lnTo>
                      <a:pt x="163" y="143"/>
                    </a:lnTo>
                    <a:lnTo>
                      <a:pt x="161" y="144"/>
                    </a:lnTo>
                    <a:lnTo>
                      <a:pt x="160" y="144"/>
                    </a:lnTo>
                    <a:lnTo>
                      <a:pt x="159" y="141"/>
                    </a:lnTo>
                    <a:lnTo>
                      <a:pt x="164" y="133"/>
                    </a:lnTo>
                    <a:lnTo>
                      <a:pt x="160" y="125"/>
                    </a:lnTo>
                    <a:lnTo>
                      <a:pt x="160" y="124"/>
                    </a:lnTo>
                    <a:lnTo>
                      <a:pt x="159" y="121"/>
                    </a:lnTo>
                    <a:lnTo>
                      <a:pt x="159" y="117"/>
                    </a:lnTo>
                    <a:lnTo>
                      <a:pt x="160" y="113"/>
                    </a:lnTo>
                    <a:lnTo>
                      <a:pt x="160" y="111"/>
                    </a:lnTo>
                    <a:lnTo>
                      <a:pt x="159" y="106"/>
                    </a:lnTo>
                    <a:lnTo>
                      <a:pt x="160" y="105"/>
                    </a:lnTo>
                    <a:lnTo>
                      <a:pt x="164" y="103"/>
                    </a:lnTo>
                    <a:lnTo>
                      <a:pt x="165" y="102"/>
                    </a:lnTo>
                    <a:lnTo>
                      <a:pt x="165" y="99"/>
                    </a:lnTo>
                    <a:lnTo>
                      <a:pt x="165" y="96"/>
                    </a:lnTo>
                    <a:lnTo>
                      <a:pt x="165" y="91"/>
                    </a:lnTo>
                    <a:lnTo>
                      <a:pt x="163" y="90"/>
                    </a:lnTo>
                    <a:lnTo>
                      <a:pt x="160" y="90"/>
                    </a:lnTo>
                    <a:lnTo>
                      <a:pt x="160" y="91"/>
                    </a:lnTo>
                    <a:lnTo>
                      <a:pt x="156" y="91"/>
                    </a:lnTo>
                    <a:lnTo>
                      <a:pt x="153" y="91"/>
                    </a:lnTo>
                    <a:lnTo>
                      <a:pt x="150" y="92"/>
                    </a:lnTo>
                    <a:lnTo>
                      <a:pt x="148" y="91"/>
                    </a:lnTo>
                    <a:lnTo>
                      <a:pt x="145" y="91"/>
                    </a:lnTo>
                    <a:lnTo>
                      <a:pt x="144" y="91"/>
                    </a:lnTo>
                    <a:lnTo>
                      <a:pt x="144" y="90"/>
                    </a:lnTo>
                    <a:lnTo>
                      <a:pt x="139" y="91"/>
                    </a:lnTo>
                    <a:lnTo>
                      <a:pt x="129" y="80"/>
                    </a:lnTo>
                    <a:lnTo>
                      <a:pt x="126" y="79"/>
                    </a:lnTo>
                    <a:lnTo>
                      <a:pt x="122" y="79"/>
                    </a:lnTo>
                    <a:lnTo>
                      <a:pt x="118" y="79"/>
                    </a:lnTo>
                    <a:lnTo>
                      <a:pt x="116" y="80"/>
                    </a:lnTo>
                    <a:lnTo>
                      <a:pt x="112" y="79"/>
                    </a:lnTo>
                    <a:lnTo>
                      <a:pt x="110" y="79"/>
                    </a:lnTo>
                    <a:lnTo>
                      <a:pt x="107" y="80"/>
                    </a:lnTo>
                    <a:lnTo>
                      <a:pt x="104" y="79"/>
                    </a:lnTo>
                    <a:lnTo>
                      <a:pt x="101" y="77"/>
                    </a:lnTo>
                    <a:lnTo>
                      <a:pt x="97" y="76"/>
                    </a:lnTo>
                    <a:lnTo>
                      <a:pt x="95" y="73"/>
                    </a:lnTo>
                    <a:lnTo>
                      <a:pt x="95" y="72"/>
                    </a:lnTo>
                    <a:lnTo>
                      <a:pt x="95" y="71"/>
                    </a:lnTo>
                    <a:lnTo>
                      <a:pt x="95" y="68"/>
                    </a:lnTo>
                    <a:lnTo>
                      <a:pt x="96" y="65"/>
                    </a:lnTo>
                    <a:lnTo>
                      <a:pt x="96" y="62"/>
                    </a:lnTo>
                    <a:lnTo>
                      <a:pt x="93" y="58"/>
                    </a:lnTo>
                    <a:lnTo>
                      <a:pt x="88" y="47"/>
                    </a:lnTo>
                    <a:lnTo>
                      <a:pt x="85" y="47"/>
                    </a:lnTo>
                    <a:lnTo>
                      <a:pt x="82" y="49"/>
                    </a:lnTo>
                    <a:lnTo>
                      <a:pt x="84" y="46"/>
                    </a:lnTo>
                    <a:lnTo>
                      <a:pt x="85" y="42"/>
                    </a:lnTo>
                    <a:lnTo>
                      <a:pt x="87" y="38"/>
                    </a:lnTo>
                    <a:lnTo>
                      <a:pt x="85" y="35"/>
                    </a:lnTo>
                    <a:lnTo>
                      <a:pt x="87" y="33"/>
                    </a:lnTo>
                    <a:lnTo>
                      <a:pt x="91" y="26"/>
                    </a:lnTo>
                    <a:lnTo>
                      <a:pt x="92" y="24"/>
                    </a:lnTo>
                    <a:lnTo>
                      <a:pt x="95" y="20"/>
                    </a:lnTo>
                    <a:lnTo>
                      <a:pt x="97" y="20"/>
                    </a:lnTo>
                    <a:lnTo>
                      <a:pt x="99" y="18"/>
                    </a:lnTo>
                    <a:lnTo>
                      <a:pt x="103" y="12"/>
                    </a:lnTo>
                    <a:lnTo>
                      <a:pt x="110" y="9"/>
                    </a:lnTo>
                    <a:lnTo>
                      <a:pt x="111" y="8"/>
                    </a:lnTo>
                    <a:lnTo>
                      <a:pt x="112" y="8"/>
                    </a:lnTo>
                    <a:lnTo>
                      <a:pt x="112" y="8"/>
                    </a:lnTo>
                    <a:lnTo>
                      <a:pt x="115" y="7"/>
                    </a:lnTo>
                    <a:lnTo>
                      <a:pt x="115" y="5"/>
                    </a:lnTo>
                    <a:lnTo>
                      <a:pt x="114" y="3"/>
                    </a:lnTo>
                    <a:lnTo>
                      <a:pt x="108" y="0"/>
                    </a:lnTo>
                    <a:lnTo>
                      <a:pt x="107" y="0"/>
                    </a:lnTo>
                    <a:lnTo>
                      <a:pt x="106" y="1"/>
                    </a:lnTo>
                    <a:lnTo>
                      <a:pt x="106" y="3"/>
                    </a:lnTo>
                    <a:lnTo>
                      <a:pt x="103" y="3"/>
                    </a:lnTo>
                    <a:lnTo>
                      <a:pt x="101" y="4"/>
                    </a:lnTo>
                    <a:lnTo>
                      <a:pt x="100" y="4"/>
                    </a:lnTo>
                    <a:lnTo>
                      <a:pt x="97" y="4"/>
                    </a:lnTo>
                    <a:lnTo>
                      <a:pt x="96" y="5"/>
                    </a:lnTo>
                    <a:lnTo>
                      <a:pt x="97" y="7"/>
                    </a:lnTo>
                    <a:lnTo>
                      <a:pt x="97" y="8"/>
                    </a:lnTo>
                    <a:lnTo>
                      <a:pt x="93" y="11"/>
                    </a:lnTo>
                    <a:lnTo>
                      <a:pt x="88" y="14"/>
                    </a:lnTo>
                    <a:lnTo>
                      <a:pt x="85" y="15"/>
                    </a:lnTo>
                    <a:lnTo>
                      <a:pt x="81" y="16"/>
                    </a:lnTo>
                    <a:lnTo>
                      <a:pt x="77" y="16"/>
                    </a:lnTo>
                    <a:lnTo>
                      <a:pt x="73" y="16"/>
                    </a:lnTo>
                    <a:lnTo>
                      <a:pt x="69" y="18"/>
                    </a:lnTo>
                    <a:lnTo>
                      <a:pt x="70" y="19"/>
                    </a:lnTo>
                    <a:lnTo>
                      <a:pt x="70" y="22"/>
                    </a:lnTo>
                    <a:lnTo>
                      <a:pt x="70" y="24"/>
                    </a:lnTo>
                    <a:lnTo>
                      <a:pt x="67" y="26"/>
                    </a:lnTo>
                    <a:lnTo>
                      <a:pt x="66" y="26"/>
                    </a:lnTo>
                    <a:lnTo>
                      <a:pt x="67" y="23"/>
                    </a:lnTo>
                    <a:lnTo>
                      <a:pt x="67" y="22"/>
                    </a:lnTo>
                    <a:lnTo>
                      <a:pt x="69" y="22"/>
                    </a:lnTo>
                    <a:lnTo>
                      <a:pt x="66" y="22"/>
                    </a:lnTo>
                    <a:lnTo>
                      <a:pt x="62" y="20"/>
                    </a:lnTo>
                    <a:lnTo>
                      <a:pt x="61" y="20"/>
                    </a:lnTo>
                    <a:lnTo>
                      <a:pt x="55" y="23"/>
                    </a:lnTo>
                    <a:lnTo>
                      <a:pt x="55" y="24"/>
                    </a:lnTo>
                    <a:lnTo>
                      <a:pt x="51" y="28"/>
                    </a:lnTo>
                    <a:lnTo>
                      <a:pt x="47" y="35"/>
                    </a:lnTo>
                    <a:lnTo>
                      <a:pt x="47" y="38"/>
                    </a:lnTo>
                    <a:lnTo>
                      <a:pt x="48" y="37"/>
                    </a:lnTo>
                    <a:lnTo>
                      <a:pt x="50" y="38"/>
                    </a:lnTo>
                    <a:lnTo>
                      <a:pt x="50" y="41"/>
                    </a:lnTo>
                    <a:lnTo>
                      <a:pt x="48" y="43"/>
                    </a:lnTo>
                    <a:lnTo>
                      <a:pt x="47" y="45"/>
                    </a:lnTo>
                    <a:lnTo>
                      <a:pt x="44" y="45"/>
                    </a:lnTo>
                    <a:lnTo>
                      <a:pt x="42" y="46"/>
                    </a:lnTo>
                    <a:lnTo>
                      <a:pt x="39" y="49"/>
                    </a:lnTo>
                    <a:lnTo>
                      <a:pt x="38" y="50"/>
                    </a:lnTo>
                    <a:lnTo>
                      <a:pt x="35" y="54"/>
                    </a:lnTo>
                    <a:lnTo>
                      <a:pt x="32" y="54"/>
                    </a:lnTo>
                    <a:lnTo>
                      <a:pt x="31" y="54"/>
                    </a:lnTo>
                    <a:lnTo>
                      <a:pt x="31" y="57"/>
                    </a:lnTo>
                    <a:lnTo>
                      <a:pt x="34" y="60"/>
                    </a:lnTo>
                    <a:lnTo>
                      <a:pt x="34" y="64"/>
                    </a:lnTo>
                    <a:lnTo>
                      <a:pt x="32" y="67"/>
                    </a:lnTo>
                    <a:lnTo>
                      <a:pt x="31" y="67"/>
                    </a:lnTo>
                    <a:lnTo>
                      <a:pt x="28" y="64"/>
                    </a:lnTo>
                    <a:lnTo>
                      <a:pt x="28" y="62"/>
                    </a:lnTo>
                    <a:lnTo>
                      <a:pt x="29" y="61"/>
                    </a:lnTo>
                    <a:lnTo>
                      <a:pt x="27" y="61"/>
                    </a:lnTo>
                    <a:lnTo>
                      <a:pt x="27" y="58"/>
                    </a:lnTo>
                    <a:lnTo>
                      <a:pt x="23" y="56"/>
                    </a:lnTo>
                    <a:lnTo>
                      <a:pt x="23" y="57"/>
                    </a:lnTo>
                    <a:lnTo>
                      <a:pt x="23" y="60"/>
                    </a:lnTo>
                    <a:lnTo>
                      <a:pt x="24" y="62"/>
                    </a:lnTo>
                    <a:lnTo>
                      <a:pt x="23" y="67"/>
                    </a:lnTo>
                    <a:lnTo>
                      <a:pt x="21" y="71"/>
                    </a:lnTo>
                    <a:lnTo>
                      <a:pt x="20" y="72"/>
                    </a:lnTo>
                    <a:lnTo>
                      <a:pt x="19" y="72"/>
                    </a:lnTo>
                    <a:lnTo>
                      <a:pt x="16" y="76"/>
                    </a:lnTo>
                    <a:lnTo>
                      <a:pt x="17" y="76"/>
                    </a:lnTo>
                    <a:lnTo>
                      <a:pt x="17" y="80"/>
                    </a:lnTo>
                    <a:lnTo>
                      <a:pt x="17" y="83"/>
                    </a:lnTo>
                    <a:lnTo>
                      <a:pt x="20" y="87"/>
                    </a:lnTo>
                    <a:lnTo>
                      <a:pt x="21" y="86"/>
                    </a:lnTo>
                    <a:lnTo>
                      <a:pt x="23" y="86"/>
                    </a:lnTo>
                    <a:lnTo>
                      <a:pt x="24" y="87"/>
                    </a:lnTo>
                    <a:lnTo>
                      <a:pt x="24" y="90"/>
                    </a:lnTo>
                    <a:lnTo>
                      <a:pt x="23" y="92"/>
                    </a:lnTo>
                    <a:lnTo>
                      <a:pt x="23" y="94"/>
                    </a:lnTo>
                    <a:lnTo>
                      <a:pt x="24" y="95"/>
                    </a:lnTo>
                    <a:lnTo>
                      <a:pt x="24" y="99"/>
                    </a:lnTo>
                    <a:lnTo>
                      <a:pt x="23" y="100"/>
                    </a:lnTo>
                    <a:lnTo>
                      <a:pt x="21" y="102"/>
                    </a:lnTo>
                    <a:lnTo>
                      <a:pt x="23" y="103"/>
                    </a:lnTo>
                    <a:lnTo>
                      <a:pt x="23" y="106"/>
                    </a:lnTo>
                    <a:lnTo>
                      <a:pt x="23" y="110"/>
                    </a:lnTo>
                    <a:lnTo>
                      <a:pt x="23" y="117"/>
                    </a:lnTo>
                    <a:lnTo>
                      <a:pt x="21" y="119"/>
                    </a:lnTo>
                    <a:lnTo>
                      <a:pt x="21" y="121"/>
                    </a:lnTo>
                    <a:lnTo>
                      <a:pt x="23" y="124"/>
                    </a:lnTo>
                    <a:lnTo>
                      <a:pt x="25" y="122"/>
                    </a:lnTo>
                    <a:lnTo>
                      <a:pt x="24" y="124"/>
                    </a:lnTo>
                    <a:lnTo>
                      <a:pt x="27" y="126"/>
                    </a:lnTo>
                    <a:lnTo>
                      <a:pt x="28" y="126"/>
                    </a:lnTo>
                    <a:lnTo>
                      <a:pt x="28" y="128"/>
                    </a:lnTo>
                    <a:lnTo>
                      <a:pt x="27" y="129"/>
                    </a:lnTo>
                    <a:lnTo>
                      <a:pt x="25" y="132"/>
                    </a:lnTo>
                    <a:lnTo>
                      <a:pt x="20" y="137"/>
                    </a:lnTo>
                    <a:lnTo>
                      <a:pt x="19" y="140"/>
                    </a:lnTo>
                    <a:lnTo>
                      <a:pt x="14" y="144"/>
                    </a:lnTo>
                    <a:lnTo>
                      <a:pt x="9" y="145"/>
                    </a:lnTo>
                    <a:lnTo>
                      <a:pt x="5" y="148"/>
                    </a:lnTo>
                    <a:lnTo>
                      <a:pt x="1" y="155"/>
                    </a:lnTo>
                    <a:lnTo>
                      <a:pt x="1" y="159"/>
                    </a:lnTo>
                    <a:lnTo>
                      <a:pt x="0" y="162"/>
                    </a:lnTo>
                    <a:lnTo>
                      <a:pt x="4" y="163"/>
                    </a:lnTo>
                    <a:lnTo>
                      <a:pt x="9" y="167"/>
                    </a:lnTo>
                    <a:lnTo>
                      <a:pt x="14" y="171"/>
                    </a:lnTo>
                    <a:lnTo>
                      <a:pt x="17" y="171"/>
                    </a:lnTo>
                    <a:lnTo>
                      <a:pt x="21" y="174"/>
                    </a:lnTo>
                    <a:lnTo>
                      <a:pt x="20" y="177"/>
                    </a:lnTo>
                    <a:lnTo>
                      <a:pt x="21" y="178"/>
                    </a:lnTo>
                    <a:lnTo>
                      <a:pt x="25" y="179"/>
                    </a:lnTo>
                    <a:lnTo>
                      <a:pt x="29" y="181"/>
                    </a:lnTo>
                    <a:lnTo>
                      <a:pt x="32" y="182"/>
                    </a:lnTo>
                    <a:lnTo>
                      <a:pt x="36" y="183"/>
                    </a:lnTo>
                    <a:lnTo>
                      <a:pt x="38" y="182"/>
                    </a:lnTo>
                    <a:lnTo>
                      <a:pt x="38" y="179"/>
                    </a:lnTo>
                    <a:lnTo>
                      <a:pt x="40" y="177"/>
                    </a:lnTo>
                    <a:lnTo>
                      <a:pt x="42" y="178"/>
                    </a:lnTo>
                    <a:lnTo>
                      <a:pt x="46" y="179"/>
                    </a:lnTo>
                    <a:lnTo>
                      <a:pt x="47" y="181"/>
                    </a:lnTo>
                    <a:lnTo>
                      <a:pt x="48" y="182"/>
                    </a:lnTo>
                    <a:lnTo>
                      <a:pt x="50" y="183"/>
                    </a:lnTo>
                    <a:lnTo>
                      <a:pt x="50" y="183"/>
                    </a:lnTo>
                    <a:lnTo>
                      <a:pt x="51" y="183"/>
                    </a:lnTo>
                    <a:lnTo>
                      <a:pt x="53" y="185"/>
                    </a:lnTo>
                    <a:lnTo>
                      <a:pt x="58" y="186"/>
                    </a:lnTo>
                    <a:lnTo>
                      <a:pt x="61" y="186"/>
                    </a:lnTo>
                    <a:lnTo>
                      <a:pt x="62" y="189"/>
                    </a:lnTo>
                    <a:lnTo>
                      <a:pt x="66" y="191"/>
                    </a:lnTo>
                    <a:lnTo>
                      <a:pt x="66" y="194"/>
                    </a:lnTo>
                    <a:lnTo>
                      <a:pt x="69" y="200"/>
                    </a:lnTo>
                    <a:lnTo>
                      <a:pt x="70" y="200"/>
                    </a:lnTo>
                    <a:lnTo>
                      <a:pt x="77" y="201"/>
                    </a:lnTo>
                    <a:lnTo>
                      <a:pt x="80" y="205"/>
                    </a:lnTo>
                    <a:lnTo>
                      <a:pt x="80" y="209"/>
                    </a:lnTo>
                    <a:lnTo>
                      <a:pt x="81" y="209"/>
                    </a:lnTo>
                    <a:lnTo>
                      <a:pt x="82" y="211"/>
                    </a:lnTo>
                    <a:lnTo>
                      <a:pt x="84" y="215"/>
                    </a:lnTo>
                    <a:lnTo>
                      <a:pt x="84" y="216"/>
                    </a:lnTo>
                    <a:lnTo>
                      <a:pt x="84" y="217"/>
                    </a:lnTo>
                    <a:lnTo>
                      <a:pt x="87" y="219"/>
                    </a:lnTo>
                    <a:lnTo>
                      <a:pt x="89" y="217"/>
                    </a:lnTo>
                    <a:lnTo>
                      <a:pt x="92" y="219"/>
                    </a:lnTo>
                    <a:lnTo>
                      <a:pt x="96" y="219"/>
                    </a:lnTo>
                    <a:lnTo>
                      <a:pt x="97" y="217"/>
                    </a:lnTo>
                    <a:lnTo>
                      <a:pt x="101" y="215"/>
                    </a:lnTo>
                    <a:lnTo>
                      <a:pt x="106" y="216"/>
                    </a:lnTo>
                    <a:lnTo>
                      <a:pt x="108" y="217"/>
                    </a:lnTo>
                    <a:lnTo>
                      <a:pt x="114" y="216"/>
                    </a:lnTo>
                    <a:lnTo>
                      <a:pt x="116" y="216"/>
                    </a:lnTo>
                    <a:lnTo>
                      <a:pt x="118" y="217"/>
                    </a:lnTo>
                    <a:lnTo>
                      <a:pt x="119" y="217"/>
                    </a:lnTo>
                    <a:lnTo>
                      <a:pt x="122" y="219"/>
                    </a:lnTo>
                    <a:lnTo>
                      <a:pt x="123" y="220"/>
                    </a:lnTo>
                    <a:lnTo>
                      <a:pt x="126" y="220"/>
                    </a:lnTo>
                    <a:lnTo>
                      <a:pt x="127" y="221"/>
                    </a:lnTo>
                    <a:lnTo>
                      <a:pt x="118" y="238"/>
                    </a:lnTo>
                    <a:lnTo>
                      <a:pt x="118" y="239"/>
                    </a:lnTo>
                    <a:lnTo>
                      <a:pt x="122" y="239"/>
                    </a:lnTo>
                    <a:lnTo>
                      <a:pt x="125" y="238"/>
                    </a:lnTo>
                    <a:lnTo>
                      <a:pt x="127" y="240"/>
                    </a:lnTo>
                    <a:lnTo>
                      <a:pt x="127" y="24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8" name="Freeform 1031"/>
              <p:cNvSpPr>
                <a:spLocks noEditPoints="1"/>
              </p:cNvSpPr>
              <p:nvPr/>
            </p:nvSpPr>
            <p:spPr bwMode="auto">
              <a:xfrm>
                <a:off x="3648075" y="5029200"/>
                <a:ext cx="363538" cy="936625"/>
              </a:xfrm>
              <a:custGeom>
                <a:avLst/>
                <a:gdLst/>
                <a:ahLst/>
                <a:cxnLst>
                  <a:cxn ang="0">
                    <a:pos x="60" y="2"/>
                  </a:cxn>
                  <a:cxn ang="0">
                    <a:pos x="75" y="10"/>
                  </a:cxn>
                  <a:cxn ang="0">
                    <a:pos x="104" y="8"/>
                  </a:cxn>
                  <a:cxn ang="0">
                    <a:pos x="142" y="36"/>
                  </a:cxn>
                  <a:cxn ang="0">
                    <a:pos x="169" y="63"/>
                  </a:cxn>
                  <a:cxn ang="0">
                    <a:pos x="171" y="82"/>
                  </a:cxn>
                  <a:cxn ang="0">
                    <a:pos x="200" y="85"/>
                  </a:cxn>
                  <a:cxn ang="0">
                    <a:pos x="215" y="57"/>
                  </a:cxn>
                  <a:cxn ang="0">
                    <a:pos x="229" y="76"/>
                  </a:cxn>
                  <a:cxn ang="0">
                    <a:pos x="211" y="89"/>
                  </a:cxn>
                  <a:cxn ang="0">
                    <a:pos x="192" y="105"/>
                  </a:cxn>
                  <a:cxn ang="0">
                    <a:pos x="180" y="125"/>
                  </a:cxn>
                  <a:cxn ang="0">
                    <a:pos x="174" y="151"/>
                  </a:cxn>
                  <a:cxn ang="0">
                    <a:pos x="171" y="178"/>
                  </a:cxn>
                  <a:cxn ang="0">
                    <a:pos x="173" y="196"/>
                  </a:cxn>
                  <a:cxn ang="0">
                    <a:pos x="190" y="224"/>
                  </a:cxn>
                  <a:cxn ang="0">
                    <a:pos x="203" y="239"/>
                  </a:cxn>
                  <a:cxn ang="0">
                    <a:pos x="195" y="260"/>
                  </a:cxn>
                  <a:cxn ang="0">
                    <a:pos x="154" y="276"/>
                  </a:cxn>
                  <a:cxn ang="0">
                    <a:pos x="131" y="272"/>
                  </a:cxn>
                  <a:cxn ang="0">
                    <a:pos x="135" y="290"/>
                  </a:cxn>
                  <a:cxn ang="0">
                    <a:pos x="135" y="302"/>
                  </a:cxn>
                  <a:cxn ang="0">
                    <a:pos x="118" y="318"/>
                  </a:cxn>
                  <a:cxn ang="0">
                    <a:pos x="95" y="311"/>
                  </a:cxn>
                  <a:cxn ang="0">
                    <a:pos x="109" y="336"/>
                  </a:cxn>
                  <a:cxn ang="0">
                    <a:pos x="112" y="335"/>
                  </a:cxn>
                  <a:cxn ang="0">
                    <a:pos x="123" y="344"/>
                  </a:cxn>
                  <a:cxn ang="0">
                    <a:pos x="106" y="343"/>
                  </a:cxn>
                  <a:cxn ang="0">
                    <a:pos x="104" y="356"/>
                  </a:cxn>
                  <a:cxn ang="0">
                    <a:pos x="101" y="373"/>
                  </a:cxn>
                  <a:cxn ang="0">
                    <a:pos x="102" y="388"/>
                  </a:cxn>
                  <a:cxn ang="0">
                    <a:pos x="83" y="397"/>
                  </a:cxn>
                  <a:cxn ang="0">
                    <a:pos x="80" y="419"/>
                  </a:cxn>
                  <a:cxn ang="0">
                    <a:pos x="106" y="430"/>
                  </a:cxn>
                  <a:cxn ang="0">
                    <a:pos x="109" y="445"/>
                  </a:cxn>
                  <a:cxn ang="0">
                    <a:pos x="99" y="457"/>
                  </a:cxn>
                  <a:cxn ang="0">
                    <a:pos x="89" y="473"/>
                  </a:cxn>
                  <a:cxn ang="0">
                    <a:pos x="82" y="485"/>
                  </a:cxn>
                  <a:cxn ang="0">
                    <a:pos x="76" y="504"/>
                  </a:cxn>
                  <a:cxn ang="0">
                    <a:pos x="82" y="521"/>
                  </a:cxn>
                  <a:cxn ang="0">
                    <a:pos x="85" y="529"/>
                  </a:cxn>
                  <a:cxn ang="0">
                    <a:pos x="40" y="517"/>
                  </a:cxn>
                  <a:cxn ang="0">
                    <a:pos x="17" y="493"/>
                  </a:cxn>
                  <a:cxn ang="0">
                    <a:pos x="25" y="441"/>
                  </a:cxn>
                  <a:cxn ang="0">
                    <a:pos x="23" y="404"/>
                  </a:cxn>
                  <a:cxn ang="0">
                    <a:pos x="14" y="386"/>
                  </a:cxn>
                  <a:cxn ang="0">
                    <a:pos x="13" y="367"/>
                  </a:cxn>
                  <a:cxn ang="0">
                    <a:pos x="8" y="333"/>
                  </a:cxn>
                  <a:cxn ang="0">
                    <a:pos x="8" y="280"/>
                  </a:cxn>
                  <a:cxn ang="0">
                    <a:pos x="13" y="231"/>
                  </a:cxn>
                  <a:cxn ang="0">
                    <a:pos x="15" y="196"/>
                  </a:cxn>
                  <a:cxn ang="0">
                    <a:pos x="0" y="151"/>
                  </a:cxn>
                  <a:cxn ang="0">
                    <a:pos x="7" y="113"/>
                  </a:cxn>
                  <a:cxn ang="0">
                    <a:pos x="22" y="75"/>
                  </a:cxn>
                  <a:cxn ang="0">
                    <a:pos x="19" y="52"/>
                  </a:cxn>
                  <a:cxn ang="0">
                    <a:pos x="152" y="583"/>
                  </a:cxn>
                  <a:cxn ang="0">
                    <a:pos x="152" y="583"/>
                  </a:cxn>
                  <a:cxn ang="0">
                    <a:pos x="94" y="552"/>
                  </a:cxn>
                  <a:cxn ang="0">
                    <a:pos x="104" y="563"/>
                  </a:cxn>
                  <a:cxn ang="0">
                    <a:pos x="133" y="579"/>
                  </a:cxn>
                  <a:cxn ang="0">
                    <a:pos x="136" y="586"/>
                  </a:cxn>
                  <a:cxn ang="0">
                    <a:pos x="104" y="587"/>
                  </a:cxn>
                  <a:cxn ang="0">
                    <a:pos x="106" y="580"/>
                  </a:cxn>
                </a:cxnLst>
                <a:rect l="0" t="0" r="r" b="b"/>
                <a:pathLst>
                  <a:path w="229" h="590">
                    <a:moveTo>
                      <a:pt x="36" y="14"/>
                    </a:moveTo>
                    <a:lnTo>
                      <a:pt x="38" y="13"/>
                    </a:lnTo>
                    <a:lnTo>
                      <a:pt x="40" y="7"/>
                    </a:lnTo>
                    <a:lnTo>
                      <a:pt x="45" y="2"/>
                    </a:lnTo>
                    <a:lnTo>
                      <a:pt x="49" y="0"/>
                    </a:lnTo>
                    <a:lnTo>
                      <a:pt x="53" y="3"/>
                    </a:lnTo>
                    <a:lnTo>
                      <a:pt x="57" y="3"/>
                    </a:lnTo>
                    <a:lnTo>
                      <a:pt x="60" y="2"/>
                    </a:lnTo>
                    <a:lnTo>
                      <a:pt x="63" y="3"/>
                    </a:lnTo>
                    <a:lnTo>
                      <a:pt x="68" y="2"/>
                    </a:lnTo>
                    <a:lnTo>
                      <a:pt x="71" y="2"/>
                    </a:lnTo>
                    <a:lnTo>
                      <a:pt x="71" y="6"/>
                    </a:lnTo>
                    <a:lnTo>
                      <a:pt x="74" y="13"/>
                    </a:lnTo>
                    <a:lnTo>
                      <a:pt x="74" y="14"/>
                    </a:lnTo>
                    <a:lnTo>
                      <a:pt x="75" y="13"/>
                    </a:lnTo>
                    <a:lnTo>
                      <a:pt x="75" y="10"/>
                    </a:lnTo>
                    <a:lnTo>
                      <a:pt x="76" y="7"/>
                    </a:lnTo>
                    <a:lnTo>
                      <a:pt x="76" y="4"/>
                    </a:lnTo>
                    <a:lnTo>
                      <a:pt x="79" y="0"/>
                    </a:lnTo>
                    <a:lnTo>
                      <a:pt x="87" y="0"/>
                    </a:lnTo>
                    <a:lnTo>
                      <a:pt x="94" y="0"/>
                    </a:lnTo>
                    <a:lnTo>
                      <a:pt x="98" y="4"/>
                    </a:lnTo>
                    <a:lnTo>
                      <a:pt x="101" y="7"/>
                    </a:lnTo>
                    <a:lnTo>
                      <a:pt x="104" y="8"/>
                    </a:lnTo>
                    <a:lnTo>
                      <a:pt x="106" y="14"/>
                    </a:lnTo>
                    <a:lnTo>
                      <a:pt x="116" y="23"/>
                    </a:lnTo>
                    <a:lnTo>
                      <a:pt x="120" y="23"/>
                    </a:lnTo>
                    <a:lnTo>
                      <a:pt x="123" y="26"/>
                    </a:lnTo>
                    <a:lnTo>
                      <a:pt x="125" y="30"/>
                    </a:lnTo>
                    <a:lnTo>
                      <a:pt x="133" y="33"/>
                    </a:lnTo>
                    <a:lnTo>
                      <a:pt x="139" y="36"/>
                    </a:lnTo>
                    <a:lnTo>
                      <a:pt x="142" y="36"/>
                    </a:lnTo>
                    <a:lnTo>
                      <a:pt x="148" y="41"/>
                    </a:lnTo>
                    <a:lnTo>
                      <a:pt x="154" y="44"/>
                    </a:lnTo>
                    <a:lnTo>
                      <a:pt x="163" y="45"/>
                    </a:lnTo>
                    <a:lnTo>
                      <a:pt x="166" y="49"/>
                    </a:lnTo>
                    <a:lnTo>
                      <a:pt x="170" y="53"/>
                    </a:lnTo>
                    <a:lnTo>
                      <a:pt x="171" y="56"/>
                    </a:lnTo>
                    <a:lnTo>
                      <a:pt x="171" y="59"/>
                    </a:lnTo>
                    <a:lnTo>
                      <a:pt x="169" y="63"/>
                    </a:lnTo>
                    <a:lnTo>
                      <a:pt x="166" y="64"/>
                    </a:lnTo>
                    <a:lnTo>
                      <a:pt x="165" y="67"/>
                    </a:lnTo>
                    <a:lnTo>
                      <a:pt x="166" y="70"/>
                    </a:lnTo>
                    <a:lnTo>
                      <a:pt x="163" y="75"/>
                    </a:lnTo>
                    <a:lnTo>
                      <a:pt x="159" y="80"/>
                    </a:lnTo>
                    <a:lnTo>
                      <a:pt x="159" y="83"/>
                    </a:lnTo>
                    <a:lnTo>
                      <a:pt x="161" y="83"/>
                    </a:lnTo>
                    <a:lnTo>
                      <a:pt x="171" y="82"/>
                    </a:lnTo>
                    <a:lnTo>
                      <a:pt x="180" y="85"/>
                    </a:lnTo>
                    <a:lnTo>
                      <a:pt x="185" y="87"/>
                    </a:lnTo>
                    <a:lnTo>
                      <a:pt x="189" y="86"/>
                    </a:lnTo>
                    <a:lnTo>
                      <a:pt x="190" y="86"/>
                    </a:lnTo>
                    <a:lnTo>
                      <a:pt x="192" y="87"/>
                    </a:lnTo>
                    <a:lnTo>
                      <a:pt x="195" y="85"/>
                    </a:lnTo>
                    <a:lnTo>
                      <a:pt x="196" y="83"/>
                    </a:lnTo>
                    <a:lnTo>
                      <a:pt x="200" y="85"/>
                    </a:lnTo>
                    <a:lnTo>
                      <a:pt x="201" y="80"/>
                    </a:lnTo>
                    <a:lnTo>
                      <a:pt x="203" y="78"/>
                    </a:lnTo>
                    <a:lnTo>
                      <a:pt x="210" y="72"/>
                    </a:lnTo>
                    <a:lnTo>
                      <a:pt x="211" y="70"/>
                    </a:lnTo>
                    <a:lnTo>
                      <a:pt x="212" y="67"/>
                    </a:lnTo>
                    <a:lnTo>
                      <a:pt x="215" y="64"/>
                    </a:lnTo>
                    <a:lnTo>
                      <a:pt x="215" y="59"/>
                    </a:lnTo>
                    <a:lnTo>
                      <a:pt x="215" y="57"/>
                    </a:lnTo>
                    <a:lnTo>
                      <a:pt x="215" y="53"/>
                    </a:lnTo>
                    <a:lnTo>
                      <a:pt x="218" y="52"/>
                    </a:lnTo>
                    <a:lnTo>
                      <a:pt x="224" y="52"/>
                    </a:lnTo>
                    <a:lnTo>
                      <a:pt x="224" y="55"/>
                    </a:lnTo>
                    <a:lnTo>
                      <a:pt x="227" y="61"/>
                    </a:lnTo>
                    <a:lnTo>
                      <a:pt x="227" y="66"/>
                    </a:lnTo>
                    <a:lnTo>
                      <a:pt x="229" y="71"/>
                    </a:lnTo>
                    <a:lnTo>
                      <a:pt x="229" y="76"/>
                    </a:lnTo>
                    <a:lnTo>
                      <a:pt x="227" y="79"/>
                    </a:lnTo>
                    <a:lnTo>
                      <a:pt x="224" y="79"/>
                    </a:lnTo>
                    <a:lnTo>
                      <a:pt x="222" y="80"/>
                    </a:lnTo>
                    <a:lnTo>
                      <a:pt x="220" y="82"/>
                    </a:lnTo>
                    <a:lnTo>
                      <a:pt x="219" y="83"/>
                    </a:lnTo>
                    <a:lnTo>
                      <a:pt x="218" y="83"/>
                    </a:lnTo>
                    <a:lnTo>
                      <a:pt x="212" y="87"/>
                    </a:lnTo>
                    <a:lnTo>
                      <a:pt x="211" y="89"/>
                    </a:lnTo>
                    <a:lnTo>
                      <a:pt x="208" y="89"/>
                    </a:lnTo>
                    <a:lnTo>
                      <a:pt x="204" y="94"/>
                    </a:lnTo>
                    <a:lnTo>
                      <a:pt x="201" y="94"/>
                    </a:lnTo>
                    <a:lnTo>
                      <a:pt x="201" y="98"/>
                    </a:lnTo>
                    <a:lnTo>
                      <a:pt x="200" y="98"/>
                    </a:lnTo>
                    <a:lnTo>
                      <a:pt x="197" y="98"/>
                    </a:lnTo>
                    <a:lnTo>
                      <a:pt x="193" y="104"/>
                    </a:lnTo>
                    <a:lnTo>
                      <a:pt x="192" y="105"/>
                    </a:lnTo>
                    <a:lnTo>
                      <a:pt x="193" y="109"/>
                    </a:lnTo>
                    <a:lnTo>
                      <a:pt x="190" y="109"/>
                    </a:lnTo>
                    <a:lnTo>
                      <a:pt x="189" y="112"/>
                    </a:lnTo>
                    <a:lnTo>
                      <a:pt x="186" y="116"/>
                    </a:lnTo>
                    <a:lnTo>
                      <a:pt x="185" y="119"/>
                    </a:lnTo>
                    <a:lnTo>
                      <a:pt x="182" y="123"/>
                    </a:lnTo>
                    <a:lnTo>
                      <a:pt x="182" y="124"/>
                    </a:lnTo>
                    <a:lnTo>
                      <a:pt x="180" y="125"/>
                    </a:lnTo>
                    <a:lnTo>
                      <a:pt x="178" y="128"/>
                    </a:lnTo>
                    <a:lnTo>
                      <a:pt x="177" y="131"/>
                    </a:lnTo>
                    <a:lnTo>
                      <a:pt x="176" y="133"/>
                    </a:lnTo>
                    <a:lnTo>
                      <a:pt x="176" y="139"/>
                    </a:lnTo>
                    <a:lnTo>
                      <a:pt x="174" y="140"/>
                    </a:lnTo>
                    <a:lnTo>
                      <a:pt x="176" y="143"/>
                    </a:lnTo>
                    <a:lnTo>
                      <a:pt x="176" y="150"/>
                    </a:lnTo>
                    <a:lnTo>
                      <a:pt x="174" y="151"/>
                    </a:lnTo>
                    <a:lnTo>
                      <a:pt x="174" y="154"/>
                    </a:lnTo>
                    <a:lnTo>
                      <a:pt x="173" y="157"/>
                    </a:lnTo>
                    <a:lnTo>
                      <a:pt x="174" y="162"/>
                    </a:lnTo>
                    <a:lnTo>
                      <a:pt x="173" y="163"/>
                    </a:lnTo>
                    <a:lnTo>
                      <a:pt x="174" y="170"/>
                    </a:lnTo>
                    <a:lnTo>
                      <a:pt x="176" y="174"/>
                    </a:lnTo>
                    <a:lnTo>
                      <a:pt x="174" y="176"/>
                    </a:lnTo>
                    <a:lnTo>
                      <a:pt x="171" y="178"/>
                    </a:lnTo>
                    <a:lnTo>
                      <a:pt x="171" y="180"/>
                    </a:lnTo>
                    <a:lnTo>
                      <a:pt x="171" y="180"/>
                    </a:lnTo>
                    <a:lnTo>
                      <a:pt x="171" y="180"/>
                    </a:lnTo>
                    <a:lnTo>
                      <a:pt x="170" y="185"/>
                    </a:lnTo>
                    <a:lnTo>
                      <a:pt x="171" y="191"/>
                    </a:lnTo>
                    <a:lnTo>
                      <a:pt x="171" y="192"/>
                    </a:lnTo>
                    <a:lnTo>
                      <a:pt x="173" y="193"/>
                    </a:lnTo>
                    <a:lnTo>
                      <a:pt x="173" y="196"/>
                    </a:lnTo>
                    <a:lnTo>
                      <a:pt x="171" y="197"/>
                    </a:lnTo>
                    <a:lnTo>
                      <a:pt x="174" y="200"/>
                    </a:lnTo>
                    <a:lnTo>
                      <a:pt x="180" y="204"/>
                    </a:lnTo>
                    <a:lnTo>
                      <a:pt x="185" y="207"/>
                    </a:lnTo>
                    <a:lnTo>
                      <a:pt x="193" y="212"/>
                    </a:lnTo>
                    <a:lnTo>
                      <a:pt x="195" y="215"/>
                    </a:lnTo>
                    <a:lnTo>
                      <a:pt x="195" y="218"/>
                    </a:lnTo>
                    <a:lnTo>
                      <a:pt x="190" y="224"/>
                    </a:lnTo>
                    <a:lnTo>
                      <a:pt x="190" y="226"/>
                    </a:lnTo>
                    <a:lnTo>
                      <a:pt x="193" y="230"/>
                    </a:lnTo>
                    <a:lnTo>
                      <a:pt x="196" y="233"/>
                    </a:lnTo>
                    <a:lnTo>
                      <a:pt x="200" y="233"/>
                    </a:lnTo>
                    <a:lnTo>
                      <a:pt x="201" y="231"/>
                    </a:lnTo>
                    <a:lnTo>
                      <a:pt x="203" y="231"/>
                    </a:lnTo>
                    <a:lnTo>
                      <a:pt x="203" y="234"/>
                    </a:lnTo>
                    <a:lnTo>
                      <a:pt x="203" y="239"/>
                    </a:lnTo>
                    <a:lnTo>
                      <a:pt x="203" y="242"/>
                    </a:lnTo>
                    <a:lnTo>
                      <a:pt x="199" y="246"/>
                    </a:lnTo>
                    <a:lnTo>
                      <a:pt x="199" y="252"/>
                    </a:lnTo>
                    <a:lnTo>
                      <a:pt x="197" y="253"/>
                    </a:lnTo>
                    <a:lnTo>
                      <a:pt x="197" y="252"/>
                    </a:lnTo>
                    <a:lnTo>
                      <a:pt x="196" y="252"/>
                    </a:lnTo>
                    <a:lnTo>
                      <a:pt x="195" y="257"/>
                    </a:lnTo>
                    <a:lnTo>
                      <a:pt x="195" y="260"/>
                    </a:lnTo>
                    <a:lnTo>
                      <a:pt x="195" y="263"/>
                    </a:lnTo>
                    <a:lnTo>
                      <a:pt x="186" y="268"/>
                    </a:lnTo>
                    <a:lnTo>
                      <a:pt x="180" y="269"/>
                    </a:lnTo>
                    <a:lnTo>
                      <a:pt x="180" y="268"/>
                    </a:lnTo>
                    <a:lnTo>
                      <a:pt x="178" y="269"/>
                    </a:lnTo>
                    <a:lnTo>
                      <a:pt x="170" y="273"/>
                    </a:lnTo>
                    <a:lnTo>
                      <a:pt x="161" y="276"/>
                    </a:lnTo>
                    <a:lnTo>
                      <a:pt x="154" y="276"/>
                    </a:lnTo>
                    <a:lnTo>
                      <a:pt x="150" y="275"/>
                    </a:lnTo>
                    <a:lnTo>
                      <a:pt x="146" y="276"/>
                    </a:lnTo>
                    <a:lnTo>
                      <a:pt x="142" y="276"/>
                    </a:lnTo>
                    <a:lnTo>
                      <a:pt x="139" y="275"/>
                    </a:lnTo>
                    <a:lnTo>
                      <a:pt x="135" y="273"/>
                    </a:lnTo>
                    <a:lnTo>
                      <a:pt x="133" y="273"/>
                    </a:lnTo>
                    <a:lnTo>
                      <a:pt x="132" y="271"/>
                    </a:lnTo>
                    <a:lnTo>
                      <a:pt x="131" y="272"/>
                    </a:lnTo>
                    <a:lnTo>
                      <a:pt x="131" y="275"/>
                    </a:lnTo>
                    <a:lnTo>
                      <a:pt x="132" y="276"/>
                    </a:lnTo>
                    <a:lnTo>
                      <a:pt x="132" y="282"/>
                    </a:lnTo>
                    <a:lnTo>
                      <a:pt x="133" y="283"/>
                    </a:lnTo>
                    <a:lnTo>
                      <a:pt x="132" y="284"/>
                    </a:lnTo>
                    <a:lnTo>
                      <a:pt x="135" y="284"/>
                    </a:lnTo>
                    <a:lnTo>
                      <a:pt x="136" y="287"/>
                    </a:lnTo>
                    <a:lnTo>
                      <a:pt x="135" y="290"/>
                    </a:lnTo>
                    <a:lnTo>
                      <a:pt x="135" y="290"/>
                    </a:lnTo>
                    <a:lnTo>
                      <a:pt x="135" y="291"/>
                    </a:lnTo>
                    <a:lnTo>
                      <a:pt x="132" y="292"/>
                    </a:lnTo>
                    <a:lnTo>
                      <a:pt x="132" y="294"/>
                    </a:lnTo>
                    <a:lnTo>
                      <a:pt x="131" y="297"/>
                    </a:lnTo>
                    <a:lnTo>
                      <a:pt x="131" y="299"/>
                    </a:lnTo>
                    <a:lnTo>
                      <a:pt x="133" y="302"/>
                    </a:lnTo>
                    <a:lnTo>
                      <a:pt x="135" y="302"/>
                    </a:lnTo>
                    <a:lnTo>
                      <a:pt x="135" y="305"/>
                    </a:lnTo>
                    <a:lnTo>
                      <a:pt x="133" y="306"/>
                    </a:lnTo>
                    <a:lnTo>
                      <a:pt x="135" y="309"/>
                    </a:lnTo>
                    <a:lnTo>
                      <a:pt x="133" y="311"/>
                    </a:lnTo>
                    <a:lnTo>
                      <a:pt x="131" y="313"/>
                    </a:lnTo>
                    <a:lnTo>
                      <a:pt x="131" y="314"/>
                    </a:lnTo>
                    <a:lnTo>
                      <a:pt x="127" y="318"/>
                    </a:lnTo>
                    <a:lnTo>
                      <a:pt x="118" y="318"/>
                    </a:lnTo>
                    <a:lnTo>
                      <a:pt x="114" y="317"/>
                    </a:lnTo>
                    <a:lnTo>
                      <a:pt x="109" y="313"/>
                    </a:lnTo>
                    <a:lnTo>
                      <a:pt x="104" y="311"/>
                    </a:lnTo>
                    <a:lnTo>
                      <a:pt x="101" y="311"/>
                    </a:lnTo>
                    <a:lnTo>
                      <a:pt x="99" y="310"/>
                    </a:lnTo>
                    <a:lnTo>
                      <a:pt x="101" y="309"/>
                    </a:lnTo>
                    <a:lnTo>
                      <a:pt x="98" y="309"/>
                    </a:lnTo>
                    <a:lnTo>
                      <a:pt x="95" y="311"/>
                    </a:lnTo>
                    <a:lnTo>
                      <a:pt x="95" y="317"/>
                    </a:lnTo>
                    <a:lnTo>
                      <a:pt x="98" y="320"/>
                    </a:lnTo>
                    <a:lnTo>
                      <a:pt x="99" y="325"/>
                    </a:lnTo>
                    <a:lnTo>
                      <a:pt x="99" y="332"/>
                    </a:lnTo>
                    <a:lnTo>
                      <a:pt x="101" y="335"/>
                    </a:lnTo>
                    <a:lnTo>
                      <a:pt x="104" y="336"/>
                    </a:lnTo>
                    <a:lnTo>
                      <a:pt x="108" y="336"/>
                    </a:lnTo>
                    <a:lnTo>
                      <a:pt x="109" y="336"/>
                    </a:lnTo>
                    <a:lnTo>
                      <a:pt x="108" y="337"/>
                    </a:lnTo>
                    <a:lnTo>
                      <a:pt x="106" y="339"/>
                    </a:lnTo>
                    <a:lnTo>
                      <a:pt x="109" y="340"/>
                    </a:lnTo>
                    <a:lnTo>
                      <a:pt x="113" y="339"/>
                    </a:lnTo>
                    <a:lnTo>
                      <a:pt x="113" y="337"/>
                    </a:lnTo>
                    <a:lnTo>
                      <a:pt x="112" y="336"/>
                    </a:lnTo>
                    <a:lnTo>
                      <a:pt x="110" y="336"/>
                    </a:lnTo>
                    <a:lnTo>
                      <a:pt x="112" y="335"/>
                    </a:lnTo>
                    <a:lnTo>
                      <a:pt x="114" y="335"/>
                    </a:lnTo>
                    <a:lnTo>
                      <a:pt x="117" y="332"/>
                    </a:lnTo>
                    <a:lnTo>
                      <a:pt x="118" y="332"/>
                    </a:lnTo>
                    <a:lnTo>
                      <a:pt x="121" y="336"/>
                    </a:lnTo>
                    <a:lnTo>
                      <a:pt x="120" y="339"/>
                    </a:lnTo>
                    <a:lnTo>
                      <a:pt x="118" y="339"/>
                    </a:lnTo>
                    <a:lnTo>
                      <a:pt x="121" y="341"/>
                    </a:lnTo>
                    <a:lnTo>
                      <a:pt x="123" y="344"/>
                    </a:lnTo>
                    <a:lnTo>
                      <a:pt x="121" y="347"/>
                    </a:lnTo>
                    <a:lnTo>
                      <a:pt x="116" y="349"/>
                    </a:lnTo>
                    <a:lnTo>
                      <a:pt x="114" y="349"/>
                    </a:lnTo>
                    <a:lnTo>
                      <a:pt x="113" y="347"/>
                    </a:lnTo>
                    <a:lnTo>
                      <a:pt x="113" y="345"/>
                    </a:lnTo>
                    <a:lnTo>
                      <a:pt x="113" y="344"/>
                    </a:lnTo>
                    <a:lnTo>
                      <a:pt x="110" y="341"/>
                    </a:lnTo>
                    <a:lnTo>
                      <a:pt x="106" y="343"/>
                    </a:lnTo>
                    <a:lnTo>
                      <a:pt x="104" y="345"/>
                    </a:lnTo>
                    <a:lnTo>
                      <a:pt x="104" y="347"/>
                    </a:lnTo>
                    <a:lnTo>
                      <a:pt x="104" y="348"/>
                    </a:lnTo>
                    <a:lnTo>
                      <a:pt x="108" y="349"/>
                    </a:lnTo>
                    <a:lnTo>
                      <a:pt x="112" y="349"/>
                    </a:lnTo>
                    <a:lnTo>
                      <a:pt x="112" y="352"/>
                    </a:lnTo>
                    <a:lnTo>
                      <a:pt x="108" y="355"/>
                    </a:lnTo>
                    <a:lnTo>
                      <a:pt x="104" y="356"/>
                    </a:lnTo>
                    <a:lnTo>
                      <a:pt x="102" y="358"/>
                    </a:lnTo>
                    <a:lnTo>
                      <a:pt x="104" y="359"/>
                    </a:lnTo>
                    <a:lnTo>
                      <a:pt x="102" y="362"/>
                    </a:lnTo>
                    <a:lnTo>
                      <a:pt x="99" y="364"/>
                    </a:lnTo>
                    <a:lnTo>
                      <a:pt x="101" y="367"/>
                    </a:lnTo>
                    <a:lnTo>
                      <a:pt x="102" y="370"/>
                    </a:lnTo>
                    <a:lnTo>
                      <a:pt x="102" y="371"/>
                    </a:lnTo>
                    <a:lnTo>
                      <a:pt x="101" y="373"/>
                    </a:lnTo>
                    <a:lnTo>
                      <a:pt x="105" y="377"/>
                    </a:lnTo>
                    <a:lnTo>
                      <a:pt x="105" y="378"/>
                    </a:lnTo>
                    <a:lnTo>
                      <a:pt x="104" y="379"/>
                    </a:lnTo>
                    <a:lnTo>
                      <a:pt x="104" y="381"/>
                    </a:lnTo>
                    <a:lnTo>
                      <a:pt x="99" y="383"/>
                    </a:lnTo>
                    <a:lnTo>
                      <a:pt x="99" y="385"/>
                    </a:lnTo>
                    <a:lnTo>
                      <a:pt x="99" y="386"/>
                    </a:lnTo>
                    <a:lnTo>
                      <a:pt x="102" y="388"/>
                    </a:lnTo>
                    <a:lnTo>
                      <a:pt x="104" y="389"/>
                    </a:lnTo>
                    <a:lnTo>
                      <a:pt x="104" y="390"/>
                    </a:lnTo>
                    <a:lnTo>
                      <a:pt x="98" y="392"/>
                    </a:lnTo>
                    <a:lnTo>
                      <a:pt x="95" y="390"/>
                    </a:lnTo>
                    <a:lnTo>
                      <a:pt x="91" y="392"/>
                    </a:lnTo>
                    <a:lnTo>
                      <a:pt x="89" y="394"/>
                    </a:lnTo>
                    <a:lnTo>
                      <a:pt x="86" y="394"/>
                    </a:lnTo>
                    <a:lnTo>
                      <a:pt x="83" y="397"/>
                    </a:lnTo>
                    <a:lnTo>
                      <a:pt x="82" y="398"/>
                    </a:lnTo>
                    <a:lnTo>
                      <a:pt x="80" y="401"/>
                    </a:lnTo>
                    <a:lnTo>
                      <a:pt x="79" y="404"/>
                    </a:lnTo>
                    <a:lnTo>
                      <a:pt x="76" y="405"/>
                    </a:lnTo>
                    <a:lnTo>
                      <a:pt x="76" y="408"/>
                    </a:lnTo>
                    <a:lnTo>
                      <a:pt x="78" y="411"/>
                    </a:lnTo>
                    <a:lnTo>
                      <a:pt x="78" y="413"/>
                    </a:lnTo>
                    <a:lnTo>
                      <a:pt x="80" y="419"/>
                    </a:lnTo>
                    <a:lnTo>
                      <a:pt x="85" y="420"/>
                    </a:lnTo>
                    <a:lnTo>
                      <a:pt x="86" y="421"/>
                    </a:lnTo>
                    <a:lnTo>
                      <a:pt x="90" y="424"/>
                    </a:lnTo>
                    <a:lnTo>
                      <a:pt x="95" y="430"/>
                    </a:lnTo>
                    <a:lnTo>
                      <a:pt x="99" y="430"/>
                    </a:lnTo>
                    <a:lnTo>
                      <a:pt x="102" y="430"/>
                    </a:lnTo>
                    <a:lnTo>
                      <a:pt x="104" y="428"/>
                    </a:lnTo>
                    <a:lnTo>
                      <a:pt x="106" y="430"/>
                    </a:lnTo>
                    <a:lnTo>
                      <a:pt x="108" y="431"/>
                    </a:lnTo>
                    <a:lnTo>
                      <a:pt x="106" y="432"/>
                    </a:lnTo>
                    <a:lnTo>
                      <a:pt x="106" y="434"/>
                    </a:lnTo>
                    <a:lnTo>
                      <a:pt x="108" y="436"/>
                    </a:lnTo>
                    <a:lnTo>
                      <a:pt x="108" y="439"/>
                    </a:lnTo>
                    <a:lnTo>
                      <a:pt x="105" y="442"/>
                    </a:lnTo>
                    <a:lnTo>
                      <a:pt x="106" y="442"/>
                    </a:lnTo>
                    <a:lnTo>
                      <a:pt x="109" y="445"/>
                    </a:lnTo>
                    <a:lnTo>
                      <a:pt x="108" y="445"/>
                    </a:lnTo>
                    <a:lnTo>
                      <a:pt x="108" y="447"/>
                    </a:lnTo>
                    <a:lnTo>
                      <a:pt x="108" y="449"/>
                    </a:lnTo>
                    <a:lnTo>
                      <a:pt x="105" y="450"/>
                    </a:lnTo>
                    <a:lnTo>
                      <a:pt x="104" y="451"/>
                    </a:lnTo>
                    <a:lnTo>
                      <a:pt x="102" y="454"/>
                    </a:lnTo>
                    <a:lnTo>
                      <a:pt x="101" y="454"/>
                    </a:lnTo>
                    <a:lnTo>
                      <a:pt x="99" y="457"/>
                    </a:lnTo>
                    <a:lnTo>
                      <a:pt x="98" y="461"/>
                    </a:lnTo>
                    <a:lnTo>
                      <a:pt x="95" y="461"/>
                    </a:lnTo>
                    <a:lnTo>
                      <a:pt x="93" y="464"/>
                    </a:lnTo>
                    <a:lnTo>
                      <a:pt x="91" y="468"/>
                    </a:lnTo>
                    <a:lnTo>
                      <a:pt x="90" y="470"/>
                    </a:lnTo>
                    <a:lnTo>
                      <a:pt x="89" y="473"/>
                    </a:lnTo>
                    <a:lnTo>
                      <a:pt x="87" y="474"/>
                    </a:lnTo>
                    <a:lnTo>
                      <a:pt x="89" y="473"/>
                    </a:lnTo>
                    <a:lnTo>
                      <a:pt x="91" y="474"/>
                    </a:lnTo>
                    <a:lnTo>
                      <a:pt x="91" y="479"/>
                    </a:lnTo>
                    <a:lnTo>
                      <a:pt x="91" y="480"/>
                    </a:lnTo>
                    <a:lnTo>
                      <a:pt x="89" y="484"/>
                    </a:lnTo>
                    <a:lnTo>
                      <a:pt x="89" y="485"/>
                    </a:lnTo>
                    <a:lnTo>
                      <a:pt x="85" y="488"/>
                    </a:lnTo>
                    <a:lnTo>
                      <a:pt x="83" y="488"/>
                    </a:lnTo>
                    <a:lnTo>
                      <a:pt x="82" y="485"/>
                    </a:lnTo>
                    <a:lnTo>
                      <a:pt x="79" y="484"/>
                    </a:lnTo>
                    <a:lnTo>
                      <a:pt x="80" y="487"/>
                    </a:lnTo>
                    <a:lnTo>
                      <a:pt x="80" y="488"/>
                    </a:lnTo>
                    <a:lnTo>
                      <a:pt x="82" y="489"/>
                    </a:lnTo>
                    <a:lnTo>
                      <a:pt x="80" y="492"/>
                    </a:lnTo>
                    <a:lnTo>
                      <a:pt x="76" y="495"/>
                    </a:lnTo>
                    <a:lnTo>
                      <a:pt x="75" y="499"/>
                    </a:lnTo>
                    <a:lnTo>
                      <a:pt x="76" y="504"/>
                    </a:lnTo>
                    <a:lnTo>
                      <a:pt x="79" y="508"/>
                    </a:lnTo>
                    <a:lnTo>
                      <a:pt x="80" y="515"/>
                    </a:lnTo>
                    <a:lnTo>
                      <a:pt x="80" y="517"/>
                    </a:lnTo>
                    <a:lnTo>
                      <a:pt x="82" y="517"/>
                    </a:lnTo>
                    <a:lnTo>
                      <a:pt x="82" y="519"/>
                    </a:lnTo>
                    <a:lnTo>
                      <a:pt x="79" y="521"/>
                    </a:lnTo>
                    <a:lnTo>
                      <a:pt x="80" y="522"/>
                    </a:lnTo>
                    <a:lnTo>
                      <a:pt x="82" y="521"/>
                    </a:lnTo>
                    <a:lnTo>
                      <a:pt x="85" y="523"/>
                    </a:lnTo>
                    <a:lnTo>
                      <a:pt x="86" y="526"/>
                    </a:lnTo>
                    <a:lnTo>
                      <a:pt x="90" y="529"/>
                    </a:lnTo>
                    <a:lnTo>
                      <a:pt x="93" y="532"/>
                    </a:lnTo>
                    <a:lnTo>
                      <a:pt x="93" y="534"/>
                    </a:lnTo>
                    <a:lnTo>
                      <a:pt x="93" y="534"/>
                    </a:lnTo>
                    <a:lnTo>
                      <a:pt x="89" y="533"/>
                    </a:lnTo>
                    <a:lnTo>
                      <a:pt x="85" y="529"/>
                    </a:lnTo>
                    <a:lnTo>
                      <a:pt x="82" y="529"/>
                    </a:lnTo>
                    <a:lnTo>
                      <a:pt x="80" y="527"/>
                    </a:lnTo>
                    <a:lnTo>
                      <a:pt x="63" y="527"/>
                    </a:lnTo>
                    <a:lnTo>
                      <a:pt x="52" y="529"/>
                    </a:lnTo>
                    <a:lnTo>
                      <a:pt x="49" y="527"/>
                    </a:lnTo>
                    <a:lnTo>
                      <a:pt x="42" y="527"/>
                    </a:lnTo>
                    <a:lnTo>
                      <a:pt x="41" y="522"/>
                    </a:lnTo>
                    <a:lnTo>
                      <a:pt x="40" y="517"/>
                    </a:lnTo>
                    <a:lnTo>
                      <a:pt x="36" y="514"/>
                    </a:lnTo>
                    <a:lnTo>
                      <a:pt x="36" y="506"/>
                    </a:lnTo>
                    <a:lnTo>
                      <a:pt x="36" y="502"/>
                    </a:lnTo>
                    <a:lnTo>
                      <a:pt x="33" y="502"/>
                    </a:lnTo>
                    <a:lnTo>
                      <a:pt x="27" y="504"/>
                    </a:lnTo>
                    <a:lnTo>
                      <a:pt x="25" y="507"/>
                    </a:lnTo>
                    <a:lnTo>
                      <a:pt x="22" y="507"/>
                    </a:lnTo>
                    <a:lnTo>
                      <a:pt x="17" y="493"/>
                    </a:lnTo>
                    <a:lnTo>
                      <a:pt x="15" y="489"/>
                    </a:lnTo>
                    <a:lnTo>
                      <a:pt x="17" y="477"/>
                    </a:lnTo>
                    <a:lnTo>
                      <a:pt x="21" y="473"/>
                    </a:lnTo>
                    <a:lnTo>
                      <a:pt x="25" y="468"/>
                    </a:lnTo>
                    <a:lnTo>
                      <a:pt x="26" y="460"/>
                    </a:lnTo>
                    <a:lnTo>
                      <a:pt x="25" y="453"/>
                    </a:lnTo>
                    <a:lnTo>
                      <a:pt x="23" y="447"/>
                    </a:lnTo>
                    <a:lnTo>
                      <a:pt x="25" y="441"/>
                    </a:lnTo>
                    <a:lnTo>
                      <a:pt x="27" y="438"/>
                    </a:lnTo>
                    <a:lnTo>
                      <a:pt x="25" y="431"/>
                    </a:lnTo>
                    <a:lnTo>
                      <a:pt x="25" y="427"/>
                    </a:lnTo>
                    <a:lnTo>
                      <a:pt x="27" y="424"/>
                    </a:lnTo>
                    <a:lnTo>
                      <a:pt x="26" y="419"/>
                    </a:lnTo>
                    <a:lnTo>
                      <a:pt x="25" y="411"/>
                    </a:lnTo>
                    <a:lnTo>
                      <a:pt x="23" y="407"/>
                    </a:lnTo>
                    <a:lnTo>
                      <a:pt x="23" y="404"/>
                    </a:lnTo>
                    <a:lnTo>
                      <a:pt x="26" y="401"/>
                    </a:lnTo>
                    <a:lnTo>
                      <a:pt x="26" y="398"/>
                    </a:lnTo>
                    <a:lnTo>
                      <a:pt x="23" y="393"/>
                    </a:lnTo>
                    <a:lnTo>
                      <a:pt x="19" y="389"/>
                    </a:lnTo>
                    <a:lnTo>
                      <a:pt x="17" y="389"/>
                    </a:lnTo>
                    <a:lnTo>
                      <a:pt x="15" y="390"/>
                    </a:lnTo>
                    <a:lnTo>
                      <a:pt x="14" y="389"/>
                    </a:lnTo>
                    <a:lnTo>
                      <a:pt x="14" y="386"/>
                    </a:lnTo>
                    <a:lnTo>
                      <a:pt x="21" y="386"/>
                    </a:lnTo>
                    <a:lnTo>
                      <a:pt x="23" y="382"/>
                    </a:lnTo>
                    <a:lnTo>
                      <a:pt x="23" y="379"/>
                    </a:lnTo>
                    <a:lnTo>
                      <a:pt x="22" y="378"/>
                    </a:lnTo>
                    <a:lnTo>
                      <a:pt x="19" y="379"/>
                    </a:lnTo>
                    <a:lnTo>
                      <a:pt x="17" y="379"/>
                    </a:lnTo>
                    <a:lnTo>
                      <a:pt x="15" y="373"/>
                    </a:lnTo>
                    <a:lnTo>
                      <a:pt x="13" y="367"/>
                    </a:lnTo>
                    <a:lnTo>
                      <a:pt x="13" y="363"/>
                    </a:lnTo>
                    <a:lnTo>
                      <a:pt x="13" y="358"/>
                    </a:lnTo>
                    <a:lnTo>
                      <a:pt x="8" y="356"/>
                    </a:lnTo>
                    <a:lnTo>
                      <a:pt x="7" y="352"/>
                    </a:lnTo>
                    <a:lnTo>
                      <a:pt x="7" y="341"/>
                    </a:lnTo>
                    <a:lnTo>
                      <a:pt x="10" y="340"/>
                    </a:lnTo>
                    <a:lnTo>
                      <a:pt x="11" y="336"/>
                    </a:lnTo>
                    <a:lnTo>
                      <a:pt x="8" y="333"/>
                    </a:lnTo>
                    <a:lnTo>
                      <a:pt x="6" y="332"/>
                    </a:lnTo>
                    <a:lnTo>
                      <a:pt x="6" y="325"/>
                    </a:lnTo>
                    <a:lnTo>
                      <a:pt x="4" y="316"/>
                    </a:lnTo>
                    <a:lnTo>
                      <a:pt x="6" y="305"/>
                    </a:lnTo>
                    <a:lnTo>
                      <a:pt x="3" y="301"/>
                    </a:lnTo>
                    <a:lnTo>
                      <a:pt x="2" y="295"/>
                    </a:lnTo>
                    <a:lnTo>
                      <a:pt x="7" y="288"/>
                    </a:lnTo>
                    <a:lnTo>
                      <a:pt x="8" y="280"/>
                    </a:lnTo>
                    <a:lnTo>
                      <a:pt x="13" y="279"/>
                    </a:lnTo>
                    <a:lnTo>
                      <a:pt x="14" y="276"/>
                    </a:lnTo>
                    <a:lnTo>
                      <a:pt x="6" y="260"/>
                    </a:lnTo>
                    <a:lnTo>
                      <a:pt x="7" y="254"/>
                    </a:lnTo>
                    <a:lnTo>
                      <a:pt x="7" y="250"/>
                    </a:lnTo>
                    <a:lnTo>
                      <a:pt x="7" y="241"/>
                    </a:lnTo>
                    <a:lnTo>
                      <a:pt x="10" y="234"/>
                    </a:lnTo>
                    <a:lnTo>
                      <a:pt x="13" y="231"/>
                    </a:lnTo>
                    <a:lnTo>
                      <a:pt x="13" y="226"/>
                    </a:lnTo>
                    <a:lnTo>
                      <a:pt x="10" y="220"/>
                    </a:lnTo>
                    <a:lnTo>
                      <a:pt x="7" y="219"/>
                    </a:lnTo>
                    <a:lnTo>
                      <a:pt x="11" y="215"/>
                    </a:lnTo>
                    <a:lnTo>
                      <a:pt x="10" y="210"/>
                    </a:lnTo>
                    <a:lnTo>
                      <a:pt x="13" y="203"/>
                    </a:lnTo>
                    <a:lnTo>
                      <a:pt x="15" y="203"/>
                    </a:lnTo>
                    <a:lnTo>
                      <a:pt x="15" y="196"/>
                    </a:lnTo>
                    <a:lnTo>
                      <a:pt x="14" y="185"/>
                    </a:lnTo>
                    <a:lnTo>
                      <a:pt x="13" y="182"/>
                    </a:lnTo>
                    <a:lnTo>
                      <a:pt x="11" y="174"/>
                    </a:lnTo>
                    <a:lnTo>
                      <a:pt x="8" y="170"/>
                    </a:lnTo>
                    <a:lnTo>
                      <a:pt x="6" y="165"/>
                    </a:lnTo>
                    <a:lnTo>
                      <a:pt x="4" y="162"/>
                    </a:lnTo>
                    <a:lnTo>
                      <a:pt x="2" y="158"/>
                    </a:lnTo>
                    <a:lnTo>
                      <a:pt x="0" y="151"/>
                    </a:lnTo>
                    <a:lnTo>
                      <a:pt x="2" y="146"/>
                    </a:lnTo>
                    <a:lnTo>
                      <a:pt x="6" y="144"/>
                    </a:lnTo>
                    <a:lnTo>
                      <a:pt x="6" y="138"/>
                    </a:lnTo>
                    <a:lnTo>
                      <a:pt x="7" y="135"/>
                    </a:lnTo>
                    <a:lnTo>
                      <a:pt x="8" y="128"/>
                    </a:lnTo>
                    <a:lnTo>
                      <a:pt x="6" y="124"/>
                    </a:lnTo>
                    <a:lnTo>
                      <a:pt x="4" y="114"/>
                    </a:lnTo>
                    <a:lnTo>
                      <a:pt x="7" y="113"/>
                    </a:lnTo>
                    <a:lnTo>
                      <a:pt x="8" y="102"/>
                    </a:lnTo>
                    <a:lnTo>
                      <a:pt x="11" y="98"/>
                    </a:lnTo>
                    <a:lnTo>
                      <a:pt x="14" y="89"/>
                    </a:lnTo>
                    <a:lnTo>
                      <a:pt x="18" y="85"/>
                    </a:lnTo>
                    <a:lnTo>
                      <a:pt x="21" y="83"/>
                    </a:lnTo>
                    <a:lnTo>
                      <a:pt x="23" y="80"/>
                    </a:lnTo>
                    <a:lnTo>
                      <a:pt x="22" y="79"/>
                    </a:lnTo>
                    <a:lnTo>
                      <a:pt x="22" y="75"/>
                    </a:lnTo>
                    <a:lnTo>
                      <a:pt x="21" y="74"/>
                    </a:lnTo>
                    <a:lnTo>
                      <a:pt x="19" y="72"/>
                    </a:lnTo>
                    <a:lnTo>
                      <a:pt x="19" y="70"/>
                    </a:lnTo>
                    <a:lnTo>
                      <a:pt x="22" y="67"/>
                    </a:lnTo>
                    <a:lnTo>
                      <a:pt x="22" y="64"/>
                    </a:lnTo>
                    <a:lnTo>
                      <a:pt x="19" y="60"/>
                    </a:lnTo>
                    <a:lnTo>
                      <a:pt x="18" y="55"/>
                    </a:lnTo>
                    <a:lnTo>
                      <a:pt x="19" y="52"/>
                    </a:lnTo>
                    <a:lnTo>
                      <a:pt x="19" y="49"/>
                    </a:lnTo>
                    <a:lnTo>
                      <a:pt x="17" y="47"/>
                    </a:lnTo>
                    <a:lnTo>
                      <a:pt x="17" y="44"/>
                    </a:lnTo>
                    <a:lnTo>
                      <a:pt x="34" y="34"/>
                    </a:lnTo>
                    <a:lnTo>
                      <a:pt x="38" y="18"/>
                    </a:lnTo>
                    <a:lnTo>
                      <a:pt x="36" y="14"/>
                    </a:lnTo>
                    <a:lnTo>
                      <a:pt x="36" y="14"/>
                    </a:lnTo>
                    <a:close/>
                    <a:moveTo>
                      <a:pt x="152" y="583"/>
                    </a:moveTo>
                    <a:lnTo>
                      <a:pt x="155" y="585"/>
                    </a:lnTo>
                    <a:lnTo>
                      <a:pt x="158" y="583"/>
                    </a:lnTo>
                    <a:lnTo>
                      <a:pt x="161" y="582"/>
                    </a:lnTo>
                    <a:lnTo>
                      <a:pt x="163" y="579"/>
                    </a:lnTo>
                    <a:lnTo>
                      <a:pt x="161" y="579"/>
                    </a:lnTo>
                    <a:lnTo>
                      <a:pt x="158" y="582"/>
                    </a:lnTo>
                    <a:lnTo>
                      <a:pt x="154" y="582"/>
                    </a:lnTo>
                    <a:lnTo>
                      <a:pt x="152" y="583"/>
                    </a:lnTo>
                    <a:lnTo>
                      <a:pt x="152" y="583"/>
                    </a:lnTo>
                    <a:close/>
                    <a:moveTo>
                      <a:pt x="89" y="537"/>
                    </a:moveTo>
                    <a:lnTo>
                      <a:pt x="90" y="537"/>
                    </a:lnTo>
                    <a:lnTo>
                      <a:pt x="91" y="540"/>
                    </a:lnTo>
                    <a:lnTo>
                      <a:pt x="97" y="545"/>
                    </a:lnTo>
                    <a:lnTo>
                      <a:pt x="98" y="552"/>
                    </a:lnTo>
                    <a:lnTo>
                      <a:pt x="97" y="551"/>
                    </a:lnTo>
                    <a:lnTo>
                      <a:pt x="94" y="552"/>
                    </a:lnTo>
                    <a:lnTo>
                      <a:pt x="93" y="553"/>
                    </a:lnTo>
                    <a:lnTo>
                      <a:pt x="89" y="537"/>
                    </a:lnTo>
                    <a:lnTo>
                      <a:pt x="89" y="537"/>
                    </a:lnTo>
                    <a:close/>
                    <a:moveTo>
                      <a:pt x="93" y="555"/>
                    </a:moveTo>
                    <a:lnTo>
                      <a:pt x="97" y="556"/>
                    </a:lnTo>
                    <a:lnTo>
                      <a:pt x="99" y="555"/>
                    </a:lnTo>
                    <a:lnTo>
                      <a:pt x="101" y="557"/>
                    </a:lnTo>
                    <a:lnTo>
                      <a:pt x="104" y="563"/>
                    </a:lnTo>
                    <a:lnTo>
                      <a:pt x="106" y="563"/>
                    </a:lnTo>
                    <a:lnTo>
                      <a:pt x="110" y="566"/>
                    </a:lnTo>
                    <a:lnTo>
                      <a:pt x="110" y="570"/>
                    </a:lnTo>
                    <a:lnTo>
                      <a:pt x="113" y="570"/>
                    </a:lnTo>
                    <a:lnTo>
                      <a:pt x="124" y="574"/>
                    </a:lnTo>
                    <a:lnTo>
                      <a:pt x="125" y="575"/>
                    </a:lnTo>
                    <a:lnTo>
                      <a:pt x="131" y="576"/>
                    </a:lnTo>
                    <a:lnTo>
                      <a:pt x="133" y="579"/>
                    </a:lnTo>
                    <a:lnTo>
                      <a:pt x="136" y="580"/>
                    </a:lnTo>
                    <a:lnTo>
                      <a:pt x="142" y="579"/>
                    </a:lnTo>
                    <a:lnTo>
                      <a:pt x="144" y="579"/>
                    </a:lnTo>
                    <a:lnTo>
                      <a:pt x="144" y="582"/>
                    </a:lnTo>
                    <a:lnTo>
                      <a:pt x="142" y="585"/>
                    </a:lnTo>
                    <a:lnTo>
                      <a:pt x="140" y="583"/>
                    </a:lnTo>
                    <a:lnTo>
                      <a:pt x="136" y="583"/>
                    </a:lnTo>
                    <a:lnTo>
                      <a:pt x="136" y="586"/>
                    </a:lnTo>
                    <a:lnTo>
                      <a:pt x="133" y="589"/>
                    </a:lnTo>
                    <a:lnTo>
                      <a:pt x="131" y="590"/>
                    </a:lnTo>
                    <a:lnTo>
                      <a:pt x="127" y="589"/>
                    </a:lnTo>
                    <a:lnTo>
                      <a:pt x="124" y="587"/>
                    </a:lnTo>
                    <a:lnTo>
                      <a:pt x="118" y="586"/>
                    </a:lnTo>
                    <a:lnTo>
                      <a:pt x="114" y="586"/>
                    </a:lnTo>
                    <a:lnTo>
                      <a:pt x="108" y="586"/>
                    </a:lnTo>
                    <a:lnTo>
                      <a:pt x="104" y="587"/>
                    </a:lnTo>
                    <a:lnTo>
                      <a:pt x="102" y="587"/>
                    </a:lnTo>
                    <a:lnTo>
                      <a:pt x="101" y="582"/>
                    </a:lnTo>
                    <a:lnTo>
                      <a:pt x="108" y="582"/>
                    </a:lnTo>
                    <a:lnTo>
                      <a:pt x="110" y="580"/>
                    </a:lnTo>
                    <a:lnTo>
                      <a:pt x="113" y="580"/>
                    </a:lnTo>
                    <a:lnTo>
                      <a:pt x="113" y="579"/>
                    </a:lnTo>
                    <a:lnTo>
                      <a:pt x="110" y="580"/>
                    </a:lnTo>
                    <a:lnTo>
                      <a:pt x="106" y="580"/>
                    </a:lnTo>
                    <a:lnTo>
                      <a:pt x="101" y="580"/>
                    </a:lnTo>
                    <a:lnTo>
                      <a:pt x="99" y="580"/>
                    </a:lnTo>
                    <a:lnTo>
                      <a:pt x="93" y="55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9" name="Freeform 1033"/>
              <p:cNvSpPr>
                <a:spLocks noEditPoints="1"/>
              </p:cNvSpPr>
              <p:nvPr/>
            </p:nvSpPr>
            <p:spPr bwMode="auto">
              <a:xfrm>
                <a:off x="3598863" y="4924425"/>
                <a:ext cx="246063" cy="1071563"/>
              </a:xfrm>
              <a:custGeom>
                <a:avLst/>
                <a:gdLst/>
                <a:ahLst/>
                <a:cxnLst>
                  <a:cxn ang="0">
                    <a:pos x="105" y="646"/>
                  </a:cxn>
                  <a:cxn ang="0">
                    <a:pos x="103" y="657"/>
                  </a:cxn>
                  <a:cxn ang="0">
                    <a:pos x="133" y="653"/>
                  </a:cxn>
                  <a:cxn ang="0">
                    <a:pos x="102" y="619"/>
                  </a:cxn>
                  <a:cxn ang="0">
                    <a:pos x="120" y="599"/>
                  </a:cxn>
                  <a:cxn ang="0">
                    <a:pos x="57" y="526"/>
                  </a:cxn>
                  <a:cxn ang="0">
                    <a:pos x="54" y="445"/>
                  </a:cxn>
                  <a:cxn ang="0">
                    <a:pos x="44" y="345"/>
                  </a:cxn>
                  <a:cxn ang="0">
                    <a:pos x="33" y="224"/>
                  </a:cxn>
                  <a:cxn ang="0">
                    <a:pos x="53" y="130"/>
                  </a:cxn>
                  <a:cxn ang="0">
                    <a:pos x="34" y="15"/>
                  </a:cxn>
                  <a:cxn ang="0">
                    <a:pos x="18" y="45"/>
                  </a:cxn>
                  <a:cxn ang="0">
                    <a:pos x="18" y="132"/>
                  </a:cxn>
                  <a:cxn ang="0">
                    <a:pos x="12" y="201"/>
                  </a:cxn>
                  <a:cxn ang="0">
                    <a:pos x="18" y="269"/>
                  </a:cxn>
                  <a:cxn ang="0">
                    <a:pos x="4" y="319"/>
                  </a:cxn>
                  <a:cxn ang="0">
                    <a:pos x="10" y="373"/>
                  </a:cxn>
                  <a:cxn ang="0">
                    <a:pos x="30" y="405"/>
                  </a:cxn>
                  <a:cxn ang="0">
                    <a:pos x="30" y="433"/>
                  </a:cxn>
                  <a:cxn ang="0">
                    <a:pos x="26" y="481"/>
                  </a:cxn>
                  <a:cxn ang="0">
                    <a:pos x="10" y="475"/>
                  </a:cxn>
                  <a:cxn ang="0">
                    <a:pos x="15" y="494"/>
                  </a:cxn>
                  <a:cxn ang="0">
                    <a:pos x="31" y="512"/>
                  </a:cxn>
                  <a:cxn ang="0">
                    <a:pos x="30" y="532"/>
                  </a:cxn>
                  <a:cxn ang="0">
                    <a:pos x="33" y="559"/>
                  </a:cxn>
                  <a:cxn ang="0">
                    <a:pos x="50" y="588"/>
                  </a:cxn>
                  <a:cxn ang="0">
                    <a:pos x="57" y="589"/>
                  </a:cxn>
                  <a:cxn ang="0">
                    <a:pos x="63" y="599"/>
                  </a:cxn>
                  <a:cxn ang="0">
                    <a:pos x="58" y="618"/>
                  </a:cxn>
                  <a:cxn ang="0">
                    <a:pos x="86" y="608"/>
                  </a:cxn>
                  <a:cxn ang="0">
                    <a:pos x="76" y="625"/>
                  </a:cxn>
                  <a:cxn ang="0">
                    <a:pos x="84" y="627"/>
                  </a:cxn>
                  <a:cxn ang="0">
                    <a:pos x="96" y="611"/>
                  </a:cxn>
                  <a:cxn ang="0">
                    <a:pos x="15" y="414"/>
                  </a:cxn>
                  <a:cxn ang="0">
                    <a:pos x="10" y="401"/>
                  </a:cxn>
                  <a:cxn ang="0">
                    <a:pos x="7" y="437"/>
                  </a:cxn>
                  <a:cxn ang="0">
                    <a:pos x="14" y="437"/>
                  </a:cxn>
                  <a:cxn ang="0">
                    <a:pos x="22" y="451"/>
                  </a:cxn>
                  <a:cxn ang="0">
                    <a:pos x="11" y="454"/>
                  </a:cxn>
                  <a:cxn ang="0">
                    <a:pos x="26" y="447"/>
                  </a:cxn>
                  <a:cxn ang="0">
                    <a:pos x="15" y="456"/>
                  </a:cxn>
                  <a:cxn ang="0">
                    <a:pos x="15" y="470"/>
                  </a:cxn>
                  <a:cxn ang="0">
                    <a:pos x="22" y="530"/>
                  </a:cxn>
                  <a:cxn ang="0">
                    <a:pos x="15" y="532"/>
                  </a:cxn>
                  <a:cxn ang="0">
                    <a:pos x="19" y="549"/>
                  </a:cxn>
                  <a:cxn ang="0">
                    <a:pos x="30" y="539"/>
                  </a:cxn>
                  <a:cxn ang="0">
                    <a:pos x="26" y="566"/>
                  </a:cxn>
                  <a:cxn ang="0">
                    <a:pos x="37" y="572"/>
                  </a:cxn>
                  <a:cxn ang="0">
                    <a:pos x="39" y="584"/>
                  </a:cxn>
                  <a:cxn ang="0">
                    <a:pos x="39" y="592"/>
                  </a:cxn>
                  <a:cxn ang="0">
                    <a:pos x="42" y="600"/>
                  </a:cxn>
                  <a:cxn ang="0">
                    <a:pos x="48" y="604"/>
                  </a:cxn>
                  <a:cxn ang="0">
                    <a:pos x="56" y="627"/>
                  </a:cxn>
                  <a:cxn ang="0">
                    <a:pos x="53" y="629"/>
                  </a:cxn>
                  <a:cxn ang="0">
                    <a:pos x="63" y="633"/>
                  </a:cxn>
                  <a:cxn ang="0">
                    <a:pos x="83" y="642"/>
                  </a:cxn>
                  <a:cxn ang="0">
                    <a:pos x="88" y="638"/>
                  </a:cxn>
                  <a:cxn ang="0">
                    <a:pos x="105" y="640"/>
                  </a:cxn>
                  <a:cxn ang="0">
                    <a:pos x="155" y="671"/>
                  </a:cxn>
                  <a:cxn ang="0">
                    <a:pos x="141" y="661"/>
                  </a:cxn>
                  <a:cxn ang="0">
                    <a:pos x="128" y="665"/>
                  </a:cxn>
                </a:cxnLst>
                <a:rect l="0" t="0" r="r" b="b"/>
                <a:pathLst>
                  <a:path w="155" h="675">
                    <a:moveTo>
                      <a:pt x="133" y="653"/>
                    </a:moveTo>
                    <a:lnTo>
                      <a:pt x="132" y="648"/>
                    </a:lnTo>
                    <a:lnTo>
                      <a:pt x="129" y="648"/>
                    </a:lnTo>
                    <a:lnTo>
                      <a:pt x="126" y="646"/>
                    </a:lnTo>
                    <a:lnTo>
                      <a:pt x="122" y="645"/>
                    </a:lnTo>
                    <a:lnTo>
                      <a:pt x="116" y="642"/>
                    </a:lnTo>
                    <a:lnTo>
                      <a:pt x="111" y="641"/>
                    </a:lnTo>
                    <a:lnTo>
                      <a:pt x="111" y="642"/>
                    </a:lnTo>
                    <a:lnTo>
                      <a:pt x="113" y="644"/>
                    </a:lnTo>
                    <a:lnTo>
                      <a:pt x="111" y="645"/>
                    </a:lnTo>
                    <a:lnTo>
                      <a:pt x="110" y="644"/>
                    </a:lnTo>
                    <a:lnTo>
                      <a:pt x="105" y="642"/>
                    </a:lnTo>
                    <a:lnTo>
                      <a:pt x="103" y="641"/>
                    </a:lnTo>
                    <a:lnTo>
                      <a:pt x="102" y="641"/>
                    </a:lnTo>
                    <a:lnTo>
                      <a:pt x="103" y="642"/>
                    </a:lnTo>
                    <a:lnTo>
                      <a:pt x="109" y="645"/>
                    </a:lnTo>
                    <a:lnTo>
                      <a:pt x="110" y="646"/>
                    </a:lnTo>
                    <a:lnTo>
                      <a:pt x="107" y="646"/>
                    </a:lnTo>
                    <a:lnTo>
                      <a:pt x="107" y="646"/>
                    </a:lnTo>
                    <a:lnTo>
                      <a:pt x="107" y="648"/>
                    </a:lnTo>
                    <a:lnTo>
                      <a:pt x="106" y="648"/>
                    </a:lnTo>
                    <a:lnTo>
                      <a:pt x="105" y="646"/>
                    </a:lnTo>
                    <a:lnTo>
                      <a:pt x="102" y="645"/>
                    </a:lnTo>
                    <a:lnTo>
                      <a:pt x="102" y="646"/>
                    </a:lnTo>
                    <a:lnTo>
                      <a:pt x="102" y="648"/>
                    </a:lnTo>
                    <a:lnTo>
                      <a:pt x="101" y="648"/>
                    </a:lnTo>
                    <a:lnTo>
                      <a:pt x="95" y="648"/>
                    </a:lnTo>
                    <a:lnTo>
                      <a:pt x="94" y="649"/>
                    </a:lnTo>
                    <a:lnTo>
                      <a:pt x="95" y="651"/>
                    </a:lnTo>
                    <a:lnTo>
                      <a:pt x="95" y="651"/>
                    </a:lnTo>
                    <a:lnTo>
                      <a:pt x="92" y="651"/>
                    </a:lnTo>
                    <a:lnTo>
                      <a:pt x="90" y="651"/>
                    </a:lnTo>
                    <a:lnTo>
                      <a:pt x="90" y="653"/>
                    </a:lnTo>
                    <a:lnTo>
                      <a:pt x="94" y="653"/>
                    </a:lnTo>
                    <a:lnTo>
                      <a:pt x="96" y="653"/>
                    </a:lnTo>
                    <a:lnTo>
                      <a:pt x="96" y="652"/>
                    </a:lnTo>
                    <a:lnTo>
                      <a:pt x="98" y="651"/>
                    </a:lnTo>
                    <a:lnTo>
                      <a:pt x="99" y="652"/>
                    </a:lnTo>
                    <a:lnTo>
                      <a:pt x="102" y="653"/>
                    </a:lnTo>
                    <a:lnTo>
                      <a:pt x="103" y="653"/>
                    </a:lnTo>
                    <a:lnTo>
                      <a:pt x="105" y="655"/>
                    </a:lnTo>
                    <a:lnTo>
                      <a:pt x="105" y="656"/>
                    </a:lnTo>
                    <a:lnTo>
                      <a:pt x="106" y="657"/>
                    </a:lnTo>
                    <a:lnTo>
                      <a:pt x="103" y="657"/>
                    </a:lnTo>
                    <a:lnTo>
                      <a:pt x="102" y="660"/>
                    </a:lnTo>
                    <a:lnTo>
                      <a:pt x="105" y="663"/>
                    </a:lnTo>
                    <a:lnTo>
                      <a:pt x="106" y="663"/>
                    </a:lnTo>
                    <a:lnTo>
                      <a:pt x="107" y="663"/>
                    </a:lnTo>
                    <a:lnTo>
                      <a:pt x="110" y="665"/>
                    </a:lnTo>
                    <a:lnTo>
                      <a:pt x="111" y="665"/>
                    </a:lnTo>
                    <a:lnTo>
                      <a:pt x="111" y="664"/>
                    </a:lnTo>
                    <a:lnTo>
                      <a:pt x="110" y="663"/>
                    </a:lnTo>
                    <a:lnTo>
                      <a:pt x="107" y="661"/>
                    </a:lnTo>
                    <a:lnTo>
                      <a:pt x="107" y="660"/>
                    </a:lnTo>
                    <a:lnTo>
                      <a:pt x="107" y="660"/>
                    </a:lnTo>
                    <a:lnTo>
                      <a:pt x="110" y="660"/>
                    </a:lnTo>
                    <a:lnTo>
                      <a:pt x="111" y="660"/>
                    </a:lnTo>
                    <a:lnTo>
                      <a:pt x="111" y="659"/>
                    </a:lnTo>
                    <a:lnTo>
                      <a:pt x="110" y="657"/>
                    </a:lnTo>
                    <a:lnTo>
                      <a:pt x="109" y="657"/>
                    </a:lnTo>
                    <a:lnTo>
                      <a:pt x="114" y="655"/>
                    </a:lnTo>
                    <a:lnTo>
                      <a:pt x="117" y="653"/>
                    </a:lnTo>
                    <a:lnTo>
                      <a:pt x="128" y="656"/>
                    </a:lnTo>
                    <a:lnTo>
                      <a:pt x="129" y="655"/>
                    </a:lnTo>
                    <a:lnTo>
                      <a:pt x="129" y="653"/>
                    </a:lnTo>
                    <a:lnTo>
                      <a:pt x="133" y="653"/>
                    </a:lnTo>
                    <a:lnTo>
                      <a:pt x="133" y="653"/>
                    </a:lnTo>
                    <a:close/>
                    <a:moveTo>
                      <a:pt x="130" y="646"/>
                    </a:moveTo>
                    <a:lnTo>
                      <a:pt x="128" y="646"/>
                    </a:lnTo>
                    <a:lnTo>
                      <a:pt x="121" y="641"/>
                    </a:lnTo>
                    <a:lnTo>
                      <a:pt x="116" y="640"/>
                    </a:lnTo>
                    <a:lnTo>
                      <a:pt x="114" y="640"/>
                    </a:lnTo>
                    <a:lnTo>
                      <a:pt x="110" y="638"/>
                    </a:lnTo>
                    <a:lnTo>
                      <a:pt x="109" y="636"/>
                    </a:lnTo>
                    <a:lnTo>
                      <a:pt x="107" y="634"/>
                    </a:lnTo>
                    <a:lnTo>
                      <a:pt x="107" y="633"/>
                    </a:lnTo>
                    <a:lnTo>
                      <a:pt x="111" y="630"/>
                    </a:lnTo>
                    <a:lnTo>
                      <a:pt x="113" y="629"/>
                    </a:lnTo>
                    <a:lnTo>
                      <a:pt x="116" y="629"/>
                    </a:lnTo>
                    <a:lnTo>
                      <a:pt x="117" y="625"/>
                    </a:lnTo>
                    <a:lnTo>
                      <a:pt x="117" y="623"/>
                    </a:lnTo>
                    <a:lnTo>
                      <a:pt x="113" y="623"/>
                    </a:lnTo>
                    <a:lnTo>
                      <a:pt x="109" y="625"/>
                    </a:lnTo>
                    <a:lnTo>
                      <a:pt x="107" y="627"/>
                    </a:lnTo>
                    <a:lnTo>
                      <a:pt x="105" y="627"/>
                    </a:lnTo>
                    <a:lnTo>
                      <a:pt x="102" y="623"/>
                    </a:lnTo>
                    <a:lnTo>
                      <a:pt x="102" y="621"/>
                    </a:lnTo>
                    <a:lnTo>
                      <a:pt x="102" y="619"/>
                    </a:lnTo>
                    <a:lnTo>
                      <a:pt x="103" y="617"/>
                    </a:lnTo>
                    <a:lnTo>
                      <a:pt x="105" y="615"/>
                    </a:lnTo>
                    <a:lnTo>
                      <a:pt x="102" y="615"/>
                    </a:lnTo>
                    <a:lnTo>
                      <a:pt x="101" y="614"/>
                    </a:lnTo>
                    <a:lnTo>
                      <a:pt x="102" y="611"/>
                    </a:lnTo>
                    <a:lnTo>
                      <a:pt x="103" y="611"/>
                    </a:lnTo>
                    <a:lnTo>
                      <a:pt x="106" y="614"/>
                    </a:lnTo>
                    <a:lnTo>
                      <a:pt x="107" y="612"/>
                    </a:lnTo>
                    <a:lnTo>
                      <a:pt x="110" y="610"/>
                    </a:lnTo>
                    <a:lnTo>
                      <a:pt x="110" y="608"/>
                    </a:lnTo>
                    <a:lnTo>
                      <a:pt x="110" y="606"/>
                    </a:lnTo>
                    <a:lnTo>
                      <a:pt x="110" y="603"/>
                    </a:lnTo>
                    <a:lnTo>
                      <a:pt x="113" y="604"/>
                    </a:lnTo>
                    <a:lnTo>
                      <a:pt x="116" y="606"/>
                    </a:lnTo>
                    <a:lnTo>
                      <a:pt x="116" y="604"/>
                    </a:lnTo>
                    <a:lnTo>
                      <a:pt x="120" y="603"/>
                    </a:lnTo>
                    <a:lnTo>
                      <a:pt x="124" y="619"/>
                    </a:lnTo>
                    <a:lnTo>
                      <a:pt x="124" y="621"/>
                    </a:lnTo>
                    <a:lnTo>
                      <a:pt x="124" y="621"/>
                    </a:lnTo>
                    <a:lnTo>
                      <a:pt x="130" y="646"/>
                    </a:lnTo>
                    <a:lnTo>
                      <a:pt x="130" y="646"/>
                    </a:lnTo>
                    <a:close/>
                    <a:moveTo>
                      <a:pt x="120" y="599"/>
                    </a:moveTo>
                    <a:lnTo>
                      <a:pt x="116" y="595"/>
                    </a:lnTo>
                    <a:lnTo>
                      <a:pt x="113" y="595"/>
                    </a:lnTo>
                    <a:lnTo>
                      <a:pt x="111" y="593"/>
                    </a:lnTo>
                    <a:lnTo>
                      <a:pt x="94" y="593"/>
                    </a:lnTo>
                    <a:lnTo>
                      <a:pt x="83" y="595"/>
                    </a:lnTo>
                    <a:lnTo>
                      <a:pt x="80" y="593"/>
                    </a:lnTo>
                    <a:lnTo>
                      <a:pt x="73" y="593"/>
                    </a:lnTo>
                    <a:lnTo>
                      <a:pt x="72" y="588"/>
                    </a:lnTo>
                    <a:lnTo>
                      <a:pt x="71" y="583"/>
                    </a:lnTo>
                    <a:lnTo>
                      <a:pt x="67" y="580"/>
                    </a:lnTo>
                    <a:lnTo>
                      <a:pt x="67" y="572"/>
                    </a:lnTo>
                    <a:lnTo>
                      <a:pt x="67" y="568"/>
                    </a:lnTo>
                    <a:lnTo>
                      <a:pt x="64" y="568"/>
                    </a:lnTo>
                    <a:lnTo>
                      <a:pt x="58" y="570"/>
                    </a:lnTo>
                    <a:lnTo>
                      <a:pt x="56" y="573"/>
                    </a:lnTo>
                    <a:lnTo>
                      <a:pt x="53" y="573"/>
                    </a:lnTo>
                    <a:lnTo>
                      <a:pt x="48" y="559"/>
                    </a:lnTo>
                    <a:lnTo>
                      <a:pt x="46" y="555"/>
                    </a:lnTo>
                    <a:lnTo>
                      <a:pt x="48" y="543"/>
                    </a:lnTo>
                    <a:lnTo>
                      <a:pt x="52" y="539"/>
                    </a:lnTo>
                    <a:lnTo>
                      <a:pt x="56" y="534"/>
                    </a:lnTo>
                    <a:lnTo>
                      <a:pt x="57" y="526"/>
                    </a:lnTo>
                    <a:lnTo>
                      <a:pt x="56" y="519"/>
                    </a:lnTo>
                    <a:lnTo>
                      <a:pt x="54" y="513"/>
                    </a:lnTo>
                    <a:lnTo>
                      <a:pt x="56" y="507"/>
                    </a:lnTo>
                    <a:lnTo>
                      <a:pt x="58" y="504"/>
                    </a:lnTo>
                    <a:lnTo>
                      <a:pt x="56" y="497"/>
                    </a:lnTo>
                    <a:lnTo>
                      <a:pt x="56" y="493"/>
                    </a:lnTo>
                    <a:lnTo>
                      <a:pt x="58" y="490"/>
                    </a:lnTo>
                    <a:lnTo>
                      <a:pt x="57" y="485"/>
                    </a:lnTo>
                    <a:lnTo>
                      <a:pt x="56" y="477"/>
                    </a:lnTo>
                    <a:lnTo>
                      <a:pt x="54" y="473"/>
                    </a:lnTo>
                    <a:lnTo>
                      <a:pt x="54" y="470"/>
                    </a:lnTo>
                    <a:lnTo>
                      <a:pt x="57" y="467"/>
                    </a:lnTo>
                    <a:lnTo>
                      <a:pt x="57" y="464"/>
                    </a:lnTo>
                    <a:lnTo>
                      <a:pt x="54" y="459"/>
                    </a:lnTo>
                    <a:lnTo>
                      <a:pt x="50" y="455"/>
                    </a:lnTo>
                    <a:lnTo>
                      <a:pt x="48" y="455"/>
                    </a:lnTo>
                    <a:lnTo>
                      <a:pt x="46" y="456"/>
                    </a:lnTo>
                    <a:lnTo>
                      <a:pt x="45" y="455"/>
                    </a:lnTo>
                    <a:lnTo>
                      <a:pt x="45" y="452"/>
                    </a:lnTo>
                    <a:lnTo>
                      <a:pt x="52" y="452"/>
                    </a:lnTo>
                    <a:lnTo>
                      <a:pt x="54" y="448"/>
                    </a:lnTo>
                    <a:lnTo>
                      <a:pt x="54" y="445"/>
                    </a:lnTo>
                    <a:lnTo>
                      <a:pt x="53" y="444"/>
                    </a:lnTo>
                    <a:lnTo>
                      <a:pt x="50" y="445"/>
                    </a:lnTo>
                    <a:lnTo>
                      <a:pt x="48" y="445"/>
                    </a:lnTo>
                    <a:lnTo>
                      <a:pt x="46" y="439"/>
                    </a:lnTo>
                    <a:lnTo>
                      <a:pt x="44" y="433"/>
                    </a:lnTo>
                    <a:lnTo>
                      <a:pt x="44" y="429"/>
                    </a:lnTo>
                    <a:lnTo>
                      <a:pt x="44" y="424"/>
                    </a:lnTo>
                    <a:lnTo>
                      <a:pt x="39" y="422"/>
                    </a:lnTo>
                    <a:lnTo>
                      <a:pt x="38" y="418"/>
                    </a:lnTo>
                    <a:lnTo>
                      <a:pt x="38" y="407"/>
                    </a:lnTo>
                    <a:lnTo>
                      <a:pt x="41" y="406"/>
                    </a:lnTo>
                    <a:lnTo>
                      <a:pt x="42" y="402"/>
                    </a:lnTo>
                    <a:lnTo>
                      <a:pt x="39" y="399"/>
                    </a:lnTo>
                    <a:lnTo>
                      <a:pt x="37" y="398"/>
                    </a:lnTo>
                    <a:lnTo>
                      <a:pt x="37" y="391"/>
                    </a:lnTo>
                    <a:lnTo>
                      <a:pt x="35" y="382"/>
                    </a:lnTo>
                    <a:lnTo>
                      <a:pt x="37" y="371"/>
                    </a:lnTo>
                    <a:lnTo>
                      <a:pt x="34" y="367"/>
                    </a:lnTo>
                    <a:lnTo>
                      <a:pt x="33" y="361"/>
                    </a:lnTo>
                    <a:lnTo>
                      <a:pt x="38" y="354"/>
                    </a:lnTo>
                    <a:lnTo>
                      <a:pt x="39" y="346"/>
                    </a:lnTo>
                    <a:lnTo>
                      <a:pt x="44" y="345"/>
                    </a:lnTo>
                    <a:lnTo>
                      <a:pt x="45" y="342"/>
                    </a:lnTo>
                    <a:lnTo>
                      <a:pt x="37" y="326"/>
                    </a:lnTo>
                    <a:lnTo>
                      <a:pt x="38" y="320"/>
                    </a:lnTo>
                    <a:lnTo>
                      <a:pt x="38" y="316"/>
                    </a:lnTo>
                    <a:lnTo>
                      <a:pt x="38" y="307"/>
                    </a:lnTo>
                    <a:lnTo>
                      <a:pt x="41" y="300"/>
                    </a:lnTo>
                    <a:lnTo>
                      <a:pt x="44" y="297"/>
                    </a:lnTo>
                    <a:lnTo>
                      <a:pt x="44" y="292"/>
                    </a:lnTo>
                    <a:lnTo>
                      <a:pt x="41" y="286"/>
                    </a:lnTo>
                    <a:lnTo>
                      <a:pt x="38" y="285"/>
                    </a:lnTo>
                    <a:lnTo>
                      <a:pt x="42" y="281"/>
                    </a:lnTo>
                    <a:lnTo>
                      <a:pt x="41" y="276"/>
                    </a:lnTo>
                    <a:lnTo>
                      <a:pt x="44" y="269"/>
                    </a:lnTo>
                    <a:lnTo>
                      <a:pt x="46" y="269"/>
                    </a:lnTo>
                    <a:lnTo>
                      <a:pt x="46" y="262"/>
                    </a:lnTo>
                    <a:lnTo>
                      <a:pt x="45" y="251"/>
                    </a:lnTo>
                    <a:lnTo>
                      <a:pt x="44" y="248"/>
                    </a:lnTo>
                    <a:lnTo>
                      <a:pt x="42" y="240"/>
                    </a:lnTo>
                    <a:lnTo>
                      <a:pt x="39" y="236"/>
                    </a:lnTo>
                    <a:lnTo>
                      <a:pt x="37" y="231"/>
                    </a:lnTo>
                    <a:lnTo>
                      <a:pt x="35" y="228"/>
                    </a:lnTo>
                    <a:lnTo>
                      <a:pt x="33" y="224"/>
                    </a:lnTo>
                    <a:lnTo>
                      <a:pt x="31" y="217"/>
                    </a:lnTo>
                    <a:lnTo>
                      <a:pt x="33" y="212"/>
                    </a:lnTo>
                    <a:lnTo>
                      <a:pt x="37" y="210"/>
                    </a:lnTo>
                    <a:lnTo>
                      <a:pt x="37" y="204"/>
                    </a:lnTo>
                    <a:lnTo>
                      <a:pt x="38" y="201"/>
                    </a:lnTo>
                    <a:lnTo>
                      <a:pt x="39" y="194"/>
                    </a:lnTo>
                    <a:lnTo>
                      <a:pt x="37" y="190"/>
                    </a:lnTo>
                    <a:lnTo>
                      <a:pt x="35" y="180"/>
                    </a:lnTo>
                    <a:lnTo>
                      <a:pt x="38" y="179"/>
                    </a:lnTo>
                    <a:lnTo>
                      <a:pt x="39" y="168"/>
                    </a:lnTo>
                    <a:lnTo>
                      <a:pt x="42" y="164"/>
                    </a:lnTo>
                    <a:lnTo>
                      <a:pt x="45" y="155"/>
                    </a:lnTo>
                    <a:lnTo>
                      <a:pt x="49" y="151"/>
                    </a:lnTo>
                    <a:lnTo>
                      <a:pt x="52" y="149"/>
                    </a:lnTo>
                    <a:lnTo>
                      <a:pt x="54" y="146"/>
                    </a:lnTo>
                    <a:lnTo>
                      <a:pt x="53" y="145"/>
                    </a:lnTo>
                    <a:lnTo>
                      <a:pt x="53" y="141"/>
                    </a:lnTo>
                    <a:lnTo>
                      <a:pt x="52" y="140"/>
                    </a:lnTo>
                    <a:lnTo>
                      <a:pt x="50" y="138"/>
                    </a:lnTo>
                    <a:lnTo>
                      <a:pt x="50" y="136"/>
                    </a:lnTo>
                    <a:lnTo>
                      <a:pt x="53" y="133"/>
                    </a:lnTo>
                    <a:lnTo>
                      <a:pt x="53" y="130"/>
                    </a:lnTo>
                    <a:lnTo>
                      <a:pt x="50" y="126"/>
                    </a:lnTo>
                    <a:lnTo>
                      <a:pt x="49" y="121"/>
                    </a:lnTo>
                    <a:lnTo>
                      <a:pt x="50" y="118"/>
                    </a:lnTo>
                    <a:lnTo>
                      <a:pt x="50" y="115"/>
                    </a:lnTo>
                    <a:lnTo>
                      <a:pt x="48" y="113"/>
                    </a:lnTo>
                    <a:lnTo>
                      <a:pt x="48" y="110"/>
                    </a:lnTo>
                    <a:lnTo>
                      <a:pt x="65" y="100"/>
                    </a:lnTo>
                    <a:lnTo>
                      <a:pt x="69" y="84"/>
                    </a:lnTo>
                    <a:lnTo>
                      <a:pt x="67" y="80"/>
                    </a:lnTo>
                    <a:lnTo>
                      <a:pt x="65" y="81"/>
                    </a:lnTo>
                    <a:lnTo>
                      <a:pt x="64" y="83"/>
                    </a:lnTo>
                    <a:lnTo>
                      <a:pt x="60" y="83"/>
                    </a:lnTo>
                    <a:lnTo>
                      <a:pt x="49" y="54"/>
                    </a:lnTo>
                    <a:lnTo>
                      <a:pt x="42" y="49"/>
                    </a:lnTo>
                    <a:lnTo>
                      <a:pt x="41" y="45"/>
                    </a:lnTo>
                    <a:lnTo>
                      <a:pt x="44" y="38"/>
                    </a:lnTo>
                    <a:lnTo>
                      <a:pt x="42" y="35"/>
                    </a:lnTo>
                    <a:lnTo>
                      <a:pt x="45" y="31"/>
                    </a:lnTo>
                    <a:lnTo>
                      <a:pt x="44" y="28"/>
                    </a:lnTo>
                    <a:lnTo>
                      <a:pt x="37" y="23"/>
                    </a:lnTo>
                    <a:lnTo>
                      <a:pt x="35" y="20"/>
                    </a:lnTo>
                    <a:lnTo>
                      <a:pt x="34" y="15"/>
                    </a:lnTo>
                    <a:lnTo>
                      <a:pt x="34" y="13"/>
                    </a:lnTo>
                    <a:lnTo>
                      <a:pt x="34" y="11"/>
                    </a:lnTo>
                    <a:lnTo>
                      <a:pt x="34" y="8"/>
                    </a:lnTo>
                    <a:lnTo>
                      <a:pt x="33" y="7"/>
                    </a:lnTo>
                    <a:lnTo>
                      <a:pt x="30" y="4"/>
                    </a:lnTo>
                    <a:lnTo>
                      <a:pt x="30" y="1"/>
                    </a:lnTo>
                    <a:lnTo>
                      <a:pt x="27" y="0"/>
                    </a:lnTo>
                    <a:lnTo>
                      <a:pt x="26" y="2"/>
                    </a:lnTo>
                    <a:lnTo>
                      <a:pt x="24" y="5"/>
                    </a:lnTo>
                    <a:lnTo>
                      <a:pt x="27" y="8"/>
                    </a:lnTo>
                    <a:lnTo>
                      <a:pt x="26" y="9"/>
                    </a:lnTo>
                    <a:lnTo>
                      <a:pt x="23" y="12"/>
                    </a:lnTo>
                    <a:lnTo>
                      <a:pt x="22" y="11"/>
                    </a:lnTo>
                    <a:lnTo>
                      <a:pt x="18" y="13"/>
                    </a:lnTo>
                    <a:lnTo>
                      <a:pt x="15" y="15"/>
                    </a:lnTo>
                    <a:lnTo>
                      <a:pt x="16" y="16"/>
                    </a:lnTo>
                    <a:lnTo>
                      <a:pt x="16" y="20"/>
                    </a:lnTo>
                    <a:lnTo>
                      <a:pt x="16" y="23"/>
                    </a:lnTo>
                    <a:lnTo>
                      <a:pt x="16" y="27"/>
                    </a:lnTo>
                    <a:lnTo>
                      <a:pt x="19" y="38"/>
                    </a:lnTo>
                    <a:lnTo>
                      <a:pt x="19" y="42"/>
                    </a:lnTo>
                    <a:lnTo>
                      <a:pt x="18" y="45"/>
                    </a:lnTo>
                    <a:lnTo>
                      <a:pt x="16" y="46"/>
                    </a:lnTo>
                    <a:lnTo>
                      <a:pt x="18" y="51"/>
                    </a:lnTo>
                    <a:lnTo>
                      <a:pt x="19" y="57"/>
                    </a:lnTo>
                    <a:lnTo>
                      <a:pt x="20" y="61"/>
                    </a:lnTo>
                    <a:lnTo>
                      <a:pt x="20" y="69"/>
                    </a:lnTo>
                    <a:lnTo>
                      <a:pt x="20" y="70"/>
                    </a:lnTo>
                    <a:lnTo>
                      <a:pt x="19" y="72"/>
                    </a:lnTo>
                    <a:lnTo>
                      <a:pt x="20" y="83"/>
                    </a:lnTo>
                    <a:lnTo>
                      <a:pt x="20" y="84"/>
                    </a:lnTo>
                    <a:lnTo>
                      <a:pt x="18" y="85"/>
                    </a:lnTo>
                    <a:lnTo>
                      <a:pt x="16" y="87"/>
                    </a:lnTo>
                    <a:lnTo>
                      <a:pt x="16" y="92"/>
                    </a:lnTo>
                    <a:lnTo>
                      <a:pt x="18" y="94"/>
                    </a:lnTo>
                    <a:lnTo>
                      <a:pt x="19" y="92"/>
                    </a:lnTo>
                    <a:lnTo>
                      <a:pt x="20" y="94"/>
                    </a:lnTo>
                    <a:lnTo>
                      <a:pt x="19" y="95"/>
                    </a:lnTo>
                    <a:lnTo>
                      <a:pt x="19" y="110"/>
                    </a:lnTo>
                    <a:lnTo>
                      <a:pt x="20" y="117"/>
                    </a:lnTo>
                    <a:lnTo>
                      <a:pt x="22" y="121"/>
                    </a:lnTo>
                    <a:lnTo>
                      <a:pt x="20" y="123"/>
                    </a:lnTo>
                    <a:lnTo>
                      <a:pt x="18" y="127"/>
                    </a:lnTo>
                    <a:lnTo>
                      <a:pt x="18" y="132"/>
                    </a:lnTo>
                    <a:lnTo>
                      <a:pt x="20" y="137"/>
                    </a:lnTo>
                    <a:lnTo>
                      <a:pt x="20" y="140"/>
                    </a:lnTo>
                    <a:lnTo>
                      <a:pt x="20" y="146"/>
                    </a:lnTo>
                    <a:lnTo>
                      <a:pt x="19" y="149"/>
                    </a:lnTo>
                    <a:lnTo>
                      <a:pt x="19" y="153"/>
                    </a:lnTo>
                    <a:lnTo>
                      <a:pt x="19" y="155"/>
                    </a:lnTo>
                    <a:lnTo>
                      <a:pt x="19" y="157"/>
                    </a:lnTo>
                    <a:lnTo>
                      <a:pt x="16" y="160"/>
                    </a:lnTo>
                    <a:lnTo>
                      <a:pt x="16" y="164"/>
                    </a:lnTo>
                    <a:lnTo>
                      <a:pt x="15" y="167"/>
                    </a:lnTo>
                    <a:lnTo>
                      <a:pt x="16" y="171"/>
                    </a:lnTo>
                    <a:lnTo>
                      <a:pt x="15" y="172"/>
                    </a:lnTo>
                    <a:lnTo>
                      <a:pt x="14" y="178"/>
                    </a:lnTo>
                    <a:lnTo>
                      <a:pt x="14" y="180"/>
                    </a:lnTo>
                    <a:lnTo>
                      <a:pt x="16" y="185"/>
                    </a:lnTo>
                    <a:lnTo>
                      <a:pt x="16" y="189"/>
                    </a:lnTo>
                    <a:lnTo>
                      <a:pt x="18" y="191"/>
                    </a:lnTo>
                    <a:lnTo>
                      <a:pt x="16" y="193"/>
                    </a:lnTo>
                    <a:lnTo>
                      <a:pt x="15" y="195"/>
                    </a:lnTo>
                    <a:lnTo>
                      <a:pt x="16" y="198"/>
                    </a:lnTo>
                    <a:lnTo>
                      <a:pt x="15" y="201"/>
                    </a:lnTo>
                    <a:lnTo>
                      <a:pt x="12" y="201"/>
                    </a:lnTo>
                    <a:lnTo>
                      <a:pt x="12" y="205"/>
                    </a:lnTo>
                    <a:lnTo>
                      <a:pt x="14" y="209"/>
                    </a:lnTo>
                    <a:lnTo>
                      <a:pt x="14" y="212"/>
                    </a:lnTo>
                    <a:lnTo>
                      <a:pt x="16" y="220"/>
                    </a:lnTo>
                    <a:lnTo>
                      <a:pt x="16" y="224"/>
                    </a:lnTo>
                    <a:lnTo>
                      <a:pt x="15" y="227"/>
                    </a:lnTo>
                    <a:lnTo>
                      <a:pt x="15" y="228"/>
                    </a:lnTo>
                    <a:lnTo>
                      <a:pt x="19" y="233"/>
                    </a:lnTo>
                    <a:lnTo>
                      <a:pt x="19" y="238"/>
                    </a:lnTo>
                    <a:lnTo>
                      <a:pt x="18" y="242"/>
                    </a:lnTo>
                    <a:lnTo>
                      <a:pt x="18" y="243"/>
                    </a:lnTo>
                    <a:lnTo>
                      <a:pt x="19" y="246"/>
                    </a:lnTo>
                    <a:lnTo>
                      <a:pt x="18" y="247"/>
                    </a:lnTo>
                    <a:lnTo>
                      <a:pt x="18" y="250"/>
                    </a:lnTo>
                    <a:lnTo>
                      <a:pt x="19" y="251"/>
                    </a:lnTo>
                    <a:lnTo>
                      <a:pt x="22" y="255"/>
                    </a:lnTo>
                    <a:lnTo>
                      <a:pt x="22" y="258"/>
                    </a:lnTo>
                    <a:lnTo>
                      <a:pt x="20" y="261"/>
                    </a:lnTo>
                    <a:lnTo>
                      <a:pt x="18" y="262"/>
                    </a:lnTo>
                    <a:lnTo>
                      <a:pt x="16" y="266"/>
                    </a:lnTo>
                    <a:lnTo>
                      <a:pt x="16" y="267"/>
                    </a:lnTo>
                    <a:lnTo>
                      <a:pt x="18" y="269"/>
                    </a:lnTo>
                    <a:lnTo>
                      <a:pt x="16" y="271"/>
                    </a:lnTo>
                    <a:lnTo>
                      <a:pt x="15" y="274"/>
                    </a:lnTo>
                    <a:lnTo>
                      <a:pt x="15" y="276"/>
                    </a:lnTo>
                    <a:lnTo>
                      <a:pt x="15" y="281"/>
                    </a:lnTo>
                    <a:lnTo>
                      <a:pt x="14" y="282"/>
                    </a:lnTo>
                    <a:lnTo>
                      <a:pt x="14" y="285"/>
                    </a:lnTo>
                    <a:lnTo>
                      <a:pt x="12" y="286"/>
                    </a:lnTo>
                    <a:lnTo>
                      <a:pt x="12" y="290"/>
                    </a:lnTo>
                    <a:lnTo>
                      <a:pt x="11" y="292"/>
                    </a:lnTo>
                    <a:lnTo>
                      <a:pt x="11" y="293"/>
                    </a:lnTo>
                    <a:lnTo>
                      <a:pt x="12" y="295"/>
                    </a:lnTo>
                    <a:lnTo>
                      <a:pt x="10" y="297"/>
                    </a:lnTo>
                    <a:lnTo>
                      <a:pt x="10" y="301"/>
                    </a:lnTo>
                    <a:lnTo>
                      <a:pt x="10" y="304"/>
                    </a:lnTo>
                    <a:lnTo>
                      <a:pt x="8" y="305"/>
                    </a:lnTo>
                    <a:lnTo>
                      <a:pt x="8" y="308"/>
                    </a:lnTo>
                    <a:lnTo>
                      <a:pt x="7" y="310"/>
                    </a:lnTo>
                    <a:lnTo>
                      <a:pt x="7" y="312"/>
                    </a:lnTo>
                    <a:lnTo>
                      <a:pt x="8" y="314"/>
                    </a:lnTo>
                    <a:lnTo>
                      <a:pt x="8" y="316"/>
                    </a:lnTo>
                    <a:lnTo>
                      <a:pt x="5" y="319"/>
                    </a:lnTo>
                    <a:lnTo>
                      <a:pt x="4" y="319"/>
                    </a:lnTo>
                    <a:lnTo>
                      <a:pt x="3" y="318"/>
                    </a:lnTo>
                    <a:lnTo>
                      <a:pt x="0" y="319"/>
                    </a:lnTo>
                    <a:lnTo>
                      <a:pt x="0" y="320"/>
                    </a:lnTo>
                    <a:lnTo>
                      <a:pt x="1" y="323"/>
                    </a:lnTo>
                    <a:lnTo>
                      <a:pt x="1" y="327"/>
                    </a:lnTo>
                    <a:lnTo>
                      <a:pt x="3" y="331"/>
                    </a:lnTo>
                    <a:lnTo>
                      <a:pt x="5" y="333"/>
                    </a:lnTo>
                    <a:lnTo>
                      <a:pt x="7" y="337"/>
                    </a:lnTo>
                    <a:lnTo>
                      <a:pt x="5" y="339"/>
                    </a:lnTo>
                    <a:lnTo>
                      <a:pt x="11" y="348"/>
                    </a:lnTo>
                    <a:lnTo>
                      <a:pt x="11" y="349"/>
                    </a:lnTo>
                    <a:lnTo>
                      <a:pt x="12" y="352"/>
                    </a:lnTo>
                    <a:lnTo>
                      <a:pt x="12" y="356"/>
                    </a:lnTo>
                    <a:lnTo>
                      <a:pt x="11" y="363"/>
                    </a:lnTo>
                    <a:lnTo>
                      <a:pt x="11" y="363"/>
                    </a:lnTo>
                    <a:lnTo>
                      <a:pt x="11" y="365"/>
                    </a:lnTo>
                    <a:lnTo>
                      <a:pt x="11" y="367"/>
                    </a:lnTo>
                    <a:lnTo>
                      <a:pt x="10" y="367"/>
                    </a:lnTo>
                    <a:lnTo>
                      <a:pt x="8" y="367"/>
                    </a:lnTo>
                    <a:lnTo>
                      <a:pt x="7" y="369"/>
                    </a:lnTo>
                    <a:lnTo>
                      <a:pt x="8" y="372"/>
                    </a:lnTo>
                    <a:lnTo>
                      <a:pt x="10" y="373"/>
                    </a:lnTo>
                    <a:lnTo>
                      <a:pt x="8" y="379"/>
                    </a:lnTo>
                    <a:lnTo>
                      <a:pt x="8" y="382"/>
                    </a:lnTo>
                    <a:lnTo>
                      <a:pt x="7" y="383"/>
                    </a:lnTo>
                    <a:lnTo>
                      <a:pt x="8" y="384"/>
                    </a:lnTo>
                    <a:lnTo>
                      <a:pt x="8" y="387"/>
                    </a:lnTo>
                    <a:lnTo>
                      <a:pt x="7" y="387"/>
                    </a:lnTo>
                    <a:lnTo>
                      <a:pt x="8" y="388"/>
                    </a:lnTo>
                    <a:lnTo>
                      <a:pt x="12" y="395"/>
                    </a:lnTo>
                    <a:lnTo>
                      <a:pt x="14" y="396"/>
                    </a:lnTo>
                    <a:lnTo>
                      <a:pt x="15" y="399"/>
                    </a:lnTo>
                    <a:lnTo>
                      <a:pt x="19" y="401"/>
                    </a:lnTo>
                    <a:lnTo>
                      <a:pt x="23" y="401"/>
                    </a:lnTo>
                    <a:lnTo>
                      <a:pt x="23" y="396"/>
                    </a:lnTo>
                    <a:lnTo>
                      <a:pt x="24" y="395"/>
                    </a:lnTo>
                    <a:lnTo>
                      <a:pt x="27" y="395"/>
                    </a:lnTo>
                    <a:lnTo>
                      <a:pt x="29" y="398"/>
                    </a:lnTo>
                    <a:lnTo>
                      <a:pt x="30" y="398"/>
                    </a:lnTo>
                    <a:lnTo>
                      <a:pt x="31" y="396"/>
                    </a:lnTo>
                    <a:lnTo>
                      <a:pt x="30" y="399"/>
                    </a:lnTo>
                    <a:lnTo>
                      <a:pt x="27" y="402"/>
                    </a:lnTo>
                    <a:lnTo>
                      <a:pt x="27" y="403"/>
                    </a:lnTo>
                    <a:lnTo>
                      <a:pt x="30" y="405"/>
                    </a:lnTo>
                    <a:lnTo>
                      <a:pt x="31" y="403"/>
                    </a:lnTo>
                    <a:lnTo>
                      <a:pt x="31" y="406"/>
                    </a:lnTo>
                    <a:lnTo>
                      <a:pt x="31" y="410"/>
                    </a:lnTo>
                    <a:lnTo>
                      <a:pt x="33" y="413"/>
                    </a:lnTo>
                    <a:lnTo>
                      <a:pt x="33" y="413"/>
                    </a:lnTo>
                    <a:lnTo>
                      <a:pt x="31" y="411"/>
                    </a:lnTo>
                    <a:lnTo>
                      <a:pt x="30" y="409"/>
                    </a:lnTo>
                    <a:lnTo>
                      <a:pt x="29" y="409"/>
                    </a:lnTo>
                    <a:lnTo>
                      <a:pt x="27" y="410"/>
                    </a:lnTo>
                    <a:lnTo>
                      <a:pt x="27" y="411"/>
                    </a:lnTo>
                    <a:lnTo>
                      <a:pt x="30" y="413"/>
                    </a:lnTo>
                    <a:lnTo>
                      <a:pt x="31" y="414"/>
                    </a:lnTo>
                    <a:lnTo>
                      <a:pt x="29" y="415"/>
                    </a:lnTo>
                    <a:lnTo>
                      <a:pt x="27" y="417"/>
                    </a:lnTo>
                    <a:lnTo>
                      <a:pt x="29" y="420"/>
                    </a:lnTo>
                    <a:lnTo>
                      <a:pt x="30" y="422"/>
                    </a:lnTo>
                    <a:lnTo>
                      <a:pt x="29" y="425"/>
                    </a:lnTo>
                    <a:lnTo>
                      <a:pt x="29" y="426"/>
                    </a:lnTo>
                    <a:lnTo>
                      <a:pt x="29" y="428"/>
                    </a:lnTo>
                    <a:lnTo>
                      <a:pt x="26" y="430"/>
                    </a:lnTo>
                    <a:lnTo>
                      <a:pt x="27" y="432"/>
                    </a:lnTo>
                    <a:lnTo>
                      <a:pt x="30" y="433"/>
                    </a:lnTo>
                    <a:lnTo>
                      <a:pt x="29" y="436"/>
                    </a:lnTo>
                    <a:lnTo>
                      <a:pt x="29" y="440"/>
                    </a:lnTo>
                    <a:lnTo>
                      <a:pt x="27" y="441"/>
                    </a:lnTo>
                    <a:lnTo>
                      <a:pt x="27" y="443"/>
                    </a:lnTo>
                    <a:lnTo>
                      <a:pt x="29" y="444"/>
                    </a:lnTo>
                    <a:lnTo>
                      <a:pt x="31" y="445"/>
                    </a:lnTo>
                    <a:lnTo>
                      <a:pt x="33" y="447"/>
                    </a:lnTo>
                    <a:lnTo>
                      <a:pt x="33" y="448"/>
                    </a:lnTo>
                    <a:lnTo>
                      <a:pt x="35" y="449"/>
                    </a:lnTo>
                    <a:lnTo>
                      <a:pt x="37" y="451"/>
                    </a:lnTo>
                    <a:lnTo>
                      <a:pt x="37" y="455"/>
                    </a:lnTo>
                    <a:lnTo>
                      <a:pt x="34" y="459"/>
                    </a:lnTo>
                    <a:lnTo>
                      <a:pt x="31" y="460"/>
                    </a:lnTo>
                    <a:lnTo>
                      <a:pt x="29" y="460"/>
                    </a:lnTo>
                    <a:lnTo>
                      <a:pt x="29" y="463"/>
                    </a:lnTo>
                    <a:lnTo>
                      <a:pt x="30" y="466"/>
                    </a:lnTo>
                    <a:lnTo>
                      <a:pt x="29" y="467"/>
                    </a:lnTo>
                    <a:lnTo>
                      <a:pt x="29" y="470"/>
                    </a:lnTo>
                    <a:lnTo>
                      <a:pt x="30" y="470"/>
                    </a:lnTo>
                    <a:lnTo>
                      <a:pt x="29" y="473"/>
                    </a:lnTo>
                    <a:lnTo>
                      <a:pt x="26" y="477"/>
                    </a:lnTo>
                    <a:lnTo>
                      <a:pt x="26" y="481"/>
                    </a:lnTo>
                    <a:lnTo>
                      <a:pt x="27" y="481"/>
                    </a:lnTo>
                    <a:lnTo>
                      <a:pt x="27" y="482"/>
                    </a:lnTo>
                    <a:lnTo>
                      <a:pt x="27" y="487"/>
                    </a:lnTo>
                    <a:lnTo>
                      <a:pt x="24" y="489"/>
                    </a:lnTo>
                    <a:lnTo>
                      <a:pt x="24" y="492"/>
                    </a:lnTo>
                    <a:lnTo>
                      <a:pt x="23" y="490"/>
                    </a:lnTo>
                    <a:lnTo>
                      <a:pt x="24" y="489"/>
                    </a:lnTo>
                    <a:lnTo>
                      <a:pt x="26" y="485"/>
                    </a:lnTo>
                    <a:lnTo>
                      <a:pt x="24" y="482"/>
                    </a:lnTo>
                    <a:lnTo>
                      <a:pt x="26" y="481"/>
                    </a:lnTo>
                    <a:lnTo>
                      <a:pt x="24" y="481"/>
                    </a:lnTo>
                    <a:lnTo>
                      <a:pt x="20" y="481"/>
                    </a:lnTo>
                    <a:lnTo>
                      <a:pt x="18" y="483"/>
                    </a:lnTo>
                    <a:lnTo>
                      <a:pt x="16" y="483"/>
                    </a:lnTo>
                    <a:lnTo>
                      <a:pt x="16" y="482"/>
                    </a:lnTo>
                    <a:lnTo>
                      <a:pt x="19" y="481"/>
                    </a:lnTo>
                    <a:lnTo>
                      <a:pt x="20" y="479"/>
                    </a:lnTo>
                    <a:lnTo>
                      <a:pt x="20" y="475"/>
                    </a:lnTo>
                    <a:lnTo>
                      <a:pt x="19" y="475"/>
                    </a:lnTo>
                    <a:lnTo>
                      <a:pt x="16" y="477"/>
                    </a:lnTo>
                    <a:lnTo>
                      <a:pt x="12" y="477"/>
                    </a:lnTo>
                    <a:lnTo>
                      <a:pt x="10" y="475"/>
                    </a:lnTo>
                    <a:lnTo>
                      <a:pt x="8" y="477"/>
                    </a:lnTo>
                    <a:lnTo>
                      <a:pt x="8" y="478"/>
                    </a:lnTo>
                    <a:lnTo>
                      <a:pt x="10" y="481"/>
                    </a:lnTo>
                    <a:lnTo>
                      <a:pt x="11" y="481"/>
                    </a:lnTo>
                    <a:lnTo>
                      <a:pt x="11" y="483"/>
                    </a:lnTo>
                    <a:lnTo>
                      <a:pt x="10" y="483"/>
                    </a:lnTo>
                    <a:lnTo>
                      <a:pt x="8" y="486"/>
                    </a:lnTo>
                    <a:lnTo>
                      <a:pt x="7" y="487"/>
                    </a:lnTo>
                    <a:lnTo>
                      <a:pt x="5" y="490"/>
                    </a:lnTo>
                    <a:lnTo>
                      <a:pt x="1" y="492"/>
                    </a:lnTo>
                    <a:lnTo>
                      <a:pt x="1" y="494"/>
                    </a:lnTo>
                    <a:lnTo>
                      <a:pt x="5" y="498"/>
                    </a:lnTo>
                    <a:lnTo>
                      <a:pt x="8" y="498"/>
                    </a:lnTo>
                    <a:lnTo>
                      <a:pt x="10" y="497"/>
                    </a:lnTo>
                    <a:lnTo>
                      <a:pt x="8" y="496"/>
                    </a:lnTo>
                    <a:lnTo>
                      <a:pt x="5" y="494"/>
                    </a:lnTo>
                    <a:lnTo>
                      <a:pt x="5" y="493"/>
                    </a:lnTo>
                    <a:lnTo>
                      <a:pt x="7" y="490"/>
                    </a:lnTo>
                    <a:lnTo>
                      <a:pt x="11" y="490"/>
                    </a:lnTo>
                    <a:lnTo>
                      <a:pt x="11" y="489"/>
                    </a:lnTo>
                    <a:lnTo>
                      <a:pt x="12" y="493"/>
                    </a:lnTo>
                    <a:lnTo>
                      <a:pt x="15" y="494"/>
                    </a:lnTo>
                    <a:lnTo>
                      <a:pt x="18" y="494"/>
                    </a:lnTo>
                    <a:lnTo>
                      <a:pt x="19" y="493"/>
                    </a:lnTo>
                    <a:lnTo>
                      <a:pt x="20" y="494"/>
                    </a:lnTo>
                    <a:lnTo>
                      <a:pt x="22" y="496"/>
                    </a:lnTo>
                    <a:lnTo>
                      <a:pt x="26" y="497"/>
                    </a:lnTo>
                    <a:lnTo>
                      <a:pt x="27" y="498"/>
                    </a:lnTo>
                    <a:lnTo>
                      <a:pt x="26" y="500"/>
                    </a:lnTo>
                    <a:lnTo>
                      <a:pt x="24" y="501"/>
                    </a:lnTo>
                    <a:lnTo>
                      <a:pt x="26" y="502"/>
                    </a:lnTo>
                    <a:lnTo>
                      <a:pt x="24" y="504"/>
                    </a:lnTo>
                    <a:lnTo>
                      <a:pt x="23" y="505"/>
                    </a:lnTo>
                    <a:lnTo>
                      <a:pt x="24" y="507"/>
                    </a:lnTo>
                    <a:lnTo>
                      <a:pt x="27" y="509"/>
                    </a:lnTo>
                    <a:lnTo>
                      <a:pt x="26" y="509"/>
                    </a:lnTo>
                    <a:lnTo>
                      <a:pt x="24" y="508"/>
                    </a:lnTo>
                    <a:lnTo>
                      <a:pt x="23" y="507"/>
                    </a:lnTo>
                    <a:lnTo>
                      <a:pt x="22" y="508"/>
                    </a:lnTo>
                    <a:lnTo>
                      <a:pt x="22" y="509"/>
                    </a:lnTo>
                    <a:lnTo>
                      <a:pt x="23" y="512"/>
                    </a:lnTo>
                    <a:lnTo>
                      <a:pt x="24" y="513"/>
                    </a:lnTo>
                    <a:lnTo>
                      <a:pt x="29" y="513"/>
                    </a:lnTo>
                    <a:lnTo>
                      <a:pt x="31" y="512"/>
                    </a:lnTo>
                    <a:lnTo>
                      <a:pt x="34" y="513"/>
                    </a:lnTo>
                    <a:lnTo>
                      <a:pt x="35" y="513"/>
                    </a:lnTo>
                    <a:lnTo>
                      <a:pt x="37" y="512"/>
                    </a:lnTo>
                    <a:lnTo>
                      <a:pt x="37" y="515"/>
                    </a:lnTo>
                    <a:lnTo>
                      <a:pt x="37" y="515"/>
                    </a:lnTo>
                    <a:lnTo>
                      <a:pt x="35" y="516"/>
                    </a:lnTo>
                    <a:lnTo>
                      <a:pt x="33" y="516"/>
                    </a:lnTo>
                    <a:lnTo>
                      <a:pt x="33" y="517"/>
                    </a:lnTo>
                    <a:lnTo>
                      <a:pt x="31" y="516"/>
                    </a:lnTo>
                    <a:lnTo>
                      <a:pt x="26" y="516"/>
                    </a:lnTo>
                    <a:lnTo>
                      <a:pt x="26" y="519"/>
                    </a:lnTo>
                    <a:lnTo>
                      <a:pt x="26" y="520"/>
                    </a:lnTo>
                    <a:lnTo>
                      <a:pt x="29" y="521"/>
                    </a:lnTo>
                    <a:lnTo>
                      <a:pt x="29" y="524"/>
                    </a:lnTo>
                    <a:lnTo>
                      <a:pt x="31" y="524"/>
                    </a:lnTo>
                    <a:lnTo>
                      <a:pt x="34" y="524"/>
                    </a:lnTo>
                    <a:lnTo>
                      <a:pt x="33" y="526"/>
                    </a:lnTo>
                    <a:lnTo>
                      <a:pt x="31" y="527"/>
                    </a:lnTo>
                    <a:lnTo>
                      <a:pt x="31" y="528"/>
                    </a:lnTo>
                    <a:lnTo>
                      <a:pt x="31" y="530"/>
                    </a:lnTo>
                    <a:lnTo>
                      <a:pt x="31" y="531"/>
                    </a:lnTo>
                    <a:lnTo>
                      <a:pt x="30" y="532"/>
                    </a:lnTo>
                    <a:lnTo>
                      <a:pt x="29" y="534"/>
                    </a:lnTo>
                    <a:lnTo>
                      <a:pt x="31" y="540"/>
                    </a:lnTo>
                    <a:lnTo>
                      <a:pt x="33" y="542"/>
                    </a:lnTo>
                    <a:lnTo>
                      <a:pt x="33" y="546"/>
                    </a:lnTo>
                    <a:lnTo>
                      <a:pt x="34" y="549"/>
                    </a:lnTo>
                    <a:lnTo>
                      <a:pt x="37" y="549"/>
                    </a:lnTo>
                    <a:lnTo>
                      <a:pt x="37" y="545"/>
                    </a:lnTo>
                    <a:lnTo>
                      <a:pt x="38" y="539"/>
                    </a:lnTo>
                    <a:lnTo>
                      <a:pt x="39" y="538"/>
                    </a:lnTo>
                    <a:lnTo>
                      <a:pt x="41" y="539"/>
                    </a:lnTo>
                    <a:lnTo>
                      <a:pt x="39" y="539"/>
                    </a:lnTo>
                    <a:lnTo>
                      <a:pt x="37" y="545"/>
                    </a:lnTo>
                    <a:lnTo>
                      <a:pt x="37" y="547"/>
                    </a:lnTo>
                    <a:lnTo>
                      <a:pt x="39" y="549"/>
                    </a:lnTo>
                    <a:lnTo>
                      <a:pt x="41" y="549"/>
                    </a:lnTo>
                    <a:lnTo>
                      <a:pt x="41" y="549"/>
                    </a:lnTo>
                    <a:lnTo>
                      <a:pt x="37" y="550"/>
                    </a:lnTo>
                    <a:lnTo>
                      <a:pt x="35" y="551"/>
                    </a:lnTo>
                    <a:lnTo>
                      <a:pt x="35" y="553"/>
                    </a:lnTo>
                    <a:lnTo>
                      <a:pt x="35" y="555"/>
                    </a:lnTo>
                    <a:lnTo>
                      <a:pt x="35" y="558"/>
                    </a:lnTo>
                    <a:lnTo>
                      <a:pt x="33" y="559"/>
                    </a:lnTo>
                    <a:lnTo>
                      <a:pt x="33" y="562"/>
                    </a:lnTo>
                    <a:lnTo>
                      <a:pt x="33" y="564"/>
                    </a:lnTo>
                    <a:lnTo>
                      <a:pt x="37" y="566"/>
                    </a:lnTo>
                    <a:lnTo>
                      <a:pt x="42" y="568"/>
                    </a:lnTo>
                    <a:lnTo>
                      <a:pt x="44" y="569"/>
                    </a:lnTo>
                    <a:lnTo>
                      <a:pt x="44" y="570"/>
                    </a:lnTo>
                    <a:lnTo>
                      <a:pt x="42" y="570"/>
                    </a:lnTo>
                    <a:lnTo>
                      <a:pt x="44" y="573"/>
                    </a:lnTo>
                    <a:lnTo>
                      <a:pt x="44" y="574"/>
                    </a:lnTo>
                    <a:lnTo>
                      <a:pt x="46" y="572"/>
                    </a:lnTo>
                    <a:lnTo>
                      <a:pt x="46" y="574"/>
                    </a:lnTo>
                    <a:lnTo>
                      <a:pt x="46" y="576"/>
                    </a:lnTo>
                    <a:lnTo>
                      <a:pt x="44" y="577"/>
                    </a:lnTo>
                    <a:lnTo>
                      <a:pt x="42" y="579"/>
                    </a:lnTo>
                    <a:lnTo>
                      <a:pt x="44" y="580"/>
                    </a:lnTo>
                    <a:lnTo>
                      <a:pt x="45" y="580"/>
                    </a:lnTo>
                    <a:lnTo>
                      <a:pt x="45" y="581"/>
                    </a:lnTo>
                    <a:lnTo>
                      <a:pt x="48" y="584"/>
                    </a:lnTo>
                    <a:lnTo>
                      <a:pt x="49" y="584"/>
                    </a:lnTo>
                    <a:lnTo>
                      <a:pt x="50" y="583"/>
                    </a:lnTo>
                    <a:lnTo>
                      <a:pt x="50" y="585"/>
                    </a:lnTo>
                    <a:lnTo>
                      <a:pt x="50" y="588"/>
                    </a:lnTo>
                    <a:lnTo>
                      <a:pt x="49" y="588"/>
                    </a:lnTo>
                    <a:lnTo>
                      <a:pt x="48" y="587"/>
                    </a:lnTo>
                    <a:lnTo>
                      <a:pt x="46" y="587"/>
                    </a:lnTo>
                    <a:lnTo>
                      <a:pt x="46" y="589"/>
                    </a:lnTo>
                    <a:lnTo>
                      <a:pt x="49" y="592"/>
                    </a:lnTo>
                    <a:lnTo>
                      <a:pt x="50" y="592"/>
                    </a:lnTo>
                    <a:lnTo>
                      <a:pt x="50" y="595"/>
                    </a:lnTo>
                    <a:lnTo>
                      <a:pt x="52" y="596"/>
                    </a:lnTo>
                    <a:lnTo>
                      <a:pt x="54" y="599"/>
                    </a:lnTo>
                    <a:lnTo>
                      <a:pt x="56" y="599"/>
                    </a:lnTo>
                    <a:lnTo>
                      <a:pt x="54" y="595"/>
                    </a:lnTo>
                    <a:lnTo>
                      <a:pt x="56" y="593"/>
                    </a:lnTo>
                    <a:lnTo>
                      <a:pt x="54" y="591"/>
                    </a:lnTo>
                    <a:lnTo>
                      <a:pt x="57" y="593"/>
                    </a:lnTo>
                    <a:lnTo>
                      <a:pt x="57" y="595"/>
                    </a:lnTo>
                    <a:lnTo>
                      <a:pt x="60" y="598"/>
                    </a:lnTo>
                    <a:lnTo>
                      <a:pt x="60" y="595"/>
                    </a:lnTo>
                    <a:lnTo>
                      <a:pt x="63" y="593"/>
                    </a:lnTo>
                    <a:lnTo>
                      <a:pt x="63" y="591"/>
                    </a:lnTo>
                    <a:lnTo>
                      <a:pt x="60" y="591"/>
                    </a:lnTo>
                    <a:lnTo>
                      <a:pt x="57" y="589"/>
                    </a:lnTo>
                    <a:lnTo>
                      <a:pt x="57" y="589"/>
                    </a:lnTo>
                    <a:lnTo>
                      <a:pt x="58" y="589"/>
                    </a:lnTo>
                    <a:lnTo>
                      <a:pt x="64" y="591"/>
                    </a:lnTo>
                    <a:lnTo>
                      <a:pt x="64" y="591"/>
                    </a:lnTo>
                    <a:lnTo>
                      <a:pt x="67" y="591"/>
                    </a:lnTo>
                    <a:lnTo>
                      <a:pt x="67" y="589"/>
                    </a:lnTo>
                    <a:lnTo>
                      <a:pt x="64" y="588"/>
                    </a:lnTo>
                    <a:lnTo>
                      <a:pt x="58" y="587"/>
                    </a:lnTo>
                    <a:lnTo>
                      <a:pt x="58" y="585"/>
                    </a:lnTo>
                    <a:lnTo>
                      <a:pt x="60" y="585"/>
                    </a:lnTo>
                    <a:lnTo>
                      <a:pt x="64" y="587"/>
                    </a:lnTo>
                    <a:lnTo>
                      <a:pt x="69" y="589"/>
                    </a:lnTo>
                    <a:lnTo>
                      <a:pt x="69" y="593"/>
                    </a:lnTo>
                    <a:lnTo>
                      <a:pt x="68" y="595"/>
                    </a:lnTo>
                    <a:lnTo>
                      <a:pt x="68" y="598"/>
                    </a:lnTo>
                    <a:lnTo>
                      <a:pt x="69" y="600"/>
                    </a:lnTo>
                    <a:lnTo>
                      <a:pt x="69" y="603"/>
                    </a:lnTo>
                    <a:lnTo>
                      <a:pt x="67" y="604"/>
                    </a:lnTo>
                    <a:lnTo>
                      <a:pt x="68" y="602"/>
                    </a:lnTo>
                    <a:lnTo>
                      <a:pt x="67" y="596"/>
                    </a:lnTo>
                    <a:lnTo>
                      <a:pt x="64" y="595"/>
                    </a:lnTo>
                    <a:lnTo>
                      <a:pt x="63" y="596"/>
                    </a:lnTo>
                    <a:lnTo>
                      <a:pt x="63" y="599"/>
                    </a:lnTo>
                    <a:lnTo>
                      <a:pt x="64" y="600"/>
                    </a:lnTo>
                    <a:lnTo>
                      <a:pt x="63" y="603"/>
                    </a:lnTo>
                    <a:lnTo>
                      <a:pt x="63" y="602"/>
                    </a:lnTo>
                    <a:lnTo>
                      <a:pt x="61" y="599"/>
                    </a:lnTo>
                    <a:lnTo>
                      <a:pt x="60" y="599"/>
                    </a:lnTo>
                    <a:lnTo>
                      <a:pt x="57" y="600"/>
                    </a:lnTo>
                    <a:lnTo>
                      <a:pt x="54" y="600"/>
                    </a:lnTo>
                    <a:lnTo>
                      <a:pt x="52" y="602"/>
                    </a:lnTo>
                    <a:lnTo>
                      <a:pt x="54" y="604"/>
                    </a:lnTo>
                    <a:lnTo>
                      <a:pt x="54" y="607"/>
                    </a:lnTo>
                    <a:lnTo>
                      <a:pt x="56" y="610"/>
                    </a:lnTo>
                    <a:lnTo>
                      <a:pt x="56" y="611"/>
                    </a:lnTo>
                    <a:lnTo>
                      <a:pt x="56" y="612"/>
                    </a:lnTo>
                    <a:lnTo>
                      <a:pt x="56" y="614"/>
                    </a:lnTo>
                    <a:lnTo>
                      <a:pt x="57" y="614"/>
                    </a:lnTo>
                    <a:lnTo>
                      <a:pt x="58" y="611"/>
                    </a:lnTo>
                    <a:lnTo>
                      <a:pt x="60" y="612"/>
                    </a:lnTo>
                    <a:lnTo>
                      <a:pt x="63" y="612"/>
                    </a:lnTo>
                    <a:lnTo>
                      <a:pt x="63" y="614"/>
                    </a:lnTo>
                    <a:lnTo>
                      <a:pt x="60" y="615"/>
                    </a:lnTo>
                    <a:lnTo>
                      <a:pt x="58" y="617"/>
                    </a:lnTo>
                    <a:lnTo>
                      <a:pt x="58" y="618"/>
                    </a:lnTo>
                    <a:lnTo>
                      <a:pt x="63" y="618"/>
                    </a:lnTo>
                    <a:lnTo>
                      <a:pt x="67" y="621"/>
                    </a:lnTo>
                    <a:lnTo>
                      <a:pt x="68" y="619"/>
                    </a:lnTo>
                    <a:lnTo>
                      <a:pt x="69" y="618"/>
                    </a:lnTo>
                    <a:lnTo>
                      <a:pt x="68" y="615"/>
                    </a:lnTo>
                    <a:lnTo>
                      <a:pt x="68" y="612"/>
                    </a:lnTo>
                    <a:lnTo>
                      <a:pt x="68" y="611"/>
                    </a:lnTo>
                    <a:lnTo>
                      <a:pt x="67" y="611"/>
                    </a:lnTo>
                    <a:lnTo>
                      <a:pt x="64" y="611"/>
                    </a:lnTo>
                    <a:lnTo>
                      <a:pt x="65" y="610"/>
                    </a:lnTo>
                    <a:lnTo>
                      <a:pt x="67" y="610"/>
                    </a:lnTo>
                    <a:lnTo>
                      <a:pt x="67" y="607"/>
                    </a:lnTo>
                    <a:lnTo>
                      <a:pt x="68" y="607"/>
                    </a:lnTo>
                    <a:lnTo>
                      <a:pt x="71" y="608"/>
                    </a:lnTo>
                    <a:lnTo>
                      <a:pt x="72" y="607"/>
                    </a:lnTo>
                    <a:lnTo>
                      <a:pt x="73" y="608"/>
                    </a:lnTo>
                    <a:lnTo>
                      <a:pt x="75" y="610"/>
                    </a:lnTo>
                    <a:lnTo>
                      <a:pt x="75" y="608"/>
                    </a:lnTo>
                    <a:lnTo>
                      <a:pt x="77" y="607"/>
                    </a:lnTo>
                    <a:lnTo>
                      <a:pt x="80" y="608"/>
                    </a:lnTo>
                    <a:lnTo>
                      <a:pt x="83" y="608"/>
                    </a:lnTo>
                    <a:lnTo>
                      <a:pt x="86" y="608"/>
                    </a:lnTo>
                    <a:lnTo>
                      <a:pt x="86" y="608"/>
                    </a:lnTo>
                    <a:lnTo>
                      <a:pt x="84" y="610"/>
                    </a:lnTo>
                    <a:lnTo>
                      <a:pt x="83" y="611"/>
                    </a:lnTo>
                    <a:lnTo>
                      <a:pt x="82" y="611"/>
                    </a:lnTo>
                    <a:lnTo>
                      <a:pt x="79" y="610"/>
                    </a:lnTo>
                    <a:lnTo>
                      <a:pt x="77" y="610"/>
                    </a:lnTo>
                    <a:lnTo>
                      <a:pt x="73" y="614"/>
                    </a:lnTo>
                    <a:lnTo>
                      <a:pt x="72" y="614"/>
                    </a:lnTo>
                    <a:lnTo>
                      <a:pt x="71" y="614"/>
                    </a:lnTo>
                    <a:lnTo>
                      <a:pt x="69" y="615"/>
                    </a:lnTo>
                    <a:lnTo>
                      <a:pt x="69" y="618"/>
                    </a:lnTo>
                    <a:lnTo>
                      <a:pt x="69" y="619"/>
                    </a:lnTo>
                    <a:lnTo>
                      <a:pt x="68" y="621"/>
                    </a:lnTo>
                    <a:lnTo>
                      <a:pt x="68" y="622"/>
                    </a:lnTo>
                    <a:lnTo>
                      <a:pt x="69" y="622"/>
                    </a:lnTo>
                    <a:lnTo>
                      <a:pt x="68" y="623"/>
                    </a:lnTo>
                    <a:lnTo>
                      <a:pt x="68" y="625"/>
                    </a:lnTo>
                    <a:lnTo>
                      <a:pt x="72" y="626"/>
                    </a:lnTo>
                    <a:lnTo>
                      <a:pt x="75" y="629"/>
                    </a:lnTo>
                    <a:lnTo>
                      <a:pt x="76" y="629"/>
                    </a:lnTo>
                    <a:lnTo>
                      <a:pt x="76" y="627"/>
                    </a:lnTo>
                    <a:lnTo>
                      <a:pt x="76" y="625"/>
                    </a:lnTo>
                    <a:lnTo>
                      <a:pt x="77" y="623"/>
                    </a:lnTo>
                    <a:lnTo>
                      <a:pt x="80" y="623"/>
                    </a:lnTo>
                    <a:lnTo>
                      <a:pt x="80" y="622"/>
                    </a:lnTo>
                    <a:lnTo>
                      <a:pt x="77" y="619"/>
                    </a:lnTo>
                    <a:lnTo>
                      <a:pt x="82" y="618"/>
                    </a:lnTo>
                    <a:lnTo>
                      <a:pt x="84" y="617"/>
                    </a:lnTo>
                    <a:lnTo>
                      <a:pt x="86" y="612"/>
                    </a:lnTo>
                    <a:lnTo>
                      <a:pt x="88" y="612"/>
                    </a:lnTo>
                    <a:lnTo>
                      <a:pt x="88" y="612"/>
                    </a:lnTo>
                    <a:lnTo>
                      <a:pt x="90" y="614"/>
                    </a:lnTo>
                    <a:lnTo>
                      <a:pt x="92" y="614"/>
                    </a:lnTo>
                    <a:lnTo>
                      <a:pt x="92" y="614"/>
                    </a:lnTo>
                    <a:lnTo>
                      <a:pt x="90" y="615"/>
                    </a:lnTo>
                    <a:lnTo>
                      <a:pt x="88" y="618"/>
                    </a:lnTo>
                    <a:lnTo>
                      <a:pt x="88" y="619"/>
                    </a:lnTo>
                    <a:lnTo>
                      <a:pt x="86" y="622"/>
                    </a:lnTo>
                    <a:lnTo>
                      <a:pt x="86" y="625"/>
                    </a:lnTo>
                    <a:lnTo>
                      <a:pt x="87" y="626"/>
                    </a:lnTo>
                    <a:lnTo>
                      <a:pt x="86" y="627"/>
                    </a:lnTo>
                    <a:lnTo>
                      <a:pt x="83" y="629"/>
                    </a:lnTo>
                    <a:lnTo>
                      <a:pt x="83" y="627"/>
                    </a:lnTo>
                    <a:lnTo>
                      <a:pt x="84" y="627"/>
                    </a:lnTo>
                    <a:lnTo>
                      <a:pt x="84" y="623"/>
                    </a:lnTo>
                    <a:lnTo>
                      <a:pt x="83" y="623"/>
                    </a:lnTo>
                    <a:lnTo>
                      <a:pt x="82" y="623"/>
                    </a:lnTo>
                    <a:lnTo>
                      <a:pt x="82" y="626"/>
                    </a:lnTo>
                    <a:lnTo>
                      <a:pt x="80" y="625"/>
                    </a:lnTo>
                    <a:lnTo>
                      <a:pt x="79" y="626"/>
                    </a:lnTo>
                    <a:lnTo>
                      <a:pt x="77" y="627"/>
                    </a:lnTo>
                    <a:lnTo>
                      <a:pt x="80" y="629"/>
                    </a:lnTo>
                    <a:lnTo>
                      <a:pt x="84" y="634"/>
                    </a:lnTo>
                    <a:lnTo>
                      <a:pt x="88" y="634"/>
                    </a:lnTo>
                    <a:lnTo>
                      <a:pt x="91" y="636"/>
                    </a:lnTo>
                    <a:lnTo>
                      <a:pt x="92" y="636"/>
                    </a:lnTo>
                    <a:lnTo>
                      <a:pt x="94" y="637"/>
                    </a:lnTo>
                    <a:lnTo>
                      <a:pt x="95" y="636"/>
                    </a:lnTo>
                    <a:lnTo>
                      <a:pt x="98" y="632"/>
                    </a:lnTo>
                    <a:lnTo>
                      <a:pt x="96" y="627"/>
                    </a:lnTo>
                    <a:lnTo>
                      <a:pt x="96" y="626"/>
                    </a:lnTo>
                    <a:lnTo>
                      <a:pt x="96" y="623"/>
                    </a:lnTo>
                    <a:lnTo>
                      <a:pt x="96" y="621"/>
                    </a:lnTo>
                    <a:lnTo>
                      <a:pt x="96" y="617"/>
                    </a:lnTo>
                    <a:lnTo>
                      <a:pt x="96" y="612"/>
                    </a:lnTo>
                    <a:lnTo>
                      <a:pt x="96" y="611"/>
                    </a:lnTo>
                    <a:lnTo>
                      <a:pt x="101" y="608"/>
                    </a:lnTo>
                    <a:lnTo>
                      <a:pt x="103" y="606"/>
                    </a:lnTo>
                    <a:lnTo>
                      <a:pt x="105" y="604"/>
                    </a:lnTo>
                    <a:lnTo>
                      <a:pt x="109" y="604"/>
                    </a:lnTo>
                    <a:lnTo>
                      <a:pt x="109" y="603"/>
                    </a:lnTo>
                    <a:lnTo>
                      <a:pt x="109" y="600"/>
                    </a:lnTo>
                    <a:lnTo>
                      <a:pt x="110" y="598"/>
                    </a:lnTo>
                    <a:lnTo>
                      <a:pt x="114" y="598"/>
                    </a:lnTo>
                    <a:lnTo>
                      <a:pt x="117" y="599"/>
                    </a:lnTo>
                    <a:lnTo>
                      <a:pt x="120" y="599"/>
                    </a:lnTo>
                    <a:lnTo>
                      <a:pt x="120" y="599"/>
                    </a:lnTo>
                    <a:lnTo>
                      <a:pt x="120" y="599"/>
                    </a:lnTo>
                    <a:close/>
                    <a:moveTo>
                      <a:pt x="148" y="674"/>
                    </a:moveTo>
                    <a:lnTo>
                      <a:pt x="149" y="675"/>
                    </a:lnTo>
                    <a:lnTo>
                      <a:pt x="151" y="674"/>
                    </a:lnTo>
                    <a:lnTo>
                      <a:pt x="149" y="674"/>
                    </a:lnTo>
                    <a:lnTo>
                      <a:pt x="149" y="674"/>
                    </a:lnTo>
                    <a:lnTo>
                      <a:pt x="148" y="674"/>
                    </a:lnTo>
                    <a:lnTo>
                      <a:pt x="148" y="674"/>
                    </a:lnTo>
                    <a:close/>
                    <a:moveTo>
                      <a:pt x="19" y="415"/>
                    </a:moveTo>
                    <a:lnTo>
                      <a:pt x="16" y="414"/>
                    </a:lnTo>
                    <a:lnTo>
                      <a:pt x="15" y="414"/>
                    </a:lnTo>
                    <a:lnTo>
                      <a:pt x="15" y="417"/>
                    </a:lnTo>
                    <a:lnTo>
                      <a:pt x="19" y="420"/>
                    </a:lnTo>
                    <a:lnTo>
                      <a:pt x="18" y="421"/>
                    </a:lnTo>
                    <a:lnTo>
                      <a:pt x="20" y="424"/>
                    </a:lnTo>
                    <a:lnTo>
                      <a:pt x="19" y="424"/>
                    </a:lnTo>
                    <a:lnTo>
                      <a:pt x="16" y="424"/>
                    </a:lnTo>
                    <a:lnTo>
                      <a:pt x="16" y="425"/>
                    </a:lnTo>
                    <a:lnTo>
                      <a:pt x="16" y="428"/>
                    </a:lnTo>
                    <a:lnTo>
                      <a:pt x="16" y="429"/>
                    </a:lnTo>
                    <a:lnTo>
                      <a:pt x="11" y="430"/>
                    </a:lnTo>
                    <a:lnTo>
                      <a:pt x="8" y="429"/>
                    </a:lnTo>
                    <a:lnTo>
                      <a:pt x="10" y="425"/>
                    </a:lnTo>
                    <a:lnTo>
                      <a:pt x="8" y="417"/>
                    </a:lnTo>
                    <a:lnTo>
                      <a:pt x="8" y="413"/>
                    </a:lnTo>
                    <a:lnTo>
                      <a:pt x="7" y="413"/>
                    </a:lnTo>
                    <a:lnTo>
                      <a:pt x="5" y="410"/>
                    </a:lnTo>
                    <a:lnTo>
                      <a:pt x="7" y="409"/>
                    </a:lnTo>
                    <a:lnTo>
                      <a:pt x="8" y="407"/>
                    </a:lnTo>
                    <a:lnTo>
                      <a:pt x="8" y="405"/>
                    </a:lnTo>
                    <a:lnTo>
                      <a:pt x="8" y="403"/>
                    </a:lnTo>
                    <a:lnTo>
                      <a:pt x="8" y="402"/>
                    </a:lnTo>
                    <a:lnTo>
                      <a:pt x="10" y="401"/>
                    </a:lnTo>
                    <a:lnTo>
                      <a:pt x="12" y="401"/>
                    </a:lnTo>
                    <a:lnTo>
                      <a:pt x="15" y="402"/>
                    </a:lnTo>
                    <a:lnTo>
                      <a:pt x="18" y="405"/>
                    </a:lnTo>
                    <a:lnTo>
                      <a:pt x="18" y="409"/>
                    </a:lnTo>
                    <a:lnTo>
                      <a:pt x="18" y="410"/>
                    </a:lnTo>
                    <a:lnTo>
                      <a:pt x="18" y="413"/>
                    </a:lnTo>
                    <a:lnTo>
                      <a:pt x="15" y="411"/>
                    </a:lnTo>
                    <a:lnTo>
                      <a:pt x="19" y="414"/>
                    </a:lnTo>
                    <a:lnTo>
                      <a:pt x="19" y="415"/>
                    </a:lnTo>
                    <a:lnTo>
                      <a:pt x="19" y="415"/>
                    </a:lnTo>
                    <a:lnTo>
                      <a:pt x="19" y="415"/>
                    </a:lnTo>
                    <a:close/>
                    <a:moveTo>
                      <a:pt x="22" y="409"/>
                    </a:moveTo>
                    <a:lnTo>
                      <a:pt x="23" y="409"/>
                    </a:lnTo>
                    <a:lnTo>
                      <a:pt x="24" y="410"/>
                    </a:lnTo>
                    <a:lnTo>
                      <a:pt x="23" y="411"/>
                    </a:lnTo>
                    <a:lnTo>
                      <a:pt x="22" y="409"/>
                    </a:lnTo>
                    <a:lnTo>
                      <a:pt x="22" y="409"/>
                    </a:lnTo>
                    <a:close/>
                    <a:moveTo>
                      <a:pt x="4" y="436"/>
                    </a:moveTo>
                    <a:lnTo>
                      <a:pt x="5" y="435"/>
                    </a:lnTo>
                    <a:lnTo>
                      <a:pt x="8" y="435"/>
                    </a:lnTo>
                    <a:lnTo>
                      <a:pt x="10" y="436"/>
                    </a:lnTo>
                    <a:lnTo>
                      <a:pt x="7" y="437"/>
                    </a:lnTo>
                    <a:lnTo>
                      <a:pt x="4" y="436"/>
                    </a:lnTo>
                    <a:lnTo>
                      <a:pt x="4" y="436"/>
                    </a:lnTo>
                    <a:close/>
                    <a:moveTo>
                      <a:pt x="24" y="439"/>
                    </a:moveTo>
                    <a:lnTo>
                      <a:pt x="27" y="437"/>
                    </a:lnTo>
                    <a:lnTo>
                      <a:pt x="27" y="439"/>
                    </a:lnTo>
                    <a:lnTo>
                      <a:pt x="26" y="441"/>
                    </a:lnTo>
                    <a:lnTo>
                      <a:pt x="24" y="439"/>
                    </a:lnTo>
                    <a:lnTo>
                      <a:pt x="24" y="439"/>
                    </a:lnTo>
                    <a:close/>
                    <a:moveTo>
                      <a:pt x="20" y="439"/>
                    </a:moveTo>
                    <a:lnTo>
                      <a:pt x="22" y="439"/>
                    </a:lnTo>
                    <a:lnTo>
                      <a:pt x="23" y="441"/>
                    </a:lnTo>
                    <a:lnTo>
                      <a:pt x="20" y="443"/>
                    </a:lnTo>
                    <a:lnTo>
                      <a:pt x="20" y="441"/>
                    </a:lnTo>
                    <a:lnTo>
                      <a:pt x="19" y="440"/>
                    </a:lnTo>
                    <a:lnTo>
                      <a:pt x="20" y="439"/>
                    </a:lnTo>
                    <a:lnTo>
                      <a:pt x="20" y="439"/>
                    </a:lnTo>
                    <a:close/>
                    <a:moveTo>
                      <a:pt x="14" y="437"/>
                    </a:moveTo>
                    <a:lnTo>
                      <a:pt x="14" y="437"/>
                    </a:lnTo>
                    <a:lnTo>
                      <a:pt x="18" y="437"/>
                    </a:lnTo>
                    <a:lnTo>
                      <a:pt x="15" y="440"/>
                    </a:lnTo>
                    <a:lnTo>
                      <a:pt x="14" y="437"/>
                    </a:lnTo>
                    <a:lnTo>
                      <a:pt x="14" y="437"/>
                    </a:lnTo>
                    <a:close/>
                    <a:moveTo>
                      <a:pt x="15" y="443"/>
                    </a:moveTo>
                    <a:lnTo>
                      <a:pt x="15" y="443"/>
                    </a:lnTo>
                    <a:lnTo>
                      <a:pt x="16" y="443"/>
                    </a:lnTo>
                    <a:lnTo>
                      <a:pt x="16" y="445"/>
                    </a:lnTo>
                    <a:lnTo>
                      <a:pt x="15" y="443"/>
                    </a:lnTo>
                    <a:lnTo>
                      <a:pt x="15" y="443"/>
                    </a:lnTo>
                    <a:close/>
                    <a:moveTo>
                      <a:pt x="11" y="447"/>
                    </a:moveTo>
                    <a:lnTo>
                      <a:pt x="12" y="445"/>
                    </a:lnTo>
                    <a:lnTo>
                      <a:pt x="14" y="445"/>
                    </a:lnTo>
                    <a:lnTo>
                      <a:pt x="15" y="447"/>
                    </a:lnTo>
                    <a:lnTo>
                      <a:pt x="15" y="448"/>
                    </a:lnTo>
                    <a:lnTo>
                      <a:pt x="12" y="448"/>
                    </a:lnTo>
                    <a:lnTo>
                      <a:pt x="11" y="448"/>
                    </a:lnTo>
                    <a:lnTo>
                      <a:pt x="11" y="447"/>
                    </a:lnTo>
                    <a:lnTo>
                      <a:pt x="11" y="447"/>
                    </a:lnTo>
                    <a:close/>
                    <a:moveTo>
                      <a:pt x="8" y="451"/>
                    </a:moveTo>
                    <a:lnTo>
                      <a:pt x="10" y="454"/>
                    </a:lnTo>
                    <a:lnTo>
                      <a:pt x="8" y="455"/>
                    </a:lnTo>
                    <a:lnTo>
                      <a:pt x="7" y="454"/>
                    </a:lnTo>
                    <a:lnTo>
                      <a:pt x="8" y="451"/>
                    </a:lnTo>
                    <a:lnTo>
                      <a:pt x="8" y="451"/>
                    </a:lnTo>
                    <a:close/>
                    <a:moveTo>
                      <a:pt x="22" y="451"/>
                    </a:moveTo>
                    <a:lnTo>
                      <a:pt x="23" y="454"/>
                    </a:lnTo>
                    <a:lnTo>
                      <a:pt x="20" y="454"/>
                    </a:lnTo>
                    <a:lnTo>
                      <a:pt x="22" y="451"/>
                    </a:lnTo>
                    <a:lnTo>
                      <a:pt x="22" y="451"/>
                    </a:lnTo>
                    <a:close/>
                    <a:moveTo>
                      <a:pt x="18" y="449"/>
                    </a:moveTo>
                    <a:lnTo>
                      <a:pt x="20" y="448"/>
                    </a:lnTo>
                    <a:lnTo>
                      <a:pt x="20" y="452"/>
                    </a:lnTo>
                    <a:lnTo>
                      <a:pt x="18" y="449"/>
                    </a:lnTo>
                    <a:lnTo>
                      <a:pt x="18" y="449"/>
                    </a:lnTo>
                    <a:close/>
                    <a:moveTo>
                      <a:pt x="11" y="471"/>
                    </a:moveTo>
                    <a:lnTo>
                      <a:pt x="12" y="471"/>
                    </a:lnTo>
                    <a:lnTo>
                      <a:pt x="14" y="474"/>
                    </a:lnTo>
                    <a:lnTo>
                      <a:pt x="11" y="474"/>
                    </a:lnTo>
                    <a:lnTo>
                      <a:pt x="11" y="471"/>
                    </a:lnTo>
                    <a:lnTo>
                      <a:pt x="11" y="471"/>
                    </a:lnTo>
                    <a:close/>
                    <a:moveTo>
                      <a:pt x="11" y="454"/>
                    </a:moveTo>
                    <a:lnTo>
                      <a:pt x="12" y="451"/>
                    </a:lnTo>
                    <a:lnTo>
                      <a:pt x="11" y="449"/>
                    </a:lnTo>
                    <a:lnTo>
                      <a:pt x="14" y="449"/>
                    </a:lnTo>
                    <a:lnTo>
                      <a:pt x="15" y="452"/>
                    </a:lnTo>
                    <a:lnTo>
                      <a:pt x="14" y="452"/>
                    </a:lnTo>
                    <a:lnTo>
                      <a:pt x="11" y="454"/>
                    </a:lnTo>
                    <a:lnTo>
                      <a:pt x="11" y="454"/>
                    </a:lnTo>
                    <a:close/>
                    <a:moveTo>
                      <a:pt x="5" y="458"/>
                    </a:moveTo>
                    <a:lnTo>
                      <a:pt x="3" y="456"/>
                    </a:lnTo>
                    <a:lnTo>
                      <a:pt x="3" y="455"/>
                    </a:lnTo>
                    <a:lnTo>
                      <a:pt x="5" y="455"/>
                    </a:lnTo>
                    <a:lnTo>
                      <a:pt x="7" y="456"/>
                    </a:lnTo>
                    <a:lnTo>
                      <a:pt x="5" y="458"/>
                    </a:lnTo>
                    <a:lnTo>
                      <a:pt x="5" y="458"/>
                    </a:lnTo>
                    <a:close/>
                    <a:moveTo>
                      <a:pt x="16" y="467"/>
                    </a:moveTo>
                    <a:lnTo>
                      <a:pt x="18" y="467"/>
                    </a:lnTo>
                    <a:lnTo>
                      <a:pt x="18" y="470"/>
                    </a:lnTo>
                    <a:lnTo>
                      <a:pt x="16" y="467"/>
                    </a:lnTo>
                    <a:lnTo>
                      <a:pt x="16" y="467"/>
                    </a:lnTo>
                    <a:close/>
                    <a:moveTo>
                      <a:pt x="19" y="471"/>
                    </a:moveTo>
                    <a:lnTo>
                      <a:pt x="22" y="471"/>
                    </a:lnTo>
                    <a:lnTo>
                      <a:pt x="20" y="473"/>
                    </a:lnTo>
                    <a:lnTo>
                      <a:pt x="19" y="471"/>
                    </a:lnTo>
                    <a:lnTo>
                      <a:pt x="19" y="471"/>
                    </a:lnTo>
                    <a:close/>
                    <a:moveTo>
                      <a:pt x="24" y="445"/>
                    </a:moveTo>
                    <a:lnTo>
                      <a:pt x="26" y="445"/>
                    </a:lnTo>
                    <a:lnTo>
                      <a:pt x="29" y="447"/>
                    </a:lnTo>
                    <a:lnTo>
                      <a:pt x="26" y="447"/>
                    </a:lnTo>
                    <a:lnTo>
                      <a:pt x="24" y="445"/>
                    </a:lnTo>
                    <a:lnTo>
                      <a:pt x="24" y="445"/>
                    </a:lnTo>
                    <a:close/>
                    <a:moveTo>
                      <a:pt x="30" y="448"/>
                    </a:moveTo>
                    <a:lnTo>
                      <a:pt x="31" y="448"/>
                    </a:lnTo>
                    <a:lnTo>
                      <a:pt x="33" y="451"/>
                    </a:lnTo>
                    <a:lnTo>
                      <a:pt x="35" y="454"/>
                    </a:lnTo>
                    <a:lnTo>
                      <a:pt x="33" y="455"/>
                    </a:lnTo>
                    <a:lnTo>
                      <a:pt x="33" y="458"/>
                    </a:lnTo>
                    <a:lnTo>
                      <a:pt x="31" y="458"/>
                    </a:lnTo>
                    <a:lnTo>
                      <a:pt x="30" y="458"/>
                    </a:lnTo>
                    <a:lnTo>
                      <a:pt x="27" y="456"/>
                    </a:lnTo>
                    <a:lnTo>
                      <a:pt x="26" y="459"/>
                    </a:lnTo>
                    <a:lnTo>
                      <a:pt x="26" y="456"/>
                    </a:lnTo>
                    <a:lnTo>
                      <a:pt x="24" y="454"/>
                    </a:lnTo>
                    <a:lnTo>
                      <a:pt x="26" y="449"/>
                    </a:lnTo>
                    <a:lnTo>
                      <a:pt x="30" y="448"/>
                    </a:lnTo>
                    <a:lnTo>
                      <a:pt x="30" y="448"/>
                    </a:lnTo>
                    <a:close/>
                    <a:moveTo>
                      <a:pt x="14" y="456"/>
                    </a:moveTo>
                    <a:lnTo>
                      <a:pt x="14" y="455"/>
                    </a:lnTo>
                    <a:lnTo>
                      <a:pt x="20" y="455"/>
                    </a:lnTo>
                    <a:lnTo>
                      <a:pt x="19" y="456"/>
                    </a:lnTo>
                    <a:lnTo>
                      <a:pt x="15" y="456"/>
                    </a:lnTo>
                    <a:lnTo>
                      <a:pt x="15" y="458"/>
                    </a:lnTo>
                    <a:lnTo>
                      <a:pt x="15" y="458"/>
                    </a:lnTo>
                    <a:lnTo>
                      <a:pt x="14" y="456"/>
                    </a:lnTo>
                    <a:lnTo>
                      <a:pt x="14" y="456"/>
                    </a:lnTo>
                    <a:close/>
                    <a:moveTo>
                      <a:pt x="16" y="462"/>
                    </a:moveTo>
                    <a:lnTo>
                      <a:pt x="15" y="460"/>
                    </a:lnTo>
                    <a:lnTo>
                      <a:pt x="19" y="460"/>
                    </a:lnTo>
                    <a:lnTo>
                      <a:pt x="20" y="459"/>
                    </a:lnTo>
                    <a:lnTo>
                      <a:pt x="20" y="462"/>
                    </a:lnTo>
                    <a:lnTo>
                      <a:pt x="16" y="462"/>
                    </a:lnTo>
                    <a:lnTo>
                      <a:pt x="16" y="462"/>
                    </a:lnTo>
                    <a:close/>
                    <a:moveTo>
                      <a:pt x="18" y="464"/>
                    </a:moveTo>
                    <a:lnTo>
                      <a:pt x="20" y="463"/>
                    </a:lnTo>
                    <a:lnTo>
                      <a:pt x="23" y="463"/>
                    </a:lnTo>
                    <a:lnTo>
                      <a:pt x="23" y="467"/>
                    </a:lnTo>
                    <a:lnTo>
                      <a:pt x="22" y="470"/>
                    </a:lnTo>
                    <a:lnTo>
                      <a:pt x="20" y="468"/>
                    </a:lnTo>
                    <a:lnTo>
                      <a:pt x="19" y="466"/>
                    </a:lnTo>
                    <a:lnTo>
                      <a:pt x="18" y="464"/>
                    </a:lnTo>
                    <a:lnTo>
                      <a:pt x="18" y="464"/>
                    </a:lnTo>
                    <a:close/>
                    <a:moveTo>
                      <a:pt x="14" y="471"/>
                    </a:moveTo>
                    <a:lnTo>
                      <a:pt x="15" y="470"/>
                    </a:lnTo>
                    <a:lnTo>
                      <a:pt x="16" y="471"/>
                    </a:lnTo>
                    <a:lnTo>
                      <a:pt x="18" y="471"/>
                    </a:lnTo>
                    <a:lnTo>
                      <a:pt x="19" y="474"/>
                    </a:lnTo>
                    <a:lnTo>
                      <a:pt x="16" y="474"/>
                    </a:lnTo>
                    <a:lnTo>
                      <a:pt x="14" y="471"/>
                    </a:lnTo>
                    <a:lnTo>
                      <a:pt x="14" y="471"/>
                    </a:lnTo>
                    <a:close/>
                    <a:moveTo>
                      <a:pt x="22" y="527"/>
                    </a:moveTo>
                    <a:lnTo>
                      <a:pt x="23" y="526"/>
                    </a:lnTo>
                    <a:lnTo>
                      <a:pt x="22" y="524"/>
                    </a:lnTo>
                    <a:lnTo>
                      <a:pt x="20" y="526"/>
                    </a:lnTo>
                    <a:lnTo>
                      <a:pt x="18" y="520"/>
                    </a:lnTo>
                    <a:lnTo>
                      <a:pt x="15" y="517"/>
                    </a:lnTo>
                    <a:lnTo>
                      <a:pt x="16" y="516"/>
                    </a:lnTo>
                    <a:lnTo>
                      <a:pt x="19" y="516"/>
                    </a:lnTo>
                    <a:lnTo>
                      <a:pt x="20" y="515"/>
                    </a:lnTo>
                    <a:lnTo>
                      <a:pt x="22" y="519"/>
                    </a:lnTo>
                    <a:lnTo>
                      <a:pt x="24" y="520"/>
                    </a:lnTo>
                    <a:lnTo>
                      <a:pt x="24" y="523"/>
                    </a:lnTo>
                    <a:lnTo>
                      <a:pt x="26" y="526"/>
                    </a:lnTo>
                    <a:lnTo>
                      <a:pt x="27" y="530"/>
                    </a:lnTo>
                    <a:lnTo>
                      <a:pt x="24" y="530"/>
                    </a:lnTo>
                    <a:lnTo>
                      <a:pt x="22" y="530"/>
                    </a:lnTo>
                    <a:lnTo>
                      <a:pt x="22" y="527"/>
                    </a:lnTo>
                    <a:lnTo>
                      <a:pt x="22" y="527"/>
                    </a:lnTo>
                    <a:close/>
                    <a:moveTo>
                      <a:pt x="11" y="521"/>
                    </a:moveTo>
                    <a:lnTo>
                      <a:pt x="11" y="520"/>
                    </a:lnTo>
                    <a:lnTo>
                      <a:pt x="12" y="519"/>
                    </a:lnTo>
                    <a:lnTo>
                      <a:pt x="14" y="519"/>
                    </a:lnTo>
                    <a:lnTo>
                      <a:pt x="18" y="526"/>
                    </a:lnTo>
                    <a:lnTo>
                      <a:pt x="20" y="528"/>
                    </a:lnTo>
                    <a:lnTo>
                      <a:pt x="20" y="532"/>
                    </a:lnTo>
                    <a:lnTo>
                      <a:pt x="19" y="534"/>
                    </a:lnTo>
                    <a:lnTo>
                      <a:pt x="16" y="532"/>
                    </a:lnTo>
                    <a:lnTo>
                      <a:pt x="16" y="528"/>
                    </a:lnTo>
                    <a:lnTo>
                      <a:pt x="16" y="527"/>
                    </a:lnTo>
                    <a:lnTo>
                      <a:pt x="15" y="526"/>
                    </a:lnTo>
                    <a:lnTo>
                      <a:pt x="11" y="524"/>
                    </a:lnTo>
                    <a:lnTo>
                      <a:pt x="11" y="521"/>
                    </a:lnTo>
                    <a:lnTo>
                      <a:pt x="11" y="521"/>
                    </a:lnTo>
                    <a:close/>
                    <a:moveTo>
                      <a:pt x="11" y="526"/>
                    </a:moveTo>
                    <a:lnTo>
                      <a:pt x="12" y="527"/>
                    </a:lnTo>
                    <a:lnTo>
                      <a:pt x="15" y="527"/>
                    </a:lnTo>
                    <a:lnTo>
                      <a:pt x="15" y="530"/>
                    </a:lnTo>
                    <a:lnTo>
                      <a:pt x="15" y="532"/>
                    </a:lnTo>
                    <a:lnTo>
                      <a:pt x="14" y="532"/>
                    </a:lnTo>
                    <a:lnTo>
                      <a:pt x="14" y="531"/>
                    </a:lnTo>
                    <a:lnTo>
                      <a:pt x="11" y="530"/>
                    </a:lnTo>
                    <a:lnTo>
                      <a:pt x="11" y="526"/>
                    </a:lnTo>
                    <a:lnTo>
                      <a:pt x="11" y="526"/>
                    </a:lnTo>
                    <a:close/>
                    <a:moveTo>
                      <a:pt x="16" y="543"/>
                    </a:moveTo>
                    <a:lnTo>
                      <a:pt x="15" y="542"/>
                    </a:lnTo>
                    <a:lnTo>
                      <a:pt x="16" y="540"/>
                    </a:lnTo>
                    <a:lnTo>
                      <a:pt x="14" y="535"/>
                    </a:lnTo>
                    <a:lnTo>
                      <a:pt x="16" y="534"/>
                    </a:lnTo>
                    <a:lnTo>
                      <a:pt x="16" y="535"/>
                    </a:lnTo>
                    <a:lnTo>
                      <a:pt x="19" y="536"/>
                    </a:lnTo>
                    <a:lnTo>
                      <a:pt x="20" y="538"/>
                    </a:lnTo>
                    <a:lnTo>
                      <a:pt x="19" y="539"/>
                    </a:lnTo>
                    <a:lnTo>
                      <a:pt x="16" y="543"/>
                    </a:lnTo>
                    <a:lnTo>
                      <a:pt x="16" y="543"/>
                    </a:lnTo>
                    <a:close/>
                    <a:moveTo>
                      <a:pt x="20" y="554"/>
                    </a:moveTo>
                    <a:lnTo>
                      <a:pt x="19" y="555"/>
                    </a:lnTo>
                    <a:lnTo>
                      <a:pt x="18" y="553"/>
                    </a:lnTo>
                    <a:lnTo>
                      <a:pt x="18" y="551"/>
                    </a:lnTo>
                    <a:lnTo>
                      <a:pt x="16" y="550"/>
                    </a:lnTo>
                    <a:lnTo>
                      <a:pt x="19" y="549"/>
                    </a:lnTo>
                    <a:lnTo>
                      <a:pt x="20" y="551"/>
                    </a:lnTo>
                    <a:lnTo>
                      <a:pt x="20" y="554"/>
                    </a:lnTo>
                    <a:lnTo>
                      <a:pt x="20" y="554"/>
                    </a:lnTo>
                    <a:close/>
                    <a:moveTo>
                      <a:pt x="27" y="553"/>
                    </a:moveTo>
                    <a:lnTo>
                      <a:pt x="27" y="555"/>
                    </a:lnTo>
                    <a:lnTo>
                      <a:pt x="26" y="555"/>
                    </a:lnTo>
                    <a:lnTo>
                      <a:pt x="23" y="554"/>
                    </a:lnTo>
                    <a:lnTo>
                      <a:pt x="22" y="550"/>
                    </a:lnTo>
                    <a:lnTo>
                      <a:pt x="19" y="545"/>
                    </a:lnTo>
                    <a:lnTo>
                      <a:pt x="22" y="545"/>
                    </a:lnTo>
                    <a:lnTo>
                      <a:pt x="24" y="543"/>
                    </a:lnTo>
                    <a:lnTo>
                      <a:pt x="24" y="540"/>
                    </a:lnTo>
                    <a:lnTo>
                      <a:pt x="23" y="542"/>
                    </a:lnTo>
                    <a:lnTo>
                      <a:pt x="22" y="542"/>
                    </a:lnTo>
                    <a:lnTo>
                      <a:pt x="22" y="540"/>
                    </a:lnTo>
                    <a:lnTo>
                      <a:pt x="22" y="538"/>
                    </a:lnTo>
                    <a:lnTo>
                      <a:pt x="20" y="536"/>
                    </a:lnTo>
                    <a:lnTo>
                      <a:pt x="20" y="534"/>
                    </a:lnTo>
                    <a:lnTo>
                      <a:pt x="22" y="532"/>
                    </a:lnTo>
                    <a:lnTo>
                      <a:pt x="26" y="532"/>
                    </a:lnTo>
                    <a:lnTo>
                      <a:pt x="29" y="534"/>
                    </a:lnTo>
                    <a:lnTo>
                      <a:pt x="30" y="539"/>
                    </a:lnTo>
                    <a:lnTo>
                      <a:pt x="31" y="543"/>
                    </a:lnTo>
                    <a:lnTo>
                      <a:pt x="31" y="549"/>
                    </a:lnTo>
                    <a:lnTo>
                      <a:pt x="31" y="549"/>
                    </a:lnTo>
                    <a:lnTo>
                      <a:pt x="33" y="553"/>
                    </a:lnTo>
                    <a:lnTo>
                      <a:pt x="33" y="557"/>
                    </a:lnTo>
                    <a:lnTo>
                      <a:pt x="30" y="558"/>
                    </a:lnTo>
                    <a:lnTo>
                      <a:pt x="29" y="558"/>
                    </a:lnTo>
                    <a:lnTo>
                      <a:pt x="29" y="555"/>
                    </a:lnTo>
                    <a:lnTo>
                      <a:pt x="27" y="553"/>
                    </a:lnTo>
                    <a:lnTo>
                      <a:pt x="27" y="553"/>
                    </a:lnTo>
                    <a:close/>
                    <a:moveTo>
                      <a:pt x="26" y="566"/>
                    </a:moveTo>
                    <a:lnTo>
                      <a:pt x="24" y="565"/>
                    </a:lnTo>
                    <a:lnTo>
                      <a:pt x="23" y="564"/>
                    </a:lnTo>
                    <a:lnTo>
                      <a:pt x="24" y="562"/>
                    </a:lnTo>
                    <a:lnTo>
                      <a:pt x="24" y="561"/>
                    </a:lnTo>
                    <a:lnTo>
                      <a:pt x="24" y="559"/>
                    </a:lnTo>
                    <a:lnTo>
                      <a:pt x="26" y="561"/>
                    </a:lnTo>
                    <a:lnTo>
                      <a:pt x="29" y="561"/>
                    </a:lnTo>
                    <a:lnTo>
                      <a:pt x="29" y="564"/>
                    </a:lnTo>
                    <a:lnTo>
                      <a:pt x="29" y="565"/>
                    </a:lnTo>
                    <a:lnTo>
                      <a:pt x="27" y="566"/>
                    </a:lnTo>
                    <a:lnTo>
                      <a:pt x="26" y="566"/>
                    </a:lnTo>
                    <a:lnTo>
                      <a:pt x="26" y="566"/>
                    </a:lnTo>
                    <a:close/>
                    <a:moveTo>
                      <a:pt x="23" y="570"/>
                    </a:moveTo>
                    <a:lnTo>
                      <a:pt x="23" y="569"/>
                    </a:lnTo>
                    <a:lnTo>
                      <a:pt x="27" y="569"/>
                    </a:lnTo>
                    <a:lnTo>
                      <a:pt x="24" y="570"/>
                    </a:lnTo>
                    <a:lnTo>
                      <a:pt x="23" y="570"/>
                    </a:lnTo>
                    <a:lnTo>
                      <a:pt x="23" y="570"/>
                    </a:lnTo>
                    <a:close/>
                    <a:moveTo>
                      <a:pt x="29" y="569"/>
                    </a:moveTo>
                    <a:lnTo>
                      <a:pt x="30" y="570"/>
                    </a:lnTo>
                    <a:lnTo>
                      <a:pt x="30" y="573"/>
                    </a:lnTo>
                    <a:lnTo>
                      <a:pt x="30" y="574"/>
                    </a:lnTo>
                    <a:lnTo>
                      <a:pt x="29" y="572"/>
                    </a:lnTo>
                    <a:lnTo>
                      <a:pt x="29" y="569"/>
                    </a:lnTo>
                    <a:lnTo>
                      <a:pt x="29" y="569"/>
                    </a:lnTo>
                    <a:close/>
                    <a:moveTo>
                      <a:pt x="31" y="568"/>
                    </a:moveTo>
                    <a:lnTo>
                      <a:pt x="31" y="566"/>
                    </a:lnTo>
                    <a:lnTo>
                      <a:pt x="33" y="566"/>
                    </a:lnTo>
                    <a:lnTo>
                      <a:pt x="34" y="569"/>
                    </a:lnTo>
                    <a:lnTo>
                      <a:pt x="37" y="569"/>
                    </a:lnTo>
                    <a:lnTo>
                      <a:pt x="38" y="573"/>
                    </a:lnTo>
                    <a:lnTo>
                      <a:pt x="39" y="576"/>
                    </a:lnTo>
                    <a:lnTo>
                      <a:pt x="37" y="572"/>
                    </a:lnTo>
                    <a:lnTo>
                      <a:pt x="34" y="572"/>
                    </a:lnTo>
                    <a:lnTo>
                      <a:pt x="31" y="568"/>
                    </a:lnTo>
                    <a:lnTo>
                      <a:pt x="31" y="568"/>
                    </a:lnTo>
                    <a:close/>
                    <a:moveTo>
                      <a:pt x="31" y="573"/>
                    </a:moveTo>
                    <a:lnTo>
                      <a:pt x="33" y="573"/>
                    </a:lnTo>
                    <a:lnTo>
                      <a:pt x="35" y="574"/>
                    </a:lnTo>
                    <a:lnTo>
                      <a:pt x="38" y="579"/>
                    </a:lnTo>
                    <a:lnTo>
                      <a:pt x="37" y="580"/>
                    </a:lnTo>
                    <a:lnTo>
                      <a:pt x="35" y="580"/>
                    </a:lnTo>
                    <a:lnTo>
                      <a:pt x="31" y="576"/>
                    </a:lnTo>
                    <a:lnTo>
                      <a:pt x="31" y="573"/>
                    </a:lnTo>
                    <a:lnTo>
                      <a:pt x="31" y="573"/>
                    </a:lnTo>
                    <a:close/>
                    <a:moveTo>
                      <a:pt x="34" y="587"/>
                    </a:moveTo>
                    <a:lnTo>
                      <a:pt x="30" y="588"/>
                    </a:lnTo>
                    <a:lnTo>
                      <a:pt x="29" y="587"/>
                    </a:lnTo>
                    <a:lnTo>
                      <a:pt x="30" y="585"/>
                    </a:lnTo>
                    <a:lnTo>
                      <a:pt x="31" y="583"/>
                    </a:lnTo>
                    <a:lnTo>
                      <a:pt x="30" y="580"/>
                    </a:lnTo>
                    <a:lnTo>
                      <a:pt x="31" y="580"/>
                    </a:lnTo>
                    <a:lnTo>
                      <a:pt x="34" y="581"/>
                    </a:lnTo>
                    <a:lnTo>
                      <a:pt x="35" y="581"/>
                    </a:lnTo>
                    <a:lnTo>
                      <a:pt x="39" y="584"/>
                    </a:lnTo>
                    <a:lnTo>
                      <a:pt x="39" y="585"/>
                    </a:lnTo>
                    <a:lnTo>
                      <a:pt x="37" y="585"/>
                    </a:lnTo>
                    <a:lnTo>
                      <a:pt x="37" y="587"/>
                    </a:lnTo>
                    <a:lnTo>
                      <a:pt x="34" y="587"/>
                    </a:lnTo>
                    <a:lnTo>
                      <a:pt x="34" y="587"/>
                    </a:lnTo>
                    <a:close/>
                    <a:moveTo>
                      <a:pt x="37" y="599"/>
                    </a:moveTo>
                    <a:lnTo>
                      <a:pt x="35" y="599"/>
                    </a:lnTo>
                    <a:lnTo>
                      <a:pt x="34" y="598"/>
                    </a:lnTo>
                    <a:lnTo>
                      <a:pt x="34" y="595"/>
                    </a:lnTo>
                    <a:lnTo>
                      <a:pt x="34" y="593"/>
                    </a:lnTo>
                    <a:lnTo>
                      <a:pt x="35" y="593"/>
                    </a:lnTo>
                    <a:lnTo>
                      <a:pt x="35" y="592"/>
                    </a:lnTo>
                    <a:lnTo>
                      <a:pt x="34" y="591"/>
                    </a:lnTo>
                    <a:lnTo>
                      <a:pt x="37" y="591"/>
                    </a:lnTo>
                    <a:lnTo>
                      <a:pt x="38" y="592"/>
                    </a:lnTo>
                    <a:lnTo>
                      <a:pt x="37" y="595"/>
                    </a:lnTo>
                    <a:lnTo>
                      <a:pt x="35" y="596"/>
                    </a:lnTo>
                    <a:lnTo>
                      <a:pt x="37" y="599"/>
                    </a:lnTo>
                    <a:lnTo>
                      <a:pt x="37" y="599"/>
                    </a:lnTo>
                    <a:close/>
                    <a:moveTo>
                      <a:pt x="38" y="593"/>
                    </a:moveTo>
                    <a:lnTo>
                      <a:pt x="38" y="592"/>
                    </a:lnTo>
                    <a:lnTo>
                      <a:pt x="39" y="592"/>
                    </a:lnTo>
                    <a:lnTo>
                      <a:pt x="41" y="593"/>
                    </a:lnTo>
                    <a:lnTo>
                      <a:pt x="42" y="595"/>
                    </a:lnTo>
                    <a:lnTo>
                      <a:pt x="42" y="598"/>
                    </a:lnTo>
                    <a:lnTo>
                      <a:pt x="41" y="599"/>
                    </a:lnTo>
                    <a:lnTo>
                      <a:pt x="39" y="598"/>
                    </a:lnTo>
                    <a:lnTo>
                      <a:pt x="39" y="598"/>
                    </a:lnTo>
                    <a:lnTo>
                      <a:pt x="38" y="596"/>
                    </a:lnTo>
                    <a:lnTo>
                      <a:pt x="38" y="593"/>
                    </a:lnTo>
                    <a:lnTo>
                      <a:pt x="38" y="593"/>
                    </a:lnTo>
                    <a:close/>
                    <a:moveTo>
                      <a:pt x="42" y="595"/>
                    </a:moveTo>
                    <a:lnTo>
                      <a:pt x="46" y="596"/>
                    </a:lnTo>
                    <a:lnTo>
                      <a:pt x="46" y="599"/>
                    </a:lnTo>
                    <a:lnTo>
                      <a:pt x="45" y="599"/>
                    </a:lnTo>
                    <a:lnTo>
                      <a:pt x="44" y="598"/>
                    </a:lnTo>
                    <a:lnTo>
                      <a:pt x="42" y="595"/>
                    </a:lnTo>
                    <a:lnTo>
                      <a:pt x="42" y="595"/>
                    </a:lnTo>
                    <a:close/>
                    <a:moveTo>
                      <a:pt x="42" y="604"/>
                    </a:moveTo>
                    <a:lnTo>
                      <a:pt x="41" y="606"/>
                    </a:lnTo>
                    <a:lnTo>
                      <a:pt x="39" y="604"/>
                    </a:lnTo>
                    <a:lnTo>
                      <a:pt x="41" y="603"/>
                    </a:lnTo>
                    <a:lnTo>
                      <a:pt x="41" y="600"/>
                    </a:lnTo>
                    <a:lnTo>
                      <a:pt x="42" y="600"/>
                    </a:lnTo>
                    <a:lnTo>
                      <a:pt x="44" y="602"/>
                    </a:lnTo>
                    <a:lnTo>
                      <a:pt x="42" y="604"/>
                    </a:lnTo>
                    <a:lnTo>
                      <a:pt x="42" y="604"/>
                    </a:lnTo>
                    <a:close/>
                    <a:moveTo>
                      <a:pt x="50" y="598"/>
                    </a:moveTo>
                    <a:lnTo>
                      <a:pt x="46" y="596"/>
                    </a:lnTo>
                    <a:lnTo>
                      <a:pt x="45" y="593"/>
                    </a:lnTo>
                    <a:lnTo>
                      <a:pt x="45" y="589"/>
                    </a:lnTo>
                    <a:lnTo>
                      <a:pt x="46" y="589"/>
                    </a:lnTo>
                    <a:lnTo>
                      <a:pt x="48" y="593"/>
                    </a:lnTo>
                    <a:lnTo>
                      <a:pt x="50" y="596"/>
                    </a:lnTo>
                    <a:lnTo>
                      <a:pt x="50" y="598"/>
                    </a:lnTo>
                    <a:lnTo>
                      <a:pt x="50" y="598"/>
                    </a:lnTo>
                    <a:lnTo>
                      <a:pt x="50" y="598"/>
                    </a:lnTo>
                    <a:close/>
                    <a:moveTo>
                      <a:pt x="49" y="602"/>
                    </a:moveTo>
                    <a:lnTo>
                      <a:pt x="48" y="600"/>
                    </a:lnTo>
                    <a:lnTo>
                      <a:pt x="48" y="599"/>
                    </a:lnTo>
                    <a:lnTo>
                      <a:pt x="50" y="599"/>
                    </a:lnTo>
                    <a:lnTo>
                      <a:pt x="50" y="602"/>
                    </a:lnTo>
                    <a:lnTo>
                      <a:pt x="49" y="602"/>
                    </a:lnTo>
                    <a:lnTo>
                      <a:pt x="49" y="602"/>
                    </a:lnTo>
                    <a:close/>
                    <a:moveTo>
                      <a:pt x="50" y="607"/>
                    </a:moveTo>
                    <a:lnTo>
                      <a:pt x="48" y="604"/>
                    </a:lnTo>
                    <a:lnTo>
                      <a:pt x="46" y="602"/>
                    </a:lnTo>
                    <a:lnTo>
                      <a:pt x="48" y="602"/>
                    </a:lnTo>
                    <a:lnTo>
                      <a:pt x="52" y="604"/>
                    </a:lnTo>
                    <a:lnTo>
                      <a:pt x="52" y="607"/>
                    </a:lnTo>
                    <a:lnTo>
                      <a:pt x="50" y="607"/>
                    </a:lnTo>
                    <a:lnTo>
                      <a:pt x="50" y="607"/>
                    </a:lnTo>
                    <a:close/>
                    <a:moveTo>
                      <a:pt x="54" y="614"/>
                    </a:moveTo>
                    <a:lnTo>
                      <a:pt x="53" y="612"/>
                    </a:lnTo>
                    <a:lnTo>
                      <a:pt x="52" y="612"/>
                    </a:lnTo>
                    <a:lnTo>
                      <a:pt x="50" y="610"/>
                    </a:lnTo>
                    <a:lnTo>
                      <a:pt x="48" y="611"/>
                    </a:lnTo>
                    <a:lnTo>
                      <a:pt x="46" y="610"/>
                    </a:lnTo>
                    <a:lnTo>
                      <a:pt x="49" y="608"/>
                    </a:lnTo>
                    <a:lnTo>
                      <a:pt x="50" y="610"/>
                    </a:lnTo>
                    <a:lnTo>
                      <a:pt x="54" y="608"/>
                    </a:lnTo>
                    <a:lnTo>
                      <a:pt x="56" y="611"/>
                    </a:lnTo>
                    <a:lnTo>
                      <a:pt x="54" y="614"/>
                    </a:lnTo>
                    <a:lnTo>
                      <a:pt x="54" y="614"/>
                    </a:lnTo>
                    <a:close/>
                    <a:moveTo>
                      <a:pt x="63" y="627"/>
                    </a:moveTo>
                    <a:lnTo>
                      <a:pt x="58" y="626"/>
                    </a:lnTo>
                    <a:lnTo>
                      <a:pt x="57" y="627"/>
                    </a:lnTo>
                    <a:lnTo>
                      <a:pt x="56" y="627"/>
                    </a:lnTo>
                    <a:lnTo>
                      <a:pt x="54" y="625"/>
                    </a:lnTo>
                    <a:lnTo>
                      <a:pt x="50" y="623"/>
                    </a:lnTo>
                    <a:lnTo>
                      <a:pt x="48" y="623"/>
                    </a:lnTo>
                    <a:lnTo>
                      <a:pt x="45" y="619"/>
                    </a:lnTo>
                    <a:lnTo>
                      <a:pt x="45" y="617"/>
                    </a:lnTo>
                    <a:lnTo>
                      <a:pt x="45" y="615"/>
                    </a:lnTo>
                    <a:lnTo>
                      <a:pt x="46" y="617"/>
                    </a:lnTo>
                    <a:lnTo>
                      <a:pt x="50" y="621"/>
                    </a:lnTo>
                    <a:lnTo>
                      <a:pt x="52" y="622"/>
                    </a:lnTo>
                    <a:lnTo>
                      <a:pt x="54" y="622"/>
                    </a:lnTo>
                    <a:lnTo>
                      <a:pt x="57" y="622"/>
                    </a:lnTo>
                    <a:lnTo>
                      <a:pt x="58" y="623"/>
                    </a:lnTo>
                    <a:lnTo>
                      <a:pt x="63" y="623"/>
                    </a:lnTo>
                    <a:lnTo>
                      <a:pt x="64" y="625"/>
                    </a:lnTo>
                    <a:lnTo>
                      <a:pt x="67" y="627"/>
                    </a:lnTo>
                    <a:lnTo>
                      <a:pt x="68" y="627"/>
                    </a:lnTo>
                    <a:lnTo>
                      <a:pt x="68" y="629"/>
                    </a:lnTo>
                    <a:lnTo>
                      <a:pt x="68" y="629"/>
                    </a:lnTo>
                    <a:lnTo>
                      <a:pt x="65" y="629"/>
                    </a:lnTo>
                    <a:lnTo>
                      <a:pt x="63" y="627"/>
                    </a:lnTo>
                    <a:lnTo>
                      <a:pt x="63" y="627"/>
                    </a:lnTo>
                    <a:close/>
                    <a:moveTo>
                      <a:pt x="53" y="629"/>
                    </a:moveTo>
                    <a:lnTo>
                      <a:pt x="53" y="629"/>
                    </a:lnTo>
                    <a:lnTo>
                      <a:pt x="54" y="632"/>
                    </a:lnTo>
                    <a:lnTo>
                      <a:pt x="52" y="630"/>
                    </a:lnTo>
                    <a:lnTo>
                      <a:pt x="53" y="629"/>
                    </a:lnTo>
                    <a:lnTo>
                      <a:pt x="53" y="629"/>
                    </a:lnTo>
                    <a:close/>
                    <a:moveTo>
                      <a:pt x="72" y="642"/>
                    </a:moveTo>
                    <a:lnTo>
                      <a:pt x="73" y="642"/>
                    </a:lnTo>
                    <a:lnTo>
                      <a:pt x="75" y="642"/>
                    </a:lnTo>
                    <a:lnTo>
                      <a:pt x="73" y="641"/>
                    </a:lnTo>
                    <a:lnTo>
                      <a:pt x="72" y="641"/>
                    </a:lnTo>
                    <a:lnTo>
                      <a:pt x="72" y="642"/>
                    </a:lnTo>
                    <a:lnTo>
                      <a:pt x="72" y="642"/>
                    </a:lnTo>
                    <a:close/>
                    <a:moveTo>
                      <a:pt x="80" y="644"/>
                    </a:moveTo>
                    <a:lnTo>
                      <a:pt x="77" y="644"/>
                    </a:lnTo>
                    <a:lnTo>
                      <a:pt x="76" y="642"/>
                    </a:lnTo>
                    <a:lnTo>
                      <a:pt x="76" y="641"/>
                    </a:lnTo>
                    <a:lnTo>
                      <a:pt x="75" y="640"/>
                    </a:lnTo>
                    <a:lnTo>
                      <a:pt x="71" y="640"/>
                    </a:lnTo>
                    <a:lnTo>
                      <a:pt x="69" y="640"/>
                    </a:lnTo>
                    <a:lnTo>
                      <a:pt x="67" y="637"/>
                    </a:lnTo>
                    <a:lnTo>
                      <a:pt x="64" y="636"/>
                    </a:lnTo>
                    <a:lnTo>
                      <a:pt x="63" y="633"/>
                    </a:lnTo>
                    <a:lnTo>
                      <a:pt x="60" y="632"/>
                    </a:lnTo>
                    <a:lnTo>
                      <a:pt x="60" y="630"/>
                    </a:lnTo>
                    <a:lnTo>
                      <a:pt x="61" y="629"/>
                    </a:lnTo>
                    <a:lnTo>
                      <a:pt x="63" y="629"/>
                    </a:lnTo>
                    <a:lnTo>
                      <a:pt x="64" y="630"/>
                    </a:lnTo>
                    <a:lnTo>
                      <a:pt x="65" y="632"/>
                    </a:lnTo>
                    <a:lnTo>
                      <a:pt x="68" y="630"/>
                    </a:lnTo>
                    <a:lnTo>
                      <a:pt x="71" y="630"/>
                    </a:lnTo>
                    <a:lnTo>
                      <a:pt x="75" y="633"/>
                    </a:lnTo>
                    <a:lnTo>
                      <a:pt x="77" y="634"/>
                    </a:lnTo>
                    <a:lnTo>
                      <a:pt x="77" y="636"/>
                    </a:lnTo>
                    <a:lnTo>
                      <a:pt x="80" y="634"/>
                    </a:lnTo>
                    <a:lnTo>
                      <a:pt x="83" y="636"/>
                    </a:lnTo>
                    <a:lnTo>
                      <a:pt x="83" y="637"/>
                    </a:lnTo>
                    <a:lnTo>
                      <a:pt x="82" y="637"/>
                    </a:lnTo>
                    <a:lnTo>
                      <a:pt x="80" y="638"/>
                    </a:lnTo>
                    <a:lnTo>
                      <a:pt x="82" y="638"/>
                    </a:lnTo>
                    <a:lnTo>
                      <a:pt x="82" y="640"/>
                    </a:lnTo>
                    <a:lnTo>
                      <a:pt x="79" y="642"/>
                    </a:lnTo>
                    <a:lnTo>
                      <a:pt x="80" y="644"/>
                    </a:lnTo>
                    <a:lnTo>
                      <a:pt x="80" y="644"/>
                    </a:lnTo>
                    <a:close/>
                    <a:moveTo>
                      <a:pt x="83" y="642"/>
                    </a:moveTo>
                    <a:lnTo>
                      <a:pt x="82" y="645"/>
                    </a:lnTo>
                    <a:lnTo>
                      <a:pt x="82" y="646"/>
                    </a:lnTo>
                    <a:lnTo>
                      <a:pt x="84" y="645"/>
                    </a:lnTo>
                    <a:lnTo>
                      <a:pt x="84" y="644"/>
                    </a:lnTo>
                    <a:lnTo>
                      <a:pt x="86" y="642"/>
                    </a:lnTo>
                    <a:lnTo>
                      <a:pt x="84" y="642"/>
                    </a:lnTo>
                    <a:lnTo>
                      <a:pt x="83" y="642"/>
                    </a:lnTo>
                    <a:lnTo>
                      <a:pt x="83" y="642"/>
                    </a:lnTo>
                    <a:close/>
                    <a:moveTo>
                      <a:pt x="99" y="640"/>
                    </a:moveTo>
                    <a:lnTo>
                      <a:pt x="98" y="642"/>
                    </a:lnTo>
                    <a:lnTo>
                      <a:pt x="99" y="644"/>
                    </a:lnTo>
                    <a:lnTo>
                      <a:pt x="98" y="645"/>
                    </a:lnTo>
                    <a:lnTo>
                      <a:pt x="95" y="645"/>
                    </a:lnTo>
                    <a:lnTo>
                      <a:pt x="94" y="644"/>
                    </a:lnTo>
                    <a:lnTo>
                      <a:pt x="92" y="644"/>
                    </a:lnTo>
                    <a:lnTo>
                      <a:pt x="91" y="642"/>
                    </a:lnTo>
                    <a:lnTo>
                      <a:pt x="88" y="642"/>
                    </a:lnTo>
                    <a:lnTo>
                      <a:pt x="87" y="644"/>
                    </a:lnTo>
                    <a:lnTo>
                      <a:pt x="86" y="641"/>
                    </a:lnTo>
                    <a:lnTo>
                      <a:pt x="84" y="641"/>
                    </a:lnTo>
                    <a:lnTo>
                      <a:pt x="84" y="638"/>
                    </a:lnTo>
                    <a:lnTo>
                      <a:pt x="88" y="638"/>
                    </a:lnTo>
                    <a:lnTo>
                      <a:pt x="90" y="638"/>
                    </a:lnTo>
                    <a:lnTo>
                      <a:pt x="94" y="640"/>
                    </a:lnTo>
                    <a:lnTo>
                      <a:pt x="95" y="641"/>
                    </a:lnTo>
                    <a:lnTo>
                      <a:pt x="96" y="640"/>
                    </a:lnTo>
                    <a:lnTo>
                      <a:pt x="98" y="640"/>
                    </a:lnTo>
                    <a:lnTo>
                      <a:pt x="99" y="640"/>
                    </a:lnTo>
                    <a:lnTo>
                      <a:pt x="99" y="640"/>
                    </a:lnTo>
                    <a:close/>
                    <a:moveTo>
                      <a:pt x="107" y="640"/>
                    </a:moveTo>
                    <a:lnTo>
                      <a:pt x="105" y="637"/>
                    </a:lnTo>
                    <a:lnTo>
                      <a:pt x="106" y="636"/>
                    </a:lnTo>
                    <a:lnTo>
                      <a:pt x="105" y="633"/>
                    </a:lnTo>
                    <a:lnTo>
                      <a:pt x="105" y="633"/>
                    </a:lnTo>
                    <a:lnTo>
                      <a:pt x="103" y="630"/>
                    </a:lnTo>
                    <a:lnTo>
                      <a:pt x="103" y="626"/>
                    </a:lnTo>
                    <a:lnTo>
                      <a:pt x="101" y="626"/>
                    </a:lnTo>
                    <a:lnTo>
                      <a:pt x="101" y="629"/>
                    </a:lnTo>
                    <a:lnTo>
                      <a:pt x="99" y="632"/>
                    </a:lnTo>
                    <a:lnTo>
                      <a:pt x="101" y="634"/>
                    </a:lnTo>
                    <a:lnTo>
                      <a:pt x="101" y="636"/>
                    </a:lnTo>
                    <a:lnTo>
                      <a:pt x="101" y="637"/>
                    </a:lnTo>
                    <a:lnTo>
                      <a:pt x="102" y="638"/>
                    </a:lnTo>
                    <a:lnTo>
                      <a:pt x="105" y="640"/>
                    </a:lnTo>
                    <a:lnTo>
                      <a:pt x="106" y="641"/>
                    </a:lnTo>
                    <a:lnTo>
                      <a:pt x="107" y="640"/>
                    </a:lnTo>
                    <a:lnTo>
                      <a:pt x="107" y="640"/>
                    </a:lnTo>
                    <a:close/>
                    <a:moveTo>
                      <a:pt x="96" y="660"/>
                    </a:moveTo>
                    <a:lnTo>
                      <a:pt x="99" y="659"/>
                    </a:lnTo>
                    <a:lnTo>
                      <a:pt x="101" y="660"/>
                    </a:lnTo>
                    <a:lnTo>
                      <a:pt x="98" y="661"/>
                    </a:lnTo>
                    <a:lnTo>
                      <a:pt x="96" y="660"/>
                    </a:lnTo>
                    <a:lnTo>
                      <a:pt x="96" y="660"/>
                    </a:lnTo>
                    <a:close/>
                    <a:moveTo>
                      <a:pt x="98" y="657"/>
                    </a:moveTo>
                    <a:lnTo>
                      <a:pt x="96" y="657"/>
                    </a:lnTo>
                    <a:lnTo>
                      <a:pt x="98" y="655"/>
                    </a:lnTo>
                    <a:lnTo>
                      <a:pt x="99" y="656"/>
                    </a:lnTo>
                    <a:lnTo>
                      <a:pt x="99" y="657"/>
                    </a:lnTo>
                    <a:lnTo>
                      <a:pt x="98" y="657"/>
                    </a:lnTo>
                    <a:lnTo>
                      <a:pt x="98" y="657"/>
                    </a:lnTo>
                    <a:close/>
                    <a:moveTo>
                      <a:pt x="154" y="672"/>
                    </a:moveTo>
                    <a:lnTo>
                      <a:pt x="152" y="671"/>
                    </a:lnTo>
                    <a:lnTo>
                      <a:pt x="154" y="670"/>
                    </a:lnTo>
                    <a:lnTo>
                      <a:pt x="152" y="668"/>
                    </a:lnTo>
                    <a:lnTo>
                      <a:pt x="155" y="668"/>
                    </a:lnTo>
                    <a:lnTo>
                      <a:pt x="155" y="671"/>
                    </a:lnTo>
                    <a:lnTo>
                      <a:pt x="155" y="672"/>
                    </a:lnTo>
                    <a:lnTo>
                      <a:pt x="154" y="672"/>
                    </a:lnTo>
                    <a:lnTo>
                      <a:pt x="154" y="672"/>
                    </a:lnTo>
                    <a:close/>
                    <a:moveTo>
                      <a:pt x="118" y="659"/>
                    </a:moveTo>
                    <a:lnTo>
                      <a:pt x="120" y="657"/>
                    </a:lnTo>
                    <a:lnTo>
                      <a:pt x="122" y="657"/>
                    </a:lnTo>
                    <a:lnTo>
                      <a:pt x="124" y="657"/>
                    </a:lnTo>
                    <a:lnTo>
                      <a:pt x="126" y="657"/>
                    </a:lnTo>
                    <a:lnTo>
                      <a:pt x="133" y="656"/>
                    </a:lnTo>
                    <a:lnTo>
                      <a:pt x="137" y="655"/>
                    </a:lnTo>
                    <a:lnTo>
                      <a:pt x="141" y="655"/>
                    </a:lnTo>
                    <a:lnTo>
                      <a:pt x="145" y="655"/>
                    </a:lnTo>
                    <a:lnTo>
                      <a:pt x="149" y="655"/>
                    </a:lnTo>
                    <a:lnTo>
                      <a:pt x="152" y="655"/>
                    </a:lnTo>
                    <a:lnTo>
                      <a:pt x="152" y="657"/>
                    </a:lnTo>
                    <a:lnTo>
                      <a:pt x="154" y="659"/>
                    </a:lnTo>
                    <a:lnTo>
                      <a:pt x="152" y="660"/>
                    </a:lnTo>
                    <a:lnTo>
                      <a:pt x="151" y="661"/>
                    </a:lnTo>
                    <a:lnTo>
                      <a:pt x="149" y="660"/>
                    </a:lnTo>
                    <a:lnTo>
                      <a:pt x="148" y="660"/>
                    </a:lnTo>
                    <a:lnTo>
                      <a:pt x="145" y="661"/>
                    </a:lnTo>
                    <a:lnTo>
                      <a:pt x="141" y="661"/>
                    </a:lnTo>
                    <a:lnTo>
                      <a:pt x="140" y="660"/>
                    </a:lnTo>
                    <a:lnTo>
                      <a:pt x="139" y="657"/>
                    </a:lnTo>
                    <a:lnTo>
                      <a:pt x="137" y="657"/>
                    </a:lnTo>
                    <a:lnTo>
                      <a:pt x="135" y="659"/>
                    </a:lnTo>
                    <a:lnTo>
                      <a:pt x="133" y="659"/>
                    </a:lnTo>
                    <a:lnTo>
                      <a:pt x="130" y="660"/>
                    </a:lnTo>
                    <a:lnTo>
                      <a:pt x="133" y="661"/>
                    </a:lnTo>
                    <a:lnTo>
                      <a:pt x="133" y="661"/>
                    </a:lnTo>
                    <a:lnTo>
                      <a:pt x="137" y="663"/>
                    </a:lnTo>
                    <a:lnTo>
                      <a:pt x="137" y="663"/>
                    </a:lnTo>
                    <a:lnTo>
                      <a:pt x="137" y="664"/>
                    </a:lnTo>
                    <a:lnTo>
                      <a:pt x="140" y="665"/>
                    </a:lnTo>
                    <a:lnTo>
                      <a:pt x="143" y="668"/>
                    </a:lnTo>
                    <a:lnTo>
                      <a:pt x="143" y="671"/>
                    </a:lnTo>
                    <a:lnTo>
                      <a:pt x="141" y="670"/>
                    </a:lnTo>
                    <a:lnTo>
                      <a:pt x="139" y="667"/>
                    </a:lnTo>
                    <a:lnTo>
                      <a:pt x="136" y="667"/>
                    </a:lnTo>
                    <a:lnTo>
                      <a:pt x="133" y="668"/>
                    </a:lnTo>
                    <a:lnTo>
                      <a:pt x="132" y="667"/>
                    </a:lnTo>
                    <a:lnTo>
                      <a:pt x="130" y="664"/>
                    </a:lnTo>
                    <a:lnTo>
                      <a:pt x="128" y="664"/>
                    </a:lnTo>
                    <a:lnTo>
                      <a:pt x="128" y="665"/>
                    </a:lnTo>
                    <a:lnTo>
                      <a:pt x="129" y="667"/>
                    </a:lnTo>
                    <a:lnTo>
                      <a:pt x="129" y="670"/>
                    </a:lnTo>
                    <a:lnTo>
                      <a:pt x="128" y="670"/>
                    </a:lnTo>
                    <a:lnTo>
                      <a:pt x="125" y="667"/>
                    </a:lnTo>
                    <a:lnTo>
                      <a:pt x="124" y="668"/>
                    </a:lnTo>
                    <a:lnTo>
                      <a:pt x="122" y="667"/>
                    </a:lnTo>
                    <a:lnTo>
                      <a:pt x="121" y="665"/>
                    </a:lnTo>
                    <a:lnTo>
                      <a:pt x="121" y="664"/>
                    </a:lnTo>
                    <a:lnTo>
                      <a:pt x="120" y="665"/>
                    </a:lnTo>
                    <a:lnTo>
                      <a:pt x="117" y="664"/>
                    </a:lnTo>
                    <a:lnTo>
                      <a:pt x="117" y="663"/>
                    </a:lnTo>
                    <a:lnTo>
                      <a:pt x="120" y="661"/>
                    </a:lnTo>
                    <a:lnTo>
                      <a:pt x="124" y="660"/>
                    </a:lnTo>
                    <a:lnTo>
                      <a:pt x="121" y="659"/>
                    </a:lnTo>
                    <a:lnTo>
                      <a:pt x="120" y="660"/>
                    </a:lnTo>
                    <a:lnTo>
                      <a:pt x="118" y="65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52" name="Freeform 1039"/>
            <p:cNvSpPr>
              <a:spLocks/>
            </p:cNvSpPr>
            <p:nvPr/>
          </p:nvSpPr>
          <p:spPr bwMode="auto">
            <a:xfrm>
              <a:off x="6747243" y="2933077"/>
              <a:ext cx="823731" cy="388411"/>
            </a:xfrm>
            <a:custGeom>
              <a:avLst/>
              <a:gdLst/>
              <a:ahLst/>
              <a:cxnLst>
                <a:cxn ang="0">
                  <a:pos x="15" y="64"/>
                </a:cxn>
                <a:cxn ang="0">
                  <a:pos x="27" y="50"/>
                </a:cxn>
                <a:cxn ang="0">
                  <a:pos x="31" y="41"/>
                </a:cxn>
                <a:cxn ang="0">
                  <a:pos x="50" y="36"/>
                </a:cxn>
                <a:cxn ang="0">
                  <a:pos x="61" y="38"/>
                </a:cxn>
                <a:cxn ang="0">
                  <a:pos x="76" y="38"/>
                </a:cxn>
                <a:cxn ang="0">
                  <a:pos x="92" y="53"/>
                </a:cxn>
                <a:cxn ang="0">
                  <a:pos x="107" y="50"/>
                </a:cxn>
                <a:cxn ang="0">
                  <a:pos x="125" y="50"/>
                </a:cxn>
                <a:cxn ang="0">
                  <a:pos x="129" y="33"/>
                </a:cxn>
                <a:cxn ang="0">
                  <a:pos x="118" y="16"/>
                </a:cxn>
                <a:cxn ang="0">
                  <a:pos x="128" y="7"/>
                </a:cxn>
                <a:cxn ang="0">
                  <a:pos x="137" y="3"/>
                </a:cxn>
                <a:cxn ang="0">
                  <a:pos x="156" y="8"/>
                </a:cxn>
                <a:cxn ang="0">
                  <a:pos x="174" y="12"/>
                </a:cxn>
                <a:cxn ang="0">
                  <a:pos x="179" y="25"/>
                </a:cxn>
                <a:cxn ang="0">
                  <a:pos x="190" y="34"/>
                </a:cxn>
                <a:cxn ang="0">
                  <a:pos x="206" y="34"/>
                </a:cxn>
                <a:cxn ang="0">
                  <a:pos x="224" y="29"/>
                </a:cxn>
                <a:cxn ang="0">
                  <a:pos x="247" y="33"/>
                </a:cxn>
                <a:cxn ang="0">
                  <a:pos x="265" y="42"/>
                </a:cxn>
                <a:cxn ang="0">
                  <a:pos x="285" y="48"/>
                </a:cxn>
                <a:cxn ang="0">
                  <a:pos x="307" y="48"/>
                </a:cxn>
                <a:cxn ang="0">
                  <a:pos x="329" y="38"/>
                </a:cxn>
                <a:cxn ang="0">
                  <a:pos x="340" y="25"/>
                </a:cxn>
                <a:cxn ang="0">
                  <a:pos x="353" y="19"/>
                </a:cxn>
                <a:cxn ang="0">
                  <a:pos x="367" y="25"/>
                </a:cxn>
                <a:cxn ang="0">
                  <a:pos x="379" y="46"/>
                </a:cxn>
                <a:cxn ang="0">
                  <a:pos x="386" y="72"/>
                </a:cxn>
                <a:cxn ang="0">
                  <a:pos x="408" y="64"/>
                </a:cxn>
                <a:cxn ang="0">
                  <a:pos x="428" y="69"/>
                </a:cxn>
                <a:cxn ang="0">
                  <a:pos x="437" y="87"/>
                </a:cxn>
                <a:cxn ang="0">
                  <a:pos x="428" y="90"/>
                </a:cxn>
                <a:cxn ang="0">
                  <a:pos x="410" y="95"/>
                </a:cxn>
                <a:cxn ang="0">
                  <a:pos x="403" y="102"/>
                </a:cxn>
                <a:cxn ang="0">
                  <a:pos x="390" y="120"/>
                </a:cxn>
                <a:cxn ang="0">
                  <a:pos x="374" y="131"/>
                </a:cxn>
                <a:cxn ang="0">
                  <a:pos x="359" y="131"/>
                </a:cxn>
                <a:cxn ang="0">
                  <a:pos x="340" y="141"/>
                </a:cxn>
                <a:cxn ang="0">
                  <a:pos x="350" y="158"/>
                </a:cxn>
                <a:cxn ang="0">
                  <a:pos x="330" y="181"/>
                </a:cxn>
                <a:cxn ang="0">
                  <a:pos x="306" y="188"/>
                </a:cxn>
                <a:cxn ang="0">
                  <a:pos x="270" y="207"/>
                </a:cxn>
                <a:cxn ang="0">
                  <a:pos x="251" y="205"/>
                </a:cxn>
                <a:cxn ang="0">
                  <a:pos x="216" y="189"/>
                </a:cxn>
                <a:cxn ang="0">
                  <a:pos x="187" y="193"/>
                </a:cxn>
                <a:cxn ang="0">
                  <a:pos x="145" y="193"/>
                </a:cxn>
                <a:cxn ang="0">
                  <a:pos x="130" y="171"/>
                </a:cxn>
                <a:cxn ang="0">
                  <a:pos x="124" y="163"/>
                </a:cxn>
                <a:cxn ang="0">
                  <a:pos x="107" y="156"/>
                </a:cxn>
                <a:cxn ang="0">
                  <a:pos x="87" y="150"/>
                </a:cxn>
                <a:cxn ang="0">
                  <a:pos x="56" y="141"/>
                </a:cxn>
                <a:cxn ang="0">
                  <a:pos x="58" y="129"/>
                </a:cxn>
                <a:cxn ang="0">
                  <a:pos x="53" y="116"/>
                </a:cxn>
                <a:cxn ang="0">
                  <a:pos x="45" y="102"/>
                </a:cxn>
                <a:cxn ang="0">
                  <a:pos x="34" y="98"/>
                </a:cxn>
                <a:cxn ang="0">
                  <a:pos x="22" y="97"/>
                </a:cxn>
                <a:cxn ang="0">
                  <a:pos x="16" y="94"/>
                </a:cxn>
                <a:cxn ang="0">
                  <a:pos x="5" y="83"/>
                </a:cxn>
                <a:cxn ang="0">
                  <a:pos x="1" y="80"/>
                </a:cxn>
              </a:cxnLst>
              <a:rect l="0" t="0" r="r" b="b"/>
              <a:pathLst>
                <a:path w="439" h="207">
                  <a:moveTo>
                    <a:pt x="0" y="74"/>
                  </a:moveTo>
                  <a:lnTo>
                    <a:pt x="3" y="69"/>
                  </a:lnTo>
                  <a:lnTo>
                    <a:pt x="5" y="68"/>
                  </a:lnTo>
                  <a:lnTo>
                    <a:pt x="12" y="68"/>
                  </a:lnTo>
                  <a:lnTo>
                    <a:pt x="12" y="67"/>
                  </a:lnTo>
                  <a:lnTo>
                    <a:pt x="15" y="64"/>
                  </a:lnTo>
                  <a:lnTo>
                    <a:pt x="19" y="63"/>
                  </a:lnTo>
                  <a:lnTo>
                    <a:pt x="20" y="59"/>
                  </a:lnTo>
                  <a:lnTo>
                    <a:pt x="20" y="56"/>
                  </a:lnTo>
                  <a:lnTo>
                    <a:pt x="24" y="55"/>
                  </a:lnTo>
                  <a:lnTo>
                    <a:pt x="24" y="53"/>
                  </a:lnTo>
                  <a:lnTo>
                    <a:pt x="27" y="50"/>
                  </a:lnTo>
                  <a:lnTo>
                    <a:pt x="30" y="49"/>
                  </a:lnTo>
                  <a:lnTo>
                    <a:pt x="31" y="46"/>
                  </a:lnTo>
                  <a:lnTo>
                    <a:pt x="33" y="46"/>
                  </a:lnTo>
                  <a:lnTo>
                    <a:pt x="31" y="45"/>
                  </a:lnTo>
                  <a:lnTo>
                    <a:pt x="31" y="42"/>
                  </a:lnTo>
                  <a:lnTo>
                    <a:pt x="31" y="41"/>
                  </a:lnTo>
                  <a:lnTo>
                    <a:pt x="37" y="42"/>
                  </a:lnTo>
                  <a:lnTo>
                    <a:pt x="38" y="42"/>
                  </a:lnTo>
                  <a:lnTo>
                    <a:pt x="39" y="38"/>
                  </a:lnTo>
                  <a:lnTo>
                    <a:pt x="42" y="37"/>
                  </a:lnTo>
                  <a:lnTo>
                    <a:pt x="48" y="37"/>
                  </a:lnTo>
                  <a:lnTo>
                    <a:pt x="50" y="36"/>
                  </a:lnTo>
                  <a:lnTo>
                    <a:pt x="52" y="36"/>
                  </a:lnTo>
                  <a:lnTo>
                    <a:pt x="56" y="36"/>
                  </a:lnTo>
                  <a:lnTo>
                    <a:pt x="57" y="34"/>
                  </a:lnTo>
                  <a:lnTo>
                    <a:pt x="58" y="34"/>
                  </a:lnTo>
                  <a:lnTo>
                    <a:pt x="60" y="37"/>
                  </a:lnTo>
                  <a:lnTo>
                    <a:pt x="61" y="38"/>
                  </a:lnTo>
                  <a:lnTo>
                    <a:pt x="62" y="41"/>
                  </a:lnTo>
                  <a:lnTo>
                    <a:pt x="65" y="40"/>
                  </a:lnTo>
                  <a:lnTo>
                    <a:pt x="67" y="40"/>
                  </a:lnTo>
                  <a:lnTo>
                    <a:pt x="69" y="40"/>
                  </a:lnTo>
                  <a:lnTo>
                    <a:pt x="71" y="38"/>
                  </a:lnTo>
                  <a:lnTo>
                    <a:pt x="76" y="38"/>
                  </a:lnTo>
                  <a:lnTo>
                    <a:pt x="76" y="41"/>
                  </a:lnTo>
                  <a:lnTo>
                    <a:pt x="77" y="42"/>
                  </a:lnTo>
                  <a:lnTo>
                    <a:pt x="77" y="45"/>
                  </a:lnTo>
                  <a:lnTo>
                    <a:pt x="86" y="49"/>
                  </a:lnTo>
                  <a:lnTo>
                    <a:pt x="88" y="50"/>
                  </a:lnTo>
                  <a:lnTo>
                    <a:pt x="92" y="53"/>
                  </a:lnTo>
                  <a:lnTo>
                    <a:pt x="95" y="52"/>
                  </a:lnTo>
                  <a:lnTo>
                    <a:pt x="98" y="50"/>
                  </a:lnTo>
                  <a:lnTo>
                    <a:pt x="100" y="49"/>
                  </a:lnTo>
                  <a:lnTo>
                    <a:pt x="103" y="49"/>
                  </a:lnTo>
                  <a:lnTo>
                    <a:pt x="106" y="49"/>
                  </a:lnTo>
                  <a:lnTo>
                    <a:pt x="107" y="50"/>
                  </a:lnTo>
                  <a:lnTo>
                    <a:pt x="110" y="50"/>
                  </a:lnTo>
                  <a:lnTo>
                    <a:pt x="117" y="50"/>
                  </a:lnTo>
                  <a:lnTo>
                    <a:pt x="118" y="52"/>
                  </a:lnTo>
                  <a:lnTo>
                    <a:pt x="121" y="50"/>
                  </a:lnTo>
                  <a:lnTo>
                    <a:pt x="122" y="50"/>
                  </a:lnTo>
                  <a:lnTo>
                    <a:pt x="125" y="50"/>
                  </a:lnTo>
                  <a:lnTo>
                    <a:pt x="129" y="50"/>
                  </a:lnTo>
                  <a:lnTo>
                    <a:pt x="132" y="46"/>
                  </a:lnTo>
                  <a:lnTo>
                    <a:pt x="130" y="44"/>
                  </a:lnTo>
                  <a:lnTo>
                    <a:pt x="128" y="42"/>
                  </a:lnTo>
                  <a:lnTo>
                    <a:pt x="128" y="38"/>
                  </a:lnTo>
                  <a:lnTo>
                    <a:pt x="129" y="33"/>
                  </a:lnTo>
                  <a:lnTo>
                    <a:pt x="128" y="31"/>
                  </a:lnTo>
                  <a:lnTo>
                    <a:pt x="125" y="30"/>
                  </a:lnTo>
                  <a:lnTo>
                    <a:pt x="124" y="29"/>
                  </a:lnTo>
                  <a:lnTo>
                    <a:pt x="120" y="27"/>
                  </a:lnTo>
                  <a:lnTo>
                    <a:pt x="118" y="25"/>
                  </a:lnTo>
                  <a:lnTo>
                    <a:pt x="118" y="16"/>
                  </a:lnTo>
                  <a:lnTo>
                    <a:pt x="122" y="14"/>
                  </a:lnTo>
                  <a:lnTo>
                    <a:pt x="122" y="11"/>
                  </a:lnTo>
                  <a:lnTo>
                    <a:pt x="124" y="10"/>
                  </a:lnTo>
                  <a:lnTo>
                    <a:pt x="125" y="8"/>
                  </a:lnTo>
                  <a:lnTo>
                    <a:pt x="126" y="8"/>
                  </a:lnTo>
                  <a:lnTo>
                    <a:pt x="128" y="7"/>
                  </a:lnTo>
                  <a:lnTo>
                    <a:pt x="128" y="4"/>
                  </a:lnTo>
                  <a:lnTo>
                    <a:pt x="128" y="2"/>
                  </a:lnTo>
                  <a:lnTo>
                    <a:pt x="129" y="0"/>
                  </a:lnTo>
                  <a:lnTo>
                    <a:pt x="132" y="0"/>
                  </a:lnTo>
                  <a:lnTo>
                    <a:pt x="134" y="2"/>
                  </a:lnTo>
                  <a:lnTo>
                    <a:pt x="137" y="3"/>
                  </a:lnTo>
                  <a:lnTo>
                    <a:pt x="141" y="4"/>
                  </a:lnTo>
                  <a:lnTo>
                    <a:pt x="143" y="6"/>
                  </a:lnTo>
                  <a:lnTo>
                    <a:pt x="145" y="7"/>
                  </a:lnTo>
                  <a:lnTo>
                    <a:pt x="149" y="7"/>
                  </a:lnTo>
                  <a:lnTo>
                    <a:pt x="153" y="7"/>
                  </a:lnTo>
                  <a:lnTo>
                    <a:pt x="156" y="8"/>
                  </a:lnTo>
                  <a:lnTo>
                    <a:pt x="158" y="10"/>
                  </a:lnTo>
                  <a:lnTo>
                    <a:pt x="160" y="10"/>
                  </a:lnTo>
                  <a:lnTo>
                    <a:pt x="163" y="11"/>
                  </a:lnTo>
                  <a:lnTo>
                    <a:pt x="166" y="11"/>
                  </a:lnTo>
                  <a:lnTo>
                    <a:pt x="171" y="11"/>
                  </a:lnTo>
                  <a:lnTo>
                    <a:pt x="174" y="12"/>
                  </a:lnTo>
                  <a:lnTo>
                    <a:pt x="175" y="14"/>
                  </a:lnTo>
                  <a:lnTo>
                    <a:pt x="175" y="16"/>
                  </a:lnTo>
                  <a:lnTo>
                    <a:pt x="177" y="18"/>
                  </a:lnTo>
                  <a:lnTo>
                    <a:pt x="177" y="21"/>
                  </a:lnTo>
                  <a:lnTo>
                    <a:pt x="178" y="22"/>
                  </a:lnTo>
                  <a:lnTo>
                    <a:pt x="179" y="25"/>
                  </a:lnTo>
                  <a:lnTo>
                    <a:pt x="179" y="27"/>
                  </a:lnTo>
                  <a:lnTo>
                    <a:pt x="181" y="29"/>
                  </a:lnTo>
                  <a:lnTo>
                    <a:pt x="182" y="29"/>
                  </a:lnTo>
                  <a:lnTo>
                    <a:pt x="185" y="31"/>
                  </a:lnTo>
                  <a:lnTo>
                    <a:pt x="186" y="33"/>
                  </a:lnTo>
                  <a:lnTo>
                    <a:pt x="190" y="34"/>
                  </a:lnTo>
                  <a:lnTo>
                    <a:pt x="194" y="37"/>
                  </a:lnTo>
                  <a:lnTo>
                    <a:pt x="197" y="37"/>
                  </a:lnTo>
                  <a:lnTo>
                    <a:pt x="197" y="36"/>
                  </a:lnTo>
                  <a:lnTo>
                    <a:pt x="202" y="36"/>
                  </a:lnTo>
                  <a:lnTo>
                    <a:pt x="204" y="34"/>
                  </a:lnTo>
                  <a:lnTo>
                    <a:pt x="206" y="34"/>
                  </a:lnTo>
                  <a:lnTo>
                    <a:pt x="208" y="36"/>
                  </a:lnTo>
                  <a:lnTo>
                    <a:pt x="209" y="34"/>
                  </a:lnTo>
                  <a:lnTo>
                    <a:pt x="212" y="31"/>
                  </a:lnTo>
                  <a:lnTo>
                    <a:pt x="216" y="30"/>
                  </a:lnTo>
                  <a:lnTo>
                    <a:pt x="221" y="30"/>
                  </a:lnTo>
                  <a:lnTo>
                    <a:pt x="224" y="29"/>
                  </a:lnTo>
                  <a:lnTo>
                    <a:pt x="228" y="29"/>
                  </a:lnTo>
                  <a:lnTo>
                    <a:pt x="232" y="27"/>
                  </a:lnTo>
                  <a:lnTo>
                    <a:pt x="235" y="29"/>
                  </a:lnTo>
                  <a:lnTo>
                    <a:pt x="239" y="30"/>
                  </a:lnTo>
                  <a:lnTo>
                    <a:pt x="245" y="29"/>
                  </a:lnTo>
                  <a:lnTo>
                    <a:pt x="247" y="33"/>
                  </a:lnTo>
                  <a:lnTo>
                    <a:pt x="253" y="36"/>
                  </a:lnTo>
                  <a:lnTo>
                    <a:pt x="257" y="36"/>
                  </a:lnTo>
                  <a:lnTo>
                    <a:pt x="259" y="34"/>
                  </a:lnTo>
                  <a:lnTo>
                    <a:pt x="261" y="36"/>
                  </a:lnTo>
                  <a:lnTo>
                    <a:pt x="262" y="41"/>
                  </a:lnTo>
                  <a:lnTo>
                    <a:pt x="265" y="42"/>
                  </a:lnTo>
                  <a:lnTo>
                    <a:pt x="268" y="44"/>
                  </a:lnTo>
                  <a:lnTo>
                    <a:pt x="269" y="44"/>
                  </a:lnTo>
                  <a:lnTo>
                    <a:pt x="272" y="46"/>
                  </a:lnTo>
                  <a:lnTo>
                    <a:pt x="274" y="46"/>
                  </a:lnTo>
                  <a:lnTo>
                    <a:pt x="280" y="46"/>
                  </a:lnTo>
                  <a:lnTo>
                    <a:pt x="285" y="48"/>
                  </a:lnTo>
                  <a:lnTo>
                    <a:pt x="295" y="48"/>
                  </a:lnTo>
                  <a:lnTo>
                    <a:pt x="297" y="46"/>
                  </a:lnTo>
                  <a:lnTo>
                    <a:pt x="299" y="46"/>
                  </a:lnTo>
                  <a:lnTo>
                    <a:pt x="303" y="46"/>
                  </a:lnTo>
                  <a:lnTo>
                    <a:pt x="306" y="48"/>
                  </a:lnTo>
                  <a:lnTo>
                    <a:pt x="307" y="48"/>
                  </a:lnTo>
                  <a:lnTo>
                    <a:pt x="310" y="44"/>
                  </a:lnTo>
                  <a:lnTo>
                    <a:pt x="314" y="41"/>
                  </a:lnTo>
                  <a:lnTo>
                    <a:pt x="318" y="41"/>
                  </a:lnTo>
                  <a:lnTo>
                    <a:pt x="321" y="38"/>
                  </a:lnTo>
                  <a:lnTo>
                    <a:pt x="322" y="38"/>
                  </a:lnTo>
                  <a:lnTo>
                    <a:pt x="329" y="38"/>
                  </a:lnTo>
                  <a:lnTo>
                    <a:pt x="331" y="36"/>
                  </a:lnTo>
                  <a:lnTo>
                    <a:pt x="333" y="33"/>
                  </a:lnTo>
                  <a:lnTo>
                    <a:pt x="333" y="31"/>
                  </a:lnTo>
                  <a:lnTo>
                    <a:pt x="334" y="29"/>
                  </a:lnTo>
                  <a:lnTo>
                    <a:pt x="337" y="27"/>
                  </a:lnTo>
                  <a:lnTo>
                    <a:pt x="340" y="25"/>
                  </a:lnTo>
                  <a:lnTo>
                    <a:pt x="341" y="22"/>
                  </a:lnTo>
                  <a:lnTo>
                    <a:pt x="342" y="19"/>
                  </a:lnTo>
                  <a:lnTo>
                    <a:pt x="345" y="19"/>
                  </a:lnTo>
                  <a:lnTo>
                    <a:pt x="346" y="21"/>
                  </a:lnTo>
                  <a:lnTo>
                    <a:pt x="350" y="19"/>
                  </a:lnTo>
                  <a:lnTo>
                    <a:pt x="353" y="19"/>
                  </a:lnTo>
                  <a:lnTo>
                    <a:pt x="356" y="22"/>
                  </a:lnTo>
                  <a:lnTo>
                    <a:pt x="357" y="25"/>
                  </a:lnTo>
                  <a:lnTo>
                    <a:pt x="360" y="25"/>
                  </a:lnTo>
                  <a:lnTo>
                    <a:pt x="363" y="23"/>
                  </a:lnTo>
                  <a:lnTo>
                    <a:pt x="364" y="25"/>
                  </a:lnTo>
                  <a:lnTo>
                    <a:pt x="367" y="25"/>
                  </a:lnTo>
                  <a:lnTo>
                    <a:pt x="369" y="23"/>
                  </a:lnTo>
                  <a:lnTo>
                    <a:pt x="369" y="22"/>
                  </a:lnTo>
                  <a:lnTo>
                    <a:pt x="375" y="21"/>
                  </a:lnTo>
                  <a:lnTo>
                    <a:pt x="380" y="22"/>
                  </a:lnTo>
                  <a:lnTo>
                    <a:pt x="382" y="25"/>
                  </a:lnTo>
                  <a:lnTo>
                    <a:pt x="379" y="46"/>
                  </a:lnTo>
                  <a:lnTo>
                    <a:pt x="379" y="50"/>
                  </a:lnTo>
                  <a:lnTo>
                    <a:pt x="378" y="55"/>
                  </a:lnTo>
                  <a:lnTo>
                    <a:pt x="378" y="57"/>
                  </a:lnTo>
                  <a:lnTo>
                    <a:pt x="376" y="64"/>
                  </a:lnTo>
                  <a:lnTo>
                    <a:pt x="379" y="68"/>
                  </a:lnTo>
                  <a:lnTo>
                    <a:pt x="386" y="72"/>
                  </a:lnTo>
                  <a:lnTo>
                    <a:pt x="390" y="68"/>
                  </a:lnTo>
                  <a:lnTo>
                    <a:pt x="395" y="68"/>
                  </a:lnTo>
                  <a:lnTo>
                    <a:pt x="402" y="69"/>
                  </a:lnTo>
                  <a:lnTo>
                    <a:pt x="405" y="72"/>
                  </a:lnTo>
                  <a:lnTo>
                    <a:pt x="408" y="67"/>
                  </a:lnTo>
                  <a:lnTo>
                    <a:pt x="408" y="64"/>
                  </a:lnTo>
                  <a:lnTo>
                    <a:pt x="408" y="61"/>
                  </a:lnTo>
                  <a:lnTo>
                    <a:pt x="412" y="60"/>
                  </a:lnTo>
                  <a:lnTo>
                    <a:pt x="413" y="59"/>
                  </a:lnTo>
                  <a:lnTo>
                    <a:pt x="420" y="60"/>
                  </a:lnTo>
                  <a:lnTo>
                    <a:pt x="424" y="65"/>
                  </a:lnTo>
                  <a:lnTo>
                    <a:pt x="428" y="69"/>
                  </a:lnTo>
                  <a:lnTo>
                    <a:pt x="432" y="75"/>
                  </a:lnTo>
                  <a:lnTo>
                    <a:pt x="437" y="79"/>
                  </a:lnTo>
                  <a:lnTo>
                    <a:pt x="437" y="80"/>
                  </a:lnTo>
                  <a:lnTo>
                    <a:pt x="439" y="83"/>
                  </a:lnTo>
                  <a:lnTo>
                    <a:pt x="439" y="86"/>
                  </a:lnTo>
                  <a:lnTo>
                    <a:pt x="437" y="87"/>
                  </a:lnTo>
                  <a:lnTo>
                    <a:pt x="437" y="89"/>
                  </a:lnTo>
                  <a:lnTo>
                    <a:pt x="436" y="91"/>
                  </a:lnTo>
                  <a:lnTo>
                    <a:pt x="435" y="90"/>
                  </a:lnTo>
                  <a:lnTo>
                    <a:pt x="433" y="89"/>
                  </a:lnTo>
                  <a:lnTo>
                    <a:pt x="431" y="90"/>
                  </a:lnTo>
                  <a:lnTo>
                    <a:pt x="428" y="90"/>
                  </a:lnTo>
                  <a:lnTo>
                    <a:pt x="425" y="89"/>
                  </a:lnTo>
                  <a:lnTo>
                    <a:pt x="422" y="89"/>
                  </a:lnTo>
                  <a:lnTo>
                    <a:pt x="420" y="93"/>
                  </a:lnTo>
                  <a:lnTo>
                    <a:pt x="416" y="95"/>
                  </a:lnTo>
                  <a:lnTo>
                    <a:pt x="413" y="97"/>
                  </a:lnTo>
                  <a:lnTo>
                    <a:pt x="410" y="95"/>
                  </a:lnTo>
                  <a:lnTo>
                    <a:pt x="410" y="95"/>
                  </a:lnTo>
                  <a:lnTo>
                    <a:pt x="410" y="98"/>
                  </a:lnTo>
                  <a:lnTo>
                    <a:pt x="409" y="99"/>
                  </a:lnTo>
                  <a:lnTo>
                    <a:pt x="406" y="101"/>
                  </a:lnTo>
                  <a:lnTo>
                    <a:pt x="405" y="99"/>
                  </a:lnTo>
                  <a:lnTo>
                    <a:pt x="403" y="102"/>
                  </a:lnTo>
                  <a:lnTo>
                    <a:pt x="402" y="105"/>
                  </a:lnTo>
                  <a:lnTo>
                    <a:pt x="401" y="110"/>
                  </a:lnTo>
                  <a:lnTo>
                    <a:pt x="401" y="113"/>
                  </a:lnTo>
                  <a:lnTo>
                    <a:pt x="399" y="114"/>
                  </a:lnTo>
                  <a:lnTo>
                    <a:pt x="397" y="116"/>
                  </a:lnTo>
                  <a:lnTo>
                    <a:pt x="390" y="120"/>
                  </a:lnTo>
                  <a:lnTo>
                    <a:pt x="387" y="120"/>
                  </a:lnTo>
                  <a:lnTo>
                    <a:pt x="383" y="118"/>
                  </a:lnTo>
                  <a:lnTo>
                    <a:pt x="382" y="120"/>
                  </a:lnTo>
                  <a:lnTo>
                    <a:pt x="379" y="125"/>
                  </a:lnTo>
                  <a:lnTo>
                    <a:pt x="376" y="128"/>
                  </a:lnTo>
                  <a:lnTo>
                    <a:pt x="374" y="131"/>
                  </a:lnTo>
                  <a:lnTo>
                    <a:pt x="371" y="132"/>
                  </a:lnTo>
                  <a:lnTo>
                    <a:pt x="371" y="135"/>
                  </a:lnTo>
                  <a:lnTo>
                    <a:pt x="369" y="135"/>
                  </a:lnTo>
                  <a:lnTo>
                    <a:pt x="365" y="133"/>
                  </a:lnTo>
                  <a:lnTo>
                    <a:pt x="363" y="132"/>
                  </a:lnTo>
                  <a:lnTo>
                    <a:pt x="359" y="131"/>
                  </a:lnTo>
                  <a:lnTo>
                    <a:pt x="355" y="128"/>
                  </a:lnTo>
                  <a:lnTo>
                    <a:pt x="352" y="128"/>
                  </a:lnTo>
                  <a:lnTo>
                    <a:pt x="346" y="129"/>
                  </a:lnTo>
                  <a:lnTo>
                    <a:pt x="342" y="132"/>
                  </a:lnTo>
                  <a:lnTo>
                    <a:pt x="341" y="135"/>
                  </a:lnTo>
                  <a:lnTo>
                    <a:pt x="340" y="141"/>
                  </a:lnTo>
                  <a:lnTo>
                    <a:pt x="341" y="144"/>
                  </a:lnTo>
                  <a:lnTo>
                    <a:pt x="341" y="146"/>
                  </a:lnTo>
                  <a:lnTo>
                    <a:pt x="346" y="151"/>
                  </a:lnTo>
                  <a:lnTo>
                    <a:pt x="353" y="154"/>
                  </a:lnTo>
                  <a:lnTo>
                    <a:pt x="353" y="155"/>
                  </a:lnTo>
                  <a:lnTo>
                    <a:pt x="350" y="158"/>
                  </a:lnTo>
                  <a:lnTo>
                    <a:pt x="349" y="161"/>
                  </a:lnTo>
                  <a:lnTo>
                    <a:pt x="342" y="169"/>
                  </a:lnTo>
                  <a:lnTo>
                    <a:pt x="340" y="174"/>
                  </a:lnTo>
                  <a:lnTo>
                    <a:pt x="337" y="180"/>
                  </a:lnTo>
                  <a:lnTo>
                    <a:pt x="336" y="180"/>
                  </a:lnTo>
                  <a:lnTo>
                    <a:pt x="330" y="181"/>
                  </a:lnTo>
                  <a:lnTo>
                    <a:pt x="327" y="181"/>
                  </a:lnTo>
                  <a:lnTo>
                    <a:pt x="323" y="184"/>
                  </a:lnTo>
                  <a:lnTo>
                    <a:pt x="319" y="186"/>
                  </a:lnTo>
                  <a:lnTo>
                    <a:pt x="315" y="186"/>
                  </a:lnTo>
                  <a:lnTo>
                    <a:pt x="310" y="186"/>
                  </a:lnTo>
                  <a:lnTo>
                    <a:pt x="306" y="188"/>
                  </a:lnTo>
                  <a:lnTo>
                    <a:pt x="302" y="189"/>
                  </a:lnTo>
                  <a:lnTo>
                    <a:pt x="291" y="193"/>
                  </a:lnTo>
                  <a:lnTo>
                    <a:pt x="283" y="196"/>
                  </a:lnTo>
                  <a:lnTo>
                    <a:pt x="278" y="200"/>
                  </a:lnTo>
                  <a:lnTo>
                    <a:pt x="273" y="205"/>
                  </a:lnTo>
                  <a:lnTo>
                    <a:pt x="270" y="207"/>
                  </a:lnTo>
                  <a:lnTo>
                    <a:pt x="266" y="207"/>
                  </a:lnTo>
                  <a:lnTo>
                    <a:pt x="262" y="207"/>
                  </a:lnTo>
                  <a:lnTo>
                    <a:pt x="262" y="204"/>
                  </a:lnTo>
                  <a:lnTo>
                    <a:pt x="262" y="203"/>
                  </a:lnTo>
                  <a:lnTo>
                    <a:pt x="255" y="204"/>
                  </a:lnTo>
                  <a:lnTo>
                    <a:pt x="251" y="205"/>
                  </a:lnTo>
                  <a:lnTo>
                    <a:pt x="246" y="203"/>
                  </a:lnTo>
                  <a:lnTo>
                    <a:pt x="242" y="201"/>
                  </a:lnTo>
                  <a:lnTo>
                    <a:pt x="232" y="199"/>
                  </a:lnTo>
                  <a:lnTo>
                    <a:pt x="224" y="194"/>
                  </a:lnTo>
                  <a:lnTo>
                    <a:pt x="219" y="190"/>
                  </a:lnTo>
                  <a:lnTo>
                    <a:pt x="216" y="189"/>
                  </a:lnTo>
                  <a:lnTo>
                    <a:pt x="205" y="189"/>
                  </a:lnTo>
                  <a:lnTo>
                    <a:pt x="197" y="189"/>
                  </a:lnTo>
                  <a:lnTo>
                    <a:pt x="194" y="188"/>
                  </a:lnTo>
                  <a:lnTo>
                    <a:pt x="193" y="189"/>
                  </a:lnTo>
                  <a:lnTo>
                    <a:pt x="192" y="190"/>
                  </a:lnTo>
                  <a:lnTo>
                    <a:pt x="187" y="193"/>
                  </a:lnTo>
                  <a:lnTo>
                    <a:pt x="181" y="193"/>
                  </a:lnTo>
                  <a:lnTo>
                    <a:pt x="168" y="192"/>
                  </a:lnTo>
                  <a:lnTo>
                    <a:pt x="160" y="193"/>
                  </a:lnTo>
                  <a:lnTo>
                    <a:pt x="153" y="192"/>
                  </a:lnTo>
                  <a:lnTo>
                    <a:pt x="148" y="193"/>
                  </a:lnTo>
                  <a:lnTo>
                    <a:pt x="145" y="193"/>
                  </a:lnTo>
                  <a:lnTo>
                    <a:pt x="143" y="192"/>
                  </a:lnTo>
                  <a:lnTo>
                    <a:pt x="140" y="186"/>
                  </a:lnTo>
                  <a:lnTo>
                    <a:pt x="139" y="184"/>
                  </a:lnTo>
                  <a:lnTo>
                    <a:pt x="134" y="178"/>
                  </a:lnTo>
                  <a:lnTo>
                    <a:pt x="133" y="175"/>
                  </a:lnTo>
                  <a:lnTo>
                    <a:pt x="130" y="171"/>
                  </a:lnTo>
                  <a:lnTo>
                    <a:pt x="130" y="170"/>
                  </a:lnTo>
                  <a:lnTo>
                    <a:pt x="129" y="167"/>
                  </a:lnTo>
                  <a:lnTo>
                    <a:pt x="126" y="167"/>
                  </a:lnTo>
                  <a:lnTo>
                    <a:pt x="125" y="167"/>
                  </a:lnTo>
                  <a:lnTo>
                    <a:pt x="125" y="165"/>
                  </a:lnTo>
                  <a:lnTo>
                    <a:pt x="124" y="163"/>
                  </a:lnTo>
                  <a:lnTo>
                    <a:pt x="124" y="162"/>
                  </a:lnTo>
                  <a:lnTo>
                    <a:pt x="122" y="162"/>
                  </a:lnTo>
                  <a:lnTo>
                    <a:pt x="118" y="162"/>
                  </a:lnTo>
                  <a:lnTo>
                    <a:pt x="114" y="161"/>
                  </a:lnTo>
                  <a:lnTo>
                    <a:pt x="110" y="156"/>
                  </a:lnTo>
                  <a:lnTo>
                    <a:pt x="107" y="156"/>
                  </a:lnTo>
                  <a:lnTo>
                    <a:pt x="106" y="156"/>
                  </a:lnTo>
                  <a:lnTo>
                    <a:pt x="103" y="156"/>
                  </a:lnTo>
                  <a:lnTo>
                    <a:pt x="103" y="154"/>
                  </a:lnTo>
                  <a:lnTo>
                    <a:pt x="98" y="151"/>
                  </a:lnTo>
                  <a:lnTo>
                    <a:pt x="88" y="150"/>
                  </a:lnTo>
                  <a:lnTo>
                    <a:pt x="87" y="150"/>
                  </a:lnTo>
                  <a:lnTo>
                    <a:pt x="87" y="151"/>
                  </a:lnTo>
                  <a:lnTo>
                    <a:pt x="83" y="151"/>
                  </a:lnTo>
                  <a:lnTo>
                    <a:pt x="76" y="151"/>
                  </a:lnTo>
                  <a:lnTo>
                    <a:pt x="62" y="148"/>
                  </a:lnTo>
                  <a:lnTo>
                    <a:pt x="60" y="147"/>
                  </a:lnTo>
                  <a:lnTo>
                    <a:pt x="56" y="141"/>
                  </a:lnTo>
                  <a:lnTo>
                    <a:pt x="56" y="139"/>
                  </a:lnTo>
                  <a:lnTo>
                    <a:pt x="56" y="137"/>
                  </a:lnTo>
                  <a:lnTo>
                    <a:pt x="57" y="136"/>
                  </a:lnTo>
                  <a:lnTo>
                    <a:pt x="58" y="133"/>
                  </a:lnTo>
                  <a:lnTo>
                    <a:pt x="60" y="132"/>
                  </a:lnTo>
                  <a:lnTo>
                    <a:pt x="58" y="129"/>
                  </a:lnTo>
                  <a:lnTo>
                    <a:pt x="57" y="127"/>
                  </a:lnTo>
                  <a:lnTo>
                    <a:pt x="57" y="124"/>
                  </a:lnTo>
                  <a:lnTo>
                    <a:pt x="57" y="121"/>
                  </a:lnTo>
                  <a:lnTo>
                    <a:pt x="56" y="120"/>
                  </a:lnTo>
                  <a:lnTo>
                    <a:pt x="54" y="117"/>
                  </a:lnTo>
                  <a:lnTo>
                    <a:pt x="53" y="116"/>
                  </a:lnTo>
                  <a:lnTo>
                    <a:pt x="50" y="114"/>
                  </a:lnTo>
                  <a:lnTo>
                    <a:pt x="49" y="112"/>
                  </a:lnTo>
                  <a:lnTo>
                    <a:pt x="48" y="109"/>
                  </a:lnTo>
                  <a:lnTo>
                    <a:pt x="48" y="106"/>
                  </a:lnTo>
                  <a:lnTo>
                    <a:pt x="46" y="105"/>
                  </a:lnTo>
                  <a:lnTo>
                    <a:pt x="45" y="102"/>
                  </a:lnTo>
                  <a:lnTo>
                    <a:pt x="43" y="101"/>
                  </a:lnTo>
                  <a:lnTo>
                    <a:pt x="41" y="99"/>
                  </a:lnTo>
                  <a:lnTo>
                    <a:pt x="39" y="98"/>
                  </a:lnTo>
                  <a:lnTo>
                    <a:pt x="37" y="97"/>
                  </a:lnTo>
                  <a:lnTo>
                    <a:pt x="35" y="97"/>
                  </a:lnTo>
                  <a:lnTo>
                    <a:pt x="34" y="98"/>
                  </a:lnTo>
                  <a:lnTo>
                    <a:pt x="33" y="99"/>
                  </a:lnTo>
                  <a:lnTo>
                    <a:pt x="31" y="98"/>
                  </a:lnTo>
                  <a:lnTo>
                    <a:pt x="28" y="97"/>
                  </a:lnTo>
                  <a:lnTo>
                    <a:pt x="27" y="95"/>
                  </a:lnTo>
                  <a:lnTo>
                    <a:pt x="24" y="95"/>
                  </a:lnTo>
                  <a:lnTo>
                    <a:pt x="22" y="97"/>
                  </a:lnTo>
                  <a:lnTo>
                    <a:pt x="22" y="98"/>
                  </a:lnTo>
                  <a:lnTo>
                    <a:pt x="20" y="99"/>
                  </a:lnTo>
                  <a:lnTo>
                    <a:pt x="19" y="99"/>
                  </a:lnTo>
                  <a:lnTo>
                    <a:pt x="16" y="97"/>
                  </a:lnTo>
                  <a:lnTo>
                    <a:pt x="16" y="95"/>
                  </a:lnTo>
                  <a:lnTo>
                    <a:pt x="16" y="94"/>
                  </a:lnTo>
                  <a:lnTo>
                    <a:pt x="14" y="91"/>
                  </a:lnTo>
                  <a:lnTo>
                    <a:pt x="11" y="90"/>
                  </a:lnTo>
                  <a:lnTo>
                    <a:pt x="8" y="87"/>
                  </a:lnTo>
                  <a:lnTo>
                    <a:pt x="7" y="87"/>
                  </a:lnTo>
                  <a:lnTo>
                    <a:pt x="5" y="86"/>
                  </a:lnTo>
                  <a:lnTo>
                    <a:pt x="5" y="83"/>
                  </a:lnTo>
                  <a:lnTo>
                    <a:pt x="5" y="82"/>
                  </a:lnTo>
                  <a:lnTo>
                    <a:pt x="4" y="80"/>
                  </a:lnTo>
                  <a:lnTo>
                    <a:pt x="4" y="80"/>
                  </a:lnTo>
                  <a:lnTo>
                    <a:pt x="3" y="82"/>
                  </a:lnTo>
                  <a:lnTo>
                    <a:pt x="3" y="82"/>
                  </a:lnTo>
                  <a:lnTo>
                    <a:pt x="1" y="80"/>
                  </a:lnTo>
                  <a:lnTo>
                    <a:pt x="0" y="79"/>
                  </a:lnTo>
                  <a:lnTo>
                    <a:pt x="0" y="76"/>
                  </a:lnTo>
                  <a:lnTo>
                    <a:pt x="0" y="7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1051"/>
            <p:cNvSpPr>
              <a:spLocks noEditPoints="1"/>
            </p:cNvSpPr>
            <p:nvPr/>
          </p:nvSpPr>
          <p:spPr bwMode="auto">
            <a:xfrm>
              <a:off x="6639002" y="4348659"/>
              <a:ext cx="58168" cy="110707"/>
            </a:xfrm>
            <a:custGeom>
              <a:avLst/>
              <a:gdLst/>
              <a:ahLst/>
              <a:cxnLst>
                <a:cxn ang="0">
                  <a:pos x="0" y="25"/>
                </a:cxn>
                <a:cxn ang="0">
                  <a:pos x="1" y="22"/>
                </a:cxn>
                <a:cxn ang="0">
                  <a:pos x="0" y="22"/>
                </a:cxn>
                <a:cxn ang="0">
                  <a:pos x="0" y="28"/>
                </a:cxn>
                <a:cxn ang="0">
                  <a:pos x="5" y="4"/>
                </a:cxn>
                <a:cxn ang="0">
                  <a:pos x="1" y="0"/>
                </a:cxn>
                <a:cxn ang="0">
                  <a:pos x="7" y="0"/>
                </a:cxn>
                <a:cxn ang="0">
                  <a:pos x="4" y="3"/>
                </a:cxn>
                <a:cxn ang="0">
                  <a:pos x="5" y="4"/>
                </a:cxn>
                <a:cxn ang="0">
                  <a:pos x="9" y="2"/>
                </a:cxn>
                <a:cxn ang="0">
                  <a:pos x="13" y="6"/>
                </a:cxn>
                <a:cxn ang="0">
                  <a:pos x="13" y="6"/>
                </a:cxn>
                <a:cxn ang="0">
                  <a:pos x="9" y="4"/>
                </a:cxn>
                <a:cxn ang="0">
                  <a:pos x="7" y="3"/>
                </a:cxn>
                <a:cxn ang="0">
                  <a:pos x="8" y="2"/>
                </a:cxn>
                <a:cxn ang="0">
                  <a:pos x="8" y="0"/>
                </a:cxn>
                <a:cxn ang="0">
                  <a:pos x="5" y="6"/>
                </a:cxn>
                <a:cxn ang="0">
                  <a:pos x="5" y="7"/>
                </a:cxn>
                <a:cxn ang="0">
                  <a:pos x="5" y="8"/>
                </a:cxn>
                <a:cxn ang="0">
                  <a:pos x="4" y="13"/>
                </a:cxn>
                <a:cxn ang="0">
                  <a:pos x="1" y="11"/>
                </a:cxn>
                <a:cxn ang="0">
                  <a:pos x="0" y="11"/>
                </a:cxn>
                <a:cxn ang="0">
                  <a:pos x="1" y="14"/>
                </a:cxn>
                <a:cxn ang="0">
                  <a:pos x="2" y="17"/>
                </a:cxn>
                <a:cxn ang="0">
                  <a:pos x="1" y="22"/>
                </a:cxn>
                <a:cxn ang="0">
                  <a:pos x="1" y="30"/>
                </a:cxn>
                <a:cxn ang="0">
                  <a:pos x="1" y="37"/>
                </a:cxn>
                <a:cxn ang="0">
                  <a:pos x="2" y="45"/>
                </a:cxn>
                <a:cxn ang="0">
                  <a:pos x="7" y="56"/>
                </a:cxn>
                <a:cxn ang="0">
                  <a:pos x="13" y="57"/>
                </a:cxn>
                <a:cxn ang="0">
                  <a:pos x="23" y="56"/>
                </a:cxn>
                <a:cxn ang="0">
                  <a:pos x="30" y="47"/>
                </a:cxn>
                <a:cxn ang="0">
                  <a:pos x="30" y="41"/>
                </a:cxn>
                <a:cxn ang="0">
                  <a:pos x="31" y="37"/>
                </a:cxn>
                <a:cxn ang="0">
                  <a:pos x="30" y="33"/>
                </a:cxn>
                <a:cxn ang="0">
                  <a:pos x="26" y="25"/>
                </a:cxn>
                <a:cxn ang="0">
                  <a:pos x="21" y="21"/>
                </a:cxn>
                <a:cxn ang="0">
                  <a:pos x="19" y="21"/>
                </a:cxn>
                <a:cxn ang="0">
                  <a:pos x="21" y="18"/>
                </a:cxn>
                <a:cxn ang="0">
                  <a:pos x="19" y="14"/>
                </a:cxn>
                <a:cxn ang="0">
                  <a:pos x="16" y="11"/>
                </a:cxn>
                <a:cxn ang="0">
                  <a:pos x="15" y="8"/>
                </a:cxn>
                <a:cxn ang="0">
                  <a:pos x="11" y="7"/>
                </a:cxn>
                <a:cxn ang="0">
                  <a:pos x="9" y="6"/>
                </a:cxn>
              </a:cxnLst>
              <a:rect l="0" t="0" r="r" b="b"/>
              <a:pathLst>
                <a:path w="31" h="59">
                  <a:moveTo>
                    <a:pt x="0" y="28"/>
                  </a:moveTo>
                  <a:lnTo>
                    <a:pt x="0" y="25"/>
                  </a:lnTo>
                  <a:lnTo>
                    <a:pt x="0" y="22"/>
                  </a:lnTo>
                  <a:lnTo>
                    <a:pt x="1" y="22"/>
                  </a:lnTo>
                  <a:lnTo>
                    <a:pt x="1" y="22"/>
                  </a:lnTo>
                  <a:lnTo>
                    <a:pt x="0" y="22"/>
                  </a:lnTo>
                  <a:lnTo>
                    <a:pt x="1" y="25"/>
                  </a:lnTo>
                  <a:lnTo>
                    <a:pt x="0" y="28"/>
                  </a:lnTo>
                  <a:lnTo>
                    <a:pt x="0" y="28"/>
                  </a:lnTo>
                  <a:close/>
                  <a:moveTo>
                    <a:pt x="5" y="4"/>
                  </a:moveTo>
                  <a:lnTo>
                    <a:pt x="1" y="2"/>
                  </a:lnTo>
                  <a:lnTo>
                    <a:pt x="1" y="0"/>
                  </a:lnTo>
                  <a:lnTo>
                    <a:pt x="5" y="0"/>
                  </a:lnTo>
                  <a:lnTo>
                    <a:pt x="7" y="0"/>
                  </a:lnTo>
                  <a:lnTo>
                    <a:pt x="5" y="3"/>
                  </a:lnTo>
                  <a:lnTo>
                    <a:pt x="4" y="3"/>
                  </a:lnTo>
                  <a:lnTo>
                    <a:pt x="5" y="4"/>
                  </a:lnTo>
                  <a:lnTo>
                    <a:pt x="5" y="4"/>
                  </a:lnTo>
                  <a:close/>
                  <a:moveTo>
                    <a:pt x="8" y="0"/>
                  </a:moveTo>
                  <a:lnTo>
                    <a:pt x="9" y="2"/>
                  </a:lnTo>
                  <a:lnTo>
                    <a:pt x="11" y="3"/>
                  </a:lnTo>
                  <a:lnTo>
                    <a:pt x="13" y="6"/>
                  </a:lnTo>
                  <a:lnTo>
                    <a:pt x="15" y="7"/>
                  </a:lnTo>
                  <a:lnTo>
                    <a:pt x="13" y="6"/>
                  </a:lnTo>
                  <a:lnTo>
                    <a:pt x="11" y="6"/>
                  </a:lnTo>
                  <a:lnTo>
                    <a:pt x="9" y="4"/>
                  </a:lnTo>
                  <a:lnTo>
                    <a:pt x="7" y="3"/>
                  </a:lnTo>
                  <a:lnTo>
                    <a:pt x="7" y="3"/>
                  </a:lnTo>
                  <a:lnTo>
                    <a:pt x="8" y="2"/>
                  </a:lnTo>
                  <a:lnTo>
                    <a:pt x="8" y="2"/>
                  </a:lnTo>
                  <a:lnTo>
                    <a:pt x="8" y="0"/>
                  </a:lnTo>
                  <a:lnTo>
                    <a:pt x="8" y="0"/>
                  </a:lnTo>
                  <a:close/>
                  <a:moveTo>
                    <a:pt x="5" y="4"/>
                  </a:moveTo>
                  <a:lnTo>
                    <a:pt x="5" y="6"/>
                  </a:lnTo>
                  <a:lnTo>
                    <a:pt x="7" y="7"/>
                  </a:lnTo>
                  <a:lnTo>
                    <a:pt x="5" y="7"/>
                  </a:lnTo>
                  <a:lnTo>
                    <a:pt x="5" y="7"/>
                  </a:lnTo>
                  <a:lnTo>
                    <a:pt x="5" y="8"/>
                  </a:lnTo>
                  <a:lnTo>
                    <a:pt x="5" y="10"/>
                  </a:lnTo>
                  <a:lnTo>
                    <a:pt x="4" y="13"/>
                  </a:lnTo>
                  <a:lnTo>
                    <a:pt x="2" y="13"/>
                  </a:lnTo>
                  <a:lnTo>
                    <a:pt x="1" y="11"/>
                  </a:lnTo>
                  <a:lnTo>
                    <a:pt x="0" y="11"/>
                  </a:lnTo>
                  <a:lnTo>
                    <a:pt x="0" y="11"/>
                  </a:lnTo>
                  <a:lnTo>
                    <a:pt x="1" y="13"/>
                  </a:lnTo>
                  <a:lnTo>
                    <a:pt x="1" y="14"/>
                  </a:lnTo>
                  <a:lnTo>
                    <a:pt x="1" y="14"/>
                  </a:lnTo>
                  <a:lnTo>
                    <a:pt x="2" y="17"/>
                  </a:lnTo>
                  <a:lnTo>
                    <a:pt x="2" y="21"/>
                  </a:lnTo>
                  <a:lnTo>
                    <a:pt x="1" y="22"/>
                  </a:lnTo>
                  <a:lnTo>
                    <a:pt x="1" y="29"/>
                  </a:lnTo>
                  <a:lnTo>
                    <a:pt x="1" y="30"/>
                  </a:lnTo>
                  <a:lnTo>
                    <a:pt x="0" y="32"/>
                  </a:lnTo>
                  <a:lnTo>
                    <a:pt x="1" y="37"/>
                  </a:lnTo>
                  <a:lnTo>
                    <a:pt x="1" y="38"/>
                  </a:lnTo>
                  <a:lnTo>
                    <a:pt x="2" y="45"/>
                  </a:lnTo>
                  <a:lnTo>
                    <a:pt x="5" y="53"/>
                  </a:lnTo>
                  <a:lnTo>
                    <a:pt x="7" y="56"/>
                  </a:lnTo>
                  <a:lnTo>
                    <a:pt x="11" y="59"/>
                  </a:lnTo>
                  <a:lnTo>
                    <a:pt x="13" y="57"/>
                  </a:lnTo>
                  <a:lnTo>
                    <a:pt x="17" y="57"/>
                  </a:lnTo>
                  <a:lnTo>
                    <a:pt x="23" y="56"/>
                  </a:lnTo>
                  <a:lnTo>
                    <a:pt x="27" y="51"/>
                  </a:lnTo>
                  <a:lnTo>
                    <a:pt x="30" y="47"/>
                  </a:lnTo>
                  <a:lnTo>
                    <a:pt x="30" y="44"/>
                  </a:lnTo>
                  <a:lnTo>
                    <a:pt x="30" y="41"/>
                  </a:lnTo>
                  <a:lnTo>
                    <a:pt x="31" y="41"/>
                  </a:lnTo>
                  <a:lnTo>
                    <a:pt x="31" y="37"/>
                  </a:lnTo>
                  <a:lnTo>
                    <a:pt x="30" y="36"/>
                  </a:lnTo>
                  <a:lnTo>
                    <a:pt x="30" y="33"/>
                  </a:lnTo>
                  <a:lnTo>
                    <a:pt x="28" y="32"/>
                  </a:lnTo>
                  <a:lnTo>
                    <a:pt x="26" y="25"/>
                  </a:lnTo>
                  <a:lnTo>
                    <a:pt x="24" y="21"/>
                  </a:lnTo>
                  <a:lnTo>
                    <a:pt x="21" y="21"/>
                  </a:lnTo>
                  <a:lnTo>
                    <a:pt x="21" y="21"/>
                  </a:lnTo>
                  <a:lnTo>
                    <a:pt x="19" y="21"/>
                  </a:lnTo>
                  <a:lnTo>
                    <a:pt x="21" y="18"/>
                  </a:lnTo>
                  <a:lnTo>
                    <a:pt x="21" y="18"/>
                  </a:lnTo>
                  <a:lnTo>
                    <a:pt x="20" y="17"/>
                  </a:lnTo>
                  <a:lnTo>
                    <a:pt x="19" y="14"/>
                  </a:lnTo>
                  <a:lnTo>
                    <a:pt x="17" y="14"/>
                  </a:lnTo>
                  <a:lnTo>
                    <a:pt x="16" y="11"/>
                  </a:lnTo>
                  <a:lnTo>
                    <a:pt x="15" y="10"/>
                  </a:lnTo>
                  <a:lnTo>
                    <a:pt x="15" y="8"/>
                  </a:lnTo>
                  <a:lnTo>
                    <a:pt x="11" y="7"/>
                  </a:lnTo>
                  <a:lnTo>
                    <a:pt x="11" y="7"/>
                  </a:lnTo>
                  <a:lnTo>
                    <a:pt x="8" y="7"/>
                  </a:lnTo>
                  <a:lnTo>
                    <a:pt x="9" y="6"/>
                  </a:lnTo>
                  <a:lnTo>
                    <a:pt x="5" y="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1057"/>
            <p:cNvSpPr>
              <a:spLocks/>
            </p:cNvSpPr>
            <p:nvPr/>
          </p:nvSpPr>
          <p:spPr bwMode="auto">
            <a:xfrm>
              <a:off x="6649604" y="3737684"/>
              <a:ext cx="223289" cy="118212"/>
            </a:xfrm>
            <a:custGeom>
              <a:avLst/>
              <a:gdLst/>
              <a:ahLst/>
              <a:cxnLst>
                <a:cxn ang="0">
                  <a:pos x="6" y="0"/>
                </a:cxn>
                <a:cxn ang="0">
                  <a:pos x="11" y="3"/>
                </a:cxn>
                <a:cxn ang="0">
                  <a:pos x="15" y="5"/>
                </a:cxn>
                <a:cxn ang="0">
                  <a:pos x="21" y="2"/>
                </a:cxn>
                <a:cxn ang="0">
                  <a:pos x="28" y="5"/>
                </a:cxn>
                <a:cxn ang="0">
                  <a:pos x="33" y="6"/>
                </a:cxn>
                <a:cxn ang="0">
                  <a:pos x="40" y="11"/>
                </a:cxn>
                <a:cxn ang="0">
                  <a:pos x="44" y="14"/>
                </a:cxn>
                <a:cxn ang="0">
                  <a:pos x="48" y="21"/>
                </a:cxn>
                <a:cxn ang="0">
                  <a:pos x="51" y="15"/>
                </a:cxn>
                <a:cxn ang="0">
                  <a:pos x="52" y="15"/>
                </a:cxn>
                <a:cxn ang="0">
                  <a:pos x="59" y="17"/>
                </a:cxn>
                <a:cxn ang="0">
                  <a:pos x="63" y="24"/>
                </a:cxn>
                <a:cxn ang="0">
                  <a:pos x="71" y="24"/>
                </a:cxn>
                <a:cxn ang="0">
                  <a:pos x="71" y="33"/>
                </a:cxn>
                <a:cxn ang="0">
                  <a:pos x="78" y="34"/>
                </a:cxn>
                <a:cxn ang="0">
                  <a:pos x="83" y="32"/>
                </a:cxn>
                <a:cxn ang="0">
                  <a:pos x="90" y="29"/>
                </a:cxn>
                <a:cxn ang="0">
                  <a:pos x="94" y="34"/>
                </a:cxn>
                <a:cxn ang="0">
                  <a:pos x="102" y="40"/>
                </a:cxn>
                <a:cxn ang="0">
                  <a:pos x="108" y="38"/>
                </a:cxn>
                <a:cxn ang="0">
                  <a:pos x="113" y="38"/>
                </a:cxn>
                <a:cxn ang="0">
                  <a:pos x="117" y="41"/>
                </a:cxn>
                <a:cxn ang="0">
                  <a:pos x="119" y="53"/>
                </a:cxn>
                <a:cxn ang="0">
                  <a:pos x="108" y="63"/>
                </a:cxn>
                <a:cxn ang="0">
                  <a:pos x="100" y="62"/>
                </a:cxn>
                <a:cxn ang="0">
                  <a:pos x="83" y="56"/>
                </a:cxn>
                <a:cxn ang="0">
                  <a:pos x="72" y="56"/>
                </a:cxn>
                <a:cxn ang="0">
                  <a:pos x="68" y="49"/>
                </a:cxn>
                <a:cxn ang="0">
                  <a:pos x="53" y="49"/>
                </a:cxn>
                <a:cxn ang="0">
                  <a:pos x="44" y="48"/>
                </a:cxn>
                <a:cxn ang="0">
                  <a:pos x="36" y="45"/>
                </a:cxn>
                <a:cxn ang="0">
                  <a:pos x="28" y="41"/>
                </a:cxn>
                <a:cxn ang="0">
                  <a:pos x="17" y="32"/>
                </a:cxn>
                <a:cxn ang="0">
                  <a:pos x="9" y="29"/>
                </a:cxn>
                <a:cxn ang="0">
                  <a:pos x="4" y="26"/>
                </a:cxn>
                <a:cxn ang="0">
                  <a:pos x="0" y="24"/>
                </a:cxn>
                <a:cxn ang="0">
                  <a:pos x="3" y="13"/>
                </a:cxn>
                <a:cxn ang="0">
                  <a:pos x="6" y="0"/>
                </a:cxn>
              </a:cxnLst>
              <a:rect l="0" t="0" r="r" b="b"/>
              <a:pathLst>
                <a:path w="119" h="63">
                  <a:moveTo>
                    <a:pt x="6" y="0"/>
                  </a:moveTo>
                  <a:lnTo>
                    <a:pt x="6" y="0"/>
                  </a:lnTo>
                  <a:lnTo>
                    <a:pt x="10" y="2"/>
                  </a:lnTo>
                  <a:lnTo>
                    <a:pt x="11" y="3"/>
                  </a:lnTo>
                  <a:lnTo>
                    <a:pt x="14" y="3"/>
                  </a:lnTo>
                  <a:lnTo>
                    <a:pt x="15" y="5"/>
                  </a:lnTo>
                  <a:lnTo>
                    <a:pt x="17" y="2"/>
                  </a:lnTo>
                  <a:lnTo>
                    <a:pt x="21" y="2"/>
                  </a:lnTo>
                  <a:lnTo>
                    <a:pt x="26" y="3"/>
                  </a:lnTo>
                  <a:lnTo>
                    <a:pt x="28" y="5"/>
                  </a:lnTo>
                  <a:lnTo>
                    <a:pt x="30" y="5"/>
                  </a:lnTo>
                  <a:lnTo>
                    <a:pt x="33" y="6"/>
                  </a:lnTo>
                  <a:lnTo>
                    <a:pt x="37" y="11"/>
                  </a:lnTo>
                  <a:lnTo>
                    <a:pt x="40" y="11"/>
                  </a:lnTo>
                  <a:lnTo>
                    <a:pt x="44" y="13"/>
                  </a:lnTo>
                  <a:lnTo>
                    <a:pt x="44" y="14"/>
                  </a:lnTo>
                  <a:lnTo>
                    <a:pt x="47" y="17"/>
                  </a:lnTo>
                  <a:lnTo>
                    <a:pt x="48" y="21"/>
                  </a:lnTo>
                  <a:lnTo>
                    <a:pt x="49" y="19"/>
                  </a:lnTo>
                  <a:lnTo>
                    <a:pt x="51" y="15"/>
                  </a:lnTo>
                  <a:lnTo>
                    <a:pt x="52" y="14"/>
                  </a:lnTo>
                  <a:lnTo>
                    <a:pt x="52" y="15"/>
                  </a:lnTo>
                  <a:lnTo>
                    <a:pt x="56" y="15"/>
                  </a:lnTo>
                  <a:lnTo>
                    <a:pt x="59" y="17"/>
                  </a:lnTo>
                  <a:lnTo>
                    <a:pt x="59" y="21"/>
                  </a:lnTo>
                  <a:lnTo>
                    <a:pt x="63" y="24"/>
                  </a:lnTo>
                  <a:lnTo>
                    <a:pt x="67" y="24"/>
                  </a:lnTo>
                  <a:lnTo>
                    <a:pt x="71" y="24"/>
                  </a:lnTo>
                  <a:lnTo>
                    <a:pt x="70" y="29"/>
                  </a:lnTo>
                  <a:lnTo>
                    <a:pt x="71" y="33"/>
                  </a:lnTo>
                  <a:lnTo>
                    <a:pt x="74" y="32"/>
                  </a:lnTo>
                  <a:lnTo>
                    <a:pt x="78" y="34"/>
                  </a:lnTo>
                  <a:lnTo>
                    <a:pt x="79" y="33"/>
                  </a:lnTo>
                  <a:lnTo>
                    <a:pt x="83" y="32"/>
                  </a:lnTo>
                  <a:lnTo>
                    <a:pt x="85" y="29"/>
                  </a:lnTo>
                  <a:lnTo>
                    <a:pt x="90" y="29"/>
                  </a:lnTo>
                  <a:lnTo>
                    <a:pt x="94" y="32"/>
                  </a:lnTo>
                  <a:lnTo>
                    <a:pt x="94" y="34"/>
                  </a:lnTo>
                  <a:lnTo>
                    <a:pt x="100" y="36"/>
                  </a:lnTo>
                  <a:lnTo>
                    <a:pt x="102" y="40"/>
                  </a:lnTo>
                  <a:lnTo>
                    <a:pt x="104" y="41"/>
                  </a:lnTo>
                  <a:lnTo>
                    <a:pt x="108" y="38"/>
                  </a:lnTo>
                  <a:lnTo>
                    <a:pt x="109" y="40"/>
                  </a:lnTo>
                  <a:lnTo>
                    <a:pt x="113" y="38"/>
                  </a:lnTo>
                  <a:lnTo>
                    <a:pt x="116" y="38"/>
                  </a:lnTo>
                  <a:lnTo>
                    <a:pt x="117" y="41"/>
                  </a:lnTo>
                  <a:lnTo>
                    <a:pt x="116" y="48"/>
                  </a:lnTo>
                  <a:lnTo>
                    <a:pt x="119" y="53"/>
                  </a:lnTo>
                  <a:lnTo>
                    <a:pt x="117" y="60"/>
                  </a:lnTo>
                  <a:lnTo>
                    <a:pt x="108" y="63"/>
                  </a:lnTo>
                  <a:lnTo>
                    <a:pt x="104" y="59"/>
                  </a:lnTo>
                  <a:lnTo>
                    <a:pt x="100" y="62"/>
                  </a:lnTo>
                  <a:lnTo>
                    <a:pt x="87" y="56"/>
                  </a:lnTo>
                  <a:lnTo>
                    <a:pt x="83" y="56"/>
                  </a:lnTo>
                  <a:lnTo>
                    <a:pt x="81" y="59"/>
                  </a:lnTo>
                  <a:lnTo>
                    <a:pt x="72" y="56"/>
                  </a:lnTo>
                  <a:lnTo>
                    <a:pt x="68" y="53"/>
                  </a:lnTo>
                  <a:lnTo>
                    <a:pt x="68" y="49"/>
                  </a:lnTo>
                  <a:lnTo>
                    <a:pt x="61" y="48"/>
                  </a:lnTo>
                  <a:lnTo>
                    <a:pt x="53" y="49"/>
                  </a:lnTo>
                  <a:lnTo>
                    <a:pt x="51" y="48"/>
                  </a:lnTo>
                  <a:lnTo>
                    <a:pt x="44" y="48"/>
                  </a:lnTo>
                  <a:lnTo>
                    <a:pt x="40" y="45"/>
                  </a:lnTo>
                  <a:lnTo>
                    <a:pt x="36" y="45"/>
                  </a:lnTo>
                  <a:lnTo>
                    <a:pt x="33" y="43"/>
                  </a:lnTo>
                  <a:lnTo>
                    <a:pt x="28" y="41"/>
                  </a:lnTo>
                  <a:lnTo>
                    <a:pt x="23" y="37"/>
                  </a:lnTo>
                  <a:lnTo>
                    <a:pt x="17" y="32"/>
                  </a:lnTo>
                  <a:lnTo>
                    <a:pt x="11" y="30"/>
                  </a:lnTo>
                  <a:lnTo>
                    <a:pt x="9" y="29"/>
                  </a:lnTo>
                  <a:lnTo>
                    <a:pt x="6" y="29"/>
                  </a:lnTo>
                  <a:lnTo>
                    <a:pt x="4" y="26"/>
                  </a:lnTo>
                  <a:lnTo>
                    <a:pt x="0" y="26"/>
                  </a:lnTo>
                  <a:lnTo>
                    <a:pt x="0" y="24"/>
                  </a:lnTo>
                  <a:lnTo>
                    <a:pt x="3" y="18"/>
                  </a:lnTo>
                  <a:lnTo>
                    <a:pt x="3" y="13"/>
                  </a:lnTo>
                  <a:lnTo>
                    <a:pt x="6" y="6"/>
                  </a:lnTo>
                  <a:lnTo>
                    <a:pt x="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9" name="Groupe 327"/>
            <p:cNvGrpSpPr/>
            <p:nvPr/>
          </p:nvGrpSpPr>
          <p:grpSpPr>
            <a:xfrm>
              <a:off x="2221423" y="1276236"/>
              <a:ext cx="6873166" cy="4313792"/>
              <a:chOff x="2221423" y="1276236"/>
              <a:chExt cx="6873166" cy="4313792"/>
            </a:xfrm>
            <a:grpFill/>
          </p:grpSpPr>
          <p:grpSp>
            <p:nvGrpSpPr>
              <p:cNvPr id="20" name="Groupe 324"/>
              <p:cNvGrpSpPr/>
              <p:nvPr/>
            </p:nvGrpSpPr>
            <p:grpSpPr>
              <a:xfrm>
                <a:off x="4914025" y="2752947"/>
                <a:ext cx="1823840" cy="1187746"/>
                <a:chOff x="4914025" y="2752947"/>
                <a:chExt cx="1823840" cy="1187746"/>
              </a:xfrm>
              <a:grpFill/>
            </p:grpSpPr>
            <p:sp>
              <p:nvSpPr>
                <p:cNvPr id="368" name="Freeform 834"/>
                <p:cNvSpPr>
                  <a:spLocks/>
                </p:cNvSpPr>
                <p:nvPr/>
              </p:nvSpPr>
              <p:spPr bwMode="auto">
                <a:xfrm>
                  <a:off x="5722744" y="2861777"/>
                  <a:ext cx="1015121" cy="532891"/>
                </a:xfrm>
                <a:custGeom>
                  <a:avLst/>
                  <a:gdLst/>
                  <a:ahLst/>
                  <a:cxnLst>
                    <a:cxn ang="0">
                      <a:pos x="13" y="166"/>
                    </a:cxn>
                    <a:cxn ang="0">
                      <a:pos x="1" y="133"/>
                    </a:cxn>
                    <a:cxn ang="0">
                      <a:pos x="26" y="128"/>
                    </a:cxn>
                    <a:cxn ang="0">
                      <a:pos x="39" y="102"/>
                    </a:cxn>
                    <a:cxn ang="0">
                      <a:pos x="53" y="97"/>
                    </a:cxn>
                    <a:cxn ang="0">
                      <a:pos x="62" y="94"/>
                    </a:cxn>
                    <a:cxn ang="0">
                      <a:pos x="87" y="102"/>
                    </a:cxn>
                    <a:cxn ang="0">
                      <a:pos x="102" y="107"/>
                    </a:cxn>
                    <a:cxn ang="0">
                      <a:pos x="123" y="102"/>
                    </a:cxn>
                    <a:cxn ang="0">
                      <a:pos x="142" y="102"/>
                    </a:cxn>
                    <a:cxn ang="0">
                      <a:pos x="156" y="109"/>
                    </a:cxn>
                    <a:cxn ang="0">
                      <a:pos x="182" y="109"/>
                    </a:cxn>
                    <a:cxn ang="0">
                      <a:pos x="174" y="86"/>
                    </a:cxn>
                    <a:cxn ang="0">
                      <a:pos x="172" y="71"/>
                    </a:cxn>
                    <a:cxn ang="0">
                      <a:pos x="183" y="54"/>
                    </a:cxn>
                    <a:cxn ang="0">
                      <a:pos x="172" y="49"/>
                    </a:cxn>
                    <a:cxn ang="0">
                      <a:pos x="182" y="41"/>
                    </a:cxn>
                    <a:cxn ang="0">
                      <a:pos x="198" y="35"/>
                    </a:cxn>
                    <a:cxn ang="0">
                      <a:pos x="224" y="29"/>
                    </a:cxn>
                    <a:cxn ang="0">
                      <a:pos x="238" y="21"/>
                    </a:cxn>
                    <a:cxn ang="0">
                      <a:pos x="261" y="8"/>
                    </a:cxn>
                    <a:cxn ang="0">
                      <a:pos x="280" y="2"/>
                    </a:cxn>
                    <a:cxn ang="0">
                      <a:pos x="299" y="14"/>
                    </a:cxn>
                    <a:cxn ang="0">
                      <a:pos x="305" y="26"/>
                    </a:cxn>
                    <a:cxn ang="0">
                      <a:pos x="316" y="23"/>
                    </a:cxn>
                    <a:cxn ang="0">
                      <a:pos x="331" y="29"/>
                    </a:cxn>
                    <a:cxn ang="0">
                      <a:pos x="341" y="34"/>
                    </a:cxn>
                    <a:cxn ang="0">
                      <a:pos x="361" y="25"/>
                    </a:cxn>
                    <a:cxn ang="0">
                      <a:pos x="375" y="21"/>
                    </a:cxn>
                    <a:cxn ang="0">
                      <a:pos x="440" y="79"/>
                    </a:cxn>
                    <a:cxn ang="0">
                      <a:pos x="459" y="84"/>
                    </a:cxn>
                    <a:cxn ang="0">
                      <a:pos x="481" y="80"/>
                    </a:cxn>
                    <a:cxn ang="0">
                      <a:pos x="504" y="95"/>
                    </a:cxn>
                    <a:cxn ang="0">
                      <a:pos x="512" y="107"/>
                    </a:cxn>
                    <a:cxn ang="0">
                      <a:pos x="531" y="106"/>
                    </a:cxn>
                    <a:cxn ang="0">
                      <a:pos x="532" y="124"/>
                    </a:cxn>
                    <a:cxn ang="0">
                      <a:pos x="526" y="155"/>
                    </a:cxn>
                    <a:cxn ang="0">
                      <a:pos x="498" y="156"/>
                    </a:cxn>
                    <a:cxn ang="0">
                      <a:pos x="490" y="188"/>
                    </a:cxn>
                    <a:cxn ang="0">
                      <a:pos x="479" y="196"/>
                    </a:cxn>
                    <a:cxn ang="0">
                      <a:pos x="467" y="204"/>
                    </a:cxn>
                    <a:cxn ang="0">
                      <a:pos x="474" y="226"/>
                    </a:cxn>
                    <a:cxn ang="0">
                      <a:pos x="474" y="249"/>
                    </a:cxn>
                    <a:cxn ang="0">
                      <a:pos x="424" y="241"/>
                    </a:cxn>
                    <a:cxn ang="0">
                      <a:pos x="388" y="241"/>
                    </a:cxn>
                    <a:cxn ang="0">
                      <a:pos x="358" y="250"/>
                    </a:cxn>
                    <a:cxn ang="0">
                      <a:pos x="341" y="261"/>
                    </a:cxn>
                    <a:cxn ang="0">
                      <a:pos x="305" y="280"/>
                    </a:cxn>
                    <a:cxn ang="0">
                      <a:pos x="240" y="232"/>
                    </a:cxn>
                    <a:cxn ang="0">
                      <a:pos x="133" y="275"/>
                    </a:cxn>
                    <a:cxn ang="0">
                      <a:pos x="99" y="261"/>
                    </a:cxn>
                    <a:cxn ang="0">
                      <a:pos x="85" y="254"/>
                    </a:cxn>
                    <a:cxn ang="0">
                      <a:pos x="73" y="241"/>
                    </a:cxn>
                    <a:cxn ang="0">
                      <a:pos x="62" y="227"/>
                    </a:cxn>
                    <a:cxn ang="0">
                      <a:pos x="79" y="227"/>
                    </a:cxn>
                    <a:cxn ang="0">
                      <a:pos x="72" y="215"/>
                    </a:cxn>
                    <a:cxn ang="0">
                      <a:pos x="91" y="211"/>
                    </a:cxn>
                    <a:cxn ang="0">
                      <a:pos x="95" y="201"/>
                    </a:cxn>
                    <a:cxn ang="0">
                      <a:pos x="94" y="186"/>
                    </a:cxn>
                    <a:cxn ang="0">
                      <a:pos x="80" y="184"/>
                    </a:cxn>
                    <a:cxn ang="0">
                      <a:pos x="72" y="181"/>
                    </a:cxn>
                    <a:cxn ang="0">
                      <a:pos x="58" y="184"/>
                    </a:cxn>
                    <a:cxn ang="0">
                      <a:pos x="46" y="192"/>
                    </a:cxn>
                  </a:cxnLst>
                  <a:rect l="0" t="0" r="r" b="b"/>
                  <a:pathLst>
                    <a:path w="541" h="284">
                      <a:moveTo>
                        <a:pt x="42" y="192"/>
                      </a:moveTo>
                      <a:lnTo>
                        <a:pt x="38" y="189"/>
                      </a:lnTo>
                      <a:lnTo>
                        <a:pt x="34" y="190"/>
                      </a:lnTo>
                      <a:lnTo>
                        <a:pt x="30" y="186"/>
                      </a:lnTo>
                      <a:lnTo>
                        <a:pt x="30" y="185"/>
                      </a:lnTo>
                      <a:lnTo>
                        <a:pt x="35" y="185"/>
                      </a:lnTo>
                      <a:lnTo>
                        <a:pt x="30" y="174"/>
                      </a:lnTo>
                      <a:lnTo>
                        <a:pt x="23" y="169"/>
                      </a:lnTo>
                      <a:lnTo>
                        <a:pt x="13" y="166"/>
                      </a:lnTo>
                      <a:lnTo>
                        <a:pt x="12" y="169"/>
                      </a:lnTo>
                      <a:lnTo>
                        <a:pt x="8" y="165"/>
                      </a:lnTo>
                      <a:lnTo>
                        <a:pt x="8" y="162"/>
                      </a:lnTo>
                      <a:lnTo>
                        <a:pt x="7" y="158"/>
                      </a:lnTo>
                      <a:lnTo>
                        <a:pt x="0" y="156"/>
                      </a:lnTo>
                      <a:lnTo>
                        <a:pt x="3" y="151"/>
                      </a:lnTo>
                      <a:lnTo>
                        <a:pt x="4" y="141"/>
                      </a:lnTo>
                      <a:lnTo>
                        <a:pt x="1" y="140"/>
                      </a:lnTo>
                      <a:lnTo>
                        <a:pt x="1" y="133"/>
                      </a:lnTo>
                      <a:lnTo>
                        <a:pt x="4" y="132"/>
                      </a:lnTo>
                      <a:lnTo>
                        <a:pt x="8" y="127"/>
                      </a:lnTo>
                      <a:lnTo>
                        <a:pt x="8" y="124"/>
                      </a:lnTo>
                      <a:lnTo>
                        <a:pt x="9" y="121"/>
                      </a:lnTo>
                      <a:lnTo>
                        <a:pt x="17" y="128"/>
                      </a:lnTo>
                      <a:lnTo>
                        <a:pt x="17" y="131"/>
                      </a:lnTo>
                      <a:lnTo>
                        <a:pt x="22" y="133"/>
                      </a:lnTo>
                      <a:lnTo>
                        <a:pt x="27" y="132"/>
                      </a:lnTo>
                      <a:lnTo>
                        <a:pt x="26" y="128"/>
                      </a:lnTo>
                      <a:lnTo>
                        <a:pt x="28" y="127"/>
                      </a:lnTo>
                      <a:lnTo>
                        <a:pt x="24" y="116"/>
                      </a:lnTo>
                      <a:lnTo>
                        <a:pt x="28" y="114"/>
                      </a:lnTo>
                      <a:lnTo>
                        <a:pt x="34" y="114"/>
                      </a:lnTo>
                      <a:lnTo>
                        <a:pt x="34" y="112"/>
                      </a:lnTo>
                      <a:lnTo>
                        <a:pt x="31" y="109"/>
                      </a:lnTo>
                      <a:lnTo>
                        <a:pt x="32" y="106"/>
                      </a:lnTo>
                      <a:lnTo>
                        <a:pt x="36" y="103"/>
                      </a:lnTo>
                      <a:lnTo>
                        <a:pt x="39" y="102"/>
                      </a:lnTo>
                      <a:lnTo>
                        <a:pt x="41" y="99"/>
                      </a:lnTo>
                      <a:lnTo>
                        <a:pt x="42" y="97"/>
                      </a:lnTo>
                      <a:lnTo>
                        <a:pt x="45" y="98"/>
                      </a:lnTo>
                      <a:lnTo>
                        <a:pt x="46" y="95"/>
                      </a:lnTo>
                      <a:lnTo>
                        <a:pt x="45" y="93"/>
                      </a:lnTo>
                      <a:lnTo>
                        <a:pt x="46" y="91"/>
                      </a:lnTo>
                      <a:lnTo>
                        <a:pt x="50" y="94"/>
                      </a:lnTo>
                      <a:lnTo>
                        <a:pt x="53" y="95"/>
                      </a:lnTo>
                      <a:lnTo>
                        <a:pt x="53" y="97"/>
                      </a:lnTo>
                      <a:lnTo>
                        <a:pt x="50" y="99"/>
                      </a:lnTo>
                      <a:lnTo>
                        <a:pt x="53" y="101"/>
                      </a:lnTo>
                      <a:lnTo>
                        <a:pt x="54" y="99"/>
                      </a:lnTo>
                      <a:lnTo>
                        <a:pt x="56" y="97"/>
                      </a:lnTo>
                      <a:lnTo>
                        <a:pt x="57" y="95"/>
                      </a:lnTo>
                      <a:lnTo>
                        <a:pt x="58" y="98"/>
                      </a:lnTo>
                      <a:lnTo>
                        <a:pt x="60" y="97"/>
                      </a:lnTo>
                      <a:lnTo>
                        <a:pt x="60" y="94"/>
                      </a:lnTo>
                      <a:lnTo>
                        <a:pt x="62" y="94"/>
                      </a:lnTo>
                      <a:lnTo>
                        <a:pt x="65" y="93"/>
                      </a:lnTo>
                      <a:lnTo>
                        <a:pt x="68" y="93"/>
                      </a:lnTo>
                      <a:lnTo>
                        <a:pt x="69" y="95"/>
                      </a:lnTo>
                      <a:lnTo>
                        <a:pt x="73" y="98"/>
                      </a:lnTo>
                      <a:lnTo>
                        <a:pt x="79" y="97"/>
                      </a:lnTo>
                      <a:lnTo>
                        <a:pt x="80" y="97"/>
                      </a:lnTo>
                      <a:lnTo>
                        <a:pt x="81" y="98"/>
                      </a:lnTo>
                      <a:lnTo>
                        <a:pt x="84" y="99"/>
                      </a:lnTo>
                      <a:lnTo>
                        <a:pt x="87" y="102"/>
                      </a:lnTo>
                      <a:lnTo>
                        <a:pt x="89" y="102"/>
                      </a:lnTo>
                      <a:lnTo>
                        <a:pt x="92" y="105"/>
                      </a:lnTo>
                      <a:lnTo>
                        <a:pt x="95" y="109"/>
                      </a:lnTo>
                      <a:lnTo>
                        <a:pt x="98" y="109"/>
                      </a:lnTo>
                      <a:lnTo>
                        <a:pt x="99" y="110"/>
                      </a:lnTo>
                      <a:lnTo>
                        <a:pt x="99" y="114"/>
                      </a:lnTo>
                      <a:lnTo>
                        <a:pt x="100" y="114"/>
                      </a:lnTo>
                      <a:lnTo>
                        <a:pt x="103" y="112"/>
                      </a:lnTo>
                      <a:lnTo>
                        <a:pt x="102" y="107"/>
                      </a:lnTo>
                      <a:lnTo>
                        <a:pt x="104" y="106"/>
                      </a:lnTo>
                      <a:lnTo>
                        <a:pt x="107" y="109"/>
                      </a:lnTo>
                      <a:lnTo>
                        <a:pt x="113" y="110"/>
                      </a:lnTo>
                      <a:lnTo>
                        <a:pt x="114" y="113"/>
                      </a:lnTo>
                      <a:lnTo>
                        <a:pt x="117" y="113"/>
                      </a:lnTo>
                      <a:lnTo>
                        <a:pt x="119" y="110"/>
                      </a:lnTo>
                      <a:lnTo>
                        <a:pt x="121" y="106"/>
                      </a:lnTo>
                      <a:lnTo>
                        <a:pt x="123" y="105"/>
                      </a:lnTo>
                      <a:lnTo>
                        <a:pt x="123" y="102"/>
                      </a:lnTo>
                      <a:lnTo>
                        <a:pt x="126" y="102"/>
                      </a:lnTo>
                      <a:lnTo>
                        <a:pt x="128" y="103"/>
                      </a:lnTo>
                      <a:lnTo>
                        <a:pt x="129" y="102"/>
                      </a:lnTo>
                      <a:lnTo>
                        <a:pt x="132" y="101"/>
                      </a:lnTo>
                      <a:lnTo>
                        <a:pt x="136" y="105"/>
                      </a:lnTo>
                      <a:lnTo>
                        <a:pt x="137" y="106"/>
                      </a:lnTo>
                      <a:lnTo>
                        <a:pt x="141" y="106"/>
                      </a:lnTo>
                      <a:lnTo>
                        <a:pt x="140" y="102"/>
                      </a:lnTo>
                      <a:lnTo>
                        <a:pt x="142" y="102"/>
                      </a:lnTo>
                      <a:lnTo>
                        <a:pt x="145" y="102"/>
                      </a:lnTo>
                      <a:lnTo>
                        <a:pt x="147" y="101"/>
                      </a:lnTo>
                      <a:lnTo>
                        <a:pt x="151" y="102"/>
                      </a:lnTo>
                      <a:lnTo>
                        <a:pt x="152" y="103"/>
                      </a:lnTo>
                      <a:lnTo>
                        <a:pt x="152" y="105"/>
                      </a:lnTo>
                      <a:lnTo>
                        <a:pt x="149" y="106"/>
                      </a:lnTo>
                      <a:lnTo>
                        <a:pt x="152" y="109"/>
                      </a:lnTo>
                      <a:lnTo>
                        <a:pt x="155" y="110"/>
                      </a:lnTo>
                      <a:lnTo>
                        <a:pt x="156" y="109"/>
                      </a:lnTo>
                      <a:lnTo>
                        <a:pt x="157" y="110"/>
                      </a:lnTo>
                      <a:lnTo>
                        <a:pt x="163" y="110"/>
                      </a:lnTo>
                      <a:lnTo>
                        <a:pt x="167" y="113"/>
                      </a:lnTo>
                      <a:lnTo>
                        <a:pt x="171" y="113"/>
                      </a:lnTo>
                      <a:lnTo>
                        <a:pt x="172" y="109"/>
                      </a:lnTo>
                      <a:lnTo>
                        <a:pt x="172" y="106"/>
                      </a:lnTo>
                      <a:lnTo>
                        <a:pt x="174" y="105"/>
                      </a:lnTo>
                      <a:lnTo>
                        <a:pt x="178" y="107"/>
                      </a:lnTo>
                      <a:lnTo>
                        <a:pt x="182" y="109"/>
                      </a:lnTo>
                      <a:lnTo>
                        <a:pt x="187" y="107"/>
                      </a:lnTo>
                      <a:lnTo>
                        <a:pt x="189" y="105"/>
                      </a:lnTo>
                      <a:lnTo>
                        <a:pt x="187" y="94"/>
                      </a:lnTo>
                      <a:lnTo>
                        <a:pt x="186" y="93"/>
                      </a:lnTo>
                      <a:lnTo>
                        <a:pt x="182" y="93"/>
                      </a:lnTo>
                      <a:lnTo>
                        <a:pt x="179" y="90"/>
                      </a:lnTo>
                      <a:lnTo>
                        <a:pt x="179" y="88"/>
                      </a:lnTo>
                      <a:lnTo>
                        <a:pt x="175" y="87"/>
                      </a:lnTo>
                      <a:lnTo>
                        <a:pt x="174" y="86"/>
                      </a:lnTo>
                      <a:lnTo>
                        <a:pt x="170" y="86"/>
                      </a:lnTo>
                      <a:lnTo>
                        <a:pt x="170" y="84"/>
                      </a:lnTo>
                      <a:lnTo>
                        <a:pt x="170" y="82"/>
                      </a:lnTo>
                      <a:lnTo>
                        <a:pt x="170" y="80"/>
                      </a:lnTo>
                      <a:lnTo>
                        <a:pt x="172" y="80"/>
                      </a:lnTo>
                      <a:lnTo>
                        <a:pt x="172" y="78"/>
                      </a:lnTo>
                      <a:lnTo>
                        <a:pt x="175" y="75"/>
                      </a:lnTo>
                      <a:lnTo>
                        <a:pt x="174" y="72"/>
                      </a:lnTo>
                      <a:lnTo>
                        <a:pt x="172" y="71"/>
                      </a:lnTo>
                      <a:lnTo>
                        <a:pt x="171" y="68"/>
                      </a:lnTo>
                      <a:lnTo>
                        <a:pt x="175" y="64"/>
                      </a:lnTo>
                      <a:lnTo>
                        <a:pt x="178" y="61"/>
                      </a:lnTo>
                      <a:lnTo>
                        <a:pt x="185" y="60"/>
                      </a:lnTo>
                      <a:lnTo>
                        <a:pt x="186" y="61"/>
                      </a:lnTo>
                      <a:lnTo>
                        <a:pt x="189" y="60"/>
                      </a:lnTo>
                      <a:lnTo>
                        <a:pt x="189" y="57"/>
                      </a:lnTo>
                      <a:lnTo>
                        <a:pt x="186" y="56"/>
                      </a:lnTo>
                      <a:lnTo>
                        <a:pt x="183" y="54"/>
                      </a:lnTo>
                      <a:lnTo>
                        <a:pt x="181" y="54"/>
                      </a:lnTo>
                      <a:lnTo>
                        <a:pt x="179" y="56"/>
                      </a:lnTo>
                      <a:lnTo>
                        <a:pt x="176" y="54"/>
                      </a:lnTo>
                      <a:lnTo>
                        <a:pt x="172" y="54"/>
                      </a:lnTo>
                      <a:lnTo>
                        <a:pt x="172" y="52"/>
                      </a:lnTo>
                      <a:lnTo>
                        <a:pt x="174" y="50"/>
                      </a:lnTo>
                      <a:lnTo>
                        <a:pt x="178" y="50"/>
                      </a:lnTo>
                      <a:lnTo>
                        <a:pt x="176" y="48"/>
                      </a:lnTo>
                      <a:lnTo>
                        <a:pt x="172" y="49"/>
                      </a:lnTo>
                      <a:lnTo>
                        <a:pt x="170" y="48"/>
                      </a:lnTo>
                      <a:lnTo>
                        <a:pt x="171" y="46"/>
                      </a:lnTo>
                      <a:lnTo>
                        <a:pt x="170" y="42"/>
                      </a:lnTo>
                      <a:lnTo>
                        <a:pt x="171" y="42"/>
                      </a:lnTo>
                      <a:lnTo>
                        <a:pt x="174" y="42"/>
                      </a:lnTo>
                      <a:lnTo>
                        <a:pt x="175" y="40"/>
                      </a:lnTo>
                      <a:lnTo>
                        <a:pt x="178" y="40"/>
                      </a:lnTo>
                      <a:lnTo>
                        <a:pt x="178" y="42"/>
                      </a:lnTo>
                      <a:lnTo>
                        <a:pt x="182" y="41"/>
                      </a:lnTo>
                      <a:lnTo>
                        <a:pt x="185" y="44"/>
                      </a:lnTo>
                      <a:lnTo>
                        <a:pt x="186" y="42"/>
                      </a:lnTo>
                      <a:lnTo>
                        <a:pt x="186" y="40"/>
                      </a:lnTo>
                      <a:lnTo>
                        <a:pt x="187" y="38"/>
                      </a:lnTo>
                      <a:lnTo>
                        <a:pt x="190" y="38"/>
                      </a:lnTo>
                      <a:lnTo>
                        <a:pt x="191" y="41"/>
                      </a:lnTo>
                      <a:lnTo>
                        <a:pt x="193" y="40"/>
                      </a:lnTo>
                      <a:lnTo>
                        <a:pt x="194" y="37"/>
                      </a:lnTo>
                      <a:lnTo>
                        <a:pt x="198" y="35"/>
                      </a:lnTo>
                      <a:lnTo>
                        <a:pt x="202" y="35"/>
                      </a:lnTo>
                      <a:lnTo>
                        <a:pt x="205" y="34"/>
                      </a:lnTo>
                      <a:lnTo>
                        <a:pt x="209" y="33"/>
                      </a:lnTo>
                      <a:lnTo>
                        <a:pt x="210" y="31"/>
                      </a:lnTo>
                      <a:lnTo>
                        <a:pt x="213" y="30"/>
                      </a:lnTo>
                      <a:lnTo>
                        <a:pt x="217" y="30"/>
                      </a:lnTo>
                      <a:lnTo>
                        <a:pt x="220" y="29"/>
                      </a:lnTo>
                      <a:lnTo>
                        <a:pt x="221" y="27"/>
                      </a:lnTo>
                      <a:lnTo>
                        <a:pt x="224" y="29"/>
                      </a:lnTo>
                      <a:lnTo>
                        <a:pt x="224" y="27"/>
                      </a:lnTo>
                      <a:lnTo>
                        <a:pt x="224" y="25"/>
                      </a:lnTo>
                      <a:lnTo>
                        <a:pt x="227" y="23"/>
                      </a:lnTo>
                      <a:lnTo>
                        <a:pt x="229" y="23"/>
                      </a:lnTo>
                      <a:lnTo>
                        <a:pt x="229" y="22"/>
                      </a:lnTo>
                      <a:lnTo>
                        <a:pt x="231" y="19"/>
                      </a:lnTo>
                      <a:lnTo>
                        <a:pt x="233" y="22"/>
                      </a:lnTo>
                      <a:lnTo>
                        <a:pt x="235" y="22"/>
                      </a:lnTo>
                      <a:lnTo>
                        <a:pt x="238" y="21"/>
                      </a:lnTo>
                      <a:lnTo>
                        <a:pt x="240" y="19"/>
                      </a:lnTo>
                      <a:lnTo>
                        <a:pt x="247" y="15"/>
                      </a:lnTo>
                      <a:lnTo>
                        <a:pt x="248" y="15"/>
                      </a:lnTo>
                      <a:lnTo>
                        <a:pt x="250" y="14"/>
                      </a:lnTo>
                      <a:lnTo>
                        <a:pt x="253" y="14"/>
                      </a:lnTo>
                      <a:lnTo>
                        <a:pt x="255" y="11"/>
                      </a:lnTo>
                      <a:lnTo>
                        <a:pt x="257" y="11"/>
                      </a:lnTo>
                      <a:lnTo>
                        <a:pt x="261" y="11"/>
                      </a:lnTo>
                      <a:lnTo>
                        <a:pt x="261" y="8"/>
                      </a:lnTo>
                      <a:lnTo>
                        <a:pt x="259" y="7"/>
                      </a:lnTo>
                      <a:lnTo>
                        <a:pt x="261" y="6"/>
                      </a:lnTo>
                      <a:lnTo>
                        <a:pt x="265" y="6"/>
                      </a:lnTo>
                      <a:lnTo>
                        <a:pt x="265" y="3"/>
                      </a:lnTo>
                      <a:lnTo>
                        <a:pt x="267" y="2"/>
                      </a:lnTo>
                      <a:lnTo>
                        <a:pt x="270" y="2"/>
                      </a:lnTo>
                      <a:lnTo>
                        <a:pt x="272" y="0"/>
                      </a:lnTo>
                      <a:lnTo>
                        <a:pt x="276" y="3"/>
                      </a:lnTo>
                      <a:lnTo>
                        <a:pt x="280" y="2"/>
                      </a:lnTo>
                      <a:lnTo>
                        <a:pt x="282" y="4"/>
                      </a:lnTo>
                      <a:lnTo>
                        <a:pt x="286" y="4"/>
                      </a:lnTo>
                      <a:lnTo>
                        <a:pt x="289" y="3"/>
                      </a:lnTo>
                      <a:lnTo>
                        <a:pt x="292" y="3"/>
                      </a:lnTo>
                      <a:lnTo>
                        <a:pt x="293" y="7"/>
                      </a:lnTo>
                      <a:lnTo>
                        <a:pt x="295" y="7"/>
                      </a:lnTo>
                      <a:lnTo>
                        <a:pt x="295" y="10"/>
                      </a:lnTo>
                      <a:lnTo>
                        <a:pt x="297" y="12"/>
                      </a:lnTo>
                      <a:lnTo>
                        <a:pt x="299" y="14"/>
                      </a:lnTo>
                      <a:lnTo>
                        <a:pt x="300" y="15"/>
                      </a:lnTo>
                      <a:lnTo>
                        <a:pt x="299" y="18"/>
                      </a:lnTo>
                      <a:lnTo>
                        <a:pt x="299" y="21"/>
                      </a:lnTo>
                      <a:lnTo>
                        <a:pt x="299" y="22"/>
                      </a:lnTo>
                      <a:lnTo>
                        <a:pt x="297" y="22"/>
                      </a:lnTo>
                      <a:lnTo>
                        <a:pt x="299" y="25"/>
                      </a:lnTo>
                      <a:lnTo>
                        <a:pt x="300" y="26"/>
                      </a:lnTo>
                      <a:lnTo>
                        <a:pt x="303" y="25"/>
                      </a:lnTo>
                      <a:lnTo>
                        <a:pt x="305" y="26"/>
                      </a:lnTo>
                      <a:lnTo>
                        <a:pt x="307" y="26"/>
                      </a:lnTo>
                      <a:lnTo>
                        <a:pt x="307" y="23"/>
                      </a:lnTo>
                      <a:lnTo>
                        <a:pt x="310" y="22"/>
                      </a:lnTo>
                      <a:lnTo>
                        <a:pt x="310" y="25"/>
                      </a:lnTo>
                      <a:lnTo>
                        <a:pt x="312" y="25"/>
                      </a:lnTo>
                      <a:lnTo>
                        <a:pt x="312" y="23"/>
                      </a:lnTo>
                      <a:lnTo>
                        <a:pt x="311" y="19"/>
                      </a:lnTo>
                      <a:lnTo>
                        <a:pt x="312" y="19"/>
                      </a:lnTo>
                      <a:lnTo>
                        <a:pt x="316" y="23"/>
                      </a:lnTo>
                      <a:lnTo>
                        <a:pt x="318" y="27"/>
                      </a:lnTo>
                      <a:lnTo>
                        <a:pt x="319" y="31"/>
                      </a:lnTo>
                      <a:lnTo>
                        <a:pt x="320" y="30"/>
                      </a:lnTo>
                      <a:lnTo>
                        <a:pt x="323" y="29"/>
                      </a:lnTo>
                      <a:lnTo>
                        <a:pt x="322" y="27"/>
                      </a:lnTo>
                      <a:lnTo>
                        <a:pt x="320" y="26"/>
                      </a:lnTo>
                      <a:lnTo>
                        <a:pt x="323" y="26"/>
                      </a:lnTo>
                      <a:lnTo>
                        <a:pt x="329" y="29"/>
                      </a:lnTo>
                      <a:lnTo>
                        <a:pt x="331" y="29"/>
                      </a:lnTo>
                      <a:lnTo>
                        <a:pt x="333" y="26"/>
                      </a:lnTo>
                      <a:lnTo>
                        <a:pt x="334" y="27"/>
                      </a:lnTo>
                      <a:lnTo>
                        <a:pt x="334" y="30"/>
                      </a:lnTo>
                      <a:lnTo>
                        <a:pt x="331" y="31"/>
                      </a:lnTo>
                      <a:lnTo>
                        <a:pt x="331" y="35"/>
                      </a:lnTo>
                      <a:lnTo>
                        <a:pt x="334" y="38"/>
                      </a:lnTo>
                      <a:lnTo>
                        <a:pt x="335" y="38"/>
                      </a:lnTo>
                      <a:lnTo>
                        <a:pt x="337" y="35"/>
                      </a:lnTo>
                      <a:lnTo>
                        <a:pt x="341" y="34"/>
                      </a:lnTo>
                      <a:lnTo>
                        <a:pt x="346" y="35"/>
                      </a:lnTo>
                      <a:lnTo>
                        <a:pt x="348" y="37"/>
                      </a:lnTo>
                      <a:lnTo>
                        <a:pt x="349" y="35"/>
                      </a:lnTo>
                      <a:lnTo>
                        <a:pt x="349" y="33"/>
                      </a:lnTo>
                      <a:lnTo>
                        <a:pt x="352" y="31"/>
                      </a:lnTo>
                      <a:lnTo>
                        <a:pt x="356" y="31"/>
                      </a:lnTo>
                      <a:lnTo>
                        <a:pt x="358" y="29"/>
                      </a:lnTo>
                      <a:lnTo>
                        <a:pt x="360" y="27"/>
                      </a:lnTo>
                      <a:lnTo>
                        <a:pt x="361" y="25"/>
                      </a:lnTo>
                      <a:lnTo>
                        <a:pt x="361" y="23"/>
                      </a:lnTo>
                      <a:lnTo>
                        <a:pt x="365" y="19"/>
                      </a:lnTo>
                      <a:lnTo>
                        <a:pt x="367" y="19"/>
                      </a:lnTo>
                      <a:lnTo>
                        <a:pt x="369" y="16"/>
                      </a:lnTo>
                      <a:lnTo>
                        <a:pt x="372" y="16"/>
                      </a:lnTo>
                      <a:lnTo>
                        <a:pt x="376" y="15"/>
                      </a:lnTo>
                      <a:lnTo>
                        <a:pt x="377" y="15"/>
                      </a:lnTo>
                      <a:lnTo>
                        <a:pt x="377" y="18"/>
                      </a:lnTo>
                      <a:lnTo>
                        <a:pt x="375" y="21"/>
                      </a:lnTo>
                      <a:lnTo>
                        <a:pt x="373" y="22"/>
                      </a:lnTo>
                      <a:lnTo>
                        <a:pt x="373" y="23"/>
                      </a:lnTo>
                      <a:lnTo>
                        <a:pt x="399" y="42"/>
                      </a:lnTo>
                      <a:lnTo>
                        <a:pt x="435" y="86"/>
                      </a:lnTo>
                      <a:lnTo>
                        <a:pt x="439" y="86"/>
                      </a:lnTo>
                      <a:lnTo>
                        <a:pt x="440" y="84"/>
                      </a:lnTo>
                      <a:lnTo>
                        <a:pt x="441" y="83"/>
                      </a:lnTo>
                      <a:lnTo>
                        <a:pt x="440" y="82"/>
                      </a:lnTo>
                      <a:lnTo>
                        <a:pt x="440" y="79"/>
                      </a:lnTo>
                      <a:lnTo>
                        <a:pt x="443" y="78"/>
                      </a:lnTo>
                      <a:lnTo>
                        <a:pt x="447" y="80"/>
                      </a:lnTo>
                      <a:lnTo>
                        <a:pt x="445" y="82"/>
                      </a:lnTo>
                      <a:lnTo>
                        <a:pt x="447" y="83"/>
                      </a:lnTo>
                      <a:lnTo>
                        <a:pt x="450" y="84"/>
                      </a:lnTo>
                      <a:lnTo>
                        <a:pt x="452" y="87"/>
                      </a:lnTo>
                      <a:lnTo>
                        <a:pt x="454" y="87"/>
                      </a:lnTo>
                      <a:lnTo>
                        <a:pt x="456" y="86"/>
                      </a:lnTo>
                      <a:lnTo>
                        <a:pt x="459" y="84"/>
                      </a:lnTo>
                      <a:lnTo>
                        <a:pt x="462" y="87"/>
                      </a:lnTo>
                      <a:lnTo>
                        <a:pt x="466" y="86"/>
                      </a:lnTo>
                      <a:lnTo>
                        <a:pt x="467" y="86"/>
                      </a:lnTo>
                      <a:lnTo>
                        <a:pt x="470" y="84"/>
                      </a:lnTo>
                      <a:lnTo>
                        <a:pt x="471" y="84"/>
                      </a:lnTo>
                      <a:lnTo>
                        <a:pt x="470" y="82"/>
                      </a:lnTo>
                      <a:lnTo>
                        <a:pt x="471" y="80"/>
                      </a:lnTo>
                      <a:lnTo>
                        <a:pt x="475" y="80"/>
                      </a:lnTo>
                      <a:lnTo>
                        <a:pt x="481" y="80"/>
                      </a:lnTo>
                      <a:lnTo>
                        <a:pt x="485" y="82"/>
                      </a:lnTo>
                      <a:lnTo>
                        <a:pt x="489" y="84"/>
                      </a:lnTo>
                      <a:lnTo>
                        <a:pt x="492" y="88"/>
                      </a:lnTo>
                      <a:lnTo>
                        <a:pt x="493" y="91"/>
                      </a:lnTo>
                      <a:lnTo>
                        <a:pt x="494" y="91"/>
                      </a:lnTo>
                      <a:lnTo>
                        <a:pt x="497" y="93"/>
                      </a:lnTo>
                      <a:lnTo>
                        <a:pt x="500" y="95"/>
                      </a:lnTo>
                      <a:lnTo>
                        <a:pt x="501" y="95"/>
                      </a:lnTo>
                      <a:lnTo>
                        <a:pt x="504" y="95"/>
                      </a:lnTo>
                      <a:lnTo>
                        <a:pt x="504" y="98"/>
                      </a:lnTo>
                      <a:lnTo>
                        <a:pt x="502" y="99"/>
                      </a:lnTo>
                      <a:lnTo>
                        <a:pt x="504" y="101"/>
                      </a:lnTo>
                      <a:lnTo>
                        <a:pt x="504" y="103"/>
                      </a:lnTo>
                      <a:lnTo>
                        <a:pt x="505" y="105"/>
                      </a:lnTo>
                      <a:lnTo>
                        <a:pt x="507" y="105"/>
                      </a:lnTo>
                      <a:lnTo>
                        <a:pt x="508" y="105"/>
                      </a:lnTo>
                      <a:lnTo>
                        <a:pt x="511" y="106"/>
                      </a:lnTo>
                      <a:lnTo>
                        <a:pt x="512" y="107"/>
                      </a:lnTo>
                      <a:lnTo>
                        <a:pt x="513" y="106"/>
                      </a:lnTo>
                      <a:lnTo>
                        <a:pt x="515" y="105"/>
                      </a:lnTo>
                      <a:lnTo>
                        <a:pt x="522" y="105"/>
                      </a:lnTo>
                      <a:lnTo>
                        <a:pt x="526" y="103"/>
                      </a:lnTo>
                      <a:lnTo>
                        <a:pt x="527" y="101"/>
                      </a:lnTo>
                      <a:lnTo>
                        <a:pt x="530" y="99"/>
                      </a:lnTo>
                      <a:lnTo>
                        <a:pt x="531" y="99"/>
                      </a:lnTo>
                      <a:lnTo>
                        <a:pt x="530" y="103"/>
                      </a:lnTo>
                      <a:lnTo>
                        <a:pt x="531" y="106"/>
                      </a:lnTo>
                      <a:lnTo>
                        <a:pt x="532" y="106"/>
                      </a:lnTo>
                      <a:lnTo>
                        <a:pt x="535" y="109"/>
                      </a:lnTo>
                      <a:lnTo>
                        <a:pt x="539" y="110"/>
                      </a:lnTo>
                      <a:lnTo>
                        <a:pt x="541" y="112"/>
                      </a:lnTo>
                      <a:lnTo>
                        <a:pt x="538" y="114"/>
                      </a:lnTo>
                      <a:lnTo>
                        <a:pt x="536" y="116"/>
                      </a:lnTo>
                      <a:lnTo>
                        <a:pt x="532" y="120"/>
                      </a:lnTo>
                      <a:lnTo>
                        <a:pt x="532" y="122"/>
                      </a:lnTo>
                      <a:lnTo>
                        <a:pt x="532" y="124"/>
                      </a:lnTo>
                      <a:lnTo>
                        <a:pt x="531" y="127"/>
                      </a:lnTo>
                      <a:lnTo>
                        <a:pt x="527" y="128"/>
                      </a:lnTo>
                      <a:lnTo>
                        <a:pt x="524" y="131"/>
                      </a:lnTo>
                      <a:lnTo>
                        <a:pt x="524" y="133"/>
                      </a:lnTo>
                      <a:lnTo>
                        <a:pt x="524" y="139"/>
                      </a:lnTo>
                      <a:lnTo>
                        <a:pt x="527" y="146"/>
                      </a:lnTo>
                      <a:lnTo>
                        <a:pt x="530" y="148"/>
                      </a:lnTo>
                      <a:lnTo>
                        <a:pt x="530" y="151"/>
                      </a:lnTo>
                      <a:lnTo>
                        <a:pt x="526" y="155"/>
                      </a:lnTo>
                      <a:lnTo>
                        <a:pt x="523" y="155"/>
                      </a:lnTo>
                      <a:lnTo>
                        <a:pt x="520" y="159"/>
                      </a:lnTo>
                      <a:lnTo>
                        <a:pt x="517" y="159"/>
                      </a:lnTo>
                      <a:lnTo>
                        <a:pt x="516" y="159"/>
                      </a:lnTo>
                      <a:lnTo>
                        <a:pt x="516" y="156"/>
                      </a:lnTo>
                      <a:lnTo>
                        <a:pt x="513" y="156"/>
                      </a:lnTo>
                      <a:lnTo>
                        <a:pt x="508" y="158"/>
                      </a:lnTo>
                      <a:lnTo>
                        <a:pt x="504" y="158"/>
                      </a:lnTo>
                      <a:lnTo>
                        <a:pt x="498" y="156"/>
                      </a:lnTo>
                      <a:lnTo>
                        <a:pt x="496" y="155"/>
                      </a:lnTo>
                      <a:lnTo>
                        <a:pt x="494" y="156"/>
                      </a:lnTo>
                      <a:lnTo>
                        <a:pt x="493" y="162"/>
                      </a:lnTo>
                      <a:lnTo>
                        <a:pt x="492" y="166"/>
                      </a:lnTo>
                      <a:lnTo>
                        <a:pt x="492" y="170"/>
                      </a:lnTo>
                      <a:lnTo>
                        <a:pt x="490" y="178"/>
                      </a:lnTo>
                      <a:lnTo>
                        <a:pt x="490" y="184"/>
                      </a:lnTo>
                      <a:lnTo>
                        <a:pt x="489" y="186"/>
                      </a:lnTo>
                      <a:lnTo>
                        <a:pt x="490" y="188"/>
                      </a:lnTo>
                      <a:lnTo>
                        <a:pt x="494" y="189"/>
                      </a:lnTo>
                      <a:lnTo>
                        <a:pt x="493" y="192"/>
                      </a:lnTo>
                      <a:lnTo>
                        <a:pt x="492" y="194"/>
                      </a:lnTo>
                      <a:lnTo>
                        <a:pt x="490" y="194"/>
                      </a:lnTo>
                      <a:lnTo>
                        <a:pt x="489" y="194"/>
                      </a:lnTo>
                      <a:lnTo>
                        <a:pt x="486" y="194"/>
                      </a:lnTo>
                      <a:lnTo>
                        <a:pt x="485" y="193"/>
                      </a:lnTo>
                      <a:lnTo>
                        <a:pt x="483" y="194"/>
                      </a:lnTo>
                      <a:lnTo>
                        <a:pt x="479" y="196"/>
                      </a:lnTo>
                      <a:lnTo>
                        <a:pt x="474" y="197"/>
                      </a:lnTo>
                      <a:lnTo>
                        <a:pt x="469" y="199"/>
                      </a:lnTo>
                      <a:lnTo>
                        <a:pt x="467" y="199"/>
                      </a:lnTo>
                      <a:lnTo>
                        <a:pt x="466" y="197"/>
                      </a:lnTo>
                      <a:lnTo>
                        <a:pt x="463" y="199"/>
                      </a:lnTo>
                      <a:lnTo>
                        <a:pt x="460" y="201"/>
                      </a:lnTo>
                      <a:lnTo>
                        <a:pt x="460" y="203"/>
                      </a:lnTo>
                      <a:lnTo>
                        <a:pt x="463" y="204"/>
                      </a:lnTo>
                      <a:lnTo>
                        <a:pt x="467" y="204"/>
                      </a:lnTo>
                      <a:lnTo>
                        <a:pt x="470" y="205"/>
                      </a:lnTo>
                      <a:lnTo>
                        <a:pt x="470" y="207"/>
                      </a:lnTo>
                      <a:lnTo>
                        <a:pt x="469" y="208"/>
                      </a:lnTo>
                      <a:lnTo>
                        <a:pt x="470" y="212"/>
                      </a:lnTo>
                      <a:lnTo>
                        <a:pt x="470" y="215"/>
                      </a:lnTo>
                      <a:lnTo>
                        <a:pt x="471" y="216"/>
                      </a:lnTo>
                      <a:lnTo>
                        <a:pt x="471" y="219"/>
                      </a:lnTo>
                      <a:lnTo>
                        <a:pt x="474" y="223"/>
                      </a:lnTo>
                      <a:lnTo>
                        <a:pt x="474" y="226"/>
                      </a:lnTo>
                      <a:lnTo>
                        <a:pt x="478" y="228"/>
                      </a:lnTo>
                      <a:lnTo>
                        <a:pt x="478" y="234"/>
                      </a:lnTo>
                      <a:lnTo>
                        <a:pt x="477" y="235"/>
                      </a:lnTo>
                      <a:lnTo>
                        <a:pt x="475" y="238"/>
                      </a:lnTo>
                      <a:lnTo>
                        <a:pt x="478" y="241"/>
                      </a:lnTo>
                      <a:lnTo>
                        <a:pt x="477" y="242"/>
                      </a:lnTo>
                      <a:lnTo>
                        <a:pt x="477" y="243"/>
                      </a:lnTo>
                      <a:lnTo>
                        <a:pt x="474" y="245"/>
                      </a:lnTo>
                      <a:lnTo>
                        <a:pt x="474" y="249"/>
                      </a:lnTo>
                      <a:lnTo>
                        <a:pt x="471" y="250"/>
                      </a:lnTo>
                      <a:lnTo>
                        <a:pt x="466" y="249"/>
                      </a:lnTo>
                      <a:lnTo>
                        <a:pt x="459" y="242"/>
                      </a:lnTo>
                      <a:lnTo>
                        <a:pt x="456" y="242"/>
                      </a:lnTo>
                      <a:lnTo>
                        <a:pt x="451" y="239"/>
                      </a:lnTo>
                      <a:lnTo>
                        <a:pt x="441" y="239"/>
                      </a:lnTo>
                      <a:lnTo>
                        <a:pt x="437" y="241"/>
                      </a:lnTo>
                      <a:lnTo>
                        <a:pt x="430" y="239"/>
                      </a:lnTo>
                      <a:lnTo>
                        <a:pt x="424" y="241"/>
                      </a:lnTo>
                      <a:lnTo>
                        <a:pt x="420" y="241"/>
                      </a:lnTo>
                      <a:lnTo>
                        <a:pt x="417" y="241"/>
                      </a:lnTo>
                      <a:lnTo>
                        <a:pt x="414" y="242"/>
                      </a:lnTo>
                      <a:lnTo>
                        <a:pt x="411" y="243"/>
                      </a:lnTo>
                      <a:lnTo>
                        <a:pt x="403" y="242"/>
                      </a:lnTo>
                      <a:lnTo>
                        <a:pt x="398" y="241"/>
                      </a:lnTo>
                      <a:lnTo>
                        <a:pt x="395" y="239"/>
                      </a:lnTo>
                      <a:lnTo>
                        <a:pt x="391" y="239"/>
                      </a:lnTo>
                      <a:lnTo>
                        <a:pt x="388" y="241"/>
                      </a:lnTo>
                      <a:lnTo>
                        <a:pt x="386" y="239"/>
                      </a:lnTo>
                      <a:lnTo>
                        <a:pt x="383" y="239"/>
                      </a:lnTo>
                      <a:lnTo>
                        <a:pt x="382" y="241"/>
                      </a:lnTo>
                      <a:lnTo>
                        <a:pt x="382" y="243"/>
                      </a:lnTo>
                      <a:lnTo>
                        <a:pt x="383" y="246"/>
                      </a:lnTo>
                      <a:lnTo>
                        <a:pt x="383" y="250"/>
                      </a:lnTo>
                      <a:lnTo>
                        <a:pt x="377" y="251"/>
                      </a:lnTo>
                      <a:lnTo>
                        <a:pt x="369" y="251"/>
                      </a:lnTo>
                      <a:lnTo>
                        <a:pt x="358" y="250"/>
                      </a:lnTo>
                      <a:lnTo>
                        <a:pt x="356" y="249"/>
                      </a:lnTo>
                      <a:lnTo>
                        <a:pt x="352" y="247"/>
                      </a:lnTo>
                      <a:lnTo>
                        <a:pt x="349" y="251"/>
                      </a:lnTo>
                      <a:lnTo>
                        <a:pt x="350" y="253"/>
                      </a:lnTo>
                      <a:lnTo>
                        <a:pt x="346" y="254"/>
                      </a:lnTo>
                      <a:lnTo>
                        <a:pt x="346" y="256"/>
                      </a:lnTo>
                      <a:lnTo>
                        <a:pt x="345" y="256"/>
                      </a:lnTo>
                      <a:lnTo>
                        <a:pt x="342" y="260"/>
                      </a:lnTo>
                      <a:lnTo>
                        <a:pt x="341" y="261"/>
                      </a:lnTo>
                      <a:lnTo>
                        <a:pt x="334" y="268"/>
                      </a:lnTo>
                      <a:lnTo>
                        <a:pt x="333" y="271"/>
                      </a:lnTo>
                      <a:lnTo>
                        <a:pt x="331" y="273"/>
                      </a:lnTo>
                      <a:lnTo>
                        <a:pt x="329" y="279"/>
                      </a:lnTo>
                      <a:lnTo>
                        <a:pt x="323" y="284"/>
                      </a:lnTo>
                      <a:lnTo>
                        <a:pt x="320" y="283"/>
                      </a:lnTo>
                      <a:lnTo>
                        <a:pt x="315" y="280"/>
                      </a:lnTo>
                      <a:lnTo>
                        <a:pt x="310" y="279"/>
                      </a:lnTo>
                      <a:lnTo>
                        <a:pt x="305" y="280"/>
                      </a:lnTo>
                      <a:lnTo>
                        <a:pt x="299" y="283"/>
                      </a:lnTo>
                      <a:lnTo>
                        <a:pt x="296" y="283"/>
                      </a:lnTo>
                      <a:lnTo>
                        <a:pt x="291" y="266"/>
                      </a:lnTo>
                      <a:lnTo>
                        <a:pt x="280" y="265"/>
                      </a:lnTo>
                      <a:lnTo>
                        <a:pt x="280" y="245"/>
                      </a:lnTo>
                      <a:lnTo>
                        <a:pt x="274" y="246"/>
                      </a:lnTo>
                      <a:lnTo>
                        <a:pt x="272" y="238"/>
                      </a:lnTo>
                      <a:lnTo>
                        <a:pt x="263" y="232"/>
                      </a:lnTo>
                      <a:lnTo>
                        <a:pt x="240" y="232"/>
                      </a:lnTo>
                      <a:lnTo>
                        <a:pt x="220" y="235"/>
                      </a:lnTo>
                      <a:lnTo>
                        <a:pt x="208" y="227"/>
                      </a:lnTo>
                      <a:lnTo>
                        <a:pt x="198" y="224"/>
                      </a:lnTo>
                      <a:lnTo>
                        <a:pt x="176" y="208"/>
                      </a:lnTo>
                      <a:lnTo>
                        <a:pt x="138" y="215"/>
                      </a:lnTo>
                      <a:lnTo>
                        <a:pt x="151" y="283"/>
                      </a:lnTo>
                      <a:lnTo>
                        <a:pt x="148" y="283"/>
                      </a:lnTo>
                      <a:lnTo>
                        <a:pt x="142" y="284"/>
                      </a:lnTo>
                      <a:lnTo>
                        <a:pt x="133" y="275"/>
                      </a:lnTo>
                      <a:lnTo>
                        <a:pt x="123" y="268"/>
                      </a:lnTo>
                      <a:lnTo>
                        <a:pt x="114" y="266"/>
                      </a:lnTo>
                      <a:lnTo>
                        <a:pt x="107" y="269"/>
                      </a:lnTo>
                      <a:lnTo>
                        <a:pt x="98" y="277"/>
                      </a:lnTo>
                      <a:lnTo>
                        <a:pt x="98" y="273"/>
                      </a:lnTo>
                      <a:lnTo>
                        <a:pt x="98" y="271"/>
                      </a:lnTo>
                      <a:lnTo>
                        <a:pt x="99" y="266"/>
                      </a:lnTo>
                      <a:lnTo>
                        <a:pt x="99" y="262"/>
                      </a:lnTo>
                      <a:lnTo>
                        <a:pt x="99" y="261"/>
                      </a:lnTo>
                      <a:lnTo>
                        <a:pt x="99" y="260"/>
                      </a:lnTo>
                      <a:lnTo>
                        <a:pt x="99" y="260"/>
                      </a:lnTo>
                      <a:lnTo>
                        <a:pt x="95" y="260"/>
                      </a:lnTo>
                      <a:lnTo>
                        <a:pt x="94" y="258"/>
                      </a:lnTo>
                      <a:lnTo>
                        <a:pt x="91" y="258"/>
                      </a:lnTo>
                      <a:lnTo>
                        <a:pt x="88" y="258"/>
                      </a:lnTo>
                      <a:lnTo>
                        <a:pt x="87" y="258"/>
                      </a:lnTo>
                      <a:lnTo>
                        <a:pt x="85" y="256"/>
                      </a:lnTo>
                      <a:lnTo>
                        <a:pt x="85" y="254"/>
                      </a:lnTo>
                      <a:lnTo>
                        <a:pt x="84" y="253"/>
                      </a:lnTo>
                      <a:lnTo>
                        <a:pt x="83" y="251"/>
                      </a:lnTo>
                      <a:lnTo>
                        <a:pt x="81" y="251"/>
                      </a:lnTo>
                      <a:lnTo>
                        <a:pt x="79" y="253"/>
                      </a:lnTo>
                      <a:lnTo>
                        <a:pt x="77" y="253"/>
                      </a:lnTo>
                      <a:lnTo>
                        <a:pt x="77" y="249"/>
                      </a:lnTo>
                      <a:lnTo>
                        <a:pt x="77" y="246"/>
                      </a:lnTo>
                      <a:lnTo>
                        <a:pt x="73" y="242"/>
                      </a:lnTo>
                      <a:lnTo>
                        <a:pt x="73" y="241"/>
                      </a:lnTo>
                      <a:lnTo>
                        <a:pt x="72" y="239"/>
                      </a:lnTo>
                      <a:lnTo>
                        <a:pt x="70" y="237"/>
                      </a:lnTo>
                      <a:lnTo>
                        <a:pt x="69" y="235"/>
                      </a:lnTo>
                      <a:lnTo>
                        <a:pt x="68" y="234"/>
                      </a:lnTo>
                      <a:lnTo>
                        <a:pt x="65" y="232"/>
                      </a:lnTo>
                      <a:lnTo>
                        <a:pt x="64" y="232"/>
                      </a:lnTo>
                      <a:lnTo>
                        <a:pt x="61" y="230"/>
                      </a:lnTo>
                      <a:lnTo>
                        <a:pt x="62" y="228"/>
                      </a:lnTo>
                      <a:lnTo>
                        <a:pt x="62" y="227"/>
                      </a:lnTo>
                      <a:lnTo>
                        <a:pt x="65" y="228"/>
                      </a:lnTo>
                      <a:lnTo>
                        <a:pt x="69" y="227"/>
                      </a:lnTo>
                      <a:lnTo>
                        <a:pt x="69" y="228"/>
                      </a:lnTo>
                      <a:lnTo>
                        <a:pt x="72" y="228"/>
                      </a:lnTo>
                      <a:lnTo>
                        <a:pt x="73" y="228"/>
                      </a:lnTo>
                      <a:lnTo>
                        <a:pt x="75" y="227"/>
                      </a:lnTo>
                      <a:lnTo>
                        <a:pt x="76" y="227"/>
                      </a:lnTo>
                      <a:lnTo>
                        <a:pt x="77" y="228"/>
                      </a:lnTo>
                      <a:lnTo>
                        <a:pt x="79" y="227"/>
                      </a:lnTo>
                      <a:lnTo>
                        <a:pt x="77" y="226"/>
                      </a:lnTo>
                      <a:lnTo>
                        <a:pt x="75" y="226"/>
                      </a:lnTo>
                      <a:lnTo>
                        <a:pt x="75" y="226"/>
                      </a:lnTo>
                      <a:lnTo>
                        <a:pt x="75" y="223"/>
                      </a:lnTo>
                      <a:lnTo>
                        <a:pt x="72" y="220"/>
                      </a:lnTo>
                      <a:lnTo>
                        <a:pt x="72" y="219"/>
                      </a:lnTo>
                      <a:lnTo>
                        <a:pt x="73" y="218"/>
                      </a:lnTo>
                      <a:lnTo>
                        <a:pt x="73" y="215"/>
                      </a:lnTo>
                      <a:lnTo>
                        <a:pt x="72" y="215"/>
                      </a:lnTo>
                      <a:lnTo>
                        <a:pt x="73" y="212"/>
                      </a:lnTo>
                      <a:lnTo>
                        <a:pt x="77" y="212"/>
                      </a:lnTo>
                      <a:lnTo>
                        <a:pt x="80" y="211"/>
                      </a:lnTo>
                      <a:lnTo>
                        <a:pt x="81" y="212"/>
                      </a:lnTo>
                      <a:lnTo>
                        <a:pt x="84" y="211"/>
                      </a:lnTo>
                      <a:lnTo>
                        <a:pt x="87" y="211"/>
                      </a:lnTo>
                      <a:lnTo>
                        <a:pt x="88" y="212"/>
                      </a:lnTo>
                      <a:lnTo>
                        <a:pt x="89" y="211"/>
                      </a:lnTo>
                      <a:lnTo>
                        <a:pt x="91" y="211"/>
                      </a:lnTo>
                      <a:lnTo>
                        <a:pt x="94" y="213"/>
                      </a:lnTo>
                      <a:lnTo>
                        <a:pt x="96" y="213"/>
                      </a:lnTo>
                      <a:lnTo>
                        <a:pt x="99" y="212"/>
                      </a:lnTo>
                      <a:lnTo>
                        <a:pt x="99" y="211"/>
                      </a:lnTo>
                      <a:lnTo>
                        <a:pt x="98" y="209"/>
                      </a:lnTo>
                      <a:lnTo>
                        <a:pt x="95" y="209"/>
                      </a:lnTo>
                      <a:lnTo>
                        <a:pt x="92" y="205"/>
                      </a:lnTo>
                      <a:lnTo>
                        <a:pt x="94" y="203"/>
                      </a:lnTo>
                      <a:lnTo>
                        <a:pt x="95" y="201"/>
                      </a:lnTo>
                      <a:lnTo>
                        <a:pt x="96" y="200"/>
                      </a:lnTo>
                      <a:lnTo>
                        <a:pt x="95" y="200"/>
                      </a:lnTo>
                      <a:lnTo>
                        <a:pt x="94" y="199"/>
                      </a:lnTo>
                      <a:lnTo>
                        <a:pt x="94" y="197"/>
                      </a:lnTo>
                      <a:lnTo>
                        <a:pt x="95" y="194"/>
                      </a:lnTo>
                      <a:lnTo>
                        <a:pt x="95" y="192"/>
                      </a:lnTo>
                      <a:lnTo>
                        <a:pt x="94" y="189"/>
                      </a:lnTo>
                      <a:lnTo>
                        <a:pt x="92" y="188"/>
                      </a:lnTo>
                      <a:lnTo>
                        <a:pt x="94" y="186"/>
                      </a:lnTo>
                      <a:lnTo>
                        <a:pt x="94" y="185"/>
                      </a:lnTo>
                      <a:lnTo>
                        <a:pt x="92" y="185"/>
                      </a:lnTo>
                      <a:lnTo>
                        <a:pt x="91" y="184"/>
                      </a:lnTo>
                      <a:lnTo>
                        <a:pt x="91" y="182"/>
                      </a:lnTo>
                      <a:lnTo>
                        <a:pt x="85" y="181"/>
                      </a:lnTo>
                      <a:lnTo>
                        <a:pt x="84" y="181"/>
                      </a:lnTo>
                      <a:lnTo>
                        <a:pt x="81" y="182"/>
                      </a:lnTo>
                      <a:lnTo>
                        <a:pt x="81" y="182"/>
                      </a:lnTo>
                      <a:lnTo>
                        <a:pt x="80" y="184"/>
                      </a:lnTo>
                      <a:lnTo>
                        <a:pt x="80" y="185"/>
                      </a:lnTo>
                      <a:lnTo>
                        <a:pt x="79" y="186"/>
                      </a:lnTo>
                      <a:lnTo>
                        <a:pt x="76" y="185"/>
                      </a:lnTo>
                      <a:lnTo>
                        <a:pt x="76" y="184"/>
                      </a:lnTo>
                      <a:lnTo>
                        <a:pt x="75" y="184"/>
                      </a:lnTo>
                      <a:lnTo>
                        <a:pt x="73" y="185"/>
                      </a:lnTo>
                      <a:lnTo>
                        <a:pt x="72" y="184"/>
                      </a:lnTo>
                      <a:lnTo>
                        <a:pt x="72" y="181"/>
                      </a:lnTo>
                      <a:lnTo>
                        <a:pt x="72" y="181"/>
                      </a:lnTo>
                      <a:lnTo>
                        <a:pt x="70" y="181"/>
                      </a:lnTo>
                      <a:lnTo>
                        <a:pt x="69" y="181"/>
                      </a:lnTo>
                      <a:lnTo>
                        <a:pt x="68" y="181"/>
                      </a:lnTo>
                      <a:lnTo>
                        <a:pt x="64" y="181"/>
                      </a:lnTo>
                      <a:lnTo>
                        <a:pt x="62" y="182"/>
                      </a:lnTo>
                      <a:lnTo>
                        <a:pt x="61" y="185"/>
                      </a:lnTo>
                      <a:lnTo>
                        <a:pt x="61" y="185"/>
                      </a:lnTo>
                      <a:lnTo>
                        <a:pt x="60" y="184"/>
                      </a:lnTo>
                      <a:lnTo>
                        <a:pt x="58" y="184"/>
                      </a:lnTo>
                      <a:lnTo>
                        <a:pt x="57" y="186"/>
                      </a:lnTo>
                      <a:lnTo>
                        <a:pt x="56" y="186"/>
                      </a:lnTo>
                      <a:lnTo>
                        <a:pt x="54" y="188"/>
                      </a:lnTo>
                      <a:lnTo>
                        <a:pt x="51" y="190"/>
                      </a:lnTo>
                      <a:lnTo>
                        <a:pt x="50" y="189"/>
                      </a:lnTo>
                      <a:lnTo>
                        <a:pt x="50" y="192"/>
                      </a:lnTo>
                      <a:lnTo>
                        <a:pt x="49" y="192"/>
                      </a:lnTo>
                      <a:lnTo>
                        <a:pt x="47" y="192"/>
                      </a:lnTo>
                      <a:lnTo>
                        <a:pt x="46" y="192"/>
                      </a:lnTo>
                      <a:lnTo>
                        <a:pt x="45" y="193"/>
                      </a:lnTo>
                      <a:lnTo>
                        <a:pt x="43" y="193"/>
                      </a:lnTo>
                      <a:lnTo>
                        <a:pt x="43" y="192"/>
                      </a:lnTo>
                      <a:lnTo>
                        <a:pt x="42" y="19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836"/>
                <p:cNvSpPr>
                  <a:spLocks/>
                </p:cNvSpPr>
                <p:nvPr/>
              </p:nvSpPr>
              <p:spPr bwMode="auto">
                <a:xfrm>
                  <a:off x="5981684" y="3252063"/>
                  <a:ext cx="431567" cy="268322"/>
                </a:xfrm>
                <a:custGeom>
                  <a:avLst/>
                  <a:gdLst/>
                  <a:ahLst/>
                  <a:cxnLst>
                    <a:cxn ang="0">
                      <a:pos x="182" y="133"/>
                    </a:cxn>
                    <a:cxn ang="0">
                      <a:pos x="187" y="125"/>
                    </a:cxn>
                    <a:cxn ang="0">
                      <a:pos x="184" y="120"/>
                    </a:cxn>
                    <a:cxn ang="0">
                      <a:pos x="184" y="113"/>
                    </a:cxn>
                    <a:cxn ang="0">
                      <a:pos x="178" y="110"/>
                    </a:cxn>
                    <a:cxn ang="0">
                      <a:pos x="173" y="106"/>
                    </a:cxn>
                    <a:cxn ang="0">
                      <a:pos x="176" y="99"/>
                    </a:cxn>
                    <a:cxn ang="0">
                      <a:pos x="185" y="99"/>
                    </a:cxn>
                    <a:cxn ang="0">
                      <a:pos x="191" y="94"/>
                    </a:cxn>
                    <a:cxn ang="0">
                      <a:pos x="188" y="91"/>
                    </a:cxn>
                    <a:cxn ang="0">
                      <a:pos x="199" y="87"/>
                    </a:cxn>
                    <a:cxn ang="0">
                      <a:pos x="195" y="83"/>
                    </a:cxn>
                    <a:cxn ang="0">
                      <a:pos x="199" y="77"/>
                    </a:cxn>
                    <a:cxn ang="0">
                      <a:pos x="206" y="75"/>
                    </a:cxn>
                    <a:cxn ang="0">
                      <a:pos x="212" y="73"/>
                    </a:cxn>
                    <a:cxn ang="0">
                      <a:pos x="220" y="75"/>
                    </a:cxn>
                    <a:cxn ang="0">
                      <a:pos x="230" y="71"/>
                    </a:cxn>
                    <a:cxn ang="0">
                      <a:pos x="222" y="63"/>
                    </a:cxn>
                    <a:cxn ang="0">
                      <a:pos x="220" y="65"/>
                    </a:cxn>
                    <a:cxn ang="0">
                      <a:pos x="215" y="68"/>
                    </a:cxn>
                    <a:cxn ang="0">
                      <a:pos x="206" y="64"/>
                    </a:cxn>
                    <a:cxn ang="0">
                      <a:pos x="206" y="58"/>
                    </a:cxn>
                    <a:cxn ang="0">
                      <a:pos x="210" y="48"/>
                    </a:cxn>
                    <a:cxn ang="0">
                      <a:pos x="204" y="52"/>
                    </a:cxn>
                    <a:cxn ang="0">
                      <a:pos x="196" y="60"/>
                    </a:cxn>
                    <a:cxn ang="0">
                      <a:pos x="193" y="65"/>
                    </a:cxn>
                    <a:cxn ang="0">
                      <a:pos x="185" y="76"/>
                    </a:cxn>
                    <a:cxn ang="0">
                      <a:pos x="177" y="72"/>
                    </a:cxn>
                    <a:cxn ang="0">
                      <a:pos x="167" y="72"/>
                    </a:cxn>
                    <a:cxn ang="0">
                      <a:pos x="158" y="75"/>
                    </a:cxn>
                    <a:cxn ang="0">
                      <a:pos x="142" y="57"/>
                    </a:cxn>
                    <a:cxn ang="0">
                      <a:pos x="136" y="38"/>
                    </a:cxn>
                    <a:cxn ang="0">
                      <a:pos x="125" y="24"/>
                    </a:cxn>
                    <a:cxn ang="0">
                      <a:pos x="82" y="27"/>
                    </a:cxn>
                    <a:cxn ang="0">
                      <a:pos x="60" y="16"/>
                    </a:cxn>
                    <a:cxn ang="0">
                      <a:pos x="0" y="7"/>
                    </a:cxn>
                    <a:cxn ang="0">
                      <a:pos x="18" y="75"/>
                    </a:cxn>
                    <a:cxn ang="0">
                      <a:pos x="26" y="72"/>
                    </a:cxn>
                    <a:cxn ang="0">
                      <a:pos x="22" y="65"/>
                    </a:cxn>
                    <a:cxn ang="0">
                      <a:pos x="30" y="58"/>
                    </a:cxn>
                    <a:cxn ang="0">
                      <a:pos x="36" y="53"/>
                    </a:cxn>
                    <a:cxn ang="0">
                      <a:pos x="41" y="53"/>
                    </a:cxn>
                    <a:cxn ang="0">
                      <a:pos x="45" y="50"/>
                    </a:cxn>
                    <a:cxn ang="0">
                      <a:pos x="63" y="60"/>
                    </a:cxn>
                    <a:cxn ang="0">
                      <a:pos x="74" y="69"/>
                    </a:cxn>
                    <a:cxn ang="0">
                      <a:pos x="85" y="72"/>
                    </a:cxn>
                    <a:cxn ang="0">
                      <a:pos x="94" y="77"/>
                    </a:cxn>
                    <a:cxn ang="0">
                      <a:pos x="100" y="87"/>
                    </a:cxn>
                    <a:cxn ang="0">
                      <a:pos x="104" y="96"/>
                    </a:cxn>
                    <a:cxn ang="0">
                      <a:pos x="117" y="106"/>
                    </a:cxn>
                    <a:cxn ang="0">
                      <a:pos x="138" y="117"/>
                    </a:cxn>
                    <a:cxn ang="0">
                      <a:pos x="155" y="125"/>
                    </a:cxn>
                    <a:cxn ang="0">
                      <a:pos x="159" y="126"/>
                    </a:cxn>
                    <a:cxn ang="0">
                      <a:pos x="165" y="133"/>
                    </a:cxn>
                    <a:cxn ang="0">
                      <a:pos x="169" y="139"/>
                    </a:cxn>
                    <a:cxn ang="0">
                      <a:pos x="174" y="143"/>
                    </a:cxn>
                    <a:cxn ang="0">
                      <a:pos x="178" y="141"/>
                    </a:cxn>
                    <a:cxn ang="0">
                      <a:pos x="182" y="143"/>
                    </a:cxn>
                  </a:cxnLst>
                  <a:rect l="0" t="0" r="r" b="b"/>
                  <a:pathLst>
                    <a:path w="230" h="143">
                      <a:moveTo>
                        <a:pt x="182" y="143"/>
                      </a:moveTo>
                      <a:lnTo>
                        <a:pt x="182" y="133"/>
                      </a:lnTo>
                      <a:lnTo>
                        <a:pt x="187" y="126"/>
                      </a:lnTo>
                      <a:lnTo>
                        <a:pt x="187" y="125"/>
                      </a:lnTo>
                      <a:lnTo>
                        <a:pt x="187" y="121"/>
                      </a:lnTo>
                      <a:lnTo>
                        <a:pt x="184" y="120"/>
                      </a:lnTo>
                      <a:lnTo>
                        <a:pt x="182" y="115"/>
                      </a:lnTo>
                      <a:lnTo>
                        <a:pt x="184" y="113"/>
                      </a:lnTo>
                      <a:lnTo>
                        <a:pt x="182" y="110"/>
                      </a:lnTo>
                      <a:lnTo>
                        <a:pt x="178" y="110"/>
                      </a:lnTo>
                      <a:lnTo>
                        <a:pt x="177" y="111"/>
                      </a:lnTo>
                      <a:lnTo>
                        <a:pt x="173" y="106"/>
                      </a:lnTo>
                      <a:lnTo>
                        <a:pt x="173" y="102"/>
                      </a:lnTo>
                      <a:lnTo>
                        <a:pt x="176" y="99"/>
                      </a:lnTo>
                      <a:lnTo>
                        <a:pt x="182" y="101"/>
                      </a:lnTo>
                      <a:lnTo>
                        <a:pt x="185" y="99"/>
                      </a:lnTo>
                      <a:lnTo>
                        <a:pt x="185" y="96"/>
                      </a:lnTo>
                      <a:lnTo>
                        <a:pt x="191" y="94"/>
                      </a:lnTo>
                      <a:lnTo>
                        <a:pt x="189" y="92"/>
                      </a:lnTo>
                      <a:lnTo>
                        <a:pt x="188" y="91"/>
                      </a:lnTo>
                      <a:lnTo>
                        <a:pt x="195" y="90"/>
                      </a:lnTo>
                      <a:lnTo>
                        <a:pt x="199" y="87"/>
                      </a:lnTo>
                      <a:lnTo>
                        <a:pt x="199" y="84"/>
                      </a:lnTo>
                      <a:lnTo>
                        <a:pt x="195" y="83"/>
                      </a:lnTo>
                      <a:lnTo>
                        <a:pt x="195" y="79"/>
                      </a:lnTo>
                      <a:lnTo>
                        <a:pt x="199" y="77"/>
                      </a:lnTo>
                      <a:lnTo>
                        <a:pt x="203" y="75"/>
                      </a:lnTo>
                      <a:lnTo>
                        <a:pt x="206" y="75"/>
                      </a:lnTo>
                      <a:lnTo>
                        <a:pt x="210" y="71"/>
                      </a:lnTo>
                      <a:lnTo>
                        <a:pt x="212" y="73"/>
                      </a:lnTo>
                      <a:lnTo>
                        <a:pt x="214" y="76"/>
                      </a:lnTo>
                      <a:lnTo>
                        <a:pt x="220" y="75"/>
                      </a:lnTo>
                      <a:lnTo>
                        <a:pt x="226" y="75"/>
                      </a:lnTo>
                      <a:lnTo>
                        <a:pt x="230" y="71"/>
                      </a:lnTo>
                      <a:lnTo>
                        <a:pt x="229" y="68"/>
                      </a:lnTo>
                      <a:lnTo>
                        <a:pt x="222" y="63"/>
                      </a:lnTo>
                      <a:lnTo>
                        <a:pt x="220" y="61"/>
                      </a:lnTo>
                      <a:lnTo>
                        <a:pt x="220" y="65"/>
                      </a:lnTo>
                      <a:lnTo>
                        <a:pt x="218" y="68"/>
                      </a:lnTo>
                      <a:lnTo>
                        <a:pt x="215" y="68"/>
                      </a:lnTo>
                      <a:lnTo>
                        <a:pt x="212" y="65"/>
                      </a:lnTo>
                      <a:lnTo>
                        <a:pt x="206" y="64"/>
                      </a:lnTo>
                      <a:lnTo>
                        <a:pt x="203" y="61"/>
                      </a:lnTo>
                      <a:lnTo>
                        <a:pt x="206" y="58"/>
                      </a:lnTo>
                      <a:lnTo>
                        <a:pt x="210" y="52"/>
                      </a:lnTo>
                      <a:lnTo>
                        <a:pt x="210" y="48"/>
                      </a:lnTo>
                      <a:lnTo>
                        <a:pt x="207" y="48"/>
                      </a:lnTo>
                      <a:lnTo>
                        <a:pt x="204" y="52"/>
                      </a:lnTo>
                      <a:lnTo>
                        <a:pt x="203" y="53"/>
                      </a:lnTo>
                      <a:lnTo>
                        <a:pt x="196" y="60"/>
                      </a:lnTo>
                      <a:lnTo>
                        <a:pt x="195" y="63"/>
                      </a:lnTo>
                      <a:lnTo>
                        <a:pt x="193" y="65"/>
                      </a:lnTo>
                      <a:lnTo>
                        <a:pt x="191" y="71"/>
                      </a:lnTo>
                      <a:lnTo>
                        <a:pt x="185" y="76"/>
                      </a:lnTo>
                      <a:lnTo>
                        <a:pt x="182" y="75"/>
                      </a:lnTo>
                      <a:lnTo>
                        <a:pt x="177" y="72"/>
                      </a:lnTo>
                      <a:lnTo>
                        <a:pt x="172" y="71"/>
                      </a:lnTo>
                      <a:lnTo>
                        <a:pt x="167" y="72"/>
                      </a:lnTo>
                      <a:lnTo>
                        <a:pt x="161" y="75"/>
                      </a:lnTo>
                      <a:lnTo>
                        <a:pt x="158" y="75"/>
                      </a:lnTo>
                      <a:lnTo>
                        <a:pt x="153" y="58"/>
                      </a:lnTo>
                      <a:lnTo>
                        <a:pt x="142" y="57"/>
                      </a:lnTo>
                      <a:lnTo>
                        <a:pt x="142" y="37"/>
                      </a:lnTo>
                      <a:lnTo>
                        <a:pt x="136" y="38"/>
                      </a:lnTo>
                      <a:lnTo>
                        <a:pt x="134" y="30"/>
                      </a:lnTo>
                      <a:lnTo>
                        <a:pt x="125" y="24"/>
                      </a:lnTo>
                      <a:lnTo>
                        <a:pt x="102" y="24"/>
                      </a:lnTo>
                      <a:lnTo>
                        <a:pt x="82" y="27"/>
                      </a:lnTo>
                      <a:lnTo>
                        <a:pt x="70" y="19"/>
                      </a:lnTo>
                      <a:lnTo>
                        <a:pt x="60" y="16"/>
                      </a:lnTo>
                      <a:lnTo>
                        <a:pt x="38" y="0"/>
                      </a:lnTo>
                      <a:lnTo>
                        <a:pt x="0" y="7"/>
                      </a:lnTo>
                      <a:lnTo>
                        <a:pt x="13" y="75"/>
                      </a:lnTo>
                      <a:lnTo>
                        <a:pt x="18" y="75"/>
                      </a:lnTo>
                      <a:lnTo>
                        <a:pt x="25" y="76"/>
                      </a:lnTo>
                      <a:lnTo>
                        <a:pt x="26" y="72"/>
                      </a:lnTo>
                      <a:lnTo>
                        <a:pt x="23" y="69"/>
                      </a:lnTo>
                      <a:lnTo>
                        <a:pt x="22" y="65"/>
                      </a:lnTo>
                      <a:lnTo>
                        <a:pt x="26" y="58"/>
                      </a:lnTo>
                      <a:lnTo>
                        <a:pt x="30" y="58"/>
                      </a:lnTo>
                      <a:lnTo>
                        <a:pt x="32" y="54"/>
                      </a:lnTo>
                      <a:lnTo>
                        <a:pt x="36" y="53"/>
                      </a:lnTo>
                      <a:lnTo>
                        <a:pt x="38" y="54"/>
                      </a:lnTo>
                      <a:lnTo>
                        <a:pt x="41" y="53"/>
                      </a:lnTo>
                      <a:lnTo>
                        <a:pt x="38" y="50"/>
                      </a:lnTo>
                      <a:lnTo>
                        <a:pt x="45" y="50"/>
                      </a:lnTo>
                      <a:lnTo>
                        <a:pt x="55" y="56"/>
                      </a:lnTo>
                      <a:lnTo>
                        <a:pt x="63" y="60"/>
                      </a:lnTo>
                      <a:lnTo>
                        <a:pt x="64" y="64"/>
                      </a:lnTo>
                      <a:lnTo>
                        <a:pt x="74" y="69"/>
                      </a:lnTo>
                      <a:lnTo>
                        <a:pt x="83" y="73"/>
                      </a:lnTo>
                      <a:lnTo>
                        <a:pt x="85" y="72"/>
                      </a:lnTo>
                      <a:lnTo>
                        <a:pt x="87" y="73"/>
                      </a:lnTo>
                      <a:lnTo>
                        <a:pt x="94" y="77"/>
                      </a:lnTo>
                      <a:lnTo>
                        <a:pt x="97" y="86"/>
                      </a:lnTo>
                      <a:lnTo>
                        <a:pt x="100" y="87"/>
                      </a:lnTo>
                      <a:lnTo>
                        <a:pt x="100" y="91"/>
                      </a:lnTo>
                      <a:lnTo>
                        <a:pt x="104" y="96"/>
                      </a:lnTo>
                      <a:lnTo>
                        <a:pt x="108" y="99"/>
                      </a:lnTo>
                      <a:lnTo>
                        <a:pt x="117" y="106"/>
                      </a:lnTo>
                      <a:lnTo>
                        <a:pt x="127" y="113"/>
                      </a:lnTo>
                      <a:lnTo>
                        <a:pt x="138" y="117"/>
                      </a:lnTo>
                      <a:lnTo>
                        <a:pt x="147" y="124"/>
                      </a:lnTo>
                      <a:lnTo>
                        <a:pt x="155" y="125"/>
                      </a:lnTo>
                      <a:lnTo>
                        <a:pt x="157" y="126"/>
                      </a:lnTo>
                      <a:lnTo>
                        <a:pt x="159" y="126"/>
                      </a:lnTo>
                      <a:lnTo>
                        <a:pt x="165" y="130"/>
                      </a:lnTo>
                      <a:lnTo>
                        <a:pt x="165" y="133"/>
                      </a:lnTo>
                      <a:lnTo>
                        <a:pt x="165" y="140"/>
                      </a:lnTo>
                      <a:lnTo>
                        <a:pt x="169" y="139"/>
                      </a:lnTo>
                      <a:lnTo>
                        <a:pt x="172" y="140"/>
                      </a:lnTo>
                      <a:lnTo>
                        <a:pt x="174" y="143"/>
                      </a:lnTo>
                      <a:lnTo>
                        <a:pt x="176" y="143"/>
                      </a:lnTo>
                      <a:lnTo>
                        <a:pt x="178" y="141"/>
                      </a:lnTo>
                      <a:lnTo>
                        <a:pt x="181" y="141"/>
                      </a:lnTo>
                      <a:lnTo>
                        <a:pt x="182" y="14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838"/>
                <p:cNvSpPr>
                  <a:spLocks/>
                </p:cNvSpPr>
                <p:nvPr/>
              </p:nvSpPr>
              <p:spPr bwMode="auto">
                <a:xfrm>
                  <a:off x="5906629" y="3345882"/>
                  <a:ext cx="384658" cy="242053"/>
                </a:xfrm>
                <a:custGeom>
                  <a:avLst/>
                  <a:gdLst/>
                  <a:ahLst/>
                  <a:cxnLst>
                    <a:cxn ang="0">
                      <a:pos x="205" y="80"/>
                    </a:cxn>
                    <a:cxn ang="0">
                      <a:pos x="195" y="75"/>
                    </a:cxn>
                    <a:cxn ang="0">
                      <a:pos x="167" y="63"/>
                    </a:cxn>
                    <a:cxn ang="0">
                      <a:pos x="144" y="46"/>
                    </a:cxn>
                    <a:cxn ang="0">
                      <a:pos x="137" y="36"/>
                    </a:cxn>
                    <a:cxn ang="0">
                      <a:pos x="125" y="22"/>
                    </a:cxn>
                    <a:cxn ang="0">
                      <a:pos x="104" y="14"/>
                    </a:cxn>
                    <a:cxn ang="0">
                      <a:pos x="85" y="0"/>
                    </a:cxn>
                    <a:cxn ang="0">
                      <a:pos x="78" y="4"/>
                    </a:cxn>
                    <a:cxn ang="0">
                      <a:pos x="70" y="8"/>
                    </a:cxn>
                    <a:cxn ang="0">
                      <a:pos x="63" y="19"/>
                    </a:cxn>
                    <a:cxn ang="0">
                      <a:pos x="58" y="25"/>
                    </a:cxn>
                    <a:cxn ang="0">
                      <a:pos x="35" y="17"/>
                    </a:cxn>
                    <a:cxn ang="0">
                      <a:pos x="9" y="11"/>
                    </a:cxn>
                    <a:cxn ang="0">
                      <a:pos x="2" y="22"/>
                    </a:cxn>
                    <a:cxn ang="0">
                      <a:pos x="6" y="29"/>
                    </a:cxn>
                    <a:cxn ang="0">
                      <a:pos x="8" y="41"/>
                    </a:cxn>
                    <a:cxn ang="0">
                      <a:pos x="10" y="52"/>
                    </a:cxn>
                    <a:cxn ang="0">
                      <a:pos x="13" y="53"/>
                    </a:cxn>
                    <a:cxn ang="0">
                      <a:pos x="20" y="52"/>
                    </a:cxn>
                    <a:cxn ang="0">
                      <a:pos x="21" y="59"/>
                    </a:cxn>
                    <a:cxn ang="0">
                      <a:pos x="24" y="61"/>
                    </a:cxn>
                    <a:cxn ang="0">
                      <a:pos x="19" y="60"/>
                    </a:cxn>
                    <a:cxn ang="0">
                      <a:pos x="19" y="67"/>
                    </a:cxn>
                    <a:cxn ang="0">
                      <a:pos x="20" y="64"/>
                    </a:cxn>
                    <a:cxn ang="0">
                      <a:pos x="28" y="70"/>
                    </a:cxn>
                    <a:cxn ang="0">
                      <a:pos x="30" y="79"/>
                    </a:cxn>
                    <a:cxn ang="0">
                      <a:pos x="34" y="98"/>
                    </a:cxn>
                    <a:cxn ang="0">
                      <a:pos x="44" y="91"/>
                    </a:cxn>
                    <a:cxn ang="0">
                      <a:pos x="54" y="85"/>
                    </a:cxn>
                    <a:cxn ang="0">
                      <a:pos x="66" y="80"/>
                    </a:cxn>
                    <a:cxn ang="0">
                      <a:pos x="76" y="82"/>
                    </a:cxn>
                    <a:cxn ang="0">
                      <a:pos x="93" y="91"/>
                    </a:cxn>
                    <a:cxn ang="0">
                      <a:pos x="104" y="93"/>
                    </a:cxn>
                    <a:cxn ang="0">
                      <a:pos x="108" y="98"/>
                    </a:cxn>
                    <a:cxn ang="0">
                      <a:pos x="123" y="106"/>
                    </a:cxn>
                    <a:cxn ang="0">
                      <a:pos x="135" y="113"/>
                    </a:cxn>
                    <a:cxn ang="0">
                      <a:pos x="135" y="121"/>
                    </a:cxn>
                    <a:cxn ang="0">
                      <a:pos x="141" y="123"/>
                    </a:cxn>
                    <a:cxn ang="0">
                      <a:pos x="148" y="123"/>
                    </a:cxn>
                    <a:cxn ang="0">
                      <a:pos x="153" y="128"/>
                    </a:cxn>
                    <a:cxn ang="0">
                      <a:pos x="160" y="127"/>
                    </a:cxn>
                    <a:cxn ang="0">
                      <a:pos x="164" y="121"/>
                    </a:cxn>
                    <a:cxn ang="0">
                      <a:pos x="174" y="116"/>
                    </a:cxn>
                    <a:cxn ang="0">
                      <a:pos x="179" y="112"/>
                    </a:cxn>
                    <a:cxn ang="0">
                      <a:pos x="183" y="101"/>
                    </a:cxn>
                    <a:cxn ang="0">
                      <a:pos x="182" y="95"/>
                    </a:cxn>
                    <a:cxn ang="0">
                      <a:pos x="188" y="93"/>
                    </a:cxn>
                    <a:cxn ang="0">
                      <a:pos x="198" y="89"/>
                    </a:cxn>
                    <a:cxn ang="0">
                      <a:pos x="205" y="90"/>
                    </a:cxn>
                  </a:cxnLst>
                  <a:rect l="0" t="0" r="r" b="b"/>
                  <a:pathLst>
                    <a:path w="205" h="129">
                      <a:moveTo>
                        <a:pt x="205" y="90"/>
                      </a:moveTo>
                      <a:lnTo>
                        <a:pt x="205" y="83"/>
                      </a:lnTo>
                      <a:lnTo>
                        <a:pt x="205" y="80"/>
                      </a:lnTo>
                      <a:lnTo>
                        <a:pt x="199" y="76"/>
                      </a:lnTo>
                      <a:lnTo>
                        <a:pt x="197" y="76"/>
                      </a:lnTo>
                      <a:lnTo>
                        <a:pt x="195" y="75"/>
                      </a:lnTo>
                      <a:lnTo>
                        <a:pt x="187" y="74"/>
                      </a:lnTo>
                      <a:lnTo>
                        <a:pt x="178" y="67"/>
                      </a:lnTo>
                      <a:lnTo>
                        <a:pt x="167" y="63"/>
                      </a:lnTo>
                      <a:lnTo>
                        <a:pt x="157" y="56"/>
                      </a:lnTo>
                      <a:lnTo>
                        <a:pt x="148" y="49"/>
                      </a:lnTo>
                      <a:lnTo>
                        <a:pt x="144" y="46"/>
                      </a:lnTo>
                      <a:lnTo>
                        <a:pt x="140" y="41"/>
                      </a:lnTo>
                      <a:lnTo>
                        <a:pt x="140" y="37"/>
                      </a:lnTo>
                      <a:lnTo>
                        <a:pt x="137" y="36"/>
                      </a:lnTo>
                      <a:lnTo>
                        <a:pt x="134" y="27"/>
                      </a:lnTo>
                      <a:lnTo>
                        <a:pt x="127" y="23"/>
                      </a:lnTo>
                      <a:lnTo>
                        <a:pt x="125" y="22"/>
                      </a:lnTo>
                      <a:lnTo>
                        <a:pt x="123" y="23"/>
                      </a:lnTo>
                      <a:lnTo>
                        <a:pt x="114" y="19"/>
                      </a:lnTo>
                      <a:lnTo>
                        <a:pt x="104" y="14"/>
                      </a:lnTo>
                      <a:lnTo>
                        <a:pt x="103" y="10"/>
                      </a:lnTo>
                      <a:lnTo>
                        <a:pt x="95" y="6"/>
                      </a:lnTo>
                      <a:lnTo>
                        <a:pt x="85" y="0"/>
                      </a:lnTo>
                      <a:lnTo>
                        <a:pt x="78" y="0"/>
                      </a:lnTo>
                      <a:lnTo>
                        <a:pt x="81" y="3"/>
                      </a:lnTo>
                      <a:lnTo>
                        <a:pt x="78" y="4"/>
                      </a:lnTo>
                      <a:lnTo>
                        <a:pt x="76" y="3"/>
                      </a:lnTo>
                      <a:lnTo>
                        <a:pt x="72" y="4"/>
                      </a:lnTo>
                      <a:lnTo>
                        <a:pt x="70" y="8"/>
                      </a:lnTo>
                      <a:lnTo>
                        <a:pt x="66" y="8"/>
                      </a:lnTo>
                      <a:lnTo>
                        <a:pt x="62" y="15"/>
                      </a:lnTo>
                      <a:lnTo>
                        <a:pt x="63" y="19"/>
                      </a:lnTo>
                      <a:lnTo>
                        <a:pt x="66" y="22"/>
                      </a:lnTo>
                      <a:lnTo>
                        <a:pt x="65" y="26"/>
                      </a:lnTo>
                      <a:lnTo>
                        <a:pt x="58" y="25"/>
                      </a:lnTo>
                      <a:lnTo>
                        <a:pt x="50" y="25"/>
                      </a:lnTo>
                      <a:lnTo>
                        <a:pt x="44" y="26"/>
                      </a:lnTo>
                      <a:lnTo>
                        <a:pt x="35" y="17"/>
                      </a:lnTo>
                      <a:lnTo>
                        <a:pt x="25" y="10"/>
                      </a:lnTo>
                      <a:lnTo>
                        <a:pt x="16" y="8"/>
                      </a:lnTo>
                      <a:lnTo>
                        <a:pt x="9" y="11"/>
                      </a:lnTo>
                      <a:lnTo>
                        <a:pt x="0" y="19"/>
                      </a:lnTo>
                      <a:lnTo>
                        <a:pt x="0" y="21"/>
                      </a:lnTo>
                      <a:lnTo>
                        <a:pt x="2" y="22"/>
                      </a:lnTo>
                      <a:lnTo>
                        <a:pt x="4" y="25"/>
                      </a:lnTo>
                      <a:lnTo>
                        <a:pt x="5" y="26"/>
                      </a:lnTo>
                      <a:lnTo>
                        <a:pt x="6" y="29"/>
                      </a:lnTo>
                      <a:lnTo>
                        <a:pt x="9" y="34"/>
                      </a:lnTo>
                      <a:lnTo>
                        <a:pt x="9" y="38"/>
                      </a:lnTo>
                      <a:lnTo>
                        <a:pt x="8" y="41"/>
                      </a:lnTo>
                      <a:lnTo>
                        <a:pt x="8" y="48"/>
                      </a:lnTo>
                      <a:lnTo>
                        <a:pt x="9" y="51"/>
                      </a:lnTo>
                      <a:lnTo>
                        <a:pt x="10" y="52"/>
                      </a:lnTo>
                      <a:lnTo>
                        <a:pt x="15" y="57"/>
                      </a:lnTo>
                      <a:lnTo>
                        <a:pt x="15" y="55"/>
                      </a:lnTo>
                      <a:lnTo>
                        <a:pt x="13" y="53"/>
                      </a:lnTo>
                      <a:lnTo>
                        <a:pt x="15" y="52"/>
                      </a:lnTo>
                      <a:lnTo>
                        <a:pt x="19" y="53"/>
                      </a:lnTo>
                      <a:lnTo>
                        <a:pt x="20" y="52"/>
                      </a:lnTo>
                      <a:lnTo>
                        <a:pt x="21" y="53"/>
                      </a:lnTo>
                      <a:lnTo>
                        <a:pt x="20" y="56"/>
                      </a:lnTo>
                      <a:lnTo>
                        <a:pt x="21" y="59"/>
                      </a:lnTo>
                      <a:lnTo>
                        <a:pt x="23" y="57"/>
                      </a:lnTo>
                      <a:lnTo>
                        <a:pt x="25" y="60"/>
                      </a:lnTo>
                      <a:lnTo>
                        <a:pt x="24" y="61"/>
                      </a:lnTo>
                      <a:lnTo>
                        <a:pt x="21" y="61"/>
                      </a:lnTo>
                      <a:lnTo>
                        <a:pt x="20" y="61"/>
                      </a:lnTo>
                      <a:lnTo>
                        <a:pt x="19" y="60"/>
                      </a:lnTo>
                      <a:lnTo>
                        <a:pt x="16" y="63"/>
                      </a:lnTo>
                      <a:lnTo>
                        <a:pt x="16" y="64"/>
                      </a:lnTo>
                      <a:lnTo>
                        <a:pt x="19" y="67"/>
                      </a:lnTo>
                      <a:lnTo>
                        <a:pt x="17" y="64"/>
                      </a:lnTo>
                      <a:lnTo>
                        <a:pt x="20" y="63"/>
                      </a:lnTo>
                      <a:lnTo>
                        <a:pt x="20" y="64"/>
                      </a:lnTo>
                      <a:lnTo>
                        <a:pt x="23" y="64"/>
                      </a:lnTo>
                      <a:lnTo>
                        <a:pt x="24" y="67"/>
                      </a:lnTo>
                      <a:lnTo>
                        <a:pt x="28" y="70"/>
                      </a:lnTo>
                      <a:lnTo>
                        <a:pt x="30" y="72"/>
                      </a:lnTo>
                      <a:lnTo>
                        <a:pt x="30" y="76"/>
                      </a:lnTo>
                      <a:lnTo>
                        <a:pt x="30" y="79"/>
                      </a:lnTo>
                      <a:lnTo>
                        <a:pt x="30" y="86"/>
                      </a:lnTo>
                      <a:lnTo>
                        <a:pt x="31" y="91"/>
                      </a:lnTo>
                      <a:lnTo>
                        <a:pt x="34" y="98"/>
                      </a:lnTo>
                      <a:lnTo>
                        <a:pt x="36" y="97"/>
                      </a:lnTo>
                      <a:lnTo>
                        <a:pt x="43" y="95"/>
                      </a:lnTo>
                      <a:lnTo>
                        <a:pt x="44" y="91"/>
                      </a:lnTo>
                      <a:lnTo>
                        <a:pt x="46" y="90"/>
                      </a:lnTo>
                      <a:lnTo>
                        <a:pt x="49" y="90"/>
                      </a:lnTo>
                      <a:lnTo>
                        <a:pt x="54" y="85"/>
                      </a:lnTo>
                      <a:lnTo>
                        <a:pt x="61" y="83"/>
                      </a:lnTo>
                      <a:lnTo>
                        <a:pt x="66" y="85"/>
                      </a:lnTo>
                      <a:lnTo>
                        <a:pt x="66" y="80"/>
                      </a:lnTo>
                      <a:lnTo>
                        <a:pt x="69" y="80"/>
                      </a:lnTo>
                      <a:lnTo>
                        <a:pt x="73" y="82"/>
                      </a:lnTo>
                      <a:lnTo>
                        <a:pt x="76" y="82"/>
                      </a:lnTo>
                      <a:lnTo>
                        <a:pt x="81" y="86"/>
                      </a:lnTo>
                      <a:lnTo>
                        <a:pt x="85" y="87"/>
                      </a:lnTo>
                      <a:lnTo>
                        <a:pt x="93" y="91"/>
                      </a:lnTo>
                      <a:lnTo>
                        <a:pt x="96" y="91"/>
                      </a:lnTo>
                      <a:lnTo>
                        <a:pt x="97" y="90"/>
                      </a:lnTo>
                      <a:lnTo>
                        <a:pt x="104" y="93"/>
                      </a:lnTo>
                      <a:lnTo>
                        <a:pt x="107" y="93"/>
                      </a:lnTo>
                      <a:lnTo>
                        <a:pt x="107" y="97"/>
                      </a:lnTo>
                      <a:lnTo>
                        <a:pt x="108" y="98"/>
                      </a:lnTo>
                      <a:lnTo>
                        <a:pt x="111" y="98"/>
                      </a:lnTo>
                      <a:lnTo>
                        <a:pt x="116" y="99"/>
                      </a:lnTo>
                      <a:lnTo>
                        <a:pt x="123" y="106"/>
                      </a:lnTo>
                      <a:lnTo>
                        <a:pt x="129" y="108"/>
                      </a:lnTo>
                      <a:lnTo>
                        <a:pt x="133" y="109"/>
                      </a:lnTo>
                      <a:lnTo>
                        <a:pt x="135" y="113"/>
                      </a:lnTo>
                      <a:lnTo>
                        <a:pt x="134" y="114"/>
                      </a:lnTo>
                      <a:lnTo>
                        <a:pt x="135" y="118"/>
                      </a:lnTo>
                      <a:lnTo>
                        <a:pt x="135" y="121"/>
                      </a:lnTo>
                      <a:lnTo>
                        <a:pt x="135" y="123"/>
                      </a:lnTo>
                      <a:lnTo>
                        <a:pt x="137" y="123"/>
                      </a:lnTo>
                      <a:lnTo>
                        <a:pt x="141" y="123"/>
                      </a:lnTo>
                      <a:lnTo>
                        <a:pt x="142" y="125"/>
                      </a:lnTo>
                      <a:lnTo>
                        <a:pt x="145" y="125"/>
                      </a:lnTo>
                      <a:lnTo>
                        <a:pt x="148" y="123"/>
                      </a:lnTo>
                      <a:lnTo>
                        <a:pt x="149" y="123"/>
                      </a:lnTo>
                      <a:lnTo>
                        <a:pt x="153" y="125"/>
                      </a:lnTo>
                      <a:lnTo>
                        <a:pt x="153" y="128"/>
                      </a:lnTo>
                      <a:lnTo>
                        <a:pt x="155" y="129"/>
                      </a:lnTo>
                      <a:lnTo>
                        <a:pt x="156" y="127"/>
                      </a:lnTo>
                      <a:lnTo>
                        <a:pt x="160" y="127"/>
                      </a:lnTo>
                      <a:lnTo>
                        <a:pt x="163" y="124"/>
                      </a:lnTo>
                      <a:lnTo>
                        <a:pt x="163" y="123"/>
                      </a:lnTo>
                      <a:lnTo>
                        <a:pt x="164" y="121"/>
                      </a:lnTo>
                      <a:lnTo>
                        <a:pt x="164" y="118"/>
                      </a:lnTo>
                      <a:lnTo>
                        <a:pt x="168" y="116"/>
                      </a:lnTo>
                      <a:lnTo>
                        <a:pt x="174" y="116"/>
                      </a:lnTo>
                      <a:lnTo>
                        <a:pt x="175" y="114"/>
                      </a:lnTo>
                      <a:lnTo>
                        <a:pt x="176" y="112"/>
                      </a:lnTo>
                      <a:lnTo>
                        <a:pt x="179" y="112"/>
                      </a:lnTo>
                      <a:lnTo>
                        <a:pt x="180" y="108"/>
                      </a:lnTo>
                      <a:lnTo>
                        <a:pt x="180" y="105"/>
                      </a:lnTo>
                      <a:lnTo>
                        <a:pt x="183" y="101"/>
                      </a:lnTo>
                      <a:lnTo>
                        <a:pt x="183" y="98"/>
                      </a:lnTo>
                      <a:lnTo>
                        <a:pt x="182" y="97"/>
                      </a:lnTo>
                      <a:lnTo>
                        <a:pt x="182" y="95"/>
                      </a:lnTo>
                      <a:lnTo>
                        <a:pt x="183" y="94"/>
                      </a:lnTo>
                      <a:lnTo>
                        <a:pt x="184" y="93"/>
                      </a:lnTo>
                      <a:lnTo>
                        <a:pt x="188" y="93"/>
                      </a:lnTo>
                      <a:lnTo>
                        <a:pt x="190" y="93"/>
                      </a:lnTo>
                      <a:lnTo>
                        <a:pt x="194" y="89"/>
                      </a:lnTo>
                      <a:lnTo>
                        <a:pt x="198" y="89"/>
                      </a:lnTo>
                      <a:lnTo>
                        <a:pt x="201" y="90"/>
                      </a:lnTo>
                      <a:lnTo>
                        <a:pt x="203" y="89"/>
                      </a:lnTo>
                      <a:lnTo>
                        <a:pt x="205" y="90"/>
                      </a:lnTo>
                      <a:lnTo>
                        <a:pt x="205" y="9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840"/>
                <p:cNvSpPr>
                  <a:spLocks/>
                </p:cNvSpPr>
                <p:nvPr/>
              </p:nvSpPr>
              <p:spPr bwMode="auto">
                <a:xfrm>
                  <a:off x="6176827" y="3531643"/>
                  <a:ext cx="371523" cy="409050"/>
                </a:xfrm>
                <a:custGeom>
                  <a:avLst/>
                  <a:gdLst/>
                  <a:ahLst/>
                  <a:cxnLst>
                    <a:cxn ang="0">
                      <a:pos x="119" y="210"/>
                    </a:cxn>
                    <a:cxn ang="0">
                      <a:pos x="135" y="206"/>
                    </a:cxn>
                    <a:cxn ang="0">
                      <a:pos x="144" y="204"/>
                    </a:cxn>
                    <a:cxn ang="0">
                      <a:pos x="150" y="202"/>
                    </a:cxn>
                    <a:cxn ang="0">
                      <a:pos x="145" y="185"/>
                    </a:cxn>
                    <a:cxn ang="0">
                      <a:pos x="135" y="176"/>
                    </a:cxn>
                    <a:cxn ang="0">
                      <a:pos x="129" y="168"/>
                    </a:cxn>
                    <a:cxn ang="0">
                      <a:pos x="126" y="158"/>
                    </a:cxn>
                    <a:cxn ang="0">
                      <a:pos x="135" y="147"/>
                    </a:cxn>
                    <a:cxn ang="0">
                      <a:pos x="142" y="151"/>
                    </a:cxn>
                    <a:cxn ang="0">
                      <a:pos x="163" y="134"/>
                    </a:cxn>
                    <a:cxn ang="0">
                      <a:pos x="175" y="117"/>
                    </a:cxn>
                    <a:cxn ang="0">
                      <a:pos x="179" y="108"/>
                    </a:cxn>
                    <a:cxn ang="0">
                      <a:pos x="186" y="91"/>
                    </a:cxn>
                    <a:cxn ang="0">
                      <a:pos x="191" y="79"/>
                    </a:cxn>
                    <a:cxn ang="0">
                      <a:pos x="198" y="71"/>
                    </a:cxn>
                    <a:cxn ang="0">
                      <a:pos x="184" y="67"/>
                    </a:cxn>
                    <a:cxn ang="0">
                      <a:pos x="169" y="55"/>
                    </a:cxn>
                    <a:cxn ang="0">
                      <a:pos x="167" y="36"/>
                    </a:cxn>
                    <a:cxn ang="0">
                      <a:pos x="167" y="26"/>
                    </a:cxn>
                    <a:cxn ang="0">
                      <a:pos x="155" y="14"/>
                    </a:cxn>
                    <a:cxn ang="0">
                      <a:pos x="148" y="9"/>
                    </a:cxn>
                    <a:cxn ang="0">
                      <a:pos x="146" y="0"/>
                    </a:cxn>
                    <a:cxn ang="0">
                      <a:pos x="131" y="9"/>
                    </a:cxn>
                    <a:cxn ang="0">
                      <a:pos x="129" y="36"/>
                    </a:cxn>
                    <a:cxn ang="0">
                      <a:pos x="123" y="48"/>
                    </a:cxn>
                    <a:cxn ang="0">
                      <a:pos x="119" y="53"/>
                    </a:cxn>
                    <a:cxn ang="0">
                      <a:pos x="114" y="63"/>
                    </a:cxn>
                    <a:cxn ang="0">
                      <a:pos x="111" y="75"/>
                    </a:cxn>
                    <a:cxn ang="0">
                      <a:pos x="106" y="83"/>
                    </a:cxn>
                    <a:cxn ang="0">
                      <a:pos x="99" y="85"/>
                    </a:cxn>
                    <a:cxn ang="0">
                      <a:pos x="91" y="91"/>
                    </a:cxn>
                    <a:cxn ang="0">
                      <a:pos x="80" y="96"/>
                    </a:cxn>
                    <a:cxn ang="0">
                      <a:pos x="73" y="102"/>
                    </a:cxn>
                    <a:cxn ang="0">
                      <a:pos x="76" y="117"/>
                    </a:cxn>
                    <a:cxn ang="0">
                      <a:pos x="59" y="123"/>
                    </a:cxn>
                    <a:cxn ang="0">
                      <a:pos x="40" y="125"/>
                    </a:cxn>
                    <a:cxn ang="0">
                      <a:pos x="0" y="121"/>
                    </a:cxn>
                    <a:cxn ang="0">
                      <a:pos x="16" y="140"/>
                    </a:cxn>
                    <a:cxn ang="0">
                      <a:pos x="25" y="144"/>
                    </a:cxn>
                    <a:cxn ang="0">
                      <a:pos x="31" y="158"/>
                    </a:cxn>
                    <a:cxn ang="0">
                      <a:pos x="39" y="168"/>
                    </a:cxn>
                    <a:cxn ang="0">
                      <a:pos x="25" y="172"/>
                    </a:cxn>
                    <a:cxn ang="0">
                      <a:pos x="17" y="181"/>
                    </a:cxn>
                    <a:cxn ang="0">
                      <a:pos x="20" y="192"/>
                    </a:cxn>
                    <a:cxn ang="0">
                      <a:pos x="28" y="192"/>
                    </a:cxn>
                    <a:cxn ang="0">
                      <a:pos x="35" y="192"/>
                    </a:cxn>
                    <a:cxn ang="0">
                      <a:pos x="42" y="192"/>
                    </a:cxn>
                    <a:cxn ang="0">
                      <a:pos x="49" y="191"/>
                    </a:cxn>
                    <a:cxn ang="0">
                      <a:pos x="54" y="192"/>
                    </a:cxn>
                    <a:cxn ang="0">
                      <a:pos x="65" y="189"/>
                    </a:cxn>
                    <a:cxn ang="0">
                      <a:pos x="72" y="188"/>
                    </a:cxn>
                    <a:cxn ang="0">
                      <a:pos x="85" y="188"/>
                    </a:cxn>
                    <a:cxn ang="0">
                      <a:pos x="89" y="196"/>
                    </a:cxn>
                    <a:cxn ang="0">
                      <a:pos x="95" y="196"/>
                    </a:cxn>
                    <a:cxn ang="0">
                      <a:pos x="99" y="208"/>
                    </a:cxn>
                    <a:cxn ang="0">
                      <a:pos x="100" y="211"/>
                    </a:cxn>
                    <a:cxn ang="0">
                      <a:pos x="112" y="216"/>
                    </a:cxn>
                  </a:cxnLst>
                  <a:rect l="0" t="0" r="r" b="b"/>
                  <a:pathLst>
                    <a:path w="198" h="218">
                      <a:moveTo>
                        <a:pt x="115" y="216"/>
                      </a:moveTo>
                      <a:lnTo>
                        <a:pt x="115" y="212"/>
                      </a:lnTo>
                      <a:lnTo>
                        <a:pt x="118" y="211"/>
                      </a:lnTo>
                      <a:lnTo>
                        <a:pt x="119" y="210"/>
                      </a:lnTo>
                      <a:lnTo>
                        <a:pt x="121" y="207"/>
                      </a:lnTo>
                      <a:lnTo>
                        <a:pt x="123" y="207"/>
                      </a:lnTo>
                      <a:lnTo>
                        <a:pt x="126" y="206"/>
                      </a:lnTo>
                      <a:lnTo>
                        <a:pt x="135" y="206"/>
                      </a:lnTo>
                      <a:lnTo>
                        <a:pt x="141" y="204"/>
                      </a:lnTo>
                      <a:lnTo>
                        <a:pt x="142" y="203"/>
                      </a:lnTo>
                      <a:lnTo>
                        <a:pt x="145" y="202"/>
                      </a:lnTo>
                      <a:lnTo>
                        <a:pt x="144" y="204"/>
                      </a:lnTo>
                      <a:lnTo>
                        <a:pt x="145" y="206"/>
                      </a:lnTo>
                      <a:lnTo>
                        <a:pt x="149" y="204"/>
                      </a:lnTo>
                      <a:lnTo>
                        <a:pt x="152" y="203"/>
                      </a:lnTo>
                      <a:lnTo>
                        <a:pt x="150" y="202"/>
                      </a:lnTo>
                      <a:lnTo>
                        <a:pt x="150" y="199"/>
                      </a:lnTo>
                      <a:lnTo>
                        <a:pt x="148" y="191"/>
                      </a:lnTo>
                      <a:lnTo>
                        <a:pt x="145" y="187"/>
                      </a:lnTo>
                      <a:lnTo>
                        <a:pt x="145" y="185"/>
                      </a:lnTo>
                      <a:lnTo>
                        <a:pt x="144" y="183"/>
                      </a:lnTo>
                      <a:lnTo>
                        <a:pt x="141" y="184"/>
                      </a:lnTo>
                      <a:lnTo>
                        <a:pt x="135" y="180"/>
                      </a:lnTo>
                      <a:lnTo>
                        <a:pt x="135" y="176"/>
                      </a:lnTo>
                      <a:lnTo>
                        <a:pt x="135" y="172"/>
                      </a:lnTo>
                      <a:lnTo>
                        <a:pt x="134" y="168"/>
                      </a:lnTo>
                      <a:lnTo>
                        <a:pt x="131" y="168"/>
                      </a:lnTo>
                      <a:lnTo>
                        <a:pt x="129" y="168"/>
                      </a:lnTo>
                      <a:lnTo>
                        <a:pt x="126" y="166"/>
                      </a:lnTo>
                      <a:lnTo>
                        <a:pt x="123" y="168"/>
                      </a:lnTo>
                      <a:lnTo>
                        <a:pt x="123" y="163"/>
                      </a:lnTo>
                      <a:lnTo>
                        <a:pt x="126" y="158"/>
                      </a:lnTo>
                      <a:lnTo>
                        <a:pt x="127" y="157"/>
                      </a:lnTo>
                      <a:lnTo>
                        <a:pt x="131" y="151"/>
                      </a:lnTo>
                      <a:lnTo>
                        <a:pt x="133" y="149"/>
                      </a:lnTo>
                      <a:lnTo>
                        <a:pt x="135" y="147"/>
                      </a:lnTo>
                      <a:lnTo>
                        <a:pt x="137" y="146"/>
                      </a:lnTo>
                      <a:lnTo>
                        <a:pt x="140" y="147"/>
                      </a:lnTo>
                      <a:lnTo>
                        <a:pt x="141" y="150"/>
                      </a:lnTo>
                      <a:lnTo>
                        <a:pt x="142" y="151"/>
                      </a:lnTo>
                      <a:lnTo>
                        <a:pt x="148" y="149"/>
                      </a:lnTo>
                      <a:lnTo>
                        <a:pt x="156" y="147"/>
                      </a:lnTo>
                      <a:lnTo>
                        <a:pt x="160" y="143"/>
                      </a:lnTo>
                      <a:lnTo>
                        <a:pt x="163" y="134"/>
                      </a:lnTo>
                      <a:lnTo>
                        <a:pt x="169" y="130"/>
                      </a:lnTo>
                      <a:lnTo>
                        <a:pt x="171" y="127"/>
                      </a:lnTo>
                      <a:lnTo>
                        <a:pt x="171" y="121"/>
                      </a:lnTo>
                      <a:lnTo>
                        <a:pt x="175" y="117"/>
                      </a:lnTo>
                      <a:lnTo>
                        <a:pt x="179" y="115"/>
                      </a:lnTo>
                      <a:lnTo>
                        <a:pt x="180" y="112"/>
                      </a:lnTo>
                      <a:lnTo>
                        <a:pt x="180" y="109"/>
                      </a:lnTo>
                      <a:lnTo>
                        <a:pt x="179" y="108"/>
                      </a:lnTo>
                      <a:lnTo>
                        <a:pt x="183" y="104"/>
                      </a:lnTo>
                      <a:lnTo>
                        <a:pt x="186" y="101"/>
                      </a:lnTo>
                      <a:lnTo>
                        <a:pt x="186" y="98"/>
                      </a:lnTo>
                      <a:lnTo>
                        <a:pt x="186" y="91"/>
                      </a:lnTo>
                      <a:lnTo>
                        <a:pt x="184" y="86"/>
                      </a:lnTo>
                      <a:lnTo>
                        <a:pt x="184" y="85"/>
                      </a:lnTo>
                      <a:lnTo>
                        <a:pt x="188" y="81"/>
                      </a:lnTo>
                      <a:lnTo>
                        <a:pt x="191" y="79"/>
                      </a:lnTo>
                      <a:lnTo>
                        <a:pt x="194" y="78"/>
                      </a:lnTo>
                      <a:lnTo>
                        <a:pt x="195" y="78"/>
                      </a:lnTo>
                      <a:lnTo>
                        <a:pt x="198" y="75"/>
                      </a:lnTo>
                      <a:lnTo>
                        <a:pt x="198" y="71"/>
                      </a:lnTo>
                      <a:lnTo>
                        <a:pt x="194" y="71"/>
                      </a:lnTo>
                      <a:lnTo>
                        <a:pt x="191" y="72"/>
                      </a:lnTo>
                      <a:lnTo>
                        <a:pt x="187" y="71"/>
                      </a:lnTo>
                      <a:lnTo>
                        <a:pt x="184" y="67"/>
                      </a:lnTo>
                      <a:lnTo>
                        <a:pt x="180" y="66"/>
                      </a:lnTo>
                      <a:lnTo>
                        <a:pt x="175" y="64"/>
                      </a:lnTo>
                      <a:lnTo>
                        <a:pt x="169" y="59"/>
                      </a:lnTo>
                      <a:lnTo>
                        <a:pt x="169" y="55"/>
                      </a:lnTo>
                      <a:lnTo>
                        <a:pt x="167" y="45"/>
                      </a:lnTo>
                      <a:lnTo>
                        <a:pt x="164" y="41"/>
                      </a:lnTo>
                      <a:lnTo>
                        <a:pt x="164" y="37"/>
                      </a:lnTo>
                      <a:lnTo>
                        <a:pt x="167" y="36"/>
                      </a:lnTo>
                      <a:lnTo>
                        <a:pt x="167" y="33"/>
                      </a:lnTo>
                      <a:lnTo>
                        <a:pt x="171" y="30"/>
                      </a:lnTo>
                      <a:lnTo>
                        <a:pt x="171" y="28"/>
                      </a:lnTo>
                      <a:lnTo>
                        <a:pt x="167" y="26"/>
                      </a:lnTo>
                      <a:lnTo>
                        <a:pt x="165" y="24"/>
                      </a:lnTo>
                      <a:lnTo>
                        <a:pt x="161" y="21"/>
                      </a:lnTo>
                      <a:lnTo>
                        <a:pt x="159" y="17"/>
                      </a:lnTo>
                      <a:lnTo>
                        <a:pt x="155" y="14"/>
                      </a:lnTo>
                      <a:lnTo>
                        <a:pt x="152" y="15"/>
                      </a:lnTo>
                      <a:lnTo>
                        <a:pt x="150" y="15"/>
                      </a:lnTo>
                      <a:lnTo>
                        <a:pt x="148" y="14"/>
                      </a:lnTo>
                      <a:lnTo>
                        <a:pt x="148" y="9"/>
                      </a:lnTo>
                      <a:lnTo>
                        <a:pt x="155" y="3"/>
                      </a:lnTo>
                      <a:lnTo>
                        <a:pt x="153" y="0"/>
                      </a:lnTo>
                      <a:lnTo>
                        <a:pt x="149" y="2"/>
                      </a:lnTo>
                      <a:lnTo>
                        <a:pt x="146" y="0"/>
                      </a:lnTo>
                      <a:lnTo>
                        <a:pt x="141" y="3"/>
                      </a:lnTo>
                      <a:lnTo>
                        <a:pt x="138" y="6"/>
                      </a:lnTo>
                      <a:lnTo>
                        <a:pt x="134" y="6"/>
                      </a:lnTo>
                      <a:lnTo>
                        <a:pt x="131" y="9"/>
                      </a:lnTo>
                      <a:lnTo>
                        <a:pt x="129" y="11"/>
                      </a:lnTo>
                      <a:lnTo>
                        <a:pt x="135" y="21"/>
                      </a:lnTo>
                      <a:lnTo>
                        <a:pt x="135" y="26"/>
                      </a:lnTo>
                      <a:lnTo>
                        <a:pt x="129" y="36"/>
                      </a:lnTo>
                      <a:lnTo>
                        <a:pt x="133" y="39"/>
                      </a:lnTo>
                      <a:lnTo>
                        <a:pt x="133" y="43"/>
                      </a:lnTo>
                      <a:lnTo>
                        <a:pt x="129" y="48"/>
                      </a:lnTo>
                      <a:lnTo>
                        <a:pt x="123" y="48"/>
                      </a:lnTo>
                      <a:lnTo>
                        <a:pt x="118" y="47"/>
                      </a:lnTo>
                      <a:lnTo>
                        <a:pt x="115" y="49"/>
                      </a:lnTo>
                      <a:lnTo>
                        <a:pt x="116" y="52"/>
                      </a:lnTo>
                      <a:lnTo>
                        <a:pt x="119" y="53"/>
                      </a:lnTo>
                      <a:lnTo>
                        <a:pt x="121" y="58"/>
                      </a:lnTo>
                      <a:lnTo>
                        <a:pt x="121" y="60"/>
                      </a:lnTo>
                      <a:lnTo>
                        <a:pt x="116" y="62"/>
                      </a:lnTo>
                      <a:lnTo>
                        <a:pt x="114" y="63"/>
                      </a:lnTo>
                      <a:lnTo>
                        <a:pt x="112" y="64"/>
                      </a:lnTo>
                      <a:lnTo>
                        <a:pt x="112" y="70"/>
                      </a:lnTo>
                      <a:lnTo>
                        <a:pt x="111" y="72"/>
                      </a:lnTo>
                      <a:lnTo>
                        <a:pt x="111" y="75"/>
                      </a:lnTo>
                      <a:lnTo>
                        <a:pt x="110" y="77"/>
                      </a:lnTo>
                      <a:lnTo>
                        <a:pt x="111" y="82"/>
                      </a:lnTo>
                      <a:lnTo>
                        <a:pt x="108" y="87"/>
                      </a:lnTo>
                      <a:lnTo>
                        <a:pt x="106" y="83"/>
                      </a:lnTo>
                      <a:lnTo>
                        <a:pt x="104" y="83"/>
                      </a:lnTo>
                      <a:lnTo>
                        <a:pt x="104" y="85"/>
                      </a:lnTo>
                      <a:lnTo>
                        <a:pt x="100" y="85"/>
                      </a:lnTo>
                      <a:lnTo>
                        <a:pt x="99" y="85"/>
                      </a:lnTo>
                      <a:lnTo>
                        <a:pt x="95" y="85"/>
                      </a:lnTo>
                      <a:lnTo>
                        <a:pt x="95" y="86"/>
                      </a:lnTo>
                      <a:lnTo>
                        <a:pt x="89" y="90"/>
                      </a:lnTo>
                      <a:lnTo>
                        <a:pt x="91" y="91"/>
                      </a:lnTo>
                      <a:lnTo>
                        <a:pt x="89" y="93"/>
                      </a:lnTo>
                      <a:lnTo>
                        <a:pt x="84" y="96"/>
                      </a:lnTo>
                      <a:lnTo>
                        <a:pt x="83" y="94"/>
                      </a:lnTo>
                      <a:lnTo>
                        <a:pt x="80" y="96"/>
                      </a:lnTo>
                      <a:lnTo>
                        <a:pt x="78" y="97"/>
                      </a:lnTo>
                      <a:lnTo>
                        <a:pt x="77" y="100"/>
                      </a:lnTo>
                      <a:lnTo>
                        <a:pt x="74" y="101"/>
                      </a:lnTo>
                      <a:lnTo>
                        <a:pt x="73" y="102"/>
                      </a:lnTo>
                      <a:lnTo>
                        <a:pt x="73" y="106"/>
                      </a:lnTo>
                      <a:lnTo>
                        <a:pt x="74" y="111"/>
                      </a:lnTo>
                      <a:lnTo>
                        <a:pt x="74" y="115"/>
                      </a:lnTo>
                      <a:lnTo>
                        <a:pt x="76" y="117"/>
                      </a:lnTo>
                      <a:lnTo>
                        <a:pt x="74" y="120"/>
                      </a:lnTo>
                      <a:lnTo>
                        <a:pt x="69" y="121"/>
                      </a:lnTo>
                      <a:lnTo>
                        <a:pt x="63" y="121"/>
                      </a:lnTo>
                      <a:lnTo>
                        <a:pt x="59" y="123"/>
                      </a:lnTo>
                      <a:lnTo>
                        <a:pt x="53" y="123"/>
                      </a:lnTo>
                      <a:lnTo>
                        <a:pt x="47" y="124"/>
                      </a:lnTo>
                      <a:lnTo>
                        <a:pt x="46" y="125"/>
                      </a:lnTo>
                      <a:lnTo>
                        <a:pt x="40" y="125"/>
                      </a:lnTo>
                      <a:lnTo>
                        <a:pt x="36" y="127"/>
                      </a:lnTo>
                      <a:lnTo>
                        <a:pt x="20" y="127"/>
                      </a:lnTo>
                      <a:lnTo>
                        <a:pt x="0" y="121"/>
                      </a:lnTo>
                      <a:lnTo>
                        <a:pt x="0" y="121"/>
                      </a:lnTo>
                      <a:lnTo>
                        <a:pt x="8" y="131"/>
                      </a:lnTo>
                      <a:lnTo>
                        <a:pt x="9" y="135"/>
                      </a:lnTo>
                      <a:lnTo>
                        <a:pt x="13" y="139"/>
                      </a:lnTo>
                      <a:lnTo>
                        <a:pt x="16" y="140"/>
                      </a:lnTo>
                      <a:lnTo>
                        <a:pt x="17" y="142"/>
                      </a:lnTo>
                      <a:lnTo>
                        <a:pt x="23" y="143"/>
                      </a:lnTo>
                      <a:lnTo>
                        <a:pt x="25" y="143"/>
                      </a:lnTo>
                      <a:lnTo>
                        <a:pt x="25" y="144"/>
                      </a:lnTo>
                      <a:lnTo>
                        <a:pt x="30" y="146"/>
                      </a:lnTo>
                      <a:lnTo>
                        <a:pt x="30" y="150"/>
                      </a:lnTo>
                      <a:lnTo>
                        <a:pt x="31" y="154"/>
                      </a:lnTo>
                      <a:lnTo>
                        <a:pt x="31" y="158"/>
                      </a:lnTo>
                      <a:lnTo>
                        <a:pt x="31" y="159"/>
                      </a:lnTo>
                      <a:lnTo>
                        <a:pt x="35" y="159"/>
                      </a:lnTo>
                      <a:lnTo>
                        <a:pt x="39" y="162"/>
                      </a:lnTo>
                      <a:lnTo>
                        <a:pt x="39" y="168"/>
                      </a:lnTo>
                      <a:lnTo>
                        <a:pt x="36" y="170"/>
                      </a:lnTo>
                      <a:lnTo>
                        <a:pt x="34" y="169"/>
                      </a:lnTo>
                      <a:lnTo>
                        <a:pt x="27" y="170"/>
                      </a:lnTo>
                      <a:lnTo>
                        <a:pt x="25" y="172"/>
                      </a:lnTo>
                      <a:lnTo>
                        <a:pt x="20" y="173"/>
                      </a:lnTo>
                      <a:lnTo>
                        <a:pt x="19" y="176"/>
                      </a:lnTo>
                      <a:lnTo>
                        <a:pt x="20" y="178"/>
                      </a:lnTo>
                      <a:lnTo>
                        <a:pt x="17" y="181"/>
                      </a:lnTo>
                      <a:lnTo>
                        <a:pt x="19" y="185"/>
                      </a:lnTo>
                      <a:lnTo>
                        <a:pt x="19" y="191"/>
                      </a:lnTo>
                      <a:lnTo>
                        <a:pt x="19" y="192"/>
                      </a:lnTo>
                      <a:lnTo>
                        <a:pt x="20" y="192"/>
                      </a:lnTo>
                      <a:lnTo>
                        <a:pt x="20" y="195"/>
                      </a:lnTo>
                      <a:lnTo>
                        <a:pt x="21" y="195"/>
                      </a:lnTo>
                      <a:lnTo>
                        <a:pt x="25" y="192"/>
                      </a:lnTo>
                      <a:lnTo>
                        <a:pt x="28" y="192"/>
                      </a:lnTo>
                      <a:lnTo>
                        <a:pt x="30" y="193"/>
                      </a:lnTo>
                      <a:lnTo>
                        <a:pt x="30" y="193"/>
                      </a:lnTo>
                      <a:lnTo>
                        <a:pt x="32" y="192"/>
                      </a:lnTo>
                      <a:lnTo>
                        <a:pt x="35" y="192"/>
                      </a:lnTo>
                      <a:lnTo>
                        <a:pt x="36" y="192"/>
                      </a:lnTo>
                      <a:lnTo>
                        <a:pt x="39" y="192"/>
                      </a:lnTo>
                      <a:lnTo>
                        <a:pt x="40" y="192"/>
                      </a:lnTo>
                      <a:lnTo>
                        <a:pt x="42" y="192"/>
                      </a:lnTo>
                      <a:lnTo>
                        <a:pt x="43" y="191"/>
                      </a:lnTo>
                      <a:lnTo>
                        <a:pt x="44" y="189"/>
                      </a:lnTo>
                      <a:lnTo>
                        <a:pt x="47" y="191"/>
                      </a:lnTo>
                      <a:lnTo>
                        <a:pt x="49" y="191"/>
                      </a:lnTo>
                      <a:lnTo>
                        <a:pt x="49" y="189"/>
                      </a:lnTo>
                      <a:lnTo>
                        <a:pt x="50" y="189"/>
                      </a:lnTo>
                      <a:lnTo>
                        <a:pt x="51" y="192"/>
                      </a:lnTo>
                      <a:lnTo>
                        <a:pt x="54" y="192"/>
                      </a:lnTo>
                      <a:lnTo>
                        <a:pt x="55" y="193"/>
                      </a:lnTo>
                      <a:lnTo>
                        <a:pt x="58" y="193"/>
                      </a:lnTo>
                      <a:lnTo>
                        <a:pt x="61" y="189"/>
                      </a:lnTo>
                      <a:lnTo>
                        <a:pt x="65" y="189"/>
                      </a:lnTo>
                      <a:lnTo>
                        <a:pt x="68" y="191"/>
                      </a:lnTo>
                      <a:lnTo>
                        <a:pt x="69" y="189"/>
                      </a:lnTo>
                      <a:lnTo>
                        <a:pt x="72" y="189"/>
                      </a:lnTo>
                      <a:lnTo>
                        <a:pt x="72" y="188"/>
                      </a:lnTo>
                      <a:lnTo>
                        <a:pt x="73" y="189"/>
                      </a:lnTo>
                      <a:lnTo>
                        <a:pt x="77" y="189"/>
                      </a:lnTo>
                      <a:lnTo>
                        <a:pt x="80" y="188"/>
                      </a:lnTo>
                      <a:lnTo>
                        <a:pt x="85" y="188"/>
                      </a:lnTo>
                      <a:lnTo>
                        <a:pt x="88" y="191"/>
                      </a:lnTo>
                      <a:lnTo>
                        <a:pt x="89" y="193"/>
                      </a:lnTo>
                      <a:lnTo>
                        <a:pt x="88" y="196"/>
                      </a:lnTo>
                      <a:lnTo>
                        <a:pt x="89" y="196"/>
                      </a:lnTo>
                      <a:lnTo>
                        <a:pt x="88" y="196"/>
                      </a:lnTo>
                      <a:lnTo>
                        <a:pt x="88" y="197"/>
                      </a:lnTo>
                      <a:lnTo>
                        <a:pt x="91" y="197"/>
                      </a:lnTo>
                      <a:lnTo>
                        <a:pt x="95" y="196"/>
                      </a:lnTo>
                      <a:lnTo>
                        <a:pt x="95" y="199"/>
                      </a:lnTo>
                      <a:lnTo>
                        <a:pt x="97" y="202"/>
                      </a:lnTo>
                      <a:lnTo>
                        <a:pt x="99" y="207"/>
                      </a:lnTo>
                      <a:lnTo>
                        <a:pt x="99" y="208"/>
                      </a:lnTo>
                      <a:lnTo>
                        <a:pt x="99" y="210"/>
                      </a:lnTo>
                      <a:lnTo>
                        <a:pt x="97" y="211"/>
                      </a:lnTo>
                      <a:lnTo>
                        <a:pt x="99" y="211"/>
                      </a:lnTo>
                      <a:lnTo>
                        <a:pt x="100" y="211"/>
                      </a:lnTo>
                      <a:lnTo>
                        <a:pt x="102" y="214"/>
                      </a:lnTo>
                      <a:lnTo>
                        <a:pt x="103" y="214"/>
                      </a:lnTo>
                      <a:lnTo>
                        <a:pt x="107" y="214"/>
                      </a:lnTo>
                      <a:lnTo>
                        <a:pt x="112" y="216"/>
                      </a:lnTo>
                      <a:lnTo>
                        <a:pt x="112" y="218"/>
                      </a:lnTo>
                      <a:lnTo>
                        <a:pt x="115" y="21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2" name="Freeform 842"/>
                <p:cNvSpPr>
                  <a:spLocks/>
                </p:cNvSpPr>
                <p:nvPr/>
              </p:nvSpPr>
              <p:spPr bwMode="auto">
                <a:xfrm>
                  <a:off x="6150558" y="3477228"/>
                  <a:ext cx="354636" cy="292715"/>
                </a:xfrm>
                <a:custGeom>
                  <a:avLst/>
                  <a:gdLst/>
                  <a:ahLst/>
                  <a:cxnLst>
                    <a:cxn ang="0">
                      <a:pos x="174" y="13"/>
                    </a:cxn>
                    <a:cxn ang="0">
                      <a:pos x="182" y="13"/>
                    </a:cxn>
                    <a:cxn ang="0">
                      <a:pos x="185" y="20"/>
                    </a:cxn>
                    <a:cxn ang="0">
                      <a:pos x="178" y="28"/>
                    </a:cxn>
                    <a:cxn ang="0">
                      <a:pos x="155" y="32"/>
                    </a:cxn>
                    <a:cxn ang="0">
                      <a:pos x="145" y="38"/>
                    </a:cxn>
                    <a:cxn ang="0">
                      <a:pos x="149" y="55"/>
                    </a:cxn>
                    <a:cxn ang="0">
                      <a:pos x="147" y="72"/>
                    </a:cxn>
                    <a:cxn ang="0">
                      <a:pos x="132" y="76"/>
                    </a:cxn>
                    <a:cxn ang="0">
                      <a:pos x="133" y="82"/>
                    </a:cxn>
                    <a:cxn ang="0">
                      <a:pos x="130" y="91"/>
                    </a:cxn>
                    <a:cxn ang="0">
                      <a:pos x="126" y="99"/>
                    </a:cxn>
                    <a:cxn ang="0">
                      <a:pos x="124" y="106"/>
                    </a:cxn>
                    <a:cxn ang="0">
                      <a:pos x="120" y="112"/>
                    </a:cxn>
                    <a:cxn ang="0">
                      <a:pos x="114" y="114"/>
                    </a:cxn>
                    <a:cxn ang="0">
                      <a:pos x="109" y="115"/>
                    </a:cxn>
                    <a:cxn ang="0">
                      <a:pos x="103" y="122"/>
                    </a:cxn>
                    <a:cxn ang="0">
                      <a:pos x="94" y="125"/>
                    </a:cxn>
                    <a:cxn ang="0">
                      <a:pos x="88" y="130"/>
                    </a:cxn>
                    <a:cxn ang="0">
                      <a:pos x="88" y="140"/>
                    </a:cxn>
                    <a:cxn ang="0">
                      <a:pos x="88" y="149"/>
                    </a:cxn>
                    <a:cxn ang="0">
                      <a:pos x="73" y="152"/>
                    </a:cxn>
                    <a:cxn ang="0">
                      <a:pos x="60" y="154"/>
                    </a:cxn>
                    <a:cxn ang="0">
                      <a:pos x="34" y="156"/>
                    </a:cxn>
                    <a:cxn ang="0">
                      <a:pos x="26" y="134"/>
                    </a:cxn>
                    <a:cxn ang="0">
                      <a:pos x="23" y="120"/>
                    </a:cxn>
                    <a:cxn ang="0">
                      <a:pos x="8" y="112"/>
                    </a:cxn>
                    <a:cxn ang="0">
                      <a:pos x="3" y="96"/>
                    </a:cxn>
                    <a:cxn ang="0">
                      <a:pos x="7" y="87"/>
                    </a:cxn>
                    <a:cxn ang="0">
                      <a:pos x="1" y="78"/>
                    </a:cxn>
                    <a:cxn ang="0">
                      <a:pos x="1" y="72"/>
                    </a:cxn>
                    <a:cxn ang="0">
                      <a:pos x="7" y="66"/>
                    </a:cxn>
                    <a:cxn ang="0">
                      <a:pos x="5" y="61"/>
                    </a:cxn>
                    <a:cxn ang="0">
                      <a:pos x="7" y="53"/>
                    </a:cxn>
                    <a:cxn ang="0">
                      <a:pos x="11" y="53"/>
                    </a:cxn>
                    <a:cxn ang="0">
                      <a:pos x="18" y="53"/>
                    </a:cxn>
                    <a:cxn ang="0">
                      <a:pos x="23" y="58"/>
                    </a:cxn>
                    <a:cxn ang="0">
                      <a:pos x="30" y="57"/>
                    </a:cxn>
                    <a:cxn ang="0">
                      <a:pos x="34" y="51"/>
                    </a:cxn>
                    <a:cxn ang="0">
                      <a:pos x="44" y="46"/>
                    </a:cxn>
                    <a:cxn ang="0">
                      <a:pos x="49" y="42"/>
                    </a:cxn>
                    <a:cxn ang="0">
                      <a:pos x="53" y="31"/>
                    </a:cxn>
                    <a:cxn ang="0">
                      <a:pos x="52" y="25"/>
                    </a:cxn>
                    <a:cxn ang="0">
                      <a:pos x="58" y="23"/>
                    </a:cxn>
                    <a:cxn ang="0">
                      <a:pos x="68" y="19"/>
                    </a:cxn>
                    <a:cxn ang="0">
                      <a:pos x="75" y="20"/>
                    </a:cxn>
                    <a:cxn ang="0">
                      <a:pos x="84" y="23"/>
                    </a:cxn>
                    <a:cxn ang="0">
                      <a:pos x="91" y="21"/>
                    </a:cxn>
                    <a:cxn ang="0">
                      <a:pos x="101" y="25"/>
                    </a:cxn>
                    <a:cxn ang="0">
                      <a:pos x="107" y="21"/>
                    </a:cxn>
                    <a:cxn ang="0">
                      <a:pos x="111" y="23"/>
                    </a:cxn>
                    <a:cxn ang="0">
                      <a:pos x="116" y="19"/>
                    </a:cxn>
                    <a:cxn ang="0">
                      <a:pos x="120" y="15"/>
                    </a:cxn>
                    <a:cxn ang="0">
                      <a:pos x="124" y="16"/>
                    </a:cxn>
                    <a:cxn ang="0">
                      <a:pos x="126" y="8"/>
                    </a:cxn>
                    <a:cxn ang="0">
                      <a:pos x="130" y="0"/>
                    </a:cxn>
                    <a:cxn ang="0">
                      <a:pos x="139" y="2"/>
                    </a:cxn>
                    <a:cxn ang="0">
                      <a:pos x="139" y="10"/>
                    </a:cxn>
                    <a:cxn ang="0">
                      <a:pos x="143" y="16"/>
                    </a:cxn>
                    <a:cxn ang="0">
                      <a:pos x="145" y="28"/>
                    </a:cxn>
                    <a:cxn ang="0">
                      <a:pos x="151" y="31"/>
                    </a:cxn>
                    <a:cxn ang="0">
                      <a:pos x="159" y="25"/>
                    </a:cxn>
                    <a:cxn ang="0">
                      <a:pos x="164" y="19"/>
                    </a:cxn>
                  </a:cxnLst>
                  <a:rect l="0" t="0" r="r" b="b"/>
                  <a:pathLst>
                    <a:path w="189" h="156">
                      <a:moveTo>
                        <a:pt x="164" y="19"/>
                      </a:moveTo>
                      <a:lnTo>
                        <a:pt x="170" y="15"/>
                      </a:lnTo>
                      <a:lnTo>
                        <a:pt x="174" y="13"/>
                      </a:lnTo>
                      <a:lnTo>
                        <a:pt x="175" y="17"/>
                      </a:lnTo>
                      <a:lnTo>
                        <a:pt x="181" y="16"/>
                      </a:lnTo>
                      <a:lnTo>
                        <a:pt x="182" y="13"/>
                      </a:lnTo>
                      <a:lnTo>
                        <a:pt x="189" y="13"/>
                      </a:lnTo>
                      <a:lnTo>
                        <a:pt x="189" y="16"/>
                      </a:lnTo>
                      <a:lnTo>
                        <a:pt x="185" y="20"/>
                      </a:lnTo>
                      <a:lnTo>
                        <a:pt x="188" y="20"/>
                      </a:lnTo>
                      <a:lnTo>
                        <a:pt x="183" y="25"/>
                      </a:lnTo>
                      <a:lnTo>
                        <a:pt x="178" y="28"/>
                      </a:lnTo>
                      <a:lnTo>
                        <a:pt x="163" y="31"/>
                      </a:lnTo>
                      <a:lnTo>
                        <a:pt x="160" y="29"/>
                      </a:lnTo>
                      <a:lnTo>
                        <a:pt x="155" y="32"/>
                      </a:lnTo>
                      <a:lnTo>
                        <a:pt x="152" y="35"/>
                      </a:lnTo>
                      <a:lnTo>
                        <a:pt x="148" y="35"/>
                      </a:lnTo>
                      <a:lnTo>
                        <a:pt x="145" y="38"/>
                      </a:lnTo>
                      <a:lnTo>
                        <a:pt x="143" y="40"/>
                      </a:lnTo>
                      <a:lnTo>
                        <a:pt x="149" y="50"/>
                      </a:lnTo>
                      <a:lnTo>
                        <a:pt x="149" y="55"/>
                      </a:lnTo>
                      <a:lnTo>
                        <a:pt x="143" y="65"/>
                      </a:lnTo>
                      <a:lnTo>
                        <a:pt x="147" y="68"/>
                      </a:lnTo>
                      <a:lnTo>
                        <a:pt x="147" y="72"/>
                      </a:lnTo>
                      <a:lnTo>
                        <a:pt x="143" y="77"/>
                      </a:lnTo>
                      <a:lnTo>
                        <a:pt x="137" y="77"/>
                      </a:lnTo>
                      <a:lnTo>
                        <a:pt x="132" y="76"/>
                      </a:lnTo>
                      <a:lnTo>
                        <a:pt x="129" y="78"/>
                      </a:lnTo>
                      <a:lnTo>
                        <a:pt x="130" y="81"/>
                      </a:lnTo>
                      <a:lnTo>
                        <a:pt x="133" y="82"/>
                      </a:lnTo>
                      <a:lnTo>
                        <a:pt x="135" y="87"/>
                      </a:lnTo>
                      <a:lnTo>
                        <a:pt x="135" y="89"/>
                      </a:lnTo>
                      <a:lnTo>
                        <a:pt x="130" y="91"/>
                      </a:lnTo>
                      <a:lnTo>
                        <a:pt x="128" y="92"/>
                      </a:lnTo>
                      <a:lnTo>
                        <a:pt x="126" y="93"/>
                      </a:lnTo>
                      <a:lnTo>
                        <a:pt x="126" y="99"/>
                      </a:lnTo>
                      <a:lnTo>
                        <a:pt x="125" y="101"/>
                      </a:lnTo>
                      <a:lnTo>
                        <a:pt x="125" y="104"/>
                      </a:lnTo>
                      <a:lnTo>
                        <a:pt x="124" y="106"/>
                      </a:lnTo>
                      <a:lnTo>
                        <a:pt x="125" y="111"/>
                      </a:lnTo>
                      <a:lnTo>
                        <a:pt x="122" y="116"/>
                      </a:lnTo>
                      <a:lnTo>
                        <a:pt x="120" y="112"/>
                      </a:lnTo>
                      <a:lnTo>
                        <a:pt x="118" y="112"/>
                      </a:lnTo>
                      <a:lnTo>
                        <a:pt x="118" y="114"/>
                      </a:lnTo>
                      <a:lnTo>
                        <a:pt x="114" y="114"/>
                      </a:lnTo>
                      <a:lnTo>
                        <a:pt x="113" y="114"/>
                      </a:lnTo>
                      <a:lnTo>
                        <a:pt x="109" y="114"/>
                      </a:lnTo>
                      <a:lnTo>
                        <a:pt x="109" y="115"/>
                      </a:lnTo>
                      <a:lnTo>
                        <a:pt x="103" y="119"/>
                      </a:lnTo>
                      <a:lnTo>
                        <a:pt x="105" y="120"/>
                      </a:lnTo>
                      <a:lnTo>
                        <a:pt x="103" y="122"/>
                      </a:lnTo>
                      <a:lnTo>
                        <a:pt x="98" y="125"/>
                      </a:lnTo>
                      <a:lnTo>
                        <a:pt x="97" y="123"/>
                      </a:lnTo>
                      <a:lnTo>
                        <a:pt x="94" y="125"/>
                      </a:lnTo>
                      <a:lnTo>
                        <a:pt x="92" y="126"/>
                      </a:lnTo>
                      <a:lnTo>
                        <a:pt x="91" y="129"/>
                      </a:lnTo>
                      <a:lnTo>
                        <a:pt x="88" y="130"/>
                      </a:lnTo>
                      <a:lnTo>
                        <a:pt x="87" y="131"/>
                      </a:lnTo>
                      <a:lnTo>
                        <a:pt x="87" y="135"/>
                      </a:lnTo>
                      <a:lnTo>
                        <a:pt x="88" y="140"/>
                      </a:lnTo>
                      <a:lnTo>
                        <a:pt x="88" y="144"/>
                      </a:lnTo>
                      <a:lnTo>
                        <a:pt x="90" y="146"/>
                      </a:lnTo>
                      <a:lnTo>
                        <a:pt x="88" y="149"/>
                      </a:lnTo>
                      <a:lnTo>
                        <a:pt x="83" y="150"/>
                      </a:lnTo>
                      <a:lnTo>
                        <a:pt x="77" y="150"/>
                      </a:lnTo>
                      <a:lnTo>
                        <a:pt x="73" y="152"/>
                      </a:lnTo>
                      <a:lnTo>
                        <a:pt x="67" y="152"/>
                      </a:lnTo>
                      <a:lnTo>
                        <a:pt x="61" y="153"/>
                      </a:lnTo>
                      <a:lnTo>
                        <a:pt x="60" y="154"/>
                      </a:lnTo>
                      <a:lnTo>
                        <a:pt x="54" y="154"/>
                      </a:lnTo>
                      <a:lnTo>
                        <a:pt x="50" y="156"/>
                      </a:lnTo>
                      <a:lnTo>
                        <a:pt x="34" y="156"/>
                      </a:lnTo>
                      <a:lnTo>
                        <a:pt x="14" y="150"/>
                      </a:lnTo>
                      <a:lnTo>
                        <a:pt x="25" y="135"/>
                      </a:lnTo>
                      <a:lnTo>
                        <a:pt x="26" y="134"/>
                      </a:lnTo>
                      <a:lnTo>
                        <a:pt x="25" y="129"/>
                      </a:lnTo>
                      <a:lnTo>
                        <a:pt x="25" y="125"/>
                      </a:lnTo>
                      <a:lnTo>
                        <a:pt x="23" y="120"/>
                      </a:lnTo>
                      <a:lnTo>
                        <a:pt x="10" y="119"/>
                      </a:lnTo>
                      <a:lnTo>
                        <a:pt x="10" y="115"/>
                      </a:lnTo>
                      <a:lnTo>
                        <a:pt x="8" y="112"/>
                      </a:lnTo>
                      <a:lnTo>
                        <a:pt x="10" y="110"/>
                      </a:lnTo>
                      <a:lnTo>
                        <a:pt x="7" y="103"/>
                      </a:lnTo>
                      <a:lnTo>
                        <a:pt x="3" y="96"/>
                      </a:lnTo>
                      <a:lnTo>
                        <a:pt x="4" y="92"/>
                      </a:lnTo>
                      <a:lnTo>
                        <a:pt x="8" y="87"/>
                      </a:lnTo>
                      <a:lnTo>
                        <a:pt x="7" y="87"/>
                      </a:lnTo>
                      <a:lnTo>
                        <a:pt x="3" y="85"/>
                      </a:lnTo>
                      <a:lnTo>
                        <a:pt x="3" y="82"/>
                      </a:lnTo>
                      <a:lnTo>
                        <a:pt x="1" y="78"/>
                      </a:lnTo>
                      <a:lnTo>
                        <a:pt x="1" y="77"/>
                      </a:lnTo>
                      <a:lnTo>
                        <a:pt x="4" y="73"/>
                      </a:lnTo>
                      <a:lnTo>
                        <a:pt x="1" y="72"/>
                      </a:lnTo>
                      <a:lnTo>
                        <a:pt x="0" y="70"/>
                      </a:lnTo>
                      <a:lnTo>
                        <a:pt x="3" y="69"/>
                      </a:lnTo>
                      <a:lnTo>
                        <a:pt x="7" y="66"/>
                      </a:lnTo>
                      <a:lnTo>
                        <a:pt x="7" y="65"/>
                      </a:lnTo>
                      <a:lnTo>
                        <a:pt x="7" y="63"/>
                      </a:lnTo>
                      <a:lnTo>
                        <a:pt x="5" y="61"/>
                      </a:lnTo>
                      <a:lnTo>
                        <a:pt x="7" y="59"/>
                      </a:lnTo>
                      <a:lnTo>
                        <a:pt x="5" y="57"/>
                      </a:lnTo>
                      <a:lnTo>
                        <a:pt x="7" y="53"/>
                      </a:lnTo>
                      <a:lnTo>
                        <a:pt x="5" y="53"/>
                      </a:lnTo>
                      <a:lnTo>
                        <a:pt x="7" y="53"/>
                      </a:lnTo>
                      <a:lnTo>
                        <a:pt x="11" y="53"/>
                      </a:lnTo>
                      <a:lnTo>
                        <a:pt x="12" y="55"/>
                      </a:lnTo>
                      <a:lnTo>
                        <a:pt x="15" y="55"/>
                      </a:lnTo>
                      <a:lnTo>
                        <a:pt x="18" y="53"/>
                      </a:lnTo>
                      <a:lnTo>
                        <a:pt x="19" y="53"/>
                      </a:lnTo>
                      <a:lnTo>
                        <a:pt x="23" y="55"/>
                      </a:lnTo>
                      <a:lnTo>
                        <a:pt x="23" y="58"/>
                      </a:lnTo>
                      <a:lnTo>
                        <a:pt x="25" y="59"/>
                      </a:lnTo>
                      <a:lnTo>
                        <a:pt x="26" y="57"/>
                      </a:lnTo>
                      <a:lnTo>
                        <a:pt x="30" y="57"/>
                      </a:lnTo>
                      <a:lnTo>
                        <a:pt x="33" y="54"/>
                      </a:lnTo>
                      <a:lnTo>
                        <a:pt x="33" y="53"/>
                      </a:lnTo>
                      <a:lnTo>
                        <a:pt x="34" y="51"/>
                      </a:lnTo>
                      <a:lnTo>
                        <a:pt x="34" y="48"/>
                      </a:lnTo>
                      <a:lnTo>
                        <a:pt x="38" y="46"/>
                      </a:lnTo>
                      <a:lnTo>
                        <a:pt x="44" y="46"/>
                      </a:lnTo>
                      <a:lnTo>
                        <a:pt x="45" y="44"/>
                      </a:lnTo>
                      <a:lnTo>
                        <a:pt x="46" y="42"/>
                      </a:lnTo>
                      <a:lnTo>
                        <a:pt x="49" y="42"/>
                      </a:lnTo>
                      <a:lnTo>
                        <a:pt x="50" y="38"/>
                      </a:lnTo>
                      <a:lnTo>
                        <a:pt x="50" y="35"/>
                      </a:lnTo>
                      <a:lnTo>
                        <a:pt x="53" y="31"/>
                      </a:lnTo>
                      <a:lnTo>
                        <a:pt x="53" y="28"/>
                      </a:lnTo>
                      <a:lnTo>
                        <a:pt x="52" y="27"/>
                      </a:lnTo>
                      <a:lnTo>
                        <a:pt x="52" y="25"/>
                      </a:lnTo>
                      <a:lnTo>
                        <a:pt x="53" y="24"/>
                      </a:lnTo>
                      <a:lnTo>
                        <a:pt x="54" y="23"/>
                      </a:lnTo>
                      <a:lnTo>
                        <a:pt x="58" y="23"/>
                      </a:lnTo>
                      <a:lnTo>
                        <a:pt x="60" y="23"/>
                      </a:lnTo>
                      <a:lnTo>
                        <a:pt x="64" y="19"/>
                      </a:lnTo>
                      <a:lnTo>
                        <a:pt x="68" y="19"/>
                      </a:lnTo>
                      <a:lnTo>
                        <a:pt x="71" y="20"/>
                      </a:lnTo>
                      <a:lnTo>
                        <a:pt x="73" y="19"/>
                      </a:lnTo>
                      <a:lnTo>
                        <a:pt x="75" y="20"/>
                      </a:lnTo>
                      <a:lnTo>
                        <a:pt x="79" y="19"/>
                      </a:lnTo>
                      <a:lnTo>
                        <a:pt x="82" y="20"/>
                      </a:lnTo>
                      <a:lnTo>
                        <a:pt x="84" y="23"/>
                      </a:lnTo>
                      <a:lnTo>
                        <a:pt x="86" y="23"/>
                      </a:lnTo>
                      <a:lnTo>
                        <a:pt x="88" y="21"/>
                      </a:lnTo>
                      <a:lnTo>
                        <a:pt x="91" y="21"/>
                      </a:lnTo>
                      <a:lnTo>
                        <a:pt x="94" y="25"/>
                      </a:lnTo>
                      <a:lnTo>
                        <a:pt x="97" y="25"/>
                      </a:lnTo>
                      <a:lnTo>
                        <a:pt x="101" y="25"/>
                      </a:lnTo>
                      <a:lnTo>
                        <a:pt x="103" y="23"/>
                      </a:lnTo>
                      <a:lnTo>
                        <a:pt x="105" y="21"/>
                      </a:lnTo>
                      <a:lnTo>
                        <a:pt x="107" y="21"/>
                      </a:lnTo>
                      <a:lnTo>
                        <a:pt x="109" y="19"/>
                      </a:lnTo>
                      <a:lnTo>
                        <a:pt x="110" y="20"/>
                      </a:lnTo>
                      <a:lnTo>
                        <a:pt x="111" y="23"/>
                      </a:lnTo>
                      <a:lnTo>
                        <a:pt x="117" y="23"/>
                      </a:lnTo>
                      <a:lnTo>
                        <a:pt x="117" y="20"/>
                      </a:lnTo>
                      <a:lnTo>
                        <a:pt x="116" y="19"/>
                      </a:lnTo>
                      <a:lnTo>
                        <a:pt x="116" y="17"/>
                      </a:lnTo>
                      <a:lnTo>
                        <a:pt x="118" y="16"/>
                      </a:lnTo>
                      <a:lnTo>
                        <a:pt x="120" y="15"/>
                      </a:lnTo>
                      <a:lnTo>
                        <a:pt x="121" y="15"/>
                      </a:lnTo>
                      <a:lnTo>
                        <a:pt x="121" y="16"/>
                      </a:lnTo>
                      <a:lnTo>
                        <a:pt x="124" y="16"/>
                      </a:lnTo>
                      <a:lnTo>
                        <a:pt x="126" y="13"/>
                      </a:lnTo>
                      <a:lnTo>
                        <a:pt x="125" y="9"/>
                      </a:lnTo>
                      <a:lnTo>
                        <a:pt x="126" y="8"/>
                      </a:lnTo>
                      <a:lnTo>
                        <a:pt x="128" y="5"/>
                      </a:lnTo>
                      <a:lnTo>
                        <a:pt x="129" y="1"/>
                      </a:lnTo>
                      <a:lnTo>
                        <a:pt x="130" y="0"/>
                      </a:lnTo>
                      <a:lnTo>
                        <a:pt x="133" y="0"/>
                      </a:lnTo>
                      <a:lnTo>
                        <a:pt x="136" y="1"/>
                      </a:lnTo>
                      <a:lnTo>
                        <a:pt x="139" y="2"/>
                      </a:lnTo>
                      <a:lnTo>
                        <a:pt x="139" y="4"/>
                      </a:lnTo>
                      <a:lnTo>
                        <a:pt x="139" y="8"/>
                      </a:lnTo>
                      <a:lnTo>
                        <a:pt x="139" y="10"/>
                      </a:lnTo>
                      <a:lnTo>
                        <a:pt x="141" y="10"/>
                      </a:lnTo>
                      <a:lnTo>
                        <a:pt x="143" y="13"/>
                      </a:lnTo>
                      <a:lnTo>
                        <a:pt x="143" y="16"/>
                      </a:lnTo>
                      <a:lnTo>
                        <a:pt x="143" y="19"/>
                      </a:lnTo>
                      <a:lnTo>
                        <a:pt x="143" y="25"/>
                      </a:lnTo>
                      <a:lnTo>
                        <a:pt x="145" y="28"/>
                      </a:lnTo>
                      <a:lnTo>
                        <a:pt x="145" y="29"/>
                      </a:lnTo>
                      <a:lnTo>
                        <a:pt x="148" y="31"/>
                      </a:lnTo>
                      <a:lnTo>
                        <a:pt x="151" y="31"/>
                      </a:lnTo>
                      <a:lnTo>
                        <a:pt x="154" y="28"/>
                      </a:lnTo>
                      <a:lnTo>
                        <a:pt x="154" y="27"/>
                      </a:lnTo>
                      <a:lnTo>
                        <a:pt x="159" y="25"/>
                      </a:lnTo>
                      <a:lnTo>
                        <a:pt x="162" y="23"/>
                      </a:lnTo>
                      <a:lnTo>
                        <a:pt x="162" y="20"/>
                      </a:lnTo>
                      <a:lnTo>
                        <a:pt x="164" y="1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3" name="Freeform 844"/>
                <p:cNvSpPr>
                  <a:spLocks noEditPoints="1"/>
                </p:cNvSpPr>
                <p:nvPr/>
              </p:nvSpPr>
              <p:spPr bwMode="auto">
                <a:xfrm>
                  <a:off x="5715238" y="3381532"/>
                  <a:ext cx="148235" cy="120088"/>
                </a:xfrm>
                <a:custGeom>
                  <a:avLst/>
                  <a:gdLst/>
                  <a:ahLst/>
                  <a:cxnLst>
                    <a:cxn ang="0">
                      <a:pos x="1" y="11"/>
                    </a:cxn>
                    <a:cxn ang="0">
                      <a:pos x="15" y="13"/>
                    </a:cxn>
                    <a:cxn ang="0">
                      <a:pos x="24" y="17"/>
                    </a:cxn>
                    <a:cxn ang="0">
                      <a:pos x="24" y="8"/>
                    </a:cxn>
                    <a:cxn ang="0">
                      <a:pos x="21" y="0"/>
                    </a:cxn>
                    <a:cxn ang="0">
                      <a:pos x="32" y="6"/>
                    </a:cxn>
                    <a:cxn ang="0">
                      <a:pos x="40" y="10"/>
                    </a:cxn>
                    <a:cxn ang="0">
                      <a:pos x="46" y="6"/>
                    </a:cxn>
                    <a:cxn ang="0">
                      <a:pos x="54" y="2"/>
                    </a:cxn>
                    <a:cxn ang="0">
                      <a:pos x="58" y="10"/>
                    </a:cxn>
                    <a:cxn ang="0">
                      <a:pos x="65" y="18"/>
                    </a:cxn>
                    <a:cxn ang="0">
                      <a:pos x="69" y="22"/>
                    </a:cxn>
                    <a:cxn ang="0">
                      <a:pos x="76" y="23"/>
                    </a:cxn>
                    <a:cxn ang="0">
                      <a:pos x="76" y="26"/>
                    </a:cxn>
                    <a:cxn ang="0">
                      <a:pos x="70" y="27"/>
                    </a:cxn>
                    <a:cxn ang="0">
                      <a:pos x="66" y="36"/>
                    </a:cxn>
                    <a:cxn ang="0">
                      <a:pos x="65" y="40"/>
                    </a:cxn>
                    <a:cxn ang="0">
                      <a:pos x="66" y="44"/>
                    </a:cxn>
                    <a:cxn ang="0">
                      <a:pos x="65" y="48"/>
                    </a:cxn>
                    <a:cxn ang="0">
                      <a:pos x="64" y="55"/>
                    </a:cxn>
                    <a:cxn ang="0">
                      <a:pos x="64" y="49"/>
                    </a:cxn>
                    <a:cxn ang="0">
                      <a:pos x="61" y="49"/>
                    </a:cxn>
                    <a:cxn ang="0">
                      <a:pos x="61" y="55"/>
                    </a:cxn>
                    <a:cxn ang="0">
                      <a:pos x="61" y="57"/>
                    </a:cxn>
                    <a:cxn ang="0">
                      <a:pos x="60" y="64"/>
                    </a:cxn>
                    <a:cxn ang="0">
                      <a:pos x="57" y="61"/>
                    </a:cxn>
                    <a:cxn ang="0">
                      <a:pos x="50" y="56"/>
                    </a:cxn>
                    <a:cxn ang="0">
                      <a:pos x="51" y="51"/>
                    </a:cxn>
                    <a:cxn ang="0">
                      <a:pos x="53" y="48"/>
                    </a:cxn>
                    <a:cxn ang="0">
                      <a:pos x="49" y="44"/>
                    </a:cxn>
                    <a:cxn ang="0">
                      <a:pos x="47" y="42"/>
                    </a:cxn>
                    <a:cxn ang="0">
                      <a:pos x="43" y="44"/>
                    </a:cxn>
                    <a:cxn ang="0">
                      <a:pos x="39" y="48"/>
                    </a:cxn>
                    <a:cxn ang="0">
                      <a:pos x="35" y="52"/>
                    </a:cxn>
                    <a:cxn ang="0">
                      <a:pos x="32" y="53"/>
                    </a:cxn>
                    <a:cxn ang="0">
                      <a:pos x="30" y="56"/>
                    </a:cxn>
                    <a:cxn ang="0">
                      <a:pos x="28" y="55"/>
                    </a:cxn>
                    <a:cxn ang="0">
                      <a:pos x="30" y="51"/>
                    </a:cxn>
                    <a:cxn ang="0">
                      <a:pos x="31" y="46"/>
                    </a:cxn>
                    <a:cxn ang="0">
                      <a:pos x="23" y="42"/>
                    </a:cxn>
                    <a:cxn ang="0">
                      <a:pos x="15" y="34"/>
                    </a:cxn>
                    <a:cxn ang="0">
                      <a:pos x="16" y="30"/>
                    </a:cxn>
                    <a:cxn ang="0">
                      <a:pos x="11" y="22"/>
                    </a:cxn>
                    <a:cxn ang="0">
                      <a:pos x="9" y="17"/>
                    </a:cxn>
                    <a:cxn ang="0">
                      <a:pos x="1" y="13"/>
                    </a:cxn>
                    <a:cxn ang="0">
                      <a:pos x="24" y="56"/>
                    </a:cxn>
                    <a:cxn ang="0">
                      <a:pos x="15" y="45"/>
                    </a:cxn>
                    <a:cxn ang="0">
                      <a:pos x="11" y="40"/>
                    </a:cxn>
                    <a:cxn ang="0">
                      <a:pos x="5" y="38"/>
                    </a:cxn>
                    <a:cxn ang="0">
                      <a:pos x="0" y="40"/>
                    </a:cxn>
                    <a:cxn ang="0">
                      <a:pos x="1" y="41"/>
                    </a:cxn>
                    <a:cxn ang="0">
                      <a:pos x="5" y="42"/>
                    </a:cxn>
                    <a:cxn ang="0">
                      <a:pos x="5" y="48"/>
                    </a:cxn>
                    <a:cxn ang="0">
                      <a:pos x="12" y="53"/>
                    </a:cxn>
                    <a:cxn ang="0">
                      <a:pos x="20" y="56"/>
                    </a:cxn>
                    <a:cxn ang="0">
                      <a:pos x="24" y="56"/>
                    </a:cxn>
                  </a:cxnLst>
                  <a:rect l="0" t="0" r="r" b="b"/>
                  <a:pathLst>
                    <a:path w="79" h="64">
                      <a:moveTo>
                        <a:pt x="1" y="13"/>
                      </a:moveTo>
                      <a:lnTo>
                        <a:pt x="1" y="11"/>
                      </a:lnTo>
                      <a:lnTo>
                        <a:pt x="7" y="8"/>
                      </a:lnTo>
                      <a:lnTo>
                        <a:pt x="15" y="13"/>
                      </a:lnTo>
                      <a:lnTo>
                        <a:pt x="20" y="14"/>
                      </a:lnTo>
                      <a:lnTo>
                        <a:pt x="24" y="17"/>
                      </a:lnTo>
                      <a:lnTo>
                        <a:pt x="26" y="11"/>
                      </a:lnTo>
                      <a:lnTo>
                        <a:pt x="24" y="8"/>
                      </a:lnTo>
                      <a:lnTo>
                        <a:pt x="20" y="6"/>
                      </a:lnTo>
                      <a:lnTo>
                        <a:pt x="21" y="0"/>
                      </a:lnTo>
                      <a:lnTo>
                        <a:pt x="26" y="2"/>
                      </a:lnTo>
                      <a:lnTo>
                        <a:pt x="32" y="6"/>
                      </a:lnTo>
                      <a:lnTo>
                        <a:pt x="34" y="10"/>
                      </a:lnTo>
                      <a:lnTo>
                        <a:pt x="40" y="10"/>
                      </a:lnTo>
                      <a:lnTo>
                        <a:pt x="42" y="8"/>
                      </a:lnTo>
                      <a:lnTo>
                        <a:pt x="46" y="6"/>
                      </a:lnTo>
                      <a:lnTo>
                        <a:pt x="51" y="0"/>
                      </a:lnTo>
                      <a:lnTo>
                        <a:pt x="54" y="2"/>
                      </a:lnTo>
                      <a:lnTo>
                        <a:pt x="58" y="7"/>
                      </a:lnTo>
                      <a:lnTo>
                        <a:pt x="58" y="10"/>
                      </a:lnTo>
                      <a:lnTo>
                        <a:pt x="61" y="14"/>
                      </a:lnTo>
                      <a:lnTo>
                        <a:pt x="65" y="18"/>
                      </a:lnTo>
                      <a:lnTo>
                        <a:pt x="65" y="21"/>
                      </a:lnTo>
                      <a:lnTo>
                        <a:pt x="69" y="22"/>
                      </a:lnTo>
                      <a:lnTo>
                        <a:pt x="72" y="22"/>
                      </a:lnTo>
                      <a:lnTo>
                        <a:pt x="76" y="23"/>
                      </a:lnTo>
                      <a:lnTo>
                        <a:pt x="79" y="27"/>
                      </a:lnTo>
                      <a:lnTo>
                        <a:pt x="76" y="26"/>
                      </a:lnTo>
                      <a:lnTo>
                        <a:pt x="74" y="27"/>
                      </a:lnTo>
                      <a:lnTo>
                        <a:pt x="70" y="27"/>
                      </a:lnTo>
                      <a:lnTo>
                        <a:pt x="66" y="32"/>
                      </a:lnTo>
                      <a:lnTo>
                        <a:pt x="66" y="36"/>
                      </a:lnTo>
                      <a:lnTo>
                        <a:pt x="66" y="38"/>
                      </a:lnTo>
                      <a:lnTo>
                        <a:pt x="65" y="40"/>
                      </a:lnTo>
                      <a:lnTo>
                        <a:pt x="65" y="42"/>
                      </a:lnTo>
                      <a:lnTo>
                        <a:pt x="66" y="44"/>
                      </a:lnTo>
                      <a:lnTo>
                        <a:pt x="66" y="46"/>
                      </a:lnTo>
                      <a:lnTo>
                        <a:pt x="65" y="48"/>
                      </a:lnTo>
                      <a:lnTo>
                        <a:pt x="65" y="52"/>
                      </a:lnTo>
                      <a:lnTo>
                        <a:pt x="64" y="55"/>
                      </a:lnTo>
                      <a:lnTo>
                        <a:pt x="64" y="53"/>
                      </a:lnTo>
                      <a:lnTo>
                        <a:pt x="64" y="49"/>
                      </a:lnTo>
                      <a:lnTo>
                        <a:pt x="62" y="48"/>
                      </a:lnTo>
                      <a:lnTo>
                        <a:pt x="61" y="49"/>
                      </a:lnTo>
                      <a:lnTo>
                        <a:pt x="60" y="51"/>
                      </a:lnTo>
                      <a:lnTo>
                        <a:pt x="61" y="55"/>
                      </a:lnTo>
                      <a:lnTo>
                        <a:pt x="61" y="57"/>
                      </a:lnTo>
                      <a:lnTo>
                        <a:pt x="61" y="57"/>
                      </a:lnTo>
                      <a:lnTo>
                        <a:pt x="61" y="63"/>
                      </a:lnTo>
                      <a:lnTo>
                        <a:pt x="60" y="64"/>
                      </a:lnTo>
                      <a:lnTo>
                        <a:pt x="58" y="64"/>
                      </a:lnTo>
                      <a:lnTo>
                        <a:pt x="57" y="61"/>
                      </a:lnTo>
                      <a:lnTo>
                        <a:pt x="54" y="61"/>
                      </a:lnTo>
                      <a:lnTo>
                        <a:pt x="50" y="56"/>
                      </a:lnTo>
                      <a:lnTo>
                        <a:pt x="54" y="52"/>
                      </a:lnTo>
                      <a:lnTo>
                        <a:pt x="51" y="51"/>
                      </a:lnTo>
                      <a:lnTo>
                        <a:pt x="50" y="49"/>
                      </a:lnTo>
                      <a:lnTo>
                        <a:pt x="53" y="48"/>
                      </a:lnTo>
                      <a:lnTo>
                        <a:pt x="50" y="45"/>
                      </a:lnTo>
                      <a:lnTo>
                        <a:pt x="49" y="44"/>
                      </a:lnTo>
                      <a:lnTo>
                        <a:pt x="47" y="44"/>
                      </a:lnTo>
                      <a:lnTo>
                        <a:pt x="47" y="42"/>
                      </a:lnTo>
                      <a:lnTo>
                        <a:pt x="46" y="42"/>
                      </a:lnTo>
                      <a:lnTo>
                        <a:pt x="43" y="44"/>
                      </a:lnTo>
                      <a:lnTo>
                        <a:pt x="40" y="45"/>
                      </a:lnTo>
                      <a:lnTo>
                        <a:pt x="39" y="48"/>
                      </a:lnTo>
                      <a:lnTo>
                        <a:pt x="38" y="48"/>
                      </a:lnTo>
                      <a:lnTo>
                        <a:pt x="35" y="52"/>
                      </a:lnTo>
                      <a:lnTo>
                        <a:pt x="34" y="52"/>
                      </a:lnTo>
                      <a:lnTo>
                        <a:pt x="32" y="53"/>
                      </a:lnTo>
                      <a:lnTo>
                        <a:pt x="32" y="55"/>
                      </a:lnTo>
                      <a:lnTo>
                        <a:pt x="30" y="56"/>
                      </a:lnTo>
                      <a:lnTo>
                        <a:pt x="28" y="55"/>
                      </a:lnTo>
                      <a:lnTo>
                        <a:pt x="28" y="55"/>
                      </a:lnTo>
                      <a:lnTo>
                        <a:pt x="28" y="52"/>
                      </a:lnTo>
                      <a:lnTo>
                        <a:pt x="30" y="51"/>
                      </a:lnTo>
                      <a:lnTo>
                        <a:pt x="27" y="46"/>
                      </a:lnTo>
                      <a:lnTo>
                        <a:pt x="31" y="46"/>
                      </a:lnTo>
                      <a:lnTo>
                        <a:pt x="27" y="42"/>
                      </a:lnTo>
                      <a:lnTo>
                        <a:pt x="23" y="42"/>
                      </a:lnTo>
                      <a:lnTo>
                        <a:pt x="16" y="40"/>
                      </a:lnTo>
                      <a:lnTo>
                        <a:pt x="15" y="34"/>
                      </a:lnTo>
                      <a:lnTo>
                        <a:pt x="16" y="33"/>
                      </a:lnTo>
                      <a:lnTo>
                        <a:pt x="16" y="30"/>
                      </a:lnTo>
                      <a:lnTo>
                        <a:pt x="11" y="25"/>
                      </a:lnTo>
                      <a:lnTo>
                        <a:pt x="11" y="22"/>
                      </a:lnTo>
                      <a:lnTo>
                        <a:pt x="12" y="19"/>
                      </a:lnTo>
                      <a:lnTo>
                        <a:pt x="9" y="17"/>
                      </a:lnTo>
                      <a:lnTo>
                        <a:pt x="4" y="15"/>
                      </a:lnTo>
                      <a:lnTo>
                        <a:pt x="1" y="13"/>
                      </a:lnTo>
                      <a:lnTo>
                        <a:pt x="1" y="13"/>
                      </a:lnTo>
                      <a:close/>
                      <a:moveTo>
                        <a:pt x="24" y="56"/>
                      </a:moveTo>
                      <a:lnTo>
                        <a:pt x="19" y="45"/>
                      </a:lnTo>
                      <a:lnTo>
                        <a:pt x="15" y="45"/>
                      </a:lnTo>
                      <a:lnTo>
                        <a:pt x="12" y="40"/>
                      </a:lnTo>
                      <a:lnTo>
                        <a:pt x="11" y="40"/>
                      </a:lnTo>
                      <a:lnTo>
                        <a:pt x="8" y="41"/>
                      </a:lnTo>
                      <a:lnTo>
                        <a:pt x="5" y="38"/>
                      </a:lnTo>
                      <a:lnTo>
                        <a:pt x="2" y="40"/>
                      </a:lnTo>
                      <a:lnTo>
                        <a:pt x="0" y="40"/>
                      </a:lnTo>
                      <a:lnTo>
                        <a:pt x="1" y="41"/>
                      </a:lnTo>
                      <a:lnTo>
                        <a:pt x="1" y="41"/>
                      </a:lnTo>
                      <a:lnTo>
                        <a:pt x="4" y="42"/>
                      </a:lnTo>
                      <a:lnTo>
                        <a:pt x="5" y="42"/>
                      </a:lnTo>
                      <a:lnTo>
                        <a:pt x="7" y="45"/>
                      </a:lnTo>
                      <a:lnTo>
                        <a:pt x="5" y="48"/>
                      </a:lnTo>
                      <a:lnTo>
                        <a:pt x="12" y="51"/>
                      </a:lnTo>
                      <a:lnTo>
                        <a:pt x="12" y="53"/>
                      </a:lnTo>
                      <a:lnTo>
                        <a:pt x="16" y="55"/>
                      </a:lnTo>
                      <a:lnTo>
                        <a:pt x="20" y="56"/>
                      </a:lnTo>
                      <a:lnTo>
                        <a:pt x="24" y="57"/>
                      </a:lnTo>
                      <a:lnTo>
                        <a:pt x="24" y="5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4" name="Freeform 845"/>
                <p:cNvSpPr>
                  <a:spLocks noEditPoints="1"/>
                </p:cNvSpPr>
                <p:nvPr/>
              </p:nvSpPr>
              <p:spPr bwMode="auto">
                <a:xfrm>
                  <a:off x="5715238" y="3381532"/>
                  <a:ext cx="148235" cy="120088"/>
                </a:xfrm>
                <a:custGeom>
                  <a:avLst/>
                  <a:gdLst/>
                  <a:ahLst/>
                  <a:cxnLst>
                    <a:cxn ang="0">
                      <a:pos x="1" y="11"/>
                    </a:cxn>
                    <a:cxn ang="0">
                      <a:pos x="15" y="13"/>
                    </a:cxn>
                    <a:cxn ang="0">
                      <a:pos x="24" y="17"/>
                    </a:cxn>
                    <a:cxn ang="0">
                      <a:pos x="24" y="8"/>
                    </a:cxn>
                    <a:cxn ang="0">
                      <a:pos x="21" y="0"/>
                    </a:cxn>
                    <a:cxn ang="0">
                      <a:pos x="32" y="6"/>
                    </a:cxn>
                    <a:cxn ang="0">
                      <a:pos x="40" y="10"/>
                    </a:cxn>
                    <a:cxn ang="0">
                      <a:pos x="46" y="6"/>
                    </a:cxn>
                    <a:cxn ang="0">
                      <a:pos x="54" y="2"/>
                    </a:cxn>
                    <a:cxn ang="0">
                      <a:pos x="58" y="10"/>
                    </a:cxn>
                    <a:cxn ang="0">
                      <a:pos x="65" y="18"/>
                    </a:cxn>
                    <a:cxn ang="0">
                      <a:pos x="69" y="22"/>
                    </a:cxn>
                    <a:cxn ang="0">
                      <a:pos x="76" y="23"/>
                    </a:cxn>
                    <a:cxn ang="0">
                      <a:pos x="76" y="26"/>
                    </a:cxn>
                    <a:cxn ang="0">
                      <a:pos x="70" y="27"/>
                    </a:cxn>
                    <a:cxn ang="0">
                      <a:pos x="66" y="36"/>
                    </a:cxn>
                    <a:cxn ang="0">
                      <a:pos x="65" y="40"/>
                    </a:cxn>
                    <a:cxn ang="0">
                      <a:pos x="66" y="44"/>
                    </a:cxn>
                    <a:cxn ang="0">
                      <a:pos x="65" y="48"/>
                    </a:cxn>
                    <a:cxn ang="0">
                      <a:pos x="64" y="55"/>
                    </a:cxn>
                    <a:cxn ang="0">
                      <a:pos x="64" y="49"/>
                    </a:cxn>
                    <a:cxn ang="0">
                      <a:pos x="61" y="49"/>
                    </a:cxn>
                    <a:cxn ang="0">
                      <a:pos x="61" y="55"/>
                    </a:cxn>
                    <a:cxn ang="0">
                      <a:pos x="61" y="57"/>
                    </a:cxn>
                    <a:cxn ang="0">
                      <a:pos x="60" y="64"/>
                    </a:cxn>
                    <a:cxn ang="0">
                      <a:pos x="57" y="61"/>
                    </a:cxn>
                    <a:cxn ang="0">
                      <a:pos x="50" y="56"/>
                    </a:cxn>
                    <a:cxn ang="0">
                      <a:pos x="51" y="51"/>
                    </a:cxn>
                    <a:cxn ang="0">
                      <a:pos x="53" y="48"/>
                    </a:cxn>
                    <a:cxn ang="0">
                      <a:pos x="49" y="44"/>
                    </a:cxn>
                    <a:cxn ang="0">
                      <a:pos x="47" y="42"/>
                    </a:cxn>
                    <a:cxn ang="0">
                      <a:pos x="43" y="44"/>
                    </a:cxn>
                    <a:cxn ang="0">
                      <a:pos x="39" y="48"/>
                    </a:cxn>
                    <a:cxn ang="0">
                      <a:pos x="35" y="52"/>
                    </a:cxn>
                    <a:cxn ang="0">
                      <a:pos x="32" y="53"/>
                    </a:cxn>
                    <a:cxn ang="0">
                      <a:pos x="30" y="56"/>
                    </a:cxn>
                    <a:cxn ang="0">
                      <a:pos x="28" y="55"/>
                    </a:cxn>
                    <a:cxn ang="0">
                      <a:pos x="30" y="51"/>
                    </a:cxn>
                    <a:cxn ang="0">
                      <a:pos x="31" y="46"/>
                    </a:cxn>
                    <a:cxn ang="0">
                      <a:pos x="23" y="42"/>
                    </a:cxn>
                    <a:cxn ang="0">
                      <a:pos x="15" y="34"/>
                    </a:cxn>
                    <a:cxn ang="0">
                      <a:pos x="16" y="30"/>
                    </a:cxn>
                    <a:cxn ang="0">
                      <a:pos x="11" y="22"/>
                    </a:cxn>
                    <a:cxn ang="0">
                      <a:pos x="9" y="17"/>
                    </a:cxn>
                    <a:cxn ang="0">
                      <a:pos x="1" y="13"/>
                    </a:cxn>
                    <a:cxn ang="0">
                      <a:pos x="24" y="56"/>
                    </a:cxn>
                    <a:cxn ang="0">
                      <a:pos x="15" y="45"/>
                    </a:cxn>
                    <a:cxn ang="0">
                      <a:pos x="11" y="40"/>
                    </a:cxn>
                    <a:cxn ang="0">
                      <a:pos x="5" y="38"/>
                    </a:cxn>
                    <a:cxn ang="0">
                      <a:pos x="0" y="40"/>
                    </a:cxn>
                    <a:cxn ang="0">
                      <a:pos x="1" y="41"/>
                    </a:cxn>
                    <a:cxn ang="0">
                      <a:pos x="5" y="42"/>
                    </a:cxn>
                    <a:cxn ang="0">
                      <a:pos x="5" y="48"/>
                    </a:cxn>
                    <a:cxn ang="0">
                      <a:pos x="12" y="53"/>
                    </a:cxn>
                    <a:cxn ang="0">
                      <a:pos x="20" y="56"/>
                    </a:cxn>
                    <a:cxn ang="0">
                      <a:pos x="24" y="56"/>
                    </a:cxn>
                  </a:cxnLst>
                  <a:rect l="0" t="0" r="r" b="b"/>
                  <a:pathLst>
                    <a:path w="79" h="64">
                      <a:moveTo>
                        <a:pt x="1" y="13"/>
                      </a:moveTo>
                      <a:lnTo>
                        <a:pt x="1" y="11"/>
                      </a:lnTo>
                      <a:lnTo>
                        <a:pt x="7" y="8"/>
                      </a:lnTo>
                      <a:lnTo>
                        <a:pt x="15" y="13"/>
                      </a:lnTo>
                      <a:lnTo>
                        <a:pt x="20" y="14"/>
                      </a:lnTo>
                      <a:lnTo>
                        <a:pt x="24" y="17"/>
                      </a:lnTo>
                      <a:lnTo>
                        <a:pt x="26" y="11"/>
                      </a:lnTo>
                      <a:lnTo>
                        <a:pt x="24" y="8"/>
                      </a:lnTo>
                      <a:lnTo>
                        <a:pt x="20" y="6"/>
                      </a:lnTo>
                      <a:lnTo>
                        <a:pt x="21" y="0"/>
                      </a:lnTo>
                      <a:lnTo>
                        <a:pt x="26" y="2"/>
                      </a:lnTo>
                      <a:lnTo>
                        <a:pt x="32" y="6"/>
                      </a:lnTo>
                      <a:lnTo>
                        <a:pt x="34" y="10"/>
                      </a:lnTo>
                      <a:lnTo>
                        <a:pt x="40" y="10"/>
                      </a:lnTo>
                      <a:lnTo>
                        <a:pt x="42" y="8"/>
                      </a:lnTo>
                      <a:lnTo>
                        <a:pt x="46" y="6"/>
                      </a:lnTo>
                      <a:lnTo>
                        <a:pt x="51" y="0"/>
                      </a:lnTo>
                      <a:lnTo>
                        <a:pt x="54" y="2"/>
                      </a:lnTo>
                      <a:lnTo>
                        <a:pt x="58" y="7"/>
                      </a:lnTo>
                      <a:lnTo>
                        <a:pt x="58" y="10"/>
                      </a:lnTo>
                      <a:lnTo>
                        <a:pt x="61" y="14"/>
                      </a:lnTo>
                      <a:lnTo>
                        <a:pt x="65" y="18"/>
                      </a:lnTo>
                      <a:lnTo>
                        <a:pt x="65" y="21"/>
                      </a:lnTo>
                      <a:lnTo>
                        <a:pt x="69" y="22"/>
                      </a:lnTo>
                      <a:lnTo>
                        <a:pt x="72" y="22"/>
                      </a:lnTo>
                      <a:lnTo>
                        <a:pt x="76" y="23"/>
                      </a:lnTo>
                      <a:lnTo>
                        <a:pt x="79" y="27"/>
                      </a:lnTo>
                      <a:lnTo>
                        <a:pt x="76" y="26"/>
                      </a:lnTo>
                      <a:lnTo>
                        <a:pt x="74" y="27"/>
                      </a:lnTo>
                      <a:lnTo>
                        <a:pt x="70" y="27"/>
                      </a:lnTo>
                      <a:lnTo>
                        <a:pt x="66" y="32"/>
                      </a:lnTo>
                      <a:lnTo>
                        <a:pt x="66" y="36"/>
                      </a:lnTo>
                      <a:lnTo>
                        <a:pt x="66" y="38"/>
                      </a:lnTo>
                      <a:lnTo>
                        <a:pt x="65" y="40"/>
                      </a:lnTo>
                      <a:lnTo>
                        <a:pt x="65" y="42"/>
                      </a:lnTo>
                      <a:lnTo>
                        <a:pt x="66" y="44"/>
                      </a:lnTo>
                      <a:lnTo>
                        <a:pt x="66" y="46"/>
                      </a:lnTo>
                      <a:lnTo>
                        <a:pt x="65" y="48"/>
                      </a:lnTo>
                      <a:lnTo>
                        <a:pt x="65" y="52"/>
                      </a:lnTo>
                      <a:lnTo>
                        <a:pt x="64" y="55"/>
                      </a:lnTo>
                      <a:lnTo>
                        <a:pt x="64" y="53"/>
                      </a:lnTo>
                      <a:lnTo>
                        <a:pt x="64" y="49"/>
                      </a:lnTo>
                      <a:lnTo>
                        <a:pt x="62" y="48"/>
                      </a:lnTo>
                      <a:lnTo>
                        <a:pt x="61" y="49"/>
                      </a:lnTo>
                      <a:lnTo>
                        <a:pt x="60" y="51"/>
                      </a:lnTo>
                      <a:lnTo>
                        <a:pt x="61" y="55"/>
                      </a:lnTo>
                      <a:lnTo>
                        <a:pt x="61" y="57"/>
                      </a:lnTo>
                      <a:lnTo>
                        <a:pt x="61" y="57"/>
                      </a:lnTo>
                      <a:lnTo>
                        <a:pt x="61" y="63"/>
                      </a:lnTo>
                      <a:lnTo>
                        <a:pt x="60" y="64"/>
                      </a:lnTo>
                      <a:lnTo>
                        <a:pt x="58" y="64"/>
                      </a:lnTo>
                      <a:lnTo>
                        <a:pt x="57" y="61"/>
                      </a:lnTo>
                      <a:lnTo>
                        <a:pt x="54" y="61"/>
                      </a:lnTo>
                      <a:lnTo>
                        <a:pt x="50" y="56"/>
                      </a:lnTo>
                      <a:lnTo>
                        <a:pt x="54" y="52"/>
                      </a:lnTo>
                      <a:lnTo>
                        <a:pt x="51" y="51"/>
                      </a:lnTo>
                      <a:lnTo>
                        <a:pt x="50" y="49"/>
                      </a:lnTo>
                      <a:lnTo>
                        <a:pt x="53" y="48"/>
                      </a:lnTo>
                      <a:lnTo>
                        <a:pt x="50" y="45"/>
                      </a:lnTo>
                      <a:lnTo>
                        <a:pt x="49" y="44"/>
                      </a:lnTo>
                      <a:lnTo>
                        <a:pt x="47" y="44"/>
                      </a:lnTo>
                      <a:lnTo>
                        <a:pt x="47" y="42"/>
                      </a:lnTo>
                      <a:lnTo>
                        <a:pt x="46" y="42"/>
                      </a:lnTo>
                      <a:lnTo>
                        <a:pt x="43" y="44"/>
                      </a:lnTo>
                      <a:lnTo>
                        <a:pt x="40" y="45"/>
                      </a:lnTo>
                      <a:lnTo>
                        <a:pt x="39" y="48"/>
                      </a:lnTo>
                      <a:lnTo>
                        <a:pt x="38" y="48"/>
                      </a:lnTo>
                      <a:lnTo>
                        <a:pt x="35" y="52"/>
                      </a:lnTo>
                      <a:lnTo>
                        <a:pt x="34" y="52"/>
                      </a:lnTo>
                      <a:lnTo>
                        <a:pt x="32" y="53"/>
                      </a:lnTo>
                      <a:lnTo>
                        <a:pt x="32" y="55"/>
                      </a:lnTo>
                      <a:lnTo>
                        <a:pt x="30" y="56"/>
                      </a:lnTo>
                      <a:lnTo>
                        <a:pt x="28" y="55"/>
                      </a:lnTo>
                      <a:lnTo>
                        <a:pt x="28" y="55"/>
                      </a:lnTo>
                      <a:lnTo>
                        <a:pt x="28" y="52"/>
                      </a:lnTo>
                      <a:lnTo>
                        <a:pt x="30" y="51"/>
                      </a:lnTo>
                      <a:lnTo>
                        <a:pt x="27" y="46"/>
                      </a:lnTo>
                      <a:lnTo>
                        <a:pt x="31" y="46"/>
                      </a:lnTo>
                      <a:lnTo>
                        <a:pt x="27" y="42"/>
                      </a:lnTo>
                      <a:lnTo>
                        <a:pt x="23" y="42"/>
                      </a:lnTo>
                      <a:lnTo>
                        <a:pt x="16" y="40"/>
                      </a:lnTo>
                      <a:lnTo>
                        <a:pt x="15" y="34"/>
                      </a:lnTo>
                      <a:lnTo>
                        <a:pt x="16" y="33"/>
                      </a:lnTo>
                      <a:lnTo>
                        <a:pt x="16" y="30"/>
                      </a:lnTo>
                      <a:lnTo>
                        <a:pt x="11" y="25"/>
                      </a:lnTo>
                      <a:lnTo>
                        <a:pt x="11" y="22"/>
                      </a:lnTo>
                      <a:lnTo>
                        <a:pt x="12" y="19"/>
                      </a:lnTo>
                      <a:lnTo>
                        <a:pt x="9" y="17"/>
                      </a:lnTo>
                      <a:lnTo>
                        <a:pt x="4" y="15"/>
                      </a:lnTo>
                      <a:lnTo>
                        <a:pt x="1" y="13"/>
                      </a:lnTo>
                      <a:lnTo>
                        <a:pt x="1" y="13"/>
                      </a:lnTo>
                      <a:close/>
                      <a:moveTo>
                        <a:pt x="24" y="56"/>
                      </a:moveTo>
                      <a:lnTo>
                        <a:pt x="19" y="45"/>
                      </a:lnTo>
                      <a:lnTo>
                        <a:pt x="15" y="45"/>
                      </a:lnTo>
                      <a:lnTo>
                        <a:pt x="12" y="40"/>
                      </a:lnTo>
                      <a:lnTo>
                        <a:pt x="11" y="40"/>
                      </a:lnTo>
                      <a:lnTo>
                        <a:pt x="8" y="41"/>
                      </a:lnTo>
                      <a:lnTo>
                        <a:pt x="5" y="38"/>
                      </a:lnTo>
                      <a:lnTo>
                        <a:pt x="2" y="40"/>
                      </a:lnTo>
                      <a:lnTo>
                        <a:pt x="0" y="40"/>
                      </a:lnTo>
                      <a:lnTo>
                        <a:pt x="1" y="41"/>
                      </a:lnTo>
                      <a:lnTo>
                        <a:pt x="1" y="41"/>
                      </a:lnTo>
                      <a:lnTo>
                        <a:pt x="4" y="42"/>
                      </a:lnTo>
                      <a:lnTo>
                        <a:pt x="5" y="42"/>
                      </a:lnTo>
                      <a:lnTo>
                        <a:pt x="7" y="45"/>
                      </a:lnTo>
                      <a:lnTo>
                        <a:pt x="5" y="48"/>
                      </a:lnTo>
                      <a:lnTo>
                        <a:pt x="12" y="51"/>
                      </a:lnTo>
                      <a:lnTo>
                        <a:pt x="12" y="53"/>
                      </a:lnTo>
                      <a:lnTo>
                        <a:pt x="16" y="55"/>
                      </a:lnTo>
                      <a:lnTo>
                        <a:pt x="20" y="56"/>
                      </a:lnTo>
                      <a:lnTo>
                        <a:pt x="24" y="57"/>
                      </a:lnTo>
                      <a:lnTo>
                        <a:pt x="24" y="56"/>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5" name="Freeform 846"/>
                <p:cNvSpPr>
                  <a:spLocks/>
                </p:cNvSpPr>
                <p:nvPr/>
              </p:nvSpPr>
              <p:spPr bwMode="auto">
                <a:xfrm>
                  <a:off x="5702104" y="3458464"/>
                  <a:ext cx="547903" cy="439072"/>
                </a:xfrm>
                <a:custGeom>
                  <a:avLst/>
                  <a:gdLst/>
                  <a:ahLst/>
                  <a:cxnLst>
                    <a:cxn ang="0">
                      <a:pos x="14" y="4"/>
                    </a:cxn>
                    <a:cxn ang="0">
                      <a:pos x="27" y="15"/>
                    </a:cxn>
                    <a:cxn ang="0">
                      <a:pos x="37" y="15"/>
                    </a:cxn>
                    <a:cxn ang="0">
                      <a:pos x="45" y="7"/>
                    </a:cxn>
                    <a:cxn ang="0">
                      <a:pos x="54" y="1"/>
                    </a:cxn>
                    <a:cxn ang="0">
                      <a:pos x="57" y="8"/>
                    </a:cxn>
                    <a:cxn ang="0">
                      <a:pos x="64" y="20"/>
                    </a:cxn>
                    <a:cxn ang="0">
                      <a:pos x="71" y="26"/>
                    </a:cxn>
                    <a:cxn ang="0">
                      <a:pos x="76" y="38"/>
                    </a:cxn>
                    <a:cxn ang="0">
                      <a:pos x="91" y="39"/>
                    </a:cxn>
                    <a:cxn ang="0">
                      <a:pos x="113" y="50"/>
                    </a:cxn>
                    <a:cxn ang="0">
                      <a:pos x="144" y="49"/>
                    </a:cxn>
                    <a:cxn ang="0">
                      <a:pos x="152" y="35"/>
                    </a:cxn>
                    <a:cxn ang="0">
                      <a:pos x="170" y="23"/>
                    </a:cxn>
                    <a:cxn ang="0">
                      <a:pos x="185" y="22"/>
                    </a:cxn>
                    <a:cxn ang="0">
                      <a:pos x="206" y="30"/>
                    </a:cxn>
                    <a:cxn ang="0">
                      <a:pos x="220" y="38"/>
                    </a:cxn>
                    <a:cxn ang="0">
                      <a:pos x="244" y="53"/>
                    </a:cxn>
                    <a:cxn ang="0">
                      <a:pos x="244" y="67"/>
                    </a:cxn>
                    <a:cxn ang="0">
                      <a:pos x="246" y="76"/>
                    </a:cxn>
                    <a:cxn ang="0">
                      <a:pos x="240" y="87"/>
                    </a:cxn>
                    <a:cxn ang="0">
                      <a:pos x="247" y="97"/>
                    </a:cxn>
                    <a:cxn ang="0">
                      <a:pos x="247" y="122"/>
                    </a:cxn>
                    <a:cxn ang="0">
                      <a:pos x="264" y="139"/>
                    </a:cxn>
                    <a:cxn ang="0">
                      <a:pos x="262" y="174"/>
                    </a:cxn>
                    <a:cxn ang="0">
                      <a:pos x="278" y="182"/>
                    </a:cxn>
                    <a:cxn ang="0">
                      <a:pos x="284" y="197"/>
                    </a:cxn>
                    <a:cxn ang="0">
                      <a:pos x="289" y="209"/>
                    </a:cxn>
                    <a:cxn ang="0">
                      <a:pos x="272" y="215"/>
                    </a:cxn>
                    <a:cxn ang="0">
                      <a:pos x="272" y="231"/>
                    </a:cxn>
                    <a:cxn ang="0">
                      <a:pos x="259" y="231"/>
                    </a:cxn>
                    <a:cxn ang="0">
                      <a:pos x="253" y="230"/>
                    </a:cxn>
                    <a:cxn ang="0">
                      <a:pos x="231" y="227"/>
                    </a:cxn>
                    <a:cxn ang="0">
                      <a:pos x="216" y="224"/>
                    </a:cxn>
                    <a:cxn ang="0">
                      <a:pos x="204" y="213"/>
                    </a:cxn>
                    <a:cxn ang="0">
                      <a:pos x="198" y="202"/>
                    </a:cxn>
                    <a:cxn ang="0">
                      <a:pos x="183" y="204"/>
                    </a:cxn>
                    <a:cxn ang="0">
                      <a:pos x="162" y="208"/>
                    </a:cxn>
                    <a:cxn ang="0">
                      <a:pos x="148" y="204"/>
                    </a:cxn>
                    <a:cxn ang="0">
                      <a:pos x="139" y="196"/>
                    </a:cxn>
                    <a:cxn ang="0">
                      <a:pos x="124" y="192"/>
                    </a:cxn>
                    <a:cxn ang="0">
                      <a:pos x="111" y="177"/>
                    </a:cxn>
                    <a:cxn ang="0">
                      <a:pos x="110" y="174"/>
                    </a:cxn>
                    <a:cxn ang="0">
                      <a:pos x="100" y="156"/>
                    </a:cxn>
                    <a:cxn ang="0">
                      <a:pos x="90" y="156"/>
                    </a:cxn>
                    <a:cxn ang="0">
                      <a:pos x="86" y="152"/>
                    </a:cxn>
                    <a:cxn ang="0">
                      <a:pos x="83" y="159"/>
                    </a:cxn>
                    <a:cxn ang="0">
                      <a:pos x="75" y="154"/>
                    </a:cxn>
                    <a:cxn ang="0">
                      <a:pos x="67" y="135"/>
                    </a:cxn>
                    <a:cxn ang="0">
                      <a:pos x="58" y="118"/>
                    </a:cxn>
                    <a:cxn ang="0">
                      <a:pos x="39" y="110"/>
                    </a:cxn>
                    <a:cxn ang="0">
                      <a:pos x="37" y="101"/>
                    </a:cxn>
                    <a:cxn ang="0">
                      <a:pos x="31" y="94"/>
                    </a:cxn>
                    <a:cxn ang="0">
                      <a:pos x="34" y="80"/>
                    </a:cxn>
                    <a:cxn ang="0">
                      <a:pos x="37" y="69"/>
                    </a:cxn>
                    <a:cxn ang="0">
                      <a:pos x="38" y="65"/>
                    </a:cxn>
                    <a:cxn ang="0">
                      <a:pos x="23" y="61"/>
                    </a:cxn>
                    <a:cxn ang="0">
                      <a:pos x="18" y="49"/>
                    </a:cxn>
                    <a:cxn ang="0">
                      <a:pos x="12" y="41"/>
                    </a:cxn>
                    <a:cxn ang="0">
                      <a:pos x="8" y="23"/>
                    </a:cxn>
                    <a:cxn ang="0">
                      <a:pos x="3" y="10"/>
                    </a:cxn>
                    <a:cxn ang="0">
                      <a:pos x="8" y="0"/>
                    </a:cxn>
                  </a:cxnLst>
                  <a:rect l="0" t="0" r="r" b="b"/>
                  <a:pathLst>
                    <a:path w="292" h="234">
                      <a:moveTo>
                        <a:pt x="8" y="0"/>
                      </a:moveTo>
                      <a:lnTo>
                        <a:pt x="8" y="0"/>
                      </a:lnTo>
                      <a:lnTo>
                        <a:pt x="11" y="1"/>
                      </a:lnTo>
                      <a:lnTo>
                        <a:pt x="12" y="1"/>
                      </a:lnTo>
                      <a:lnTo>
                        <a:pt x="14" y="4"/>
                      </a:lnTo>
                      <a:lnTo>
                        <a:pt x="12" y="7"/>
                      </a:lnTo>
                      <a:lnTo>
                        <a:pt x="19" y="10"/>
                      </a:lnTo>
                      <a:lnTo>
                        <a:pt x="19" y="12"/>
                      </a:lnTo>
                      <a:lnTo>
                        <a:pt x="23" y="14"/>
                      </a:lnTo>
                      <a:lnTo>
                        <a:pt x="27" y="15"/>
                      </a:lnTo>
                      <a:lnTo>
                        <a:pt x="31" y="16"/>
                      </a:lnTo>
                      <a:lnTo>
                        <a:pt x="31" y="15"/>
                      </a:lnTo>
                      <a:lnTo>
                        <a:pt x="31" y="15"/>
                      </a:lnTo>
                      <a:lnTo>
                        <a:pt x="35" y="14"/>
                      </a:lnTo>
                      <a:lnTo>
                        <a:pt x="37" y="15"/>
                      </a:lnTo>
                      <a:lnTo>
                        <a:pt x="39" y="14"/>
                      </a:lnTo>
                      <a:lnTo>
                        <a:pt x="39" y="12"/>
                      </a:lnTo>
                      <a:lnTo>
                        <a:pt x="41" y="11"/>
                      </a:lnTo>
                      <a:lnTo>
                        <a:pt x="42" y="11"/>
                      </a:lnTo>
                      <a:lnTo>
                        <a:pt x="45" y="7"/>
                      </a:lnTo>
                      <a:lnTo>
                        <a:pt x="46" y="7"/>
                      </a:lnTo>
                      <a:lnTo>
                        <a:pt x="47" y="4"/>
                      </a:lnTo>
                      <a:lnTo>
                        <a:pt x="50" y="3"/>
                      </a:lnTo>
                      <a:lnTo>
                        <a:pt x="53" y="1"/>
                      </a:lnTo>
                      <a:lnTo>
                        <a:pt x="54" y="1"/>
                      </a:lnTo>
                      <a:lnTo>
                        <a:pt x="54" y="3"/>
                      </a:lnTo>
                      <a:lnTo>
                        <a:pt x="56" y="3"/>
                      </a:lnTo>
                      <a:lnTo>
                        <a:pt x="57" y="4"/>
                      </a:lnTo>
                      <a:lnTo>
                        <a:pt x="60" y="7"/>
                      </a:lnTo>
                      <a:lnTo>
                        <a:pt x="57" y="8"/>
                      </a:lnTo>
                      <a:lnTo>
                        <a:pt x="58" y="10"/>
                      </a:lnTo>
                      <a:lnTo>
                        <a:pt x="61" y="11"/>
                      </a:lnTo>
                      <a:lnTo>
                        <a:pt x="57" y="15"/>
                      </a:lnTo>
                      <a:lnTo>
                        <a:pt x="61" y="20"/>
                      </a:lnTo>
                      <a:lnTo>
                        <a:pt x="64" y="20"/>
                      </a:lnTo>
                      <a:lnTo>
                        <a:pt x="65" y="23"/>
                      </a:lnTo>
                      <a:lnTo>
                        <a:pt x="67" y="23"/>
                      </a:lnTo>
                      <a:lnTo>
                        <a:pt x="68" y="22"/>
                      </a:lnTo>
                      <a:lnTo>
                        <a:pt x="68" y="23"/>
                      </a:lnTo>
                      <a:lnTo>
                        <a:pt x="71" y="26"/>
                      </a:lnTo>
                      <a:lnTo>
                        <a:pt x="71" y="30"/>
                      </a:lnTo>
                      <a:lnTo>
                        <a:pt x="71" y="33"/>
                      </a:lnTo>
                      <a:lnTo>
                        <a:pt x="71" y="34"/>
                      </a:lnTo>
                      <a:lnTo>
                        <a:pt x="73" y="34"/>
                      </a:lnTo>
                      <a:lnTo>
                        <a:pt x="76" y="38"/>
                      </a:lnTo>
                      <a:lnTo>
                        <a:pt x="79" y="38"/>
                      </a:lnTo>
                      <a:lnTo>
                        <a:pt x="81" y="38"/>
                      </a:lnTo>
                      <a:lnTo>
                        <a:pt x="86" y="37"/>
                      </a:lnTo>
                      <a:lnTo>
                        <a:pt x="88" y="39"/>
                      </a:lnTo>
                      <a:lnTo>
                        <a:pt x="91" y="39"/>
                      </a:lnTo>
                      <a:lnTo>
                        <a:pt x="91" y="42"/>
                      </a:lnTo>
                      <a:lnTo>
                        <a:pt x="94" y="45"/>
                      </a:lnTo>
                      <a:lnTo>
                        <a:pt x="100" y="48"/>
                      </a:lnTo>
                      <a:lnTo>
                        <a:pt x="103" y="48"/>
                      </a:lnTo>
                      <a:lnTo>
                        <a:pt x="113" y="50"/>
                      </a:lnTo>
                      <a:lnTo>
                        <a:pt x="117" y="50"/>
                      </a:lnTo>
                      <a:lnTo>
                        <a:pt x="126" y="48"/>
                      </a:lnTo>
                      <a:lnTo>
                        <a:pt x="133" y="48"/>
                      </a:lnTo>
                      <a:lnTo>
                        <a:pt x="141" y="48"/>
                      </a:lnTo>
                      <a:lnTo>
                        <a:pt x="144" y="49"/>
                      </a:lnTo>
                      <a:lnTo>
                        <a:pt x="145" y="45"/>
                      </a:lnTo>
                      <a:lnTo>
                        <a:pt x="144" y="42"/>
                      </a:lnTo>
                      <a:lnTo>
                        <a:pt x="143" y="38"/>
                      </a:lnTo>
                      <a:lnTo>
                        <a:pt x="145" y="37"/>
                      </a:lnTo>
                      <a:lnTo>
                        <a:pt x="152" y="35"/>
                      </a:lnTo>
                      <a:lnTo>
                        <a:pt x="153" y="31"/>
                      </a:lnTo>
                      <a:lnTo>
                        <a:pt x="155" y="30"/>
                      </a:lnTo>
                      <a:lnTo>
                        <a:pt x="158" y="30"/>
                      </a:lnTo>
                      <a:lnTo>
                        <a:pt x="163" y="25"/>
                      </a:lnTo>
                      <a:lnTo>
                        <a:pt x="170" y="23"/>
                      </a:lnTo>
                      <a:lnTo>
                        <a:pt x="175" y="25"/>
                      </a:lnTo>
                      <a:lnTo>
                        <a:pt x="175" y="20"/>
                      </a:lnTo>
                      <a:lnTo>
                        <a:pt x="178" y="20"/>
                      </a:lnTo>
                      <a:lnTo>
                        <a:pt x="182" y="22"/>
                      </a:lnTo>
                      <a:lnTo>
                        <a:pt x="185" y="22"/>
                      </a:lnTo>
                      <a:lnTo>
                        <a:pt x="190" y="26"/>
                      </a:lnTo>
                      <a:lnTo>
                        <a:pt x="194" y="27"/>
                      </a:lnTo>
                      <a:lnTo>
                        <a:pt x="202" y="31"/>
                      </a:lnTo>
                      <a:lnTo>
                        <a:pt x="205" y="31"/>
                      </a:lnTo>
                      <a:lnTo>
                        <a:pt x="206" y="30"/>
                      </a:lnTo>
                      <a:lnTo>
                        <a:pt x="213" y="33"/>
                      </a:lnTo>
                      <a:lnTo>
                        <a:pt x="216" y="33"/>
                      </a:lnTo>
                      <a:lnTo>
                        <a:pt x="216" y="37"/>
                      </a:lnTo>
                      <a:lnTo>
                        <a:pt x="217" y="38"/>
                      </a:lnTo>
                      <a:lnTo>
                        <a:pt x="220" y="38"/>
                      </a:lnTo>
                      <a:lnTo>
                        <a:pt x="225" y="39"/>
                      </a:lnTo>
                      <a:lnTo>
                        <a:pt x="232" y="46"/>
                      </a:lnTo>
                      <a:lnTo>
                        <a:pt x="238" y="48"/>
                      </a:lnTo>
                      <a:lnTo>
                        <a:pt x="242" y="49"/>
                      </a:lnTo>
                      <a:lnTo>
                        <a:pt x="244" y="53"/>
                      </a:lnTo>
                      <a:lnTo>
                        <a:pt x="243" y="54"/>
                      </a:lnTo>
                      <a:lnTo>
                        <a:pt x="244" y="58"/>
                      </a:lnTo>
                      <a:lnTo>
                        <a:pt x="244" y="61"/>
                      </a:lnTo>
                      <a:lnTo>
                        <a:pt x="246" y="63"/>
                      </a:lnTo>
                      <a:lnTo>
                        <a:pt x="244" y="67"/>
                      </a:lnTo>
                      <a:lnTo>
                        <a:pt x="246" y="69"/>
                      </a:lnTo>
                      <a:lnTo>
                        <a:pt x="244" y="71"/>
                      </a:lnTo>
                      <a:lnTo>
                        <a:pt x="246" y="73"/>
                      </a:lnTo>
                      <a:lnTo>
                        <a:pt x="246" y="75"/>
                      </a:lnTo>
                      <a:lnTo>
                        <a:pt x="246" y="76"/>
                      </a:lnTo>
                      <a:lnTo>
                        <a:pt x="242" y="79"/>
                      </a:lnTo>
                      <a:lnTo>
                        <a:pt x="239" y="80"/>
                      </a:lnTo>
                      <a:lnTo>
                        <a:pt x="240" y="82"/>
                      </a:lnTo>
                      <a:lnTo>
                        <a:pt x="243" y="83"/>
                      </a:lnTo>
                      <a:lnTo>
                        <a:pt x="240" y="87"/>
                      </a:lnTo>
                      <a:lnTo>
                        <a:pt x="240" y="88"/>
                      </a:lnTo>
                      <a:lnTo>
                        <a:pt x="242" y="92"/>
                      </a:lnTo>
                      <a:lnTo>
                        <a:pt x="242" y="95"/>
                      </a:lnTo>
                      <a:lnTo>
                        <a:pt x="246" y="97"/>
                      </a:lnTo>
                      <a:lnTo>
                        <a:pt x="247" y="97"/>
                      </a:lnTo>
                      <a:lnTo>
                        <a:pt x="243" y="102"/>
                      </a:lnTo>
                      <a:lnTo>
                        <a:pt x="242" y="106"/>
                      </a:lnTo>
                      <a:lnTo>
                        <a:pt x="246" y="113"/>
                      </a:lnTo>
                      <a:lnTo>
                        <a:pt x="249" y="120"/>
                      </a:lnTo>
                      <a:lnTo>
                        <a:pt x="247" y="122"/>
                      </a:lnTo>
                      <a:lnTo>
                        <a:pt x="249" y="125"/>
                      </a:lnTo>
                      <a:lnTo>
                        <a:pt x="249" y="129"/>
                      </a:lnTo>
                      <a:lnTo>
                        <a:pt x="262" y="130"/>
                      </a:lnTo>
                      <a:lnTo>
                        <a:pt x="264" y="135"/>
                      </a:lnTo>
                      <a:lnTo>
                        <a:pt x="264" y="139"/>
                      </a:lnTo>
                      <a:lnTo>
                        <a:pt x="265" y="144"/>
                      </a:lnTo>
                      <a:lnTo>
                        <a:pt x="264" y="145"/>
                      </a:lnTo>
                      <a:lnTo>
                        <a:pt x="253" y="160"/>
                      </a:lnTo>
                      <a:lnTo>
                        <a:pt x="261" y="170"/>
                      </a:lnTo>
                      <a:lnTo>
                        <a:pt x="262" y="174"/>
                      </a:lnTo>
                      <a:lnTo>
                        <a:pt x="266" y="178"/>
                      </a:lnTo>
                      <a:lnTo>
                        <a:pt x="269" y="179"/>
                      </a:lnTo>
                      <a:lnTo>
                        <a:pt x="270" y="181"/>
                      </a:lnTo>
                      <a:lnTo>
                        <a:pt x="276" y="182"/>
                      </a:lnTo>
                      <a:lnTo>
                        <a:pt x="278" y="182"/>
                      </a:lnTo>
                      <a:lnTo>
                        <a:pt x="278" y="183"/>
                      </a:lnTo>
                      <a:lnTo>
                        <a:pt x="283" y="185"/>
                      </a:lnTo>
                      <a:lnTo>
                        <a:pt x="283" y="189"/>
                      </a:lnTo>
                      <a:lnTo>
                        <a:pt x="284" y="193"/>
                      </a:lnTo>
                      <a:lnTo>
                        <a:pt x="284" y="197"/>
                      </a:lnTo>
                      <a:lnTo>
                        <a:pt x="284" y="198"/>
                      </a:lnTo>
                      <a:lnTo>
                        <a:pt x="288" y="198"/>
                      </a:lnTo>
                      <a:lnTo>
                        <a:pt x="292" y="201"/>
                      </a:lnTo>
                      <a:lnTo>
                        <a:pt x="292" y="207"/>
                      </a:lnTo>
                      <a:lnTo>
                        <a:pt x="289" y="209"/>
                      </a:lnTo>
                      <a:lnTo>
                        <a:pt x="287" y="208"/>
                      </a:lnTo>
                      <a:lnTo>
                        <a:pt x="280" y="209"/>
                      </a:lnTo>
                      <a:lnTo>
                        <a:pt x="278" y="211"/>
                      </a:lnTo>
                      <a:lnTo>
                        <a:pt x="273" y="212"/>
                      </a:lnTo>
                      <a:lnTo>
                        <a:pt x="272" y="215"/>
                      </a:lnTo>
                      <a:lnTo>
                        <a:pt x="273" y="217"/>
                      </a:lnTo>
                      <a:lnTo>
                        <a:pt x="270" y="220"/>
                      </a:lnTo>
                      <a:lnTo>
                        <a:pt x="272" y="224"/>
                      </a:lnTo>
                      <a:lnTo>
                        <a:pt x="272" y="230"/>
                      </a:lnTo>
                      <a:lnTo>
                        <a:pt x="272" y="231"/>
                      </a:lnTo>
                      <a:lnTo>
                        <a:pt x="270" y="231"/>
                      </a:lnTo>
                      <a:lnTo>
                        <a:pt x="270" y="232"/>
                      </a:lnTo>
                      <a:lnTo>
                        <a:pt x="268" y="234"/>
                      </a:lnTo>
                      <a:lnTo>
                        <a:pt x="264" y="232"/>
                      </a:lnTo>
                      <a:lnTo>
                        <a:pt x="259" y="231"/>
                      </a:lnTo>
                      <a:lnTo>
                        <a:pt x="258" y="228"/>
                      </a:lnTo>
                      <a:lnTo>
                        <a:pt x="257" y="228"/>
                      </a:lnTo>
                      <a:lnTo>
                        <a:pt x="255" y="231"/>
                      </a:lnTo>
                      <a:lnTo>
                        <a:pt x="255" y="231"/>
                      </a:lnTo>
                      <a:lnTo>
                        <a:pt x="253" y="230"/>
                      </a:lnTo>
                      <a:lnTo>
                        <a:pt x="251" y="230"/>
                      </a:lnTo>
                      <a:lnTo>
                        <a:pt x="249" y="230"/>
                      </a:lnTo>
                      <a:lnTo>
                        <a:pt x="243" y="230"/>
                      </a:lnTo>
                      <a:lnTo>
                        <a:pt x="239" y="227"/>
                      </a:lnTo>
                      <a:lnTo>
                        <a:pt x="231" y="227"/>
                      </a:lnTo>
                      <a:lnTo>
                        <a:pt x="227" y="224"/>
                      </a:lnTo>
                      <a:lnTo>
                        <a:pt x="225" y="224"/>
                      </a:lnTo>
                      <a:lnTo>
                        <a:pt x="223" y="227"/>
                      </a:lnTo>
                      <a:lnTo>
                        <a:pt x="220" y="224"/>
                      </a:lnTo>
                      <a:lnTo>
                        <a:pt x="216" y="224"/>
                      </a:lnTo>
                      <a:lnTo>
                        <a:pt x="209" y="226"/>
                      </a:lnTo>
                      <a:lnTo>
                        <a:pt x="208" y="223"/>
                      </a:lnTo>
                      <a:lnTo>
                        <a:pt x="206" y="223"/>
                      </a:lnTo>
                      <a:lnTo>
                        <a:pt x="206" y="219"/>
                      </a:lnTo>
                      <a:lnTo>
                        <a:pt x="204" y="213"/>
                      </a:lnTo>
                      <a:lnTo>
                        <a:pt x="202" y="208"/>
                      </a:lnTo>
                      <a:lnTo>
                        <a:pt x="200" y="204"/>
                      </a:lnTo>
                      <a:lnTo>
                        <a:pt x="200" y="202"/>
                      </a:lnTo>
                      <a:lnTo>
                        <a:pt x="198" y="202"/>
                      </a:lnTo>
                      <a:lnTo>
                        <a:pt x="198" y="202"/>
                      </a:lnTo>
                      <a:lnTo>
                        <a:pt x="193" y="201"/>
                      </a:lnTo>
                      <a:lnTo>
                        <a:pt x="190" y="202"/>
                      </a:lnTo>
                      <a:lnTo>
                        <a:pt x="186" y="205"/>
                      </a:lnTo>
                      <a:lnTo>
                        <a:pt x="183" y="205"/>
                      </a:lnTo>
                      <a:lnTo>
                        <a:pt x="183" y="204"/>
                      </a:lnTo>
                      <a:lnTo>
                        <a:pt x="183" y="205"/>
                      </a:lnTo>
                      <a:lnTo>
                        <a:pt x="178" y="209"/>
                      </a:lnTo>
                      <a:lnTo>
                        <a:pt x="172" y="213"/>
                      </a:lnTo>
                      <a:lnTo>
                        <a:pt x="167" y="209"/>
                      </a:lnTo>
                      <a:lnTo>
                        <a:pt x="162" y="208"/>
                      </a:lnTo>
                      <a:lnTo>
                        <a:pt x="159" y="209"/>
                      </a:lnTo>
                      <a:lnTo>
                        <a:pt x="158" y="209"/>
                      </a:lnTo>
                      <a:lnTo>
                        <a:pt x="152" y="205"/>
                      </a:lnTo>
                      <a:lnTo>
                        <a:pt x="149" y="205"/>
                      </a:lnTo>
                      <a:lnTo>
                        <a:pt x="148" y="204"/>
                      </a:lnTo>
                      <a:lnTo>
                        <a:pt x="144" y="202"/>
                      </a:lnTo>
                      <a:lnTo>
                        <a:pt x="140" y="198"/>
                      </a:lnTo>
                      <a:lnTo>
                        <a:pt x="141" y="197"/>
                      </a:lnTo>
                      <a:lnTo>
                        <a:pt x="141" y="196"/>
                      </a:lnTo>
                      <a:lnTo>
                        <a:pt x="139" y="196"/>
                      </a:lnTo>
                      <a:lnTo>
                        <a:pt x="139" y="194"/>
                      </a:lnTo>
                      <a:lnTo>
                        <a:pt x="133" y="194"/>
                      </a:lnTo>
                      <a:lnTo>
                        <a:pt x="132" y="193"/>
                      </a:lnTo>
                      <a:lnTo>
                        <a:pt x="129" y="192"/>
                      </a:lnTo>
                      <a:lnTo>
                        <a:pt x="124" y="192"/>
                      </a:lnTo>
                      <a:lnTo>
                        <a:pt x="121" y="190"/>
                      </a:lnTo>
                      <a:lnTo>
                        <a:pt x="115" y="181"/>
                      </a:lnTo>
                      <a:lnTo>
                        <a:pt x="115" y="178"/>
                      </a:lnTo>
                      <a:lnTo>
                        <a:pt x="114" y="178"/>
                      </a:lnTo>
                      <a:lnTo>
                        <a:pt x="111" y="177"/>
                      </a:lnTo>
                      <a:lnTo>
                        <a:pt x="113" y="175"/>
                      </a:lnTo>
                      <a:lnTo>
                        <a:pt x="113" y="177"/>
                      </a:lnTo>
                      <a:lnTo>
                        <a:pt x="114" y="177"/>
                      </a:lnTo>
                      <a:lnTo>
                        <a:pt x="113" y="174"/>
                      </a:lnTo>
                      <a:lnTo>
                        <a:pt x="110" y="174"/>
                      </a:lnTo>
                      <a:lnTo>
                        <a:pt x="109" y="173"/>
                      </a:lnTo>
                      <a:lnTo>
                        <a:pt x="109" y="169"/>
                      </a:lnTo>
                      <a:lnTo>
                        <a:pt x="103" y="163"/>
                      </a:lnTo>
                      <a:lnTo>
                        <a:pt x="103" y="160"/>
                      </a:lnTo>
                      <a:lnTo>
                        <a:pt x="100" y="156"/>
                      </a:lnTo>
                      <a:lnTo>
                        <a:pt x="99" y="155"/>
                      </a:lnTo>
                      <a:lnTo>
                        <a:pt x="94" y="159"/>
                      </a:lnTo>
                      <a:lnTo>
                        <a:pt x="92" y="159"/>
                      </a:lnTo>
                      <a:lnTo>
                        <a:pt x="91" y="156"/>
                      </a:lnTo>
                      <a:lnTo>
                        <a:pt x="90" y="156"/>
                      </a:lnTo>
                      <a:lnTo>
                        <a:pt x="87" y="155"/>
                      </a:lnTo>
                      <a:lnTo>
                        <a:pt x="87" y="154"/>
                      </a:lnTo>
                      <a:lnTo>
                        <a:pt x="88" y="152"/>
                      </a:lnTo>
                      <a:lnTo>
                        <a:pt x="87" y="152"/>
                      </a:lnTo>
                      <a:lnTo>
                        <a:pt x="86" y="152"/>
                      </a:lnTo>
                      <a:lnTo>
                        <a:pt x="84" y="152"/>
                      </a:lnTo>
                      <a:lnTo>
                        <a:pt x="86" y="154"/>
                      </a:lnTo>
                      <a:lnTo>
                        <a:pt x="86" y="156"/>
                      </a:lnTo>
                      <a:lnTo>
                        <a:pt x="84" y="159"/>
                      </a:lnTo>
                      <a:lnTo>
                        <a:pt x="83" y="159"/>
                      </a:lnTo>
                      <a:lnTo>
                        <a:pt x="80" y="156"/>
                      </a:lnTo>
                      <a:lnTo>
                        <a:pt x="80" y="155"/>
                      </a:lnTo>
                      <a:lnTo>
                        <a:pt x="79" y="155"/>
                      </a:lnTo>
                      <a:lnTo>
                        <a:pt x="77" y="155"/>
                      </a:lnTo>
                      <a:lnTo>
                        <a:pt x="75" y="154"/>
                      </a:lnTo>
                      <a:lnTo>
                        <a:pt x="72" y="151"/>
                      </a:lnTo>
                      <a:lnTo>
                        <a:pt x="72" y="143"/>
                      </a:lnTo>
                      <a:lnTo>
                        <a:pt x="67" y="143"/>
                      </a:lnTo>
                      <a:lnTo>
                        <a:pt x="65" y="139"/>
                      </a:lnTo>
                      <a:lnTo>
                        <a:pt x="67" y="135"/>
                      </a:lnTo>
                      <a:lnTo>
                        <a:pt x="69" y="132"/>
                      </a:lnTo>
                      <a:lnTo>
                        <a:pt x="67" y="125"/>
                      </a:lnTo>
                      <a:lnTo>
                        <a:pt x="64" y="124"/>
                      </a:lnTo>
                      <a:lnTo>
                        <a:pt x="61" y="120"/>
                      </a:lnTo>
                      <a:lnTo>
                        <a:pt x="58" y="118"/>
                      </a:lnTo>
                      <a:lnTo>
                        <a:pt x="57" y="118"/>
                      </a:lnTo>
                      <a:lnTo>
                        <a:pt x="47" y="111"/>
                      </a:lnTo>
                      <a:lnTo>
                        <a:pt x="45" y="111"/>
                      </a:lnTo>
                      <a:lnTo>
                        <a:pt x="43" y="113"/>
                      </a:lnTo>
                      <a:lnTo>
                        <a:pt x="39" y="110"/>
                      </a:lnTo>
                      <a:lnTo>
                        <a:pt x="41" y="109"/>
                      </a:lnTo>
                      <a:lnTo>
                        <a:pt x="39" y="107"/>
                      </a:lnTo>
                      <a:lnTo>
                        <a:pt x="41" y="105"/>
                      </a:lnTo>
                      <a:lnTo>
                        <a:pt x="38" y="102"/>
                      </a:lnTo>
                      <a:lnTo>
                        <a:pt x="37" y="101"/>
                      </a:lnTo>
                      <a:lnTo>
                        <a:pt x="34" y="99"/>
                      </a:lnTo>
                      <a:lnTo>
                        <a:pt x="33" y="98"/>
                      </a:lnTo>
                      <a:lnTo>
                        <a:pt x="31" y="98"/>
                      </a:lnTo>
                      <a:lnTo>
                        <a:pt x="31" y="95"/>
                      </a:lnTo>
                      <a:lnTo>
                        <a:pt x="31" y="94"/>
                      </a:lnTo>
                      <a:lnTo>
                        <a:pt x="31" y="92"/>
                      </a:lnTo>
                      <a:lnTo>
                        <a:pt x="31" y="91"/>
                      </a:lnTo>
                      <a:lnTo>
                        <a:pt x="31" y="86"/>
                      </a:lnTo>
                      <a:lnTo>
                        <a:pt x="34" y="84"/>
                      </a:lnTo>
                      <a:lnTo>
                        <a:pt x="34" y="80"/>
                      </a:lnTo>
                      <a:lnTo>
                        <a:pt x="35" y="80"/>
                      </a:lnTo>
                      <a:lnTo>
                        <a:pt x="38" y="79"/>
                      </a:lnTo>
                      <a:lnTo>
                        <a:pt x="38" y="73"/>
                      </a:lnTo>
                      <a:lnTo>
                        <a:pt x="37" y="73"/>
                      </a:lnTo>
                      <a:lnTo>
                        <a:pt x="37" y="69"/>
                      </a:lnTo>
                      <a:lnTo>
                        <a:pt x="38" y="69"/>
                      </a:lnTo>
                      <a:lnTo>
                        <a:pt x="41" y="68"/>
                      </a:lnTo>
                      <a:lnTo>
                        <a:pt x="41" y="68"/>
                      </a:lnTo>
                      <a:lnTo>
                        <a:pt x="41" y="67"/>
                      </a:lnTo>
                      <a:lnTo>
                        <a:pt x="38" y="65"/>
                      </a:lnTo>
                      <a:lnTo>
                        <a:pt x="35" y="67"/>
                      </a:lnTo>
                      <a:lnTo>
                        <a:pt x="33" y="65"/>
                      </a:lnTo>
                      <a:lnTo>
                        <a:pt x="28" y="63"/>
                      </a:lnTo>
                      <a:lnTo>
                        <a:pt x="26" y="63"/>
                      </a:lnTo>
                      <a:lnTo>
                        <a:pt x="23" y="61"/>
                      </a:lnTo>
                      <a:lnTo>
                        <a:pt x="22" y="57"/>
                      </a:lnTo>
                      <a:lnTo>
                        <a:pt x="20" y="56"/>
                      </a:lnTo>
                      <a:lnTo>
                        <a:pt x="19" y="54"/>
                      </a:lnTo>
                      <a:lnTo>
                        <a:pt x="18" y="52"/>
                      </a:lnTo>
                      <a:lnTo>
                        <a:pt x="18" y="49"/>
                      </a:lnTo>
                      <a:lnTo>
                        <a:pt x="16" y="46"/>
                      </a:lnTo>
                      <a:lnTo>
                        <a:pt x="14" y="46"/>
                      </a:lnTo>
                      <a:lnTo>
                        <a:pt x="14" y="46"/>
                      </a:lnTo>
                      <a:lnTo>
                        <a:pt x="14" y="44"/>
                      </a:lnTo>
                      <a:lnTo>
                        <a:pt x="12" y="41"/>
                      </a:lnTo>
                      <a:lnTo>
                        <a:pt x="9" y="34"/>
                      </a:lnTo>
                      <a:lnTo>
                        <a:pt x="5" y="33"/>
                      </a:lnTo>
                      <a:lnTo>
                        <a:pt x="5" y="31"/>
                      </a:lnTo>
                      <a:lnTo>
                        <a:pt x="5" y="27"/>
                      </a:lnTo>
                      <a:lnTo>
                        <a:pt x="8" y="23"/>
                      </a:lnTo>
                      <a:lnTo>
                        <a:pt x="7" y="22"/>
                      </a:lnTo>
                      <a:lnTo>
                        <a:pt x="3" y="20"/>
                      </a:lnTo>
                      <a:lnTo>
                        <a:pt x="3" y="18"/>
                      </a:lnTo>
                      <a:lnTo>
                        <a:pt x="4" y="15"/>
                      </a:lnTo>
                      <a:lnTo>
                        <a:pt x="3" y="10"/>
                      </a:lnTo>
                      <a:lnTo>
                        <a:pt x="1" y="7"/>
                      </a:lnTo>
                      <a:lnTo>
                        <a:pt x="0" y="5"/>
                      </a:lnTo>
                      <a:lnTo>
                        <a:pt x="4" y="4"/>
                      </a:lnTo>
                      <a:lnTo>
                        <a:pt x="5" y="1"/>
                      </a:lnTo>
                      <a:lnTo>
                        <a:pt x="8" y="0"/>
                      </a:lnTo>
                      <a:lnTo>
                        <a:pt x="8"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6" name="Freeform 848"/>
                <p:cNvSpPr>
                  <a:spLocks/>
                </p:cNvSpPr>
                <p:nvPr/>
              </p:nvSpPr>
              <p:spPr bwMode="auto">
                <a:xfrm>
                  <a:off x="5675835" y="3405926"/>
                  <a:ext cx="97572" cy="80685"/>
                </a:xfrm>
                <a:custGeom>
                  <a:avLst/>
                  <a:gdLst/>
                  <a:ahLst/>
                  <a:cxnLst>
                    <a:cxn ang="0">
                      <a:pos x="0" y="2"/>
                    </a:cxn>
                    <a:cxn ang="0">
                      <a:pos x="4" y="1"/>
                    </a:cxn>
                    <a:cxn ang="0">
                      <a:pos x="11" y="0"/>
                    </a:cxn>
                    <a:cxn ang="0">
                      <a:pos x="13" y="0"/>
                    </a:cxn>
                    <a:cxn ang="0">
                      <a:pos x="21" y="0"/>
                    </a:cxn>
                    <a:cxn ang="0">
                      <a:pos x="25" y="2"/>
                    </a:cxn>
                    <a:cxn ang="0">
                      <a:pos x="30" y="4"/>
                    </a:cxn>
                    <a:cxn ang="0">
                      <a:pos x="33" y="6"/>
                    </a:cxn>
                    <a:cxn ang="0">
                      <a:pos x="32" y="9"/>
                    </a:cxn>
                    <a:cxn ang="0">
                      <a:pos x="32" y="12"/>
                    </a:cxn>
                    <a:cxn ang="0">
                      <a:pos x="37" y="17"/>
                    </a:cxn>
                    <a:cxn ang="0">
                      <a:pos x="37" y="20"/>
                    </a:cxn>
                    <a:cxn ang="0">
                      <a:pos x="36" y="21"/>
                    </a:cxn>
                    <a:cxn ang="0">
                      <a:pos x="37" y="27"/>
                    </a:cxn>
                    <a:cxn ang="0">
                      <a:pos x="44" y="29"/>
                    </a:cxn>
                    <a:cxn ang="0">
                      <a:pos x="48" y="29"/>
                    </a:cxn>
                    <a:cxn ang="0">
                      <a:pos x="52" y="33"/>
                    </a:cxn>
                    <a:cxn ang="0">
                      <a:pos x="48" y="33"/>
                    </a:cxn>
                    <a:cxn ang="0">
                      <a:pos x="51" y="38"/>
                    </a:cxn>
                    <a:cxn ang="0">
                      <a:pos x="49" y="39"/>
                    </a:cxn>
                    <a:cxn ang="0">
                      <a:pos x="49" y="42"/>
                    </a:cxn>
                    <a:cxn ang="0">
                      <a:pos x="45" y="43"/>
                    </a:cxn>
                    <a:cxn ang="0">
                      <a:pos x="40" y="32"/>
                    </a:cxn>
                    <a:cxn ang="0">
                      <a:pos x="36" y="32"/>
                    </a:cxn>
                    <a:cxn ang="0">
                      <a:pos x="33" y="27"/>
                    </a:cxn>
                    <a:cxn ang="0">
                      <a:pos x="32" y="27"/>
                    </a:cxn>
                    <a:cxn ang="0">
                      <a:pos x="29" y="28"/>
                    </a:cxn>
                    <a:cxn ang="0">
                      <a:pos x="26" y="25"/>
                    </a:cxn>
                    <a:cxn ang="0">
                      <a:pos x="23" y="27"/>
                    </a:cxn>
                    <a:cxn ang="0">
                      <a:pos x="21" y="27"/>
                    </a:cxn>
                    <a:cxn ang="0">
                      <a:pos x="19" y="25"/>
                    </a:cxn>
                    <a:cxn ang="0">
                      <a:pos x="18" y="23"/>
                    </a:cxn>
                    <a:cxn ang="0">
                      <a:pos x="15" y="23"/>
                    </a:cxn>
                    <a:cxn ang="0">
                      <a:pos x="10" y="23"/>
                    </a:cxn>
                    <a:cxn ang="0">
                      <a:pos x="6" y="20"/>
                    </a:cxn>
                    <a:cxn ang="0">
                      <a:pos x="6" y="14"/>
                    </a:cxn>
                    <a:cxn ang="0">
                      <a:pos x="7" y="10"/>
                    </a:cxn>
                    <a:cxn ang="0">
                      <a:pos x="6" y="6"/>
                    </a:cxn>
                    <a:cxn ang="0">
                      <a:pos x="3" y="6"/>
                    </a:cxn>
                    <a:cxn ang="0">
                      <a:pos x="3" y="5"/>
                    </a:cxn>
                    <a:cxn ang="0">
                      <a:pos x="0" y="2"/>
                    </a:cxn>
                  </a:cxnLst>
                  <a:rect l="0" t="0" r="r" b="b"/>
                  <a:pathLst>
                    <a:path w="52" h="43">
                      <a:moveTo>
                        <a:pt x="0" y="2"/>
                      </a:moveTo>
                      <a:lnTo>
                        <a:pt x="4" y="1"/>
                      </a:lnTo>
                      <a:lnTo>
                        <a:pt x="11" y="0"/>
                      </a:lnTo>
                      <a:lnTo>
                        <a:pt x="13" y="0"/>
                      </a:lnTo>
                      <a:lnTo>
                        <a:pt x="21" y="0"/>
                      </a:lnTo>
                      <a:lnTo>
                        <a:pt x="25" y="2"/>
                      </a:lnTo>
                      <a:lnTo>
                        <a:pt x="30" y="4"/>
                      </a:lnTo>
                      <a:lnTo>
                        <a:pt x="33" y="6"/>
                      </a:lnTo>
                      <a:lnTo>
                        <a:pt x="32" y="9"/>
                      </a:lnTo>
                      <a:lnTo>
                        <a:pt x="32" y="12"/>
                      </a:lnTo>
                      <a:lnTo>
                        <a:pt x="37" y="17"/>
                      </a:lnTo>
                      <a:lnTo>
                        <a:pt x="37" y="20"/>
                      </a:lnTo>
                      <a:lnTo>
                        <a:pt x="36" y="21"/>
                      </a:lnTo>
                      <a:lnTo>
                        <a:pt x="37" y="27"/>
                      </a:lnTo>
                      <a:lnTo>
                        <a:pt x="44" y="29"/>
                      </a:lnTo>
                      <a:lnTo>
                        <a:pt x="48" y="29"/>
                      </a:lnTo>
                      <a:lnTo>
                        <a:pt x="52" y="33"/>
                      </a:lnTo>
                      <a:lnTo>
                        <a:pt x="48" y="33"/>
                      </a:lnTo>
                      <a:lnTo>
                        <a:pt x="51" y="38"/>
                      </a:lnTo>
                      <a:lnTo>
                        <a:pt x="49" y="39"/>
                      </a:lnTo>
                      <a:lnTo>
                        <a:pt x="49" y="42"/>
                      </a:lnTo>
                      <a:lnTo>
                        <a:pt x="45" y="43"/>
                      </a:lnTo>
                      <a:lnTo>
                        <a:pt x="40" y="32"/>
                      </a:lnTo>
                      <a:lnTo>
                        <a:pt x="36" y="32"/>
                      </a:lnTo>
                      <a:lnTo>
                        <a:pt x="33" y="27"/>
                      </a:lnTo>
                      <a:lnTo>
                        <a:pt x="32" y="27"/>
                      </a:lnTo>
                      <a:lnTo>
                        <a:pt x="29" y="28"/>
                      </a:lnTo>
                      <a:lnTo>
                        <a:pt x="26" y="25"/>
                      </a:lnTo>
                      <a:lnTo>
                        <a:pt x="23" y="27"/>
                      </a:lnTo>
                      <a:lnTo>
                        <a:pt x="21" y="27"/>
                      </a:lnTo>
                      <a:lnTo>
                        <a:pt x="19" y="25"/>
                      </a:lnTo>
                      <a:lnTo>
                        <a:pt x="18" y="23"/>
                      </a:lnTo>
                      <a:lnTo>
                        <a:pt x="15" y="23"/>
                      </a:lnTo>
                      <a:lnTo>
                        <a:pt x="10" y="23"/>
                      </a:lnTo>
                      <a:lnTo>
                        <a:pt x="6" y="20"/>
                      </a:lnTo>
                      <a:lnTo>
                        <a:pt x="6" y="14"/>
                      </a:lnTo>
                      <a:lnTo>
                        <a:pt x="7" y="10"/>
                      </a:lnTo>
                      <a:lnTo>
                        <a:pt x="6" y="6"/>
                      </a:lnTo>
                      <a:lnTo>
                        <a:pt x="3" y="6"/>
                      </a:lnTo>
                      <a:lnTo>
                        <a:pt x="3" y="5"/>
                      </a:lnTo>
                      <a:lnTo>
                        <a:pt x="0" y="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7" name="Freeform 849"/>
                <p:cNvSpPr>
                  <a:spLocks/>
                </p:cNvSpPr>
                <p:nvPr/>
              </p:nvSpPr>
              <p:spPr bwMode="auto">
                <a:xfrm>
                  <a:off x="5675835" y="3405926"/>
                  <a:ext cx="97572" cy="80685"/>
                </a:xfrm>
                <a:custGeom>
                  <a:avLst/>
                  <a:gdLst/>
                  <a:ahLst/>
                  <a:cxnLst>
                    <a:cxn ang="0">
                      <a:pos x="0" y="2"/>
                    </a:cxn>
                    <a:cxn ang="0">
                      <a:pos x="4" y="1"/>
                    </a:cxn>
                    <a:cxn ang="0">
                      <a:pos x="11" y="0"/>
                    </a:cxn>
                    <a:cxn ang="0">
                      <a:pos x="13" y="0"/>
                    </a:cxn>
                    <a:cxn ang="0">
                      <a:pos x="21" y="0"/>
                    </a:cxn>
                    <a:cxn ang="0">
                      <a:pos x="25" y="2"/>
                    </a:cxn>
                    <a:cxn ang="0">
                      <a:pos x="30" y="4"/>
                    </a:cxn>
                    <a:cxn ang="0">
                      <a:pos x="33" y="6"/>
                    </a:cxn>
                    <a:cxn ang="0">
                      <a:pos x="32" y="9"/>
                    </a:cxn>
                    <a:cxn ang="0">
                      <a:pos x="32" y="12"/>
                    </a:cxn>
                    <a:cxn ang="0">
                      <a:pos x="37" y="17"/>
                    </a:cxn>
                    <a:cxn ang="0">
                      <a:pos x="37" y="20"/>
                    </a:cxn>
                    <a:cxn ang="0">
                      <a:pos x="36" y="21"/>
                    </a:cxn>
                    <a:cxn ang="0">
                      <a:pos x="37" y="27"/>
                    </a:cxn>
                    <a:cxn ang="0">
                      <a:pos x="44" y="29"/>
                    </a:cxn>
                    <a:cxn ang="0">
                      <a:pos x="48" y="29"/>
                    </a:cxn>
                    <a:cxn ang="0">
                      <a:pos x="52" y="33"/>
                    </a:cxn>
                    <a:cxn ang="0">
                      <a:pos x="48" y="33"/>
                    </a:cxn>
                    <a:cxn ang="0">
                      <a:pos x="51" y="38"/>
                    </a:cxn>
                    <a:cxn ang="0">
                      <a:pos x="49" y="39"/>
                    </a:cxn>
                    <a:cxn ang="0">
                      <a:pos x="49" y="42"/>
                    </a:cxn>
                    <a:cxn ang="0">
                      <a:pos x="45" y="43"/>
                    </a:cxn>
                    <a:cxn ang="0">
                      <a:pos x="40" y="32"/>
                    </a:cxn>
                    <a:cxn ang="0">
                      <a:pos x="36" y="32"/>
                    </a:cxn>
                    <a:cxn ang="0">
                      <a:pos x="33" y="27"/>
                    </a:cxn>
                    <a:cxn ang="0">
                      <a:pos x="32" y="27"/>
                    </a:cxn>
                    <a:cxn ang="0">
                      <a:pos x="29" y="28"/>
                    </a:cxn>
                    <a:cxn ang="0">
                      <a:pos x="26" y="25"/>
                    </a:cxn>
                    <a:cxn ang="0">
                      <a:pos x="23" y="27"/>
                    </a:cxn>
                    <a:cxn ang="0">
                      <a:pos x="21" y="27"/>
                    </a:cxn>
                    <a:cxn ang="0">
                      <a:pos x="19" y="25"/>
                    </a:cxn>
                    <a:cxn ang="0">
                      <a:pos x="18" y="23"/>
                    </a:cxn>
                    <a:cxn ang="0">
                      <a:pos x="15" y="23"/>
                    </a:cxn>
                    <a:cxn ang="0">
                      <a:pos x="10" y="23"/>
                    </a:cxn>
                    <a:cxn ang="0">
                      <a:pos x="6" y="20"/>
                    </a:cxn>
                    <a:cxn ang="0">
                      <a:pos x="6" y="14"/>
                    </a:cxn>
                    <a:cxn ang="0">
                      <a:pos x="7" y="10"/>
                    </a:cxn>
                    <a:cxn ang="0">
                      <a:pos x="6" y="6"/>
                    </a:cxn>
                    <a:cxn ang="0">
                      <a:pos x="3" y="6"/>
                    </a:cxn>
                    <a:cxn ang="0">
                      <a:pos x="3" y="5"/>
                    </a:cxn>
                    <a:cxn ang="0">
                      <a:pos x="0" y="2"/>
                    </a:cxn>
                  </a:cxnLst>
                  <a:rect l="0" t="0" r="r" b="b"/>
                  <a:pathLst>
                    <a:path w="52" h="43">
                      <a:moveTo>
                        <a:pt x="0" y="2"/>
                      </a:moveTo>
                      <a:lnTo>
                        <a:pt x="4" y="1"/>
                      </a:lnTo>
                      <a:lnTo>
                        <a:pt x="11" y="0"/>
                      </a:lnTo>
                      <a:lnTo>
                        <a:pt x="13" y="0"/>
                      </a:lnTo>
                      <a:lnTo>
                        <a:pt x="21" y="0"/>
                      </a:lnTo>
                      <a:lnTo>
                        <a:pt x="25" y="2"/>
                      </a:lnTo>
                      <a:lnTo>
                        <a:pt x="30" y="4"/>
                      </a:lnTo>
                      <a:lnTo>
                        <a:pt x="33" y="6"/>
                      </a:lnTo>
                      <a:lnTo>
                        <a:pt x="32" y="9"/>
                      </a:lnTo>
                      <a:lnTo>
                        <a:pt x="32" y="12"/>
                      </a:lnTo>
                      <a:lnTo>
                        <a:pt x="37" y="17"/>
                      </a:lnTo>
                      <a:lnTo>
                        <a:pt x="37" y="20"/>
                      </a:lnTo>
                      <a:lnTo>
                        <a:pt x="36" y="21"/>
                      </a:lnTo>
                      <a:lnTo>
                        <a:pt x="37" y="27"/>
                      </a:lnTo>
                      <a:lnTo>
                        <a:pt x="44" y="29"/>
                      </a:lnTo>
                      <a:lnTo>
                        <a:pt x="48" y="29"/>
                      </a:lnTo>
                      <a:lnTo>
                        <a:pt x="52" y="33"/>
                      </a:lnTo>
                      <a:lnTo>
                        <a:pt x="48" y="33"/>
                      </a:lnTo>
                      <a:lnTo>
                        <a:pt x="51" y="38"/>
                      </a:lnTo>
                      <a:lnTo>
                        <a:pt x="49" y="39"/>
                      </a:lnTo>
                      <a:lnTo>
                        <a:pt x="49" y="42"/>
                      </a:lnTo>
                      <a:lnTo>
                        <a:pt x="45" y="43"/>
                      </a:lnTo>
                      <a:lnTo>
                        <a:pt x="40" y="32"/>
                      </a:lnTo>
                      <a:lnTo>
                        <a:pt x="36" y="32"/>
                      </a:lnTo>
                      <a:lnTo>
                        <a:pt x="33" y="27"/>
                      </a:lnTo>
                      <a:lnTo>
                        <a:pt x="32" y="27"/>
                      </a:lnTo>
                      <a:lnTo>
                        <a:pt x="29" y="28"/>
                      </a:lnTo>
                      <a:lnTo>
                        <a:pt x="26" y="25"/>
                      </a:lnTo>
                      <a:lnTo>
                        <a:pt x="23" y="27"/>
                      </a:lnTo>
                      <a:lnTo>
                        <a:pt x="21" y="27"/>
                      </a:lnTo>
                      <a:lnTo>
                        <a:pt x="19" y="25"/>
                      </a:lnTo>
                      <a:lnTo>
                        <a:pt x="18" y="23"/>
                      </a:lnTo>
                      <a:lnTo>
                        <a:pt x="15" y="23"/>
                      </a:lnTo>
                      <a:lnTo>
                        <a:pt x="10" y="23"/>
                      </a:lnTo>
                      <a:lnTo>
                        <a:pt x="6" y="20"/>
                      </a:lnTo>
                      <a:lnTo>
                        <a:pt x="6" y="14"/>
                      </a:lnTo>
                      <a:lnTo>
                        <a:pt x="7" y="10"/>
                      </a:lnTo>
                      <a:lnTo>
                        <a:pt x="6" y="6"/>
                      </a:lnTo>
                      <a:lnTo>
                        <a:pt x="3" y="6"/>
                      </a:lnTo>
                      <a:lnTo>
                        <a:pt x="3" y="5"/>
                      </a:lnTo>
                      <a:lnTo>
                        <a:pt x="0" y="2"/>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8" name="Freeform 850"/>
                <p:cNvSpPr>
                  <a:spLocks noEditPoints="1"/>
                </p:cNvSpPr>
                <p:nvPr/>
              </p:nvSpPr>
              <p:spPr bwMode="auto">
                <a:xfrm>
                  <a:off x="5233009" y="3385285"/>
                  <a:ext cx="495364" cy="198896"/>
                </a:xfrm>
                <a:custGeom>
                  <a:avLst/>
                  <a:gdLst/>
                  <a:ahLst/>
                  <a:cxnLst>
                    <a:cxn ang="0">
                      <a:pos x="12" y="11"/>
                    </a:cxn>
                    <a:cxn ang="0">
                      <a:pos x="20" y="1"/>
                    </a:cxn>
                    <a:cxn ang="0">
                      <a:pos x="37" y="12"/>
                    </a:cxn>
                    <a:cxn ang="0">
                      <a:pos x="35" y="20"/>
                    </a:cxn>
                    <a:cxn ang="0">
                      <a:pos x="14" y="30"/>
                    </a:cxn>
                    <a:cxn ang="0">
                      <a:pos x="11" y="27"/>
                    </a:cxn>
                    <a:cxn ang="0">
                      <a:pos x="4" y="23"/>
                    </a:cxn>
                    <a:cxn ang="0">
                      <a:pos x="201" y="17"/>
                    </a:cxn>
                    <a:cxn ang="0">
                      <a:pos x="185" y="16"/>
                    </a:cxn>
                    <a:cxn ang="0">
                      <a:pos x="160" y="17"/>
                    </a:cxn>
                    <a:cxn ang="0">
                      <a:pos x="143" y="12"/>
                    </a:cxn>
                    <a:cxn ang="0">
                      <a:pos x="130" y="6"/>
                    </a:cxn>
                    <a:cxn ang="0">
                      <a:pos x="115" y="1"/>
                    </a:cxn>
                    <a:cxn ang="0">
                      <a:pos x="90" y="5"/>
                    </a:cxn>
                    <a:cxn ang="0">
                      <a:pos x="76" y="16"/>
                    </a:cxn>
                    <a:cxn ang="0">
                      <a:pos x="58" y="16"/>
                    </a:cxn>
                    <a:cxn ang="0">
                      <a:pos x="46" y="24"/>
                    </a:cxn>
                    <a:cxn ang="0">
                      <a:pos x="41" y="30"/>
                    </a:cxn>
                    <a:cxn ang="0">
                      <a:pos x="34" y="31"/>
                    </a:cxn>
                    <a:cxn ang="0">
                      <a:pos x="19" y="31"/>
                    </a:cxn>
                    <a:cxn ang="0">
                      <a:pos x="8" y="44"/>
                    </a:cxn>
                    <a:cxn ang="0">
                      <a:pos x="19" y="47"/>
                    </a:cxn>
                    <a:cxn ang="0">
                      <a:pos x="18" y="58"/>
                    </a:cxn>
                    <a:cxn ang="0">
                      <a:pos x="19" y="62"/>
                    </a:cxn>
                    <a:cxn ang="0">
                      <a:pos x="11" y="65"/>
                    </a:cxn>
                    <a:cxn ang="0">
                      <a:pos x="18" y="73"/>
                    </a:cxn>
                    <a:cxn ang="0">
                      <a:pos x="23" y="84"/>
                    </a:cxn>
                    <a:cxn ang="0">
                      <a:pos x="26" y="91"/>
                    </a:cxn>
                    <a:cxn ang="0">
                      <a:pos x="27" y="93"/>
                    </a:cxn>
                    <a:cxn ang="0">
                      <a:pos x="34" y="96"/>
                    </a:cxn>
                    <a:cxn ang="0">
                      <a:pos x="45" y="95"/>
                    </a:cxn>
                    <a:cxn ang="0">
                      <a:pos x="50" y="99"/>
                    </a:cxn>
                    <a:cxn ang="0">
                      <a:pos x="62" y="102"/>
                    </a:cxn>
                    <a:cxn ang="0">
                      <a:pos x="72" y="96"/>
                    </a:cxn>
                    <a:cxn ang="0">
                      <a:pos x="96" y="102"/>
                    </a:cxn>
                    <a:cxn ang="0">
                      <a:pos x="121" y="100"/>
                    </a:cxn>
                    <a:cxn ang="0">
                      <a:pos x="143" y="93"/>
                    </a:cxn>
                    <a:cxn ang="0">
                      <a:pos x="144" y="99"/>
                    </a:cxn>
                    <a:cxn ang="0">
                      <a:pos x="155" y="104"/>
                    </a:cxn>
                    <a:cxn ang="0">
                      <a:pos x="163" y="93"/>
                    </a:cxn>
                    <a:cxn ang="0">
                      <a:pos x="186" y="91"/>
                    </a:cxn>
                    <a:cxn ang="0">
                      <a:pos x="208" y="87"/>
                    </a:cxn>
                    <a:cxn ang="0">
                      <a:pos x="232" y="85"/>
                    </a:cxn>
                    <a:cxn ang="0">
                      <a:pos x="255" y="81"/>
                    </a:cxn>
                    <a:cxn ang="0">
                      <a:pos x="262" y="80"/>
                    </a:cxn>
                    <a:cxn ang="0">
                      <a:pos x="257" y="61"/>
                    </a:cxn>
                    <a:cxn ang="0">
                      <a:pos x="250" y="44"/>
                    </a:cxn>
                    <a:cxn ang="0">
                      <a:pos x="251" y="34"/>
                    </a:cxn>
                    <a:cxn ang="0">
                      <a:pos x="239" y="17"/>
                    </a:cxn>
                    <a:cxn ang="0">
                      <a:pos x="223" y="8"/>
                    </a:cxn>
                    <a:cxn ang="0">
                      <a:pos x="212" y="5"/>
                    </a:cxn>
                    <a:cxn ang="0">
                      <a:pos x="33" y="99"/>
                    </a:cxn>
                    <a:cxn ang="0">
                      <a:pos x="5" y="32"/>
                    </a:cxn>
                  </a:cxnLst>
                  <a:rect l="0" t="0" r="r" b="b"/>
                  <a:pathLst>
                    <a:path w="264" h="106">
                      <a:moveTo>
                        <a:pt x="4" y="23"/>
                      </a:moveTo>
                      <a:lnTo>
                        <a:pt x="7" y="23"/>
                      </a:lnTo>
                      <a:lnTo>
                        <a:pt x="8" y="19"/>
                      </a:lnTo>
                      <a:lnTo>
                        <a:pt x="8" y="16"/>
                      </a:lnTo>
                      <a:lnTo>
                        <a:pt x="12" y="13"/>
                      </a:lnTo>
                      <a:lnTo>
                        <a:pt x="12" y="11"/>
                      </a:lnTo>
                      <a:lnTo>
                        <a:pt x="9" y="9"/>
                      </a:lnTo>
                      <a:lnTo>
                        <a:pt x="9" y="5"/>
                      </a:lnTo>
                      <a:lnTo>
                        <a:pt x="12" y="2"/>
                      </a:lnTo>
                      <a:lnTo>
                        <a:pt x="15" y="2"/>
                      </a:lnTo>
                      <a:lnTo>
                        <a:pt x="16" y="1"/>
                      </a:lnTo>
                      <a:lnTo>
                        <a:pt x="20" y="1"/>
                      </a:lnTo>
                      <a:lnTo>
                        <a:pt x="24" y="4"/>
                      </a:lnTo>
                      <a:lnTo>
                        <a:pt x="26" y="2"/>
                      </a:lnTo>
                      <a:lnTo>
                        <a:pt x="28" y="2"/>
                      </a:lnTo>
                      <a:lnTo>
                        <a:pt x="30" y="8"/>
                      </a:lnTo>
                      <a:lnTo>
                        <a:pt x="34" y="12"/>
                      </a:lnTo>
                      <a:lnTo>
                        <a:pt x="37" y="12"/>
                      </a:lnTo>
                      <a:lnTo>
                        <a:pt x="41" y="16"/>
                      </a:lnTo>
                      <a:lnTo>
                        <a:pt x="43" y="17"/>
                      </a:lnTo>
                      <a:lnTo>
                        <a:pt x="43" y="19"/>
                      </a:lnTo>
                      <a:lnTo>
                        <a:pt x="41" y="21"/>
                      </a:lnTo>
                      <a:lnTo>
                        <a:pt x="37" y="21"/>
                      </a:lnTo>
                      <a:lnTo>
                        <a:pt x="35" y="20"/>
                      </a:lnTo>
                      <a:lnTo>
                        <a:pt x="33" y="20"/>
                      </a:lnTo>
                      <a:lnTo>
                        <a:pt x="31" y="21"/>
                      </a:lnTo>
                      <a:lnTo>
                        <a:pt x="26" y="21"/>
                      </a:lnTo>
                      <a:lnTo>
                        <a:pt x="23" y="23"/>
                      </a:lnTo>
                      <a:lnTo>
                        <a:pt x="22" y="25"/>
                      </a:lnTo>
                      <a:lnTo>
                        <a:pt x="14" y="30"/>
                      </a:lnTo>
                      <a:lnTo>
                        <a:pt x="8" y="35"/>
                      </a:lnTo>
                      <a:lnTo>
                        <a:pt x="8" y="32"/>
                      </a:lnTo>
                      <a:lnTo>
                        <a:pt x="9" y="28"/>
                      </a:lnTo>
                      <a:lnTo>
                        <a:pt x="11" y="28"/>
                      </a:lnTo>
                      <a:lnTo>
                        <a:pt x="14" y="27"/>
                      </a:lnTo>
                      <a:lnTo>
                        <a:pt x="11" y="27"/>
                      </a:lnTo>
                      <a:lnTo>
                        <a:pt x="9" y="27"/>
                      </a:lnTo>
                      <a:lnTo>
                        <a:pt x="8" y="27"/>
                      </a:lnTo>
                      <a:lnTo>
                        <a:pt x="5" y="25"/>
                      </a:lnTo>
                      <a:lnTo>
                        <a:pt x="4" y="23"/>
                      </a:lnTo>
                      <a:lnTo>
                        <a:pt x="4" y="23"/>
                      </a:lnTo>
                      <a:lnTo>
                        <a:pt x="4" y="23"/>
                      </a:lnTo>
                      <a:close/>
                      <a:moveTo>
                        <a:pt x="212" y="5"/>
                      </a:moveTo>
                      <a:lnTo>
                        <a:pt x="212" y="6"/>
                      </a:lnTo>
                      <a:lnTo>
                        <a:pt x="211" y="11"/>
                      </a:lnTo>
                      <a:lnTo>
                        <a:pt x="206" y="12"/>
                      </a:lnTo>
                      <a:lnTo>
                        <a:pt x="202" y="15"/>
                      </a:lnTo>
                      <a:lnTo>
                        <a:pt x="201" y="17"/>
                      </a:lnTo>
                      <a:lnTo>
                        <a:pt x="197" y="17"/>
                      </a:lnTo>
                      <a:lnTo>
                        <a:pt x="194" y="19"/>
                      </a:lnTo>
                      <a:lnTo>
                        <a:pt x="189" y="17"/>
                      </a:lnTo>
                      <a:lnTo>
                        <a:pt x="187" y="16"/>
                      </a:lnTo>
                      <a:lnTo>
                        <a:pt x="185" y="16"/>
                      </a:lnTo>
                      <a:lnTo>
                        <a:pt x="185" y="16"/>
                      </a:lnTo>
                      <a:lnTo>
                        <a:pt x="182" y="16"/>
                      </a:lnTo>
                      <a:lnTo>
                        <a:pt x="177" y="17"/>
                      </a:lnTo>
                      <a:lnTo>
                        <a:pt x="170" y="20"/>
                      </a:lnTo>
                      <a:lnTo>
                        <a:pt x="166" y="19"/>
                      </a:lnTo>
                      <a:lnTo>
                        <a:pt x="163" y="16"/>
                      </a:lnTo>
                      <a:lnTo>
                        <a:pt x="160" y="17"/>
                      </a:lnTo>
                      <a:lnTo>
                        <a:pt x="155" y="15"/>
                      </a:lnTo>
                      <a:lnTo>
                        <a:pt x="152" y="15"/>
                      </a:lnTo>
                      <a:lnTo>
                        <a:pt x="148" y="11"/>
                      </a:lnTo>
                      <a:lnTo>
                        <a:pt x="145" y="11"/>
                      </a:lnTo>
                      <a:lnTo>
                        <a:pt x="144" y="13"/>
                      </a:lnTo>
                      <a:lnTo>
                        <a:pt x="143" y="12"/>
                      </a:lnTo>
                      <a:lnTo>
                        <a:pt x="140" y="9"/>
                      </a:lnTo>
                      <a:lnTo>
                        <a:pt x="139" y="5"/>
                      </a:lnTo>
                      <a:lnTo>
                        <a:pt x="137" y="4"/>
                      </a:lnTo>
                      <a:lnTo>
                        <a:pt x="136" y="4"/>
                      </a:lnTo>
                      <a:lnTo>
                        <a:pt x="132" y="8"/>
                      </a:lnTo>
                      <a:lnTo>
                        <a:pt x="130" y="6"/>
                      </a:lnTo>
                      <a:lnTo>
                        <a:pt x="129" y="8"/>
                      </a:lnTo>
                      <a:lnTo>
                        <a:pt x="124" y="2"/>
                      </a:lnTo>
                      <a:lnTo>
                        <a:pt x="124" y="0"/>
                      </a:lnTo>
                      <a:lnTo>
                        <a:pt x="122" y="0"/>
                      </a:lnTo>
                      <a:lnTo>
                        <a:pt x="120" y="1"/>
                      </a:lnTo>
                      <a:lnTo>
                        <a:pt x="115" y="1"/>
                      </a:lnTo>
                      <a:lnTo>
                        <a:pt x="113" y="1"/>
                      </a:lnTo>
                      <a:lnTo>
                        <a:pt x="110" y="1"/>
                      </a:lnTo>
                      <a:lnTo>
                        <a:pt x="103" y="1"/>
                      </a:lnTo>
                      <a:lnTo>
                        <a:pt x="99" y="2"/>
                      </a:lnTo>
                      <a:lnTo>
                        <a:pt x="92" y="5"/>
                      </a:lnTo>
                      <a:lnTo>
                        <a:pt x="90" y="5"/>
                      </a:lnTo>
                      <a:lnTo>
                        <a:pt x="84" y="6"/>
                      </a:lnTo>
                      <a:lnTo>
                        <a:pt x="83" y="8"/>
                      </a:lnTo>
                      <a:lnTo>
                        <a:pt x="80" y="9"/>
                      </a:lnTo>
                      <a:lnTo>
                        <a:pt x="79" y="12"/>
                      </a:lnTo>
                      <a:lnTo>
                        <a:pt x="77" y="12"/>
                      </a:lnTo>
                      <a:lnTo>
                        <a:pt x="76" y="16"/>
                      </a:lnTo>
                      <a:lnTo>
                        <a:pt x="75" y="16"/>
                      </a:lnTo>
                      <a:lnTo>
                        <a:pt x="75" y="17"/>
                      </a:lnTo>
                      <a:lnTo>
                        <a:pt x="69" y="19"/>
                      </a:lnTo>
                      <a:lnTo>
                        <a:pt x="62" y="16"/>
                      </a:lnTo>
                      <a:lnTo>
                        <a:pt x="60" y="16"/>
                      </a:lnTo>
                      <a:lnTo>
                        <a:pt x="58" y="16"/>
                      </a:lnTo>
                      <a:lnTo>
                        <a:pt x="54" y="16"/>
                      </a:lnTo>
                      <a:lnTo>
                        <a:pt x="50" y="17"/>
                      </a:lnTo>
                      <a:lnTo>
                        <a:pt x="49" y="16"/>
                      </a:lnTo>
                      <a:lnTo>
                        <a:pt x="45" y="17"/>
                      </a:lnTo>
                      <a:lnTo>
                        <a:pt x="45" y="19"/>
                      </a:lnTo>
                      <a:lnTo>
                        <a:pt x="46" y="24"/>
                      </a:lnTo>
                      <a:lnTo>
                        <a:pt x="50" y="24"/>
                      </a:lnTo>
                      <a:lnTo>
                        <a:pt x="54" y="24"/>
                      </a:lnTo>
                      <a:lnTo>
                        <a:pt x="53" y="25"/>
                      </a:lnTo>
                      <a:lnTo>
                        <a:pt x="48" y="25"/>
                      </a:lnTo>
                      <a:lnTo>
                        <a:pt x="42" y="27"/>
                      </a:lnTo>
                      <a:lnTo>
                        <a:pt x="41" y="30"/>
                      </a:lnTo>
                      <a:lnTo>
                        <a:pt x="42" y="31"/>
                      </a:lnTo>
                      <a:lnTo>
                        <a:pt x="45" y="30"/>
                      </a:lnTo>
                      <a:lnTo>
                        <a:pt x="46" y="32"/>
                      </a:lnTo>
                      <a:lnTo>
                        <a:pt x="43" y="32"/>
                      </a:lnTo>
                      <a:lnTo>
                        <a:pt x="37" y="32"/>
                      </a:lnTo>
                      <a:lnTo>
                        <a:pt x="34" y="31"/>
                      </a:lnTo>
                      <a:lnTo>
                        <a:pt x="31" y="32"/>
                      </a:lnTo>
                      <a:lnTo>
                        <a:pt x="28" y="31"/>
                      </a:lnTo>
                      <a:lnTo>
                        <a:pt x="27" y="31"/>
                      </a:lnTo>
                      <a:lnTo>
                        <a:pt x="24" y="34"/>
                      </a:lnTo>
                      <a:lnTo>
                        <a:pt x="23" y="34"/>
                      </a:lnTo>
                      <a:lnTo>
                        <a:pt x="19" y="31"/>
                      </a:lnTo>
                      <a:lnTo>
                        <a:pt x="16" y="31"/>
                      </a:lnTo>
                      <a:lnTo>
                        <a:pt x="9" y="35"/>
                      </a:lnTo>
                      <a:lnTo>
                        <a:pt x="8" y="38"/>
                      </a:lnTo>
                      <a:lnTo>
                        <a:pt x="7" y="40"/>
                      </a:lnTo>
                      <a:lnTo>
                        <a:pt x="8" y="42"/>
                      </a:lnTo>
                      <a:lnTo>
                        <a:pt x="8" y="44"/>
                      </a:lnTo>
                      <a:lnTo>
                        <a:pt x="7" y="46"/>
                      </a:lnTo>
                      <a:lnTo>
                        <a:pt x="8" y="49"/>
                      </a:lnTo>
                      <a:lnTo>
                        <a:pt x="12" y="47"/>
                      </a:lnTo>
                      <a:lnTo>
                        <a:pt x="14" y="47"/>
                      </a:lnTo>
                      <a:lnTo>
                        <a:pt x="16" y="46"/>
                      </a:lnTo>
                      <a:lnTo>
                        <a:pt x="19" y="47"/>
                      </a:lnTo>
                      <a:lnTo>
                        <a:pt x="16" y="50"/>
                      </a:lnTo>
                      <a:lnTo>
                        <a:pt x="16" y="51"/>
                      </a:lnTo>
                      <a:lnTo>
                        <a:pt x="18" y="54"/>
                      </a:lnTo>
                      <a:lnTo>
                        <a:pt x="18" y="55"/>
                      </a:lnTo>
                      <a:lnTo>
                        <a:pt x="18" y="57"/>
                      </a:lnTo>
                      <a:lnTo>
                        <a:pt x="18" y="58"/>
                      </a:lnTo>
                      <a:lnTo>
                        <a:pt x="20" y="57"/>
                      </a:lnTo>
                      <a:lnTo>
                        <a:pt x="22" y="58"/>
                      </a:lnTo>
                      <a:lnTo>
                        <a:pt x="19" y="59"/>
                      </a:lnTo>
                      <a:lnTo>
                        <a:pt x="16" y="62"/>
                      </a:lnTo>
                      <a:lnTo>
                        <a:pt x="18" y="62"/>
                      </a:lnTo>
                      <a:lnTo>
                        <a:pt x="19" y="62"/>
                      </a:lnTo>
                      <a:lnTo>
                        <a:pt x="18" y="64"/>
                      </a:lnTo>
                      <a:lnTo>
                        <a:pt x="16" y="66"/>
                      </a:lnTo>
                      <a:lnTo>
                        <a:pt x="15" y="66"/>
                      </a:lnTo>
                      <a:lnTo>
                        <a:pt x="12" y="62"/>
                      </a:lnTo>
                      <a:lnTo>
                        <a:pt x="12" y="62"/>
                      </a:lnTo>
                      <a:lnTo>
                        <a:pt x="11" y="65"/>
                      </a:lnTo>
                      <a:lnTo>
                        <a:pt x="12" y="68"/>
                      </a:lnTo>
                      <a:lnTo>
                        <a:pt x="11" y="69"/>
                      </a:lnTo>
                      <a:lnTo>
                        <a:pt x="11" y="70"/>
                      </a:lnTo>
                      <a:lnTo>
                        <a:pt x="14" y="72"/>
                      </a:lnTo>
                      <a:lnTo>
                        <a:pt x="15" y="70"/>
                      </a:lnTo>
                      <a:lnTo>
                        <a:pt x="18" y="73"/>
                      </a:lnTo>
                      <a:lnTo>
                        <a:pt x="19" y="73"/>
                      </a:lnTo>
                      <a:lnTo>
                        <a:pt x="23" y="74"/>
                      </a:lnTo>
                      <a:lnTo>
                        <a:pt x="23" y="78"/>
                      </a:lnTo>
                      <a:lnTo>
                        <a:pt x="22" y="80"/>
                      </a:lnTo>
                      <a:lnTo>
                        <a:pt x="23" y="83"/>
                      </a:lnTo>
                      <a:lnTo>
                        <a:pt x="23" y="84"/>
                      </a:lnTo>
                      <a:lnTo>
                        <a:pt x="24" y="84"/>
                      </a:lnTo>
                      <a:lnTo>
                        <a:pt x="28" y="87"/>
                      </a:lnTo>
                      <a:lnTo>
                        <a:pt x="27" y="89"/>
                      </a:lnTo>
                      <a:lnTo>
                        <a:pt x="24" y="89"/>
                      </a:lnTo>
                      <a:lnTo>
                        <a:pt x="24" y="91"/>
                      </a:lnTo>
                      <a:lnTo>
                        <a:pt x="26" y="91"/>
                      </a:lnTo>
                      <a:lnTo>
                        <a:pt x="30" y="91"/>
                      </a:lnTo>
                      <a:lnTo>
                        <a:pt x="37" y="91"/>
                      </a:lnTo>
                      <a:lnTo>
                        <a:pt x="37" y="91"/>
                      </a:lnTo>
                      <a:lnTo>
                        <a:pt x="34" y="93"/>
                      </a:lnTo>
                      <a:lnTo>
                        <a:pt x="31" y="95"/>
                      </a:lnTo>
                      <a:lnTo>
                        <a:pt x="27" y="93"/>
                      </a:lnTo>
                      <a:lnTo>
                        <a:pt x="26" y="96"/>
                      </a:lnTo>
                      <a:lnTo>
                        <a:pt x="27" y="96"/>
                      </a:lnTo>
                      <a:lnTo>
                        <a:pt x="30" y="95"/>
                      </a:lnTo>
                      <a:lnTo>
                        <a:pt x="33" y="95"/>
                      </a:lnTo>
                      <a:lnTo>
                        <a:pt x="34" y="95"/>
                      </a:lnTo>
                      <a:lnTo>
                        <a:pt x="34" y="96"/>
                      </a:lnTo>
                      <a:lnTo>
                        <a:pt x="35" y="97"/>
                      </a:lnTo>
                      <a:lnTo>
                        <a:pt x="37" y="95"/>
                      </a:lnTo>
                      <a:lnTo>
                        <a:pt x="39" y="93"/>
                      </a:lnTo>
                      <a:lnTo>
                        <a:pt x="41" y="93"/>
                      </a:lnTo>
                      <a:lnTo>
                        <a:pt x="42" y="95"/>
                      </a:lnTo>
                      <a:lnTo>
                        <a:pt x="45" y="95"/>
                      </a:lnTo>
                      <a:lnTo>
                        <a:pt x="48" y="96"/>
                      </a:lnTo>
                      <a:lnTo>
                        <a:pt x="49" y="95"/>
                      </a:lnTo>
                      <a:lnTo>
                        <a:pt x="50" y="95"/>
                      </a:lnTo>
                      <a:lnTo>
                        <a:pt x="50" y="96"/>
                      </a:lnTo>
                      <a:lnTo>
                        <a:pt x="49" y="96"/>
                      </a:lnTo>
                      <a:lnTo>
                        <a:pt x="50" y="99"/>
                      </a:lnTo>
                      <a:lnTo>
                        <a:pt x="50" y="100"/>
                      </a:lnTo>
                      <a:lnTo>
                        <a:pt x="53" y="103"/>
                      </a:lnTo>
                      <a:lnTo>
                        <a:pt x="54" y="103"/>
                      </a:lnTo>
                      <a:lnTo>
                        <a:pt x="58" y="104"/>
                      </a:lnTo>
                      <a:lnTo>
                        <a:pt x="61" y="103"/>
                      </a:lnTo>
                      <a:lnTo>
                        <a:pt x="62" y="102"/>
                      </a:lnTo>
                      <a:lnTo>
                        <a:pt x="65" y="102"/>
                      </a:lnTo>
                      <a:lnTo>
                        <a:pt x="68" y="100"/>
                      </a:lnTo>
                      <a:lnTo>
                        <a:pt x="69" y="102"/>
                      </a:lnTo>
                      <a:lnTo>
                        <a:pt x="72" y="100"/>
                      </a:lnTo>
                      <a:lnTo>
                        <a:pt x="71" y="97"/>
                      </a:lnTo>
                      <a:lnTo>
                        <a:pt x="72" y="96"/>
                      </a:lnTo>
                      <a:lnTo>
                        <a:pt x="71" y="92"/>
                      </a:lnTo>
                      <a:lnTo>
                        <a:pt x="77" y="92"/>
                      </a:lnTo>
                      <a:lnTo>
                        <a:pt x="83" y="92"/>
                      </a:lnTo>
                      <a:lnTo>
                        <a:pt x="90" y="96"/>
                      </a:lnTo>
                      <a:lnTo>
                        <a:pt x="92" y="96"/>
                      </a:lnTo>
                      <a:lnTo>
                        <a:pt x="96" y="102"/>
                      </a:lnTo>
                      <a:lnTo>
                        <a:pt x="100" y="104"/>
                      </a:lnTo>
                      <a:lnTo>
                        <a:pt x="113" y="103"/>
                      </a:lnTo>
                      <a:lnTo>
                        <a:pt x="117" y="102"/>
                      </a:lnTo>
                      <a:lnTo>
                        <a:pt x="118" y="102"/>
                      </a:lnTo>
                      <a:lnTo>
                        <a:pt x="120" y="102"/>
                      </a:lnTo>
                      <a:lnTo>
                        <a:pt x="121" y="100"/>
                      </a:lnTo>
                      <a:lnTo>
                        <a:pt x="121" y="99"/>
                      </a:lnTo>
                      <a:lnTo>
                        <a:pt x="128" y="91"/>
                      </a:lnTo>
                      <a:lnTo>
                        <a:pt x="129" y="91"/>
                      </a:lnTo>
                      <a:lnTo>
                        <a:pt x="134" y="93"/>
                      </a:lnTo>
                      <a:lnTo>
                        <a:pt x="139" y="95"/>
                      </a:lnTo>
                      <a:lnTo>
                        <a:pt x="143" y="93"/>
                      </a:lnTo>
                      <a:lnTo>
                        <a:pt x="143" y="92"/>
                      </a:lnTo>
                      <a:lnTo>
                        <a:pt x="147" y="91"/>
                      </a:lnTo>
                      <a:lnTo>
                        <a:pt x="148" y="91"/>
                      </a:lnTo>
                      <a:lnTo>
                        <a:pt x="149" y="93"/>
                      </a:lnTo>
                      <a:lnTo>
                        <a:pt x="147" y="96"/>
                      </a:lnTo>
                      <a:lnTo>
                        <a:pt x="144" y="99"/>
                      </a:lnTo>
                      <a:lnTo>
                        <a:pt x="144" y="100"/>
                      </a:lnTo>
                      <a:lnTo>
                        <a:pt x="147" y="103"/>
                      </a:lnTo>
                      <a:lnTo>
                        <a:pt x="147" y="106"/>
                      </a:lnTo>
                      <a:lnTo>
                        <a:pt x="149" y="106"/>
                      </a:lnTo>
                      <a:lnTo>
                        <a:pt x="152" y="106"/>
                      </a:lnTo>
                      <a:lnTo>
                        <a:pt x="155" y="104"/>
                      </a:lnTo>
                      <a:lnTo>
                        <a:pt x="155" y="102"/>
                      </a:lnTo>
                      <a:lnTo>
                        <a:pt x="156" y="100"/>
                      </a:lnTo>
                      <a:lnTo>
                        <a:pt x="156" y="95"/>
                      </a:lnTo>
                      <a:lnTo>
                        <a:pt x="158" y="92"/>
                      </a:lnTo>
                      <a:lnTo>
                        <a:pt x="162" y="93"/>
                      </a:lnTo>
                      <a:lnTo>
                        <a:pt x="163" y="93"/>
                      </a:lnTo>
                      <a:lnTo>
                        <a:pt x="171" y="91"/>
                      </a:lnTo>
                      <a:lnTo>
                        <a:pt x="173" y="91"/>
                      </a:lnTo>
                      <a:lnTo>
                        <a:pt x="174" y="89"/>
                      </a:lnTo>
                      <a:lnTo>
                        <a:pt x="182" y="89"/>
                      </a:lnTo>
                      <a:lnTo>
                        <a:pt x="185" y="89"/>
                      </a:lnTo>
                      <a:lnTo>
                        <a:pt x="186" y="91"/>
                      </a:lnTo>
                      <a:lnTo>
                        <a:pt x="190" y="92"/>
                      </a:lnTo>
                      <a:lnTo>
                        <a:pt x="197" y="92"/>
                      </a:lnTo>
                      <a:lnTo>
                        <a:pt x="197" y="91"/>
                      </a:lnTo>
                      <a:lnTo>
                        <a:pt x="201" y="89"/>
                      </a:lnTo>
                      <a:lnTo>
                        <a:pt x="204" y="88"/>
                      </a:lnTo>
                      <a:lnTo>
                        <a:pt x="208" y="87"/>
                      </a:lnTo>
                      <a:lnTo>
                        <a:pt x="212" y="87"/>
                      </a:lnTo>
                      <a:lnTo>
                        <a:pt x="215" y="85"/>
                      </a:lnTo>
                      <a:lnTo>
                        <a:pt x="221" y="85"/>
                      </a:lnTo>
                      <a:lnTo>
                        <a:pt x="227" y="84"/>
                      </a:lnTo>
                      <a:lnTo>
                        <a:pt x="231" y="84"/>
                      </a:lnTo>
                      <a:lnTo>
                        <a:pt x="232" y="85"/>
                      </a:lnTo>
                      <a:lnTo>
                        <a:pt x="236" y="81"/>
                      </a:lnTo>
                      <a:lnTo>
                        <a:pt x="240" y="81"/>
                      </a:lnTo>
                      <a:lnTo>
                        <a:pt x="242" y="80"/>
                      </a:lnTo>
                      <a:lnTo>
                        <a:pt x="247" y="80"/>
                      </a:lnTo>
                      <a:lnTo>
                        <a:pt x="251" y="81"/>
                      </a:lnTo>
                      <a:lnTo>
                        <a:pt x="255" y="81"/>
                      </a:lnTo>
                      <a:lnTo>
                        <a:pt x="258" y="83"/>
                      </a:lnTo>
                      <a:lnTo>
                        <a:pt x="258" y="85"/>
                      </a:lnTo>
                      <a:lnTo>
                        <a:pt x="259" y="85"/>
                      </a:lnTo>
                      <a:lnTo>
                        <a:pt x="264" y="85"/>
                      </a:lnTo>
                      <a:lnTo>
                        <a:pt x="264" y="83"/>
                      </a:lnTo>
                      <a:lnTo>
                        <a:pt x="262" y="80"/>
                      </a:lnTo>
                      <a:lnTo>
                        <a:pt x="259" y="73"/>
                      </a:lnTo>
                      <a:lnTo>
                        <a:pt x="255" y="72"/>
                      </a:lnTo>
                      <a:lnTo>
                        <a:pt x="255" y="70"/>
                      </a:lnTo>
                      <a:lnTo>
                        <a:pt x="255" y="66"/>
                      </a:lnTo>
                      <a:lnTo>
                        <a:pt x="258" y="62"/>
                      </a:lnTo>
                      <a:lnTo>
                        <a:pt x="257" y="61"/>
                      </a:lnTo>
                      <a:lnTo>
                        <a:pt x="253" y="59"/>
                      </a:lnTo>
                      <a:lnTo>
                        <a:pt x="253" y="57"/>
                      </a:lnTo>
                      <a:lnTo>
                        <a:pt x="254" y="54"/>
                      </a:lnTo>
                      <a:lnTo>
                        <a:pt x="253" y="49"/>
                      </a:lnTo>
                      <a:lnTo>
                        <a:pt x="251" y="46"/>
                      </a:lnTo>
                      <a:lnTo>
                        <a:pt x="250" y="44"/>
                      </a:lnTo>
                      <a:lnTo>
                        <a:pt x="254" y="43"/>
                      </a:lnTo>
                      <a:lnTo>
                        <a:pt x="255" y="40"/>
                      </a:lnTo>
                      <a:lnTo>
                        <a:pt x="258" y="39"/>
                      </a:lnTo>
                      <a:lnTo>
                        <a:pt x="255" y="36"/>
                      </a:lnTo>
                      <a:lnTo>
                        <a:pt x="254" y="34"/>
                      </a:lnTo>
                      <a:lnTo>
                        <a:pt x="251" y="34"/>
                      </a:lnTo>
                      <a:lnTo>
                        <a:pt x="246" y="34"/>
                      </a:lnTo>
                      <a:lnTo>
                        <a:pt x="242" y="31"/>
                      </a:lnTo>
                      <a:lnTo>
                        <a:pt x="242" y="25"/>
                      </a:lnTo>
                      <a:lnTo>
                        <a:pt x="243" y="21"/>
                      </a:lnTo>
                      <a:lnTo>
                        <a:pt x="242" y="17"/>
                      </a:lnTo>
                      <a:lnTo>
                        <a:pt x="239" y="17"/>
                      </a:lnTo>
                      <a:lnTo>
                        <a:pt x="239" y="16"/>
                      </a:lnTo>
                      <a:lnTo>
                        <a:pt x="236" y="13"/>
                      </a:lnTo>
                      <a:lnTo>
                        <a:pt x="234" y="12"/>
                      </a:lnTo>
                      <a:lnTo>
                        <a:pt x="228" y="8"/>
                      </a:lnTo>
                      <a:lnTo>
                        <a:pt x="225" y="6"/>
                      </a:lnTo>
                      <a:lnTo>
                        <a:pt x="223" y="8"/>
                      </a:lnTo>
                      <a:lnTo>
                        <a:pt x="221" y="9"/>
                      </a:lnTo>
                      <a:lnTo>
                        <a:pt x="217" y="8"/>
                      </a:lnTo>
                      <a:lnTo>
                        <a:pt x="216" y="9"/>
                      </a:lnTo>
                      <a:lnTo>
                        <a:pt x="215" y="8"/>
                      </a:lnTo>
                      <a:lnTo>
                        <a:pt x="215" y="6"/>
                      </a:lnTo>
                      <a:lnTo>
                        <a:pt x="212" y="5"/>
                      </a:lnTo>
                      <a:lnTo>
                        <a:pt x="212" y="5"/>
                      </a:lnTo>
                      <a:close/>
                      <a:moveTo>
                        <a:pt x="31" y="97"/>
                      </a:moveTo>
                      <a:lnTo>
                        <a:pt x="33" y="96"/>
                      </a:lnTo>
                      <a:lnTo>
                        <a:pt x="34" y="96"/>
                      </a:lnTo>
                      <a:lnTo>
                        <a:pt x="34" y="97"/>
                      </a:lnTo>
                      <a:lnTo>
                        <a:pt x="33" y="99"/>
                      </a:lnTo>
                      <a:lnTo>
                        <a:pt x="31" y="97"/>
                      </a:lnTo>
                      <a:lnTo>
                        <a:pt x="31" y="97"/>
                      </a:lnTo>
                      <a:close/>
                      <a:moveTo>
                        <a:pt x="0" y="34"/>
                      </a:moveTo>
                      <a:lnTo>
                        <a:pt x="3" y="35"/>
                      </a:lnTo>
                      <a:lnTo>
                        <a:pt x="5" y="35"/>
                      </a:lnTo>
                      <a:lnTo>
                        <a:pt x="5" y="32"/>
                      </a:lnTo>
                      <a:lnTo>
                        <a:pt x="4" y="32"/>
                      </a:lnTo>
                      <a:lnTo>
                        <a:pt x="3" y="34"/>
                      </a:lnTo>
                      <a:lnTo>
                        <a:pt x="0" y="34"/>
                      </a:lnTo>
                      <a:lnTo>
                        <a:pt x="0" y="3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 name="Freeform 852"/>
                <p:cNvSpPr>
                  <a:spLocks/>
                </p:cNvSpPr>
                <p:nvPr/>
              </p:nvSpPr>
              <p:spPr bwMode="auto">
                <a:xfrm>
                  <a:off x="5589521" y="3535395"/>
                  <a:ext cx="260817" cy="249559"/>
                </a:xfrm>
                <a:custGeom>
                  <a:avLst/>
                  <a:gdLst/>
                  <a:ahLst/>
                  <a:cxnLst>
                    <a:cxn ang="0">
                      <a:pos x="137" y="114"/>
                    </a:cxn>
                    <a:cxn ang="0">
                      <a:pos x="132" y="110"/>
                    </a:cxn>
                    <a:cxn ang="0">
                      <a:pos x="127" y="102"/>
                    </a:cxn>
                    <a:cxn ang="0">
                      <a:pos x="127" y="94"/>
                    </a:cxn>
                    <a:cxn ang="0">
                      <a:pos x="127" y="84"/>
                    </a:cxn>
                    <a:cxn ang="0">
                      <a:pos x="121" y="79"/>
                    </a:cxn>
                    <a:cxn ang="0">
                      <a:pos x="117" y="77"/>
                    </a:cxn>
                    <a:cxn ang="0">
                      <a:pos x="105" y="70"/>
                    </a:cxn>
                    <a:cxn ang="0">
                      <a:pos x="99" y="69"/>
                    </a:cxn>
                    <a:cxn ang="0">
                      <a:pos x="99" y="66"/>
                    </a:cxn>
                    <a:cxn ang="0">
                      <a:pos x="98" y="61"/>
                    </a:cxn>
                    <a:cxn ang="0">
                      <a:pos x="94" y="58"/>
                    </a:cxn>
                    <a:cxn ang="0">
                      <a:pos x="91" y="57"/>
                    </a:cxn>
                    <a:cxn ang="0">
                      <a:pos x="91" y="53"/>
                    </a:cxn>
                    <a:cxn ang="0">
                      <a:pos x="91" y="50"/>
                    </a:cxn>
                    <a:cxn ang="0">
                      <a:pos x="94" y="43"/>
                    </a:cxn>
                    <a:cxn ang="0">
                      <a:pos x="95" y="39"/>
                    </a:cxn>
                    <a:cxn ang="0">
                      <a:pos x="98" y="32"/>
                    </a:cxn>
                    <a:cxn ang="0">
                      <a:pos x="97" y="28"/>
                    </a:cxn>
                    <a:cxn ang="0">
                      <a:pos x="101" y="27"/>
                    </a:cxn>
                    <a:cxn ang="0">
                      <a:pos x="101" y="26"/>
                    </a:cxn>
                    <a:cxn ang="0">
                      <a:pos x="95" y="26"/>
                    </a:cxn>
                    <a:cxn ang="0">
                      <a:pos x="88" y="22"/>
                    </a:cxn>
                    <a:cxn ang="0">
                      <a:pos x="83" y="20"/>
                    </a:cxn>
                    <a:cxn ang="0">
                      <a:pos x="80" y="15"/>
                    </a:cxn>
                    <a:cxn ang="0">
                      <a:pos x="78" y="11"/>
                    </a:cxn>
                    <a:cxn ang="0">
                      <a:pos x="76" y="5"/>
                    </a:cxn>
                    <a:cxn ang="0">
                      <a:pos x="69" y="5"/>
                    </a:cxn>
                    <a:cxn ang="0">
                      <a:pos x="68" y="3"/>
                    </a:cxn>
                    <a:cxn ang="0">
                      <a:pos x="61" y="1"/>
                    </a:cxn>
                    <a:cxn ang="0">
                      <a:pos x="52" y="0"/>
                    </a:cxn>
                    <a:cxn ang="0">
                      <a:pos x="46" y="1"/>
                    </a:cxn>
                    <a:cxn ang="0">
                      <a:pos x="44" y="5"/>
                    </a:cxn>
                    <a:cxn ang="0">
                      <a:pos x="40" y="8"/>
                    </a:cxn>
                    <a:cxn ang="0">
                      <a:pos x="31" y="12"/>
                    </a:cxn>
                    <a:cxn ang="0">
                      <a:pos x="29" y="22"/>
                    </a:cxn>
                    <a:cxn ang="0">
                      <a:pos x="31" y="31"/>
                    </a:cxn>
                    <a:cxn ang="0">
                      <a:pos x="30" y="38"/>
                    </a:cxn>
                    <a:cxn ang="0">
                      <a:pos x="27" y="46"/>
                    </a:cxn>
                    <a:cxn ang="0">
                      <a:pos x="0" y="66"/>
                    </a:cxn>
                    <a:cxn ang="0">
                      <a:pos x="0" y="66"/>
                    </a:cxn>
                    <a:cxn ang="0">
                      <a:pos x="21" y="87"/>
                    </a:cxn>
                    <a:cxn ang="0">
                      <a:pos x="114" y="133"/>
                    </a:cxn>
                    <a:cxn ang="0">
                      <a:pos x="120" y="119"/>
                    </a:cxn>
                    <a:cxn ang="0">
                      <a:pos x="131" y="119"/>
                    </a:cxn>
                    <a:cxn ang="0">
                      <a:pos x="136" y="118"/>
                    </a:cxn>
                    <a:cxn ang="0">
                      <a:pos x="139" y="114"/>
                    </a:cxn>
                  </a:cxnLst>
                  <a:rect l="0" t="0" r="r" b="b"/>
                  <a:pathLst>
                    <a:path w="139" h="133">
                      <a:moveTo>
                        <a:pt x="139" y="114"/>
                      </a:moveTo>
                      <a:lnTo>
                        <a:pt x="137" y="114"/>
                      </a:lnTo>
                      <a:lnTo>
                        <a:pt x="135" y="113"/>
                      </a:lnTo>
                      <a:lnTo>
                        <a:pt x="132" y="110"/>
                      </a:lnTo>
                      <a:lnTo>
                        <a:pt x="132" y="102"/>
                      </a:lnTo>
                      <a:lnTo>
                        <a:pt x="127" y="102"/>
                      </a:lnTo>
                      <a:lnTo>
                        <a:pt x="125" y="98"/>
                      </a:lnTo>
                      <a:lnTo>
                        <a:pt x="127" y="94"/>
                      </a:lnTo>
                      <a:lnTo>
                        <a:pt x="129" y="91"/>
                      </a:lnTo>
                      <a:lnTo>
                        <a:pt x="127" y="84"/>
                      </a:lnTo>
                      <a:lnTo>
                        <a:pt x="124" y="83"/>
                      </a:lnTo>
                      <a:lnTo>
                        <a:pt x="121" y="79"/>
                      </a:lnTo>
                      <a:lnTo>
                        <a:pt x="118" y="77"/>
                      </a:lnTo>
                      <a:lnTo>
                        <a:pt x="117" y="77"/>
                      </a:lnTo>
                      <a:lnTo>
                        <a:pt x="107" y="70"/>
                      </a:lnTo>
                      <a:lnTo>
                        <a:pt x="105" y="70"/>
                      </a:lnTo>
                      <a:lnTo>
                        <a:pt x="103" y="72"/>
                      </a:lnTo>
                      <a:lnTo>
                        <a:pt x="99" y="69"/>
                      </a:lnTo>
                      <a:lnTo>
                        <a:pt x="101" y="68"/>
                      </a:lnTo>
                      <a:lnTo>
                        <a:pt x="99" y="66"/>
                      </a:lnTo>
                      <a:lnTo>
                        <a:pt x="101" y="64"/>
                      </a:lnTo>
                      <a:lnTo>
                        <a:pt x="98" y="61"/>
                      </a:lnTo>
                      <a:lnTo>
                        <a:pt x="97" y="60"/>
                      </a:lnTo>
                      <a:lnTo>
                        <a:pt x="94" y="58"/>
                      </a:lnTo>
                      <a:lnTo>
                        <a:pt x="93" y="57"/>
                      </a:lnTo>
                      <a:lnTo>
                        <a:pt x="91" y="57"/>
                      </a:lnTo>
                      <a:lnTo>
                        <a:pt x="91" y="54"/>
                      </a:lnTo>
                      <a:lnTo>
                        <a:pt x="91" y="53"/>
                      </a:lnTo>
                      <a:lnTo>
                        <a:pt x="91" y="51"/>
                      </a:lnTo>
                      <a:lnTo>
                        <a:pt x="91" y="50"/>
                      </a:lnTo>
                      <a:lnTo>
                        <a:pt x="91" y="45"/>
                      </a:lnTo>
                      <a:lnTo>
                        <a:pt x="94" y="43"/>
                      </a:lnTo>
                      <a:lnTo>
                        <a:pt x="94" y="39"/>
                      </a:lnTo>
                      <a:lnTo>
                        <a:pt x="95" y="39"/>
                      </a:lnTo>
                      <a:lnTo>
                        <a:pt x="98" y="38"/>
                      </a:lnTo>
                      <a:lnTo>
                        <a:pt x="98" y="32"/>
                      </a:lnTo>
                      <a:lnTo>
                        <a:pt x="97" y="32"/>
                      </a:lnTo>
                      <a:lnTo>
                        <a:pt x="97" y="28"/>
                      </a:lnTo>
                      <a:lnTo>
                        <a:pt x="98" y="28"/>
                      </a:lnTo>
                      <a:lnTo>
                        <a:pt x="101" y="27"/>
                      </a:lnTo>
                      <a:lnTo>
                        <a:pt x="101" y="27"/>
                      </a:lnTo>
                      <a:lnTo>
                        <a:pt x="101" y="26"/>
                      </a:lnTo>
                      <a:lnTo>
                        <a:pt x="98" y="24"/>
                      </a:lnTo>
                      <a:lnTo>
                        <a:pt x="95" y="26"/>
                      </a:lnTo>
                      <a:lnTo>
                        <a:pt x="93" y="24"/>
                      </a:lnTo>
                      <a:lnTo>
                        <a:pt x="88" y="22"/>
                      </a:lnTo>
                      <a:lnTo>
                        <a:pt x="86" y="22"/>
                      </a:lnTo>
                      <a:lnTo>
                        <a:pt x="83" y="20"/>
                      </a:lnTo>
                      <a:lnTo>
                        <a:pt x="82" y="16"/>
                      </a:lnTo>
                      <a:lnTo>
                        <a:pt x="80" y="15"/>
                      </a:lnTo>
                      <a:lnTo>
                        <a:pt x="79" y="13"/>
                      </a:lnTo>
                      <a:lnTo>
                        <a:pt x="78" y="11"/>
                      </a:lnTo>
                      <a:lnTo>
                        <a:pt x="78" y="8"/>
                      </a:lnTo>
                      <a:lnTo>
                        <a:pt x="76" y="5"/>
                      </a:lnTo>
                      <a:lnTo>
                        <a:pt x="74" y="5"/>
                      </a:lnTo>
                      <a:lnTo>
                        <a:pt x="69" y="5"/>
                      </a:lnTo>
                      <a:lnTo>
                        <a:pt x="68" y="5"/>
                      </a:lnTo>
                      <a:lnTo>
                        <a:pt x="68" y="3"/>
                      </a:lnTo>
                      <a:lnTo>
                        <a:pt x="65" y="1"/>
                      </a:lnTo>
                      <a:lnTo>
                        <a:pt x="61" y="1"/>
                      </a:lnTo>
                      <a:lnTo>
                        <a:pt x="57" y="0"/>
                      </a:lnTo>
                      <a:lnTo>
                        <a:pt x="52" y="0"/>
                      </a:lnTo>
                      <a:lnTo>
                        <a:pt x="50" y="1"/>
                      </a:lnTo>
                      <a:lnTo>
                        <a:pt x="46" y="1"/>
                      </a:lnTo>
                      <a:lnTo>
                        <a:pt x="42" y="5"/>
                      </a:lnTo>
                      <a:lnTo>
                        <a:pt x="44" y="5"/>
                      </a:lnTo>
                      <a:lnTo>
                        <a:pt x="41" y="8"/>
                      </a:lnTo>
                      <a:lnTo>
                        <a:pt x="40" y="8"/>
                      </a:lnTo>
                      <a:lnTo>
                        <a:pt x="37" y="11"/>
                      </a:lnTo>
                      <a:lnTo>
                        <a:pt x="31" y="12"/>
                      </a:lnTo>
                      <a:lnTo>
                        <a:pt x="29" y="16"/>
                      </a:lnTo>
                      <a:lnTo>
                        <a:pt x="29" y="22"/>
                      </a:lnTo>
                      <a:lnTo>
                        <a:pt x="31" y="27"/>
                      </a:lnTo>
                      <a:lnTo>
                        <a:pt x="31" y="31"/>
                      </a:lnTo>
                      <a:lnTo>
                        <a:pt x="29" y="37"/>
                      </a:lnTo>
                      <a:lnTo>
                        <a:pt x="30" y="38"/>
                      </a:lnTo>
                      <a:lnTo>
                        <a:pt x="30" y="42"/>
                      </a:lnTo>
                      <a:lnTo>
                        <a:pt x="27" y="46"/>
                      </a:lnTo>
                      <a:lnTo>
                        <a:pt x="26" y="47"/>
                      </a:lnTo>
                      <a:lnTo>
                        <a:pt x="0" y="66"/>
                      </a:lnTo>
                      <a:lnTo>
                        <a:pt x="0" y="66"/>
                      </a:lnTo>
                      <a:lnTo>
                        <a:pt x="0" y="66"/>
                      </a:lnTo>
                      <a:lnTo>
                        <a:pt x="8" y="84"/>
                      </a:lnTo>
                      <a:lnTo>
                        <a:pt x="21" y="87"/>
                      </a:lnTo>
                      <a:lnTo>
                        <a:pt x="87" y="132"/>
                      </a:lnTo>
                      <a:lnTo>
                        <a:pt x="114" y="133"/>
                      </a:lnTo>
                      <a:lnTo>
                        <a:pt x="117" y="126"/>
                      </a:lnTo>
                      <a:lnTo>
                        <a:pt x="120" y="119"/>
                      </a:lnTo>
                      <a:lnTo>
                        <a:pt x="127" y="117"/>
                      </a:lnTo>
                      <a:lnTo>
                        <a:pt x="131" y="119"/>
                      </a:lnTo>
                      <a:lnTo>
                        <a:pt x="135" y="118"/>
                      </a:lnTo>
                      <a:lnTo>
                        <a:pt x="136" y="118"/>
                      </a:lnTo>
                      <a:lnTo>
                        <a:pt x="137" y="115"/>
                      </a:lnTo>
                      <a:lnTo>
                        <a:pt x="139" y="11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80" name="Freeform 853"/>
                <p:cNvSpPr>
                  <a:spLocks/>
                </p:cNvSpPr>
                <p:nvPr/>
              </p:nvSpPr>
              <p:spPr bwMode="auto">
                <a:xfrm>
                  <a:off x="5589521" y="3535395"/>
                  <a:ext cx="260817" cy="249559"/>
                </a:xfrm>
                <a:custGeom>
                  <a:avLst/>
                  <a:gdLst/>
                  <a:ahLst/>
                  <a:cxnLst>
                    <a:cxn ang="0">
                      <a:pos x="137" y="114"/>
                    </a:cxn>
                    <a:cxn ang="0">
                      <a:pos x="132" y="110"/>
                    </a:cxn>
                    <a:cxn ang="0">
                      <a:pos x="127" y="102"/>
                    </a:cxn>
                    <a:cxn ang="0">
                      <a:pos x="127" y="94"/>
                    </a:cxn>
                    <a:cxn ang="0">
                      <a:pos x="127" y="84"/>
                    </a:cxn>
                    <a:cxn ang="0">
                      <a:pos x="121" y="79"/>
                    </a:cxn>
                    <a:cxn ang="0">
                      <a:pos x="117" y="77"/>
                    </a:cxn>
                    <a:cxn ang="0">
                      <a:pos x="105" y="70"/>
                    </a:cxn>
                    <a:cxn ang="0">
                      <a:pos x="99" y="69"/>
                    </a:cxn>
                    <a:cxn ang="0">
                      <a:pos x="99" y="66"/>
                    </a:cxn>
                    <a:cxn ang="0">
                      <a:pos x="98" y="61"/>
                    </a:cxn>
                    <a:cxn ang="0">
                      <a:pos x="94" y="58"/>
                    </a:cxn>
                    <a:cxn ang="0">
                      <a:pos x="91" y="57"/>
                    </a:cxn>
                    <a:cxn ang="0">
                      <a:pos x="91" y="53"/>
                    </a:cxn>
                    <a:cxn ang="0">
                      <a:pos x="91" y="50"/>
                    </a:cxn>
                    <a:cxn ang="0">
                      <a:pos x="94" y="43"/>
                    </a:cxn>
                    <a:cxn ang="0">
                      <a:pos x="95" y="39"/>
                    </a:cxn>
                    <a:cxn ang="0">
                      <a:pos x="98" y="32"/>
                    </a:cxn>
                    <a:cxn ang="0">
                      <a:pos x="97" y="28"/>
                    </a:cxn>
                    <a:cxn ang="0">
                      <a:pos x="101" y="27"/>
                    </a:cxn>
                    <a:cxn ang="0">
                      <a:pos x="101" y="26"/>
                    </a:cxn>
                    <a:cxn ang="0">
                      <a:pos x="95" y="26"/>
                    </a:cxn>
                    <a:cxn ang="0">
                      <a:pos x="88" y="22"/>
                    </a:cxn>
                    <a:cxn ang="0">
                      <a:pos x="83" y="20"/>
                    </a:cxn>
                    <a:cxn ang="0">
                      <a:pos x="80" y="15"/>
                    </a:cxn>
                    <a:cxn ang="0">
                      <a:pos x="78" y="11"/>
                    </a:cxn>
                    <a:cxn ang="0">
                      <a:pos x="76" y="5"/>
                    </a:cxn>
                    <a:cxn ang="0">
                      <a:pos x="69" y="5"/>
                    </a:cxn>
                    <a:cxn ang="0">
                      <a:pos x="68" y="3"/>
                    </a:cxn>
                    <a:cxn ang="0">
                      <a:pos x="61" y="1"/>
                    </a:cxn>
                    <a:cxn ang="0">
                      <a:pos x="52" y="0"/>
                    </a:cxn>
                    <a:cxn ang="0">
                      <a:pos x="46" y="1"/>
                    </a:cxn>
                    <a:cxn ang="0">
                      <a:pos x="44" y="5"/>
                    </a:cxn>
                    <a:cxn ang="0">
                      <a:pos x="40" y="8"/>
                    </a:cxn>
                    <a:cxn ang="0">
                      <a:pos x="31" y="12"/>
                    </a:cxn>
                    <a:cxn ang="0">
                      <a:pos x="29" y="22"/>
                    </a:cxn>
                    <a:cxn ang="0">
                      <a:pos x="31" y="31"/>
                    </a:cxn>
                    <a:cxn ang="0">
                      <a:pos x="30" y="38"/>
                    </a:cxn>
                    <a:cxn ang="0">
                      <a:pos x="27" y="46"/>
                    </a:cxn>
                    <a:cxn ang="0">
                      <a:pos x="0" y="66"/>
                    </a:cxn>
                    <a:cxn ang="0">
                      <a:pos x="0" y="66"/>
                    </a:cxn>
                    <a:cxn ang="0">
                      <a:pos x="21" y="87"/>
                    </a:cxn>
                    <a:cxn ang="0">
                      <a:pos x="114" y="133"/>
                    </a:cxn>
                    <a:cxn ang="0">
                      <a:pos x="120" y="119"/>
                    </a:cxn>
                    <a:cxn ang="0">
                      <a:pos x="131" y="119"/>
                    </a:cxn>
                    <a:cxn ang="0">
                      <a:pos x="136" y="118"/>
                    </a:cxn>
                    <a:cxn ang="0">
                      <a:pos x="139" y="114"/>
                    </a:cxn>
                  </a:cxnLst>
                  <a:rect l="0" t="0" r="r" b="b"/>
                  <a:pathLst>
                    <a:path w="139" h="133">
                      <a:moveTo>
                        <a:pt x="139" y="114"/>
                      </a:moveTo>
                      <a:lnTo>
                        <a:pt x="137" y="114"/>
                      </a:lnTo>
                      <a:lnTo>
                        <a:pt x="135" y="113"/>
                      </a:lnTo>
                      <a:lnTo>
                        <a:pt x="132" y="110"/>
                      </a:lnTo>
                      <a:lnTo>
                        <a:pt x="132" y="102"/>
                      </a:lnTo>
                      <a:lnTo>
                        <a:pt x="127" y="102"/>
                      </a:lnTo>
                      <a:lnTo>
                        <a:pt x="125" y="98"/>
                      </a:lnTo>
                      <a:lnTo>
                        <a:pt x="127" y="94"/>
                      </a:lnTo>
                      <a:lnTo>
                        <a:pt x="129" y="91"/>
                      </a:lnTo>
                      <a:lnTo>
                        <a:pt x="127" y="84"/>
                      </a:lnTo>
                      <a:lnTo>
                        <a:pt x="124" y="83"/>
                      </a:lnTo>
                      <a:lnTo>
                        <a:pt x="121" y="79"/>
                      </a:lnTo>
                      <a:lnTo>
                        <a:pt x="118" y="77"/>
                      </a:lnTo>
                      <a:lnTo>
                        <a:pt x="117" y="77"/>
                      </a:lnTo>
                      <a:lnTo>
                        <a:pt x="107" y="70"/>
                      </a:lnTo>
                      <a:lnTo>
                        <a:pt x="105" y="70"/>
                      </a:lnTo>
                      <a:lnTo>
                        <a:pt x="103" y="72"/>
                      </a:lnTo>
                      <a:lnTo>
                        <a:pt x="99" y="69"/>
                      </a:lnTo>
                      <a:lnTo>
                        <a:pt x="101" y="68"/>
                      </a:lnTo>
                      <a:lnTo>
                        <a:pt x="99" y="66"/>
                      </a:lnTo>
                      <a:lnTo>
                        <a:pt x="101" y="64"/>
                      </a:lnTo>
                      <a:lnTo>
                        <a:pt x="98" y="61"/>
                      </a:lnTo>
                      <a:lnTo>
                        <a:pt x="97" y="60"/>
                      </a:lnTo>
                      <a:lnTo>
                        <a:pt x="94" y="58"/>
                      </a:lnTo>
                      <a:lnTo>
                        <a:pt x="93" y="57"/>
                      </a:lnTo>
                      <a:lnTo>
                        <a:pt x="91" y="57"/>
                      </a:lnTo>
                      <a:lnTo>
                        <a:pt x="91" y="54"/>
                      </a:lnTo>
                      <a:lnTo>
                        <a:pt x="91" y="53"/>
                      </a:lnTo>
                      <a:lnTo>
                        <a:pt x="91" y="51"/>
                      </a:lnTo>
                      <a:lnTo>
                        <a:pt x="91" y="50"/>
                      </a:lnTo>
                      <a:lnTo>
                        <a:pt x="91" y="45"/>
                      </a:lnTo>
                      <a:lnTo>
                        <a:pt x="94" y="43"/>
                      </a:lnTo>
                      <a:lnTo>
                        <a:pt x="94" y="39"/>
                      </a:lnTo>
                      <a:lnTo>
                        <a:pt x="95" y="39"/>
                      </a:lnTo>
                      <a:lnTo>
                        <a:pt x="98" y="38"/>
                      </a:lnTo>
                      <a:lnTo>
                        <a:pt x="98" y="32"/>
                      </a:lnTo>
                      <a:lnTo>
                        <a:pt x="97" y="32"/>
                      </a:lnTo>
                      <a:lnTo>
                        <a:pt x="97" y="28"/>
                      </a:lnTo>
                      <a:lnTo>
                        <a:pt x="98" y="28"/>
                      </a:lnTo>
                      <a:lnTo>
                        <a:pt x="101" y="27"/>
                      </a:lnTo>
                      <a:lnTo>
                        <a:pt x="101" y="27"/>
                      </a:lnTo>
                      <a:lnTo>
                        <a:pt x="101" y="26"/>
                      </a:lnTo>
                      <a:lnTo>
                        <a:pt x="98" y="24"/>
                      </a:lnTo>
                      <a:lnTo>
                        <a:pt x="95" y="26"/>
                      </a:lnTo>
                      <a:lnTo>
                        <a:pt x="93" y="24"/>
                      </a:lnTo>
                      <a:lnTo>
                        <a:pt x="88" y="22"/>
                      </a:lnTo>
                      <a:lnTo>
                        <a:pt x="86" y="22"/>
                      </a:lnTo>
                      <a:lnTo>
                        <a:pt x="83" y="20"/>
                      </a:lnTo>
                      <a:lnTo>
                        <a:pt x="82" y="16"/>
                      </a:lnTo>
                      <a:lnTo>
                        <a:pt x="80" y="15"/>
                      </a:lnTo>
                      <a:lnTo>
                        <a:pt x="79" y="13"/>
                      </a:lnTo>
                      <a:lnTo>
                        <a:pt x="78" y="11"/>
                      </a:lnTo>
                      <a:lnTo>
                        <a:pt x="78" y="8"/>
                      </a:lnTo>
                      <a:lnTo>
                        <a:pt x="76" y="5"/>
                      </a:lnTo>
                      <a:lnTo>
                        <a:pt x="74" y="5"/>
                      </a:lnTo>
                      <a:lnTo>
                        <a:pt x="69" y="5"/>
                      </a:lnTo>
                      <a:lnTo>
                        <a:pt x="68" y="5"/>
                      </a:lnTo>
                      <a:lnTo>
                        <a:pt x="68" y="3"/>
                      </a:lnTo>
                      <a:lnTo>
                        <a:pt x="65" y="1"/>
                      </a:lnTo>
                      <a:lnTo>
                        <a:pt x="61" y="1"/>
                      </a:lnTo>
                      <a:lnTo>
                        <a:pt x="57" y="0"/>
                      </a:lnTo>
                      <a:lnTo>
                        <a:pt x="52" y="0"/>
                      </a:lnTo>
                      <a:lnTo>
                        <a:pt x="50" y="1"/>
                      </a:lnTo>
                      <a:lnTo>
                        <a:pt x="46" y="1"/>
                      </a:lnTo>
                      <a:lnTo>
                        <a:pt x="42" y="5"/>
                      </a:lnTo>
                      <a:lnTo>
                        <a:pt x="44" y="5"/>
                      </a:lnTo>
                      <a:lnTo>
                        <a:pt x="41" y="8"/>
                      </a:lnTo>
                      <a:lnTo>
                        <a:pt x="40" y="8"/>
                      </a:lnTo>
                      <a:lnTo>
                        <a:pt x="37" y="11"/>
                      </a:lnTo>
                      <a:lnTo>
                        <a:pt x="31" y="12"/>
                      </a:lnTo>
                      <a:lnTo>
                        <a:pt x="29" y="16"/>
                      </a:lnTo>
                      <a:lnTo>
                        <a:pt x="29" y="22"/>
                      </a:lnTo>
                      <a:lnTo>
                        <a:pt x="31" y="27"/>
                      </a:lnTo>
                      <a:lnTo>
                        <a:pt x="31" y="31"/>
                      </a:lnTo>
                      <a:lnTo>
                        <a:pt x="29" y="37"/>
                      </a:lnTo>
                      <a:lnTo>
                        <a:pt x="30" y="38"/>
                      </a:lnTo>
                      <a:lnTo>
                        <a:pt x="30" y="42"/>
                      </a:lnTo>
                      <a:lnTo>
                        <a:pt x="27" y="46"/>
                      </a:lnTo>
                      <a:lnTo>
                        <a:pt x="26" y="47"/>
                      </a:lnTo>
                      <a:lnTo>
                        <a:pt x="0" y="66"/>
                      </a:lnTo>
                      <a:lnTo>
                        <a:pt x="0" y="66"/>
                      </a:lnTo>
                      <a:lnTo>
                        <a:pt x="0" y="66"/>
                      </a:lnTo>
                      <a:lnTo>
                        <a:pt x="8" y="84"/>
                      </a:lnTo>
                      <a:lnTo>
                        <a:pt x="21" y="87"/>
                      </a:lnTo>
                      <a:lnTo>
                        <a:pt x="87" y="132"/>
                      </a:lnTo>
                      <a:lnTo>
                        <a:pt x="114" y="133"/>
                      </a:lnTo>
                      <a:lnTo>
                        <a:pt x="117" y="126"/>
                      </a:lnTo>
                      <a:lnTo>
                        <a:pt x="120" y="119"/>
                      </a:lnTo>
                      <a:lnTo>
                        <a:pt x="127" y="117"/>
                      </a:lnTo>
                      <a:lnTo>
                        <a:pt x="131" y="119"/>
                      </a:lnTo>
                      <a:lnTo>
                        <a:pt x="135" y="118"/>
                      </a:lnTo>
                      <a:lnTo>
                        <a:pt x="136" y="118"/>
                      </a:lnTo>
                      <a:lnTo>
                        <a:pt x="137" y="115"/>
                      </a:lnTo>
                      <a:lnTo>
                        <a:pt x="139" y="114"/>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1" name="Freeform 854"/>
                <p:cNvSpPr>
                  <a:spLocks/>
                </p:cNvSpPr>
                <p:nvPr/>
              </p:nvSpPr>
              <p:spPr bwMode="auto">
                <a:xfrm>
                  <a:off x="5803428" y="3754932"/>
                  <a:ext cx="46910" cy="46910"/>
                </a:xfrm>
                <a:custGeom>
                  <a:avLst/>
                  <a:gdLst/>
                  <a:ahLst/>
                  <a:cxnLst>
                    <a:cxn ang="0">
                      <a:pos x="0" y="16"/>
                    </a:cxn>
                    <a:cxn ang="0">
                      <a:pos x="3" y="9"/>
                    </a:cxn>
                    <a:cxn ang="0">
                      <a:pos x="6" y="2"/>
                    </a:cxn>
                    <a:cxn ang="0">
                      <a:pos x="13" y="0"/>
                    </a:cxn>
                    <a:cxn ang="0">
                      <a:pos x="17" y="2"/>
                    </a:cxn>
                    <a:cxn ang="0">
                      <a:pos x="21" y="1"/>
                    </a:cxn>
                    <a:cxn ang="0">
                      <a:pos x="22" y="1"/>
                    </a:cxn>
                    <a:cxn ang="0">
                      <a:pos x="22" y="2"/>
                    </a:cxn>
                    <a:cxn ang="0">
                      <a:pos x="23" y="8"/>
                    </a:cxn>
                    <a:cxn ang="0">
                      <a:pos x="15" y="11"/>
                    </a:cxn>
                    <a:cxn ang="0">
                      <a:pos x="21" y="13"/>
                    </a:cxn>
                    <a:cxn ang="0">
                      <a:pos x="21" y="12"/>
                    </a:cxn>
                    <a:cxn ang="0">
                      <a:pos x="22" y="15"/>
                    </a:cxn>
                    <a:cxn ang="0">
                      <a:pos x="22" y="17"/>
                    </a:cxn>
                    <a:cxn ang="0">
                      <a:pos x="23" y="19"/>
                    </a:cxn>
                    <a:cxn ang="0">
                      <a:pos x="23" y="19"/>
                    </a:cxn>
                    <a:cxn ang="0">
                      <a:pos x="22" y="19"/>
                    </a:cxn>
                    <a:cxn ang="0">
                      <a:pos x="25" y="21"/>
                    </a:cxn>
                    <a:cxn ang="0">
                      <a:pos x="15" y="25"/>
                    </a:cxn>
                    <a:cxn ang="0">
                      <a:pos x="15" y="20"/>
                    </a:cxn>
                    <a:cxn ang="0">
                      <a:pos x="2" y="16"/>
                    </a:cxn>
                    <a:cxn ang="0">
                      <a:pos x="0" y="16"/>
                    </a:cxn>
                  </a:cxnLst>
                  <a:rect l="0" t="0" r="r" b="b"/>
                  <a:pathLst>
                    <a:path w="25" h="25">
                      <a:moveTo>
                        <a:pt x="0" y="16"/>
                      </a:moveTo>
                      <a:lnTo>
                        <a:pt x="3" y="9"/>
                      </a:lnTo>
                      <a:lnTo>
                        <a:pt x="6" y="2"/>
                      </a:lnTo>
                      <a:lnTo>
                        <a:pt x="13" y="0"/>
                      </a:lnTo>
                      <a:lnTo>
                        <a:pt x="17" y="2"/>
                      </a:lnTo>
                      <a:lnTo>
                        <a:pt x="21" y="1"/>
                      </a:lnTo>
                      <a:lnTo>
                        <a:pt x="22" y="1"/>
                      </a:lnTo>
                      <a:lnTo>
                        <a:pt x="22" y="2"/>
                      </a:lnTo>
                      <a:lnTo>
                        <a:pt x="23" y="8"/>
                      </a:lnTo>
                      <a:lnTo>
                        <a:pt x="15" y="11"/>
                      </a:lnTo>
                      <a:lnTo>
                        <a:pt x="21" y="13"/>
                      </a:lnTo>
                      <a:lnTo>
                        <a:pt x="21" y="12"/>
                      </a:lnTo>
                      <a:lnTo>
                        <a:pt x="22" y="15"/>
                      </a:lnTo>
                      <a:lnTo>
                        <a:pt x="22" y="17"/>
                      </a:lnTo>
                      <a:lnTo>
                        <a:pt x="23" y="19"/>
                      </a:lnTo>
                      <a:lnTo>
                        <a:pt x="23" y="19"/>
                      </a:lnTo>
                      <a:lnTo>
                        <a:pt x="22" y="19"/>
                      </a:lnTo>
                      <a:lnTo>
                        <a:pt x="25" y="21"/>
                      </a:lnTo>
                      <a:lnTo>
                        <a:pt x="15" y="25"/>
                      </a:lnTo>
                      <a:lnTo>
                        <a:pt x="15" y="20"/>
                      </a:lnTo>
                      <a:lnTo>
                        <a:pt x="2" y="16"/>
                      </a:lnTo>
                      <a:lnTo>
                        <a:pt x="0" y="1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82" name="Freeform 855"/>
                <p:cNvSpPr>
                  <a:spLocks/>
                </p:cNvSpPr>
                <p:nvPr/>
              </p:nvSpPr>
              <p:spPr bwMode="auto">
                <a:xfrm>
                  <a:off x="5803428" y="3754932"/>
                  <a:ext cx="46910" cy="46910"/>
                </a:xfrm>
                <a:custGeom>
                  <a:avLst/>
                  <a:gdLst/>
                  <a:ahLst/>
                  <a:cxnLst>
                    <a:cxn ang="0">
                      <a:pos x="0" y="16"/>
                    </a:cxn>
                    <a:cxn ang="0">
                      <a:pos x="3" y="9"/>
                    </a:cxn>
                    <a:cxn ang="0">
                      <a:pos x="6" y="2"/>
                    </a:cxn>
                    <a:cxn ang="0">
                      <a:pos x="13" y="0"/>
                    </a:cxn>
                    <a:cxn ang="0">
                      <a:pos x="17" y="2"/>
                    </a:cxn>
                    <a:cxn ang="0">
                      <a:pos x="21" y="1"/>
                    </a:cxn>
                    <a:cxn ang="0">
                      <a:pos x="22" y="1"/>
                    </a:cxn>
                    <a:cxn ang="0">
                      <a:pos x="22" y="2"/>
                    </a:cxn>
                    <a:cxn ang="0">
                      <a:pos x="23" y="8"/>
                    </a:cxn>
                    <a:cxn ang="0">
                      <a:pos x="15" y="11"/>
                    </a:cxn>
                    <a:cxn ang="0">
                      <a:pos x="21" y="13"/>
                    </a:cxn>
                    <a:cxn ang="0">
                      <a:pos x="21" y="12"/>
                    </a:cxn>
                    <a:cxn ang="0">
                      <a:pos x="22" y="15"/>
                    </a:cxn>
                    <a:cxn ang="0">
                      <a:pos x="22" y="17"/>
                    </a:cxn>
                    <a:cxn ang="0">
                      <a:pos x="23" y="19"/>
                    </a:cxn>
                    <a:cxn ang="0">
                      <a:pos x="23" y="19"/>
                    </a:cxn>
                    <a:cxn ang="0">
                      <a:pos x="22" y="19"/>
                    </a:cxn>
                    <a:cxn ang="0">
                      <a:pos x="25" y="21"/>
                    </a:cxn>
                    <a:cxn ang="0">
                      <a:pos x="15" y="25"/>
                    </a:cxn>
                    <a:cxn ang="0">
                      <a:pos x="15" y="20"/>
                    </a:cxn>
                    <a:cxn ang="0">
                      <a:pos x="2" y="16"/>
                    </a:cxn>
                    <a:cxn ang="0">
                      <a:pos x="0" y="16"/>
                    </a:cxn>
                  </a:cxnLst>
                  <a:rect l="0" t="0" r="r" b="b"/>
                  <a:pathLst>
                    <a:path w="25" h="25">
                      <a:moveTo>
                        <a:pt x="0" y="16"/>
                      </a:moveTo>
                      <a:lnTo>
                        <a:pt x="3" y="9"/>
                      </a:lnTo>
                      <a:lnTo>
                        <a:pt x="6" y="2"/>
                      </a:lnTo>
                      <a:lnTo>
                        <a:pt x="13" y="0"/>
                      </a:lnTo>
                      <a:lnTo>
                        <a:pt x="17" y="2"/>
                      </a:lnTo>
                      <a:lnTo>
                        <a:pt x="21" y="1"/>
                      </a:lnTo>
                      <a:lnTo>
                        <a:pt x="22" y="1"/>
                      </a:lnTo>
                      <a:lnTo>
                        <a:pt x="22" y="2"/>
                      </a:lnTo>
                      <a:lnTo>
                        <a:pt x="23" y="8"/>
                      </a:lnTo>
                      <a:lnTo>
                        <a:pt x="15" y="11"/>
                      </a:lnTo>
                      <a:lnTo>
                        <a:pt x="21" y="13"/>
                      </a:lnTo>
                      <a:lnTo>
                        <a:pt x="21" y="12"/>
                      </a:lnTo>
                      <a:lnTo>
                        <a:pt x="22" y="15"/>
                      </a:lnTo>
                      <a:lnTo>
                        <a:pt x="22" y="17"/>
                      </a:lnTo>
                      <a:lnTo>
                        <a:pt x="23" y="19"/>
                      </a:lnTo>
                      <a:lnTo>
                        <a:pt x="23" y="19"/>
                      </a:lnTo>
                      <a:lnTo>
                        <a:pt x="22" y="19"/>
                      </a:lnTo>
                      <a:lnTo>
                        <a:pt x="25" y="21"/>
                      </a:lnTo>
                      <a:lnTo>
                        <a:pt x="15" y="25"/>
                      </a:lnTo>
                      <a:lnTo>
                        <a:pt x="15" y="20"/>
                      </a:lnTo>
                      <a:lnTo>
                        <a:pt x="2" y="16"/>
                      </a:lnTo>
                      <a:lnTo>
                        <a:pt x="0" y="16"/>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3" name="Freeform 856"/>
                <p:cNvSpPr>
                  <a:spLocks/>
                </p:cNvSpPr>
                <p:nvPr/>
              </p:nvSpPr>
              <p:spPr bwMode="auto">
                <a:xfrm>
                  <a:off x="5416894" y="3593564"/>
                  <a:ext cx="58168" cy="33775"/>
                </a:xfrm>
                <a:custGeom>
                  <a:avLst/>
                  <a:gdLst/>
                  <a:ahLst/>
                  <a:cxnLst>
                    <a:cxn ang="0">
                      <a:pos x="4" y="18"/>
                    </a:cxn>
                    <a:cxn ang="0">
                      <a:pos x="1" y="15"/>
                    </a:cxn>
                    <a:cxn ang="0">
                      <a:pos x="0" y="12"/>
                    </a:cxn>
                    <a:cxn ang="0">
                      <a:pos x="0" y="10"/>
                    </a:cxn>
                    <a:cxn ang="0">
                      <a:pos x="1" y="10"/>
                    </a:cxn>
                    <a:cxn ang="0">
                      <a:pos x="2" y="7"/>
                    </a:cxn>
                    <a:cxn ang="0">
                      <a:pos x="5" y="8"/>
                    </a:cxn>
                    <a:cxn ang="0">
                      <a:pos x="8" y="8"/>
                    </a:cxn>
                    <a:cxn ang="0">
                      <a:pos x="8" y="6"/>
                    </a:cxn>
                    <a:cxn ang="0">
                      <a:pos x="8" y="4"/>
                    </a:cxn>
                    <a:cxn ang="0">
                      <a:pos x="11" y="4"/>
                    </a:cxn>
                    <a:cxn ang="0">
                      <a:pos x="13" y="6"/>
                    </a:cxn>
                    <a:cxn ang="0">
                      <a:pos x="17" y="6"/>
                    </a:cxn>
                    <a:cxn ang="0">
                      <a:pos x="24" y="3"/>
                    </a:cxn>
                    <a:cxn ang="0">
                      <a:pos x="28" y="0"/>
                    </a:cxn>
                    <a:cxn ang="0">
                      <a:pos x="30" y="0"/>
                    </a:cxn>
                    <a:cxn ang="0">
                      <a:pos x="31" y="0"/>
                    </a:cxn>
                    <a:cxn ang="0">
                      <a:pos x="30" y="1"/>
                    </a:cxn>
                    <a:cxn ang="0">
                      <a:pos x="26" y="4"/>
                    </a:cxn>
                    <a:cxn ang="0">
                      <a:pos x="23" y="7"/>
                    </a:cxn>
                    <a:cxn ang="0">
                      <a:pos x="24" y="10"/>
                    </a:cxn>
                    <a:cxn ang="0">
                      <a:pos x="24" y="12"/>
                    </a:cxn>
                    <a:cxn ang="0">
                      <a:pos x="20" y="12"/>
                    </a:cxn>
                    <a:cxn ang="0">
                      <a:pos x="17" y="14"/>
                    </a:cxn>
                    <a:cxn ang="0">
                      <a:pos x="15" y="16"/>
                    </a:cxn>
                    <a:cxn ang="0">
                      <a:pos x="12" y="16"/>
                    </a:cxn>
                    <a:cxn ang="0">
                      <a:pos x="11" y="18"/>
                    </a:cxn>
                    <a:cxn ang="0">
                      <a:pos x="8" y="18"/>
                    </a:cxn>
                    <a:cxn ang="0">
                      <a:pos x="4" y="18"/>
                    </a:cxn>
                  </a:cxnLst>
                  <a:rect l="0" t="0" r="r" b="b"/>
                  <a:pathLst>
                    <a:path w="31" h="18">
                      <a:moveTo>
                        <a:pt x="4" y="18"/>
                      </a:moveTo>
                      <a:lnTo>
                        <a:pt x="1" y="15"/>
                      </a:lnTo>
                      <a:lnTo>
                        <a:pt x="0" y="12"/>
                      </a:lnTo>
                      <a:lnTo>
                        <a:pt x="0" y="10"/>
                      </a:lnTo>
                      <a:lnTo>
                        <a:pt x="1" y="10"/>
                      </a:lnTo>
                      <a:lnTo>
                        <a:pt x="2" y="7"/>
                      </a:lnTo>
                      <a:lnTo>
                        <a:pt x="5" y="8"/>
                      </a:lnTo>
                      <a:lnTo>
                        <a:pt x="8" y="8"/>
                      </a:lnTo>
                      <a:lnTo>
                        <a:pt x="8" y="6"/>
                      </a:lnTo>
                      <a:lnTo>
                        <a:pt x="8" y="4"/>
                      </a:lnTo>
                      <a:lnTo>
                        <a:pt x="11" y="4"/>
                      </a:lnTo>
                      <a:lnTo>
                        <a:pt x="13" y="6"/>
                      </a:lnTo>
                      <a:lnTo>
                        <a:pt x="17" y="6"/>
                      </a:lnTo>
                      <a:lnTo>
                        <a:pt x="24" y="3"/>
                      </a:lnTo>
                      <a:lnTo>
                        <a:pt x="28" y="0"/>
                      </a:lnTo>
                      <a:lnTo>
                        <a:pt x="30" y="0"/>
                      </a:lnTo>
                      <a:lnTo>
                        <a:pt x="31" y="0"/>
                      </a:lnTo>
                      <a:lnTo>
                        <a:pt x="30" y="1"/>
                      </a:lnTo>
                      <a:lnTo>
                        <a:pt x="26" y="4"/>
                      </a:lnTo>
                      <a:lnTo>
                        <a:pt x="23" y="7"/>
                      </a:lnTo>
                      <a:lnTo>
                        <a:pt x="24" y="10"/>
                      </a:lnTo>
                      <a:lnTo>
                        <a:pt x="24" y="12"/>
                      </a:lnTo>
                      <a:lnTo>
                        <a:pt x="20" y="12"/>
                      </a:lnTo>
                      <a:lnTo>
                        <a:pt x="17" y="14"/>
                      </a:lnTo>
                      <a:lnTo>
                        <a:pt x="15" y="16"/>
                      </a:lnTo>
                      <a:lnTo>
                        <a:pt x="12" y="16"/>
                      </a:lnTo>
                      <a:lnTo>
                        <a:pt x="11" y="18"/>
                      </a:lnTo>
                      <a:lnTo>
                        <a:pt x="8" y="18"/>
                      </a:lnTo>
                      <a:lnTo>
                        <a:pt x="4" y="1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84" name="Freeform 857"/>
                <p:cNvSpPr>
                  <a:spLocks/>
                </p:cNvSpPr>
                <p:nvPr/>
              </p:nvSpPr>
              <p:spPr bwMode="auto">
                <a:xfrm>
                  <a:off x="5416894" y="3593564"/>
                  <a:ext cx="58168" cy="33775"/>
                </a:xfrm>
                <a:custGeom>
                  <a:avLst/>
                  <a:gdLst/>
                  <a:ahLst/>
                  <a:cxnLst>
                    <a:cxn ang="0">
                      <a:pos x="4" y="18"/>
                    </a:cxn>
                    <a:cxn ang="0">
                      <a:pos x="1" y="15"/>
                    </a:cxn>
                    <a:cxn ang="0">
                      <a:pos x="0" y="12"/>
                    </a:cxn>
                    <a:cxn ang="0">
                      <a:pos x="0" y="10"/>
                    </a:cxn>
                    <a:cxn ang="0">
                      <a:pos x="1" y="10"/>
                    </a:cxn>
                    <a:cxn ang="0">
                      <a:pos x="2" y="7"/>
                    </a:cxn>
                    <a:cxn ang="0">
                      <a:pos x="5" y="8"/>
                    </a:cxn>
                    <a:cxn ang="0">
                      <a:pos x="8" y="8"/>
                    </a:cxn>
                    <a:cxn ang="0">
                      <a:pos x="8" y="6"/>
                    </a:cxn>
                    <a:cxn ang="0">
                      <a:pos x="8" y="4"/>
                    </a:cxn>
                    <a:cxn ang="0">
                      <a:pos x="11" y="4"/>
                    </a:cxn>
                    <a:cxn ang="0">
                      <a:pos x="13" y="6"/>
                    </a:cxn>
                    <a:cxn ang="0">
                      <a:pos x="17" y="6"/>
                    </a:cxn>
                    <a:cxn ang="0">
                      <a:pos x="24" y="3"/>
                    </a:cxn>
                    <a:cxn ang="0">
                      <a:pos x="28" y="0"/>
                    </a:cxn>
                    <a:cxn ang="0">
                      <a:pos x="30" y="0"/>
                    </a:cxn>
                    <a:cxn ang="0">
                      <a:pos x="31" y="0"/>
                    </a:cxn>
                    <a:cxn ang="0">
                      <a:pos x="30" y="1"/>
                    </a:cxn>
                    <a:cxn ang="0">
                      <a:pos x="26" y="4"/>
                    </a:cxn>
                    <a:cxn ang="0">
                      <a:pos x="23" y="7"/>
                    </a:cxn>
                    <a:cxn ang="0">
                      <a:pos x="24" y="10"/>
                    </a:cxn>
                    <a:cxn ang="0">
                      <a:pos x="24" y="12"/>
                    </a:cxn>
                    <a:cxn ang="0">
                      <a:pos x="20" y="12"/>
                    </a:cxn>
                    <a:cxn ang="0">
                      <a:pos x="17" y="14"/>
                    </a:cxn>
                    <a:cxn ang="0">
                      <a:pos x="15" y="16"/>
                    </a:cxn>
                    <a:cxn ang="0">
                      <a:pos x="12" y="16"/>
                    </a:cxn>
                    <a:cxn ang="0">
                      <a:pos x="11" y="18"/>
                    </a:cxn>
                    <a:cxn ang="0">
                      <a:pos x="8" y="18"/>
                    </a:cxn>
                    <a:cxn ang="0">
                      <a:pos x="4" y="18"/>
                    </a:cxn>
                  </a:cxnLst>
                  <a:rect l="0" t="0" r="r" b="b"/>
                  <a:pathLst>
                    <a:path w="31" h="18">
                      <a:moveTo>
                        <a:pt x="4" y="18"/>
                      </a:moveTo>
                      <a:lnTo>
                        <a:pt x="1" y="15"/>
                      </a:lnTo>
                      <a:lnTo>
                        <a:pt x="0" y="12"/>
                      </a:lnTo>
                      <a:lnTo>
                        <a:pt x="0" y="10"/>
                      </a:lnTo>
                      <a:lnTo>
                        <a:pt x="1" y="10"/>
                      </a:lnTo>
                      <a:lnTo>
                        <a:pt x="2" y="7"/>
                      </a:lnTo>
                      <a:lnTo>
                        <a:pt x="5" y="8"/>
                      </a:lnTo>
                      <a:lnTo>
                        <a:pt x="8" y="8"/>
                      </a:lnTo>
                      <a:lnTo>
                        <a:pt x="8" y="6"/>
                      </a:lnTo>
                      <a:lnTo>
                        <a:pt x="8" y="4"/>
                      </a:lnTo>
                      <a:lnTo>
                        <a:pt x="11" y="4"/>
                      </a:lnTo>
                      <a:lnTo>
                        <a:pt x="13" y="6"/>
                      </a:lnTo>
                      <a:lnTo>
                        <a:pt x="17" y="6"/>
                      </a:lnTo>
                      <a:lnTo>
                        <a:pt x="24" y="3"/>
                      </a:lnTo>
                      <a:lnTo>
                        <a:pt x="28" y="0"/>
                      </a:lnTo>
                      <a:lnTo>
                        <a:pt x="30" y="0"/>
                      </a:lnTo>
                      <a:lnTo>
                        <a:pt x="31" y="0"/>
                      </a:lnTo>
                      <a:lnTo>
                        <a:pt x="30" y="1"/>
                      </a:lnTo>
                      <a:lnTo>
                        <a:pt x="26" y="4"/>
                      </a:lnTo>
                      <a:lnTo>
                        <a:pt x="23" y="7"/>
                      </a:lnTo>
                      <a:lnTo>
                        <a:pt x="24" y="10"/>
                      </a:lnTo>
                      <a:lnTo>
                        <a:pt x="24" y="12"/>
                      </a:lnTo>
                      <a:lnTo>
                        <a:pt x="20" y="12"/>
                      </a:lnTo>
                      <a:lnTo>
                        <a:pt x="17" y="14"/>
                      </a:lnTo>
                      <a:lnTo>
                        <a:pt x="15" y="16"/>
                      </a:lnTo>
                      <a:lnTo>
                        <a:pt x="12" y="16"/>
                      </a:lnTo>
                      <a:lnTo>
                        <a:pt x="11" y="18"/>
                      </a:lnTo>
                      <a:lnTo>
                        <a:pt x="8" y="18"/>
                      </a:lnTo>
                      <a:lnTo>
                        <a:pt x="4" y="18"/>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5" name="Freeform 858"/>
                <p:cNvSpPr>
                  <a:spLocks/>
                </p:cNvSpPr>
                <p:nvPr/>
              </p:nvSpPr>
              <p:spPr bwMode="auto">
                <a:xfrm>
                  <a:off x="5503208" y="3542901"/>
                  <a:ext cx="168874" cy="150110"/>
                </a:xfrm>
                <a:custGeom>
                  <a:avLst/>
                  <a:gdLst/>
                  <a:ahLst/>
                  <a:cxnLst>
                    <a:cxn ang="0">
                      <a:pos x="72" y="43"/>
                    </a:cxn>
                    <a:cxn ang="0">
                      <a:pos x="76" y="38"/>
                    </a:cxn>
                    <a:cxn ang="0">
                      <a:pos x="75" y="33"/>
                    </a:cxn>
                    <a:cxn ang="0">
                      <a:pos x="77" y="23"/>
                    </a:cxn>
                    <a:cxn ang="0">
                      <a:pos x="75" y="12"/>
                    </a:cxn>
                    <a:cxn ang="0">
                      <a:pos x="83" y="7"/>
                    </a:cxn>
                    <a:cxn ang="0">
                      <a:pos x="87" y="4"/>
                    </a:cxn>
                    <a:cxn ang="0">
                      <a:pos x="87" y="0"/>
                    </a:cxn>
                    <a:cxn ang="0">
                      <a:pos x="77" y="1"/>
                    </a:cxn>
                    <a:cxn ang="0">
                      <a:pos x="68" y="3"/>
                    </a:cxn>
                    <a:cxn ang="0">
                      <a:pos x="60" y="4"/>
                    </a:cxn>
                    <a:cxn ang="0">
                      <a:pos x="53" y="7"/>
                    </a:cxn>
                    <a:cxn ang="0">
                      <a:pos x="46" y="8"/>
                    </a:cxn>
                    <a:cxn ang="0">
                      <a:pos x="41" y="5"/>
                    </a:cxn>
                    <a:cxn ang="0">
                      <a:pos x="30" y="5"/>
                    </a:cxn>
                    <a:cxn ang="0">
                      <a:pos x="27" y="7"/>
                    </a:cxn>
                    <a:cxn ang="0">
                      <a:pos x="18" y="9"/>
                    </a:cxn>
                    <a:cxn ang="0">
                      <a:pos x="12" y="11"/>
                    </a:cxn>
                    <a:cxn ang="0">
                      <a:pos x="11" y="18"/>
                    </a:cxn>
                    <a:cxn ang="0">
                      <a:pos x="8" y="22"/>
                    </a:cxn>
                    <a:cxn ang="0">
                      <a:pos x="3" y="22"/>
                    </a:cxn>
                    <a:cxn ang="0">
                      <a:pos x="0" y="22"/>
                    </a:cxn>
                    <a:cxn ang="0">
                      <a:pos x="3" y="31"/>
                    </a:cxn>
                    <a:cxn ang="0">
                      <a:pos x="3" y="38"/>
                    </a:cxn>
                    <a:cxn ang="0">
                      <a:pos x="9" y="43"/>
                    </a:cxn>
                    <a:cxn ang="0">
                      <a:pos x="12" y="47"/>
                    </a:cxn>
                    <a:cxn ang="0">
                      <a:pos x="14" y="54"/>
                    </a:cxn>
                    <a:cxn ang="0">
                      <a:pos x="11" y="56"/>
                    </a:cxn>
                    <a:cxn ang="0">
                      <a:pos x="7" y="60"/>
                    </a:cxn>
                    <a:cxn ang="0">
                      <a:pos x="4" y="64"/>
                    </a:cxn>
                    <a:cxn ang="0">
                      <a:pos x="7" y="66"/>
                    </a:cxn>
                    <a:cxn ang="0">
                      <a:pos x="7" y="75"/>
                    </a:cxn>
                    <a:cxn ang="0">
                      <a:pos x="12" y="76"/>
                    </a:cxn>
                    <a:cxn ang="0">
                      <a:pos x="16" y="79"/>
                    </a:cxn>
                    <a:cxn ang="0">
                      <a:pos x="46" y="62"/>
                    </a:cxn>
                  </a:cxnLst>
                  <a:rect l="0" t="0" r="r" b="b"/>
                  <a:pathLst>
                    <a:path w="90" h="80">
                      <a:moveTo>
                        <a:pt x="46" y="62"/>
                      </a:moveTo>
                      <a:lnTo>
                        <a:pt x="72" y="43"/>
                      </a:lnTo>
                      <a:lnTo>
                        <a:pt x="73" y="42"/>
                      </a:lnTo>
                      <a:lnTo>
                        <a:pt x="76" y="38"/>
                      </a:lnTo>
                      <a:lnTo>
                        <a:pt x="76" y="34"/>
                      </a:lnTo>
                      <a:lnTo>
                        <a:pt x="75" y="33"/>
                      </a:lnTo>
                      <a:lnTo>
                        <a:pt x="77" y="27"/>
                      </a:lnTo>
                      <a:lnTo>
                        <a:pt x="77" y="23"/>
                      </a:lnTo>
                      <a:lnTo>
                        <a:pt x="75" y="18"/>
                      </a:lnTo>
                      <a:lnTo>
                        <a:pt x="75" y="12"/>
                      </a:lnTo>
                      <a:lnTo>
                        <a:pt x="77" y="8"/>
                      </a:lnTo>
                      <a:lnTo>
                        <a:pt x="83" y="7"/>
                      </a:lnTo>
                      <a:lnTo>
                        <a:pt x="86" y="4"/>
                      </a:lnTo>
                      <a:lnTo>
                        <a:pt x="87" y="4"/>
                      </a:lnTo>
                      <a:lnTo>
                        <a:pt x="90" y="1"/>
                      </a:lnTo>
                      <a:lnTo>
                        <a:pt x="87" y="0"/>
                      </a:lnTo>
                      <a:lnTo>
                        <a:pt x="83" y="0"/>
                      </a:lnTo>
                      <a:lnTo>
                        <a:pt x="77" y="1"/>
                      </a:lnTo>
                      <a:lnTo>
                        <a:pt x="71" y="1"/>
                      </a:lnTo>
                      <a:lnTo>
                        <a:pt x="68" y="3"/>
                      </a:lnTo>
                      <a:lnTo>
                        <a:pt x="64" y="3"/>
                      </a:lnTo>
                      <a:lnTo>
                        <a:pt x="60" y="4"/>
                      </a:lnTo>
                      <a:lnTo>
                        <a:pt x="57" y="5"/>
                      </a:lnTo>
                      <a:lnTo>
                        <a:pt x="53" y="7"/>
                      </a:lnTo>
                      <a:lnTo>
                        <a:pt x="53" y="8"/>
                      </a:lnTo>
                      <a:lnTo>
                        <a:pt x="46" y="8"/>
                      </a:lnTo>
                      <a:lnTo>
                        <a:pt x="42" y="7"/>
                      </a:lnTo>
                      <a:lnTo>
                        <a:pt x="41" y="5"/>
                      </a:lnTo>
                      <a:lnTo>
                        <a:pt x="38" y="5"/>
                      </a:lnTo>
                      <a:lnTo>
                        <a:pt x="30" y="5"/>
                      </a:lnTo>
                      <a:lnTo>
                        <a:pt x="29" y="7"/>
                      </a:lnTo>
                      <a:lnTo>
                        <a:pt x="27" y="7"/>
                      </a:lnTo>
                      <a:lnTo>
                        <a:pt x="19" y="9"/>
                      </a:lnTo>
                      <a:lnTo>
                        <a:pt x="18" y="9"/>
                      </a:lnTo>
                      <a:lnTo>
                        <a:pt x="14" y="8"/>
                      </a:lnTo>
                      <a:lnTo>
                        <a:pt x="12" y="11"/>
                      </a:lnTo>
                      <a:lnTo>
                        <a:pt x="12" y="16"/>
                      </a:lnTo>
                      <a:lnTo>
                        <a:pt x="11" y="18"/>
                      </a:lnTo>
                      <a:lnTo>
                        <a:pt x="11" y="20"/>
                      </a:lnTo>
                      <a:lnTo>
                        <a:pt x="8" y="22"/>
                      </a:lnTo>
                      <a:lnTo>
                        <a:pt x="5" y="22"/>
                      </a:lnTo>
                      <a:lnTo>
                        <a:pt x="3" y="22"/>
                      </a:lnTo>
                      <a:lnTo>
                        <a:pt x="1" y="22"/>
                      </a:lnTo>
                      <a:lnTo>
                        <a:pt x="0" y="22"/>
                      </a:lnTo>
                      <a:lnTo>
                        <a:pt x="1" y="27"/>
                      </a:lnTo>
                      <a:lnTo>
                        <a:pt x="3" y="31"/>
                      </a:lnTo>
                      <a:lnTo>
                        <a:pt x="4" y="35"/>
                      </a:lnTo>
                      <a:lnTo>
                        <a:pt x="3" y="38"/>
                      </a:lnTo>
                      <a:lnTo>
                        <a:pt x="3" y="43"/>
                      </a:lnTo>
                      <a:lnTo>
                        <a:pt x="9" y="43"/>
                      </a:lnTo>
                      <a:lnTo>
                        <a:pt x="11" y="47"/>
                      </a:lnTo>
                      <a:lnTo>
                        <a:pt x="12" y="47"/>
                      </a:lnTo>
                      <a:lnTo>
                        <a:pt x="12" y="52"/>
                      </a:lnTo>
                      <a:lnTo>
                        <a:pt x="14" y="54"/>
                      </a:lnTo>
                      <a:lnTo>
                        <a:pt x="12" y="56"/>
                      </a:lnTo>
                      <a:lnTo>
                        <a:pt x="11" y="56"/>
                      </a:lnTo>
                      <a:lnTo>
                        <a:pt x="8" y="57"/>
                      </a:lnTo>
                      <a:lnTo>
                        <a:pt x="7" y="60"/>
                      </a:lnTo>
                      <a:lnTo>
                        <a:pt x="4" y="64"/>
                      </a:lnTo>
                      <a:lnTo>
                        <a:pt x="4" y="64"/>
                      </a:lnTo>
                      <a:lnTo>
                        <a:pt x="5" y="65"/>
                      </a:lnTo>
                      <a:lnTo>
                        <a:pt x="7" y="66"/>
                      </a:lnTo>
                      <a:lnTo>
                        <a:pt x="7" y="72"/>
                      </a:lnTo>
                      <a:lnTo>
                        <a:pt x="7" y="75"/>
                      </a:lnTo>
                      <a:lnTo>
                        <a:pt x="8" y="75"/>
                      </a:lnTo>
                      <a:lnTo>
                        <a:pt x="12" y="76"/>
                      </a:lnTo>
                      <a:lnTo>
                        <a:pt x="15" y="79"/>
                      </a:lnTo>
                      <a:lnTo>
                        <a:pt x="16" y="79"/>
                      </a:lnTo>
                      <a:lnTo>
                        <a:pt x="19" y="80"/>
                      </a:lnTo>
                      <a:lnTo>
                        <a:pt x="46" y="62"/>
                      </a:lnTo>
                      <a:lnTo>
                        <a:pt x="46" y="6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86" name="Freeform 859"/>
                <p:cNvSpPr>
                  <a:spLocks/>
                </p:cNvSpPr>
                <p:nvPr/>
              </p:nvSpPr>
              <p:spPr bwMode="auto">
                <a:xfrm>
                  <a:off x="5503208" y="3542901"/>
                  <a:ext cx="168874" cy="150110"/>
                </a:xfrm>
                <a:custGeom>
                  <a:avLst/>
                  <a:gdLst/>
                  <a:ahLst/>
                  <a:cxnLst>
                    <a:cxn ang="0">
                      <a:pos x="72" y="43"/>
                    </a:cxn>
                    <a:cxn ang="0">
                      <a:pos x="76" y="38"/>
                    </a:cxn>
                    <a:cxn ang="0">
                      <a:pos x="75" y="33"/>
                    </a:cxn>
                    <a:cxn ang="0">
                      <a:pos x="77" y="23"/>
                    </a:cxn>
                    <a:cxn ang="0">
                      <a:pos x="75" y="12"/>
                    </a:cxn>
                    <a:cxn ang="0">
                      <a:pos x="83" y="7"/>
                    </a:cxn>
                    <a:cxn ang="0">
                      <a:pos x="87" y="4"/>
                    </a:cxn>
                    <a:cxn ang="0">
                      <a:pos x="87" y="0"/>
                    </a:cxn>
                    <a:cxn ang="0">
                      <a:pos x="77" y="1"/>
                    </a:cxn>
                    <a:cxn ang="0">
                      <a:pos x="68" y="3"/>
                    </a:cxn>
                    <a:cxn ang="0">
                      <a:pos x="60" y="4"/>
                    </a:cxn>
                    <a:cxn ang="0">
                      <a:pos x="53" y="7"/>
                    </a:cxn>
                    <a:cxn ang="0">
                      <a:pos x="46" y="8"/>
                    </a:cxn>
                    <a:cxn ang="0">
                      <a:pos x="41" y="5"/>
                    </a:cxn>
                    <a:cxn ang="0">
                      <a:pos x="30" y="5"/>
                    </a:cxn>
                    <a:cxn ang="0">
                      <a:pos x="27" y="7"/>
                    </a:cxn>
                    <a:cxn ang="0">
                      <a:pos x="18" y="9"/>
                    </a:cxn>
                    <a:cxn ang="0">
                      <a:pos x="12" y="11"/>
                    </a:cxn>
                    <a:cxn ang="0">
                      <a:pos x="11" y="18"/>
                    </a:cxn>
                    <a:cxn ang="0">
                      <a:pos x="8" y="22"/>
                    </a:cxn>
                    <a:cxn ang="0">
                      <a:pos x="3" y="22"/>
                    </a:cxn>
                    <a:cxn ang="0">
                      <a:pos x="0" y="22"/>
                    </a:cxn>
                    <a:cxn ang="0">
                      <a:pos x="3" y="31"/>
                    </a:cxn>
                    <a:cxn ang="0">
                      <a:pos x="3" y="38"/>
                    </a:cxn>
                    <a:cxn ang="0">
                      <a:pos x="9" y="43"/>
                    </a:cxn>
                    <a:cxn ang="0">
                      <a:pos x="12" y="47"/>
                    </a:cxn>
                    <a:cxn ang="0">
                      <a:pos x="14" y="54"/>
                    </a:cxn>
                    <a:cxn ang="0">
                      <a:pos x="11" y="56"/>
                    </a:cxn>
                    <a:cxn ang="0">
                      <a:pos x="7" y="60"/>
                    </a:cxn>
                    <a:cxn ang="0">
                      <a:pos x="4" y="64"/>
                    </a:cxn>
                    <a:cxn ang="0">
                      <a:pos x="7" y="66"/>
                    </a:cxn>
                    <a:cxn ang="0">
                      <a:pos x="7" y="75"/>
                    </a:cxn>
                    <a:cxn ang="0">
                      <a:pos x="12" y="76"/>
                    </a:cxn>
                    <a:cxn ang="0">
                      <a:pos x="16" y="79"/>
                    </a:cxn>
                    <a:cxn ang="0">
                      <a:pos x="46" y="62"/>
                    </a:cxn>
                  </a:cxnLst>
                  <a:rect l="0" t="0" r="r" b="b"/>
                  <a:pathLst>
                    <a:path w="90" h="80">
                      <a:moveTo>
                        <a:pt x="46" y="62"/>
                      </a:moveTo>
                      <a:lnTo>
                        <a:pt x="72" y="43"/>
                      </a:lnTo>
                      <a:lnTo>
                        <a:pt x="73" y="42"/>
                      </a:lnTo>
                      <a:lnTo>
                        <a:pt x="76" y="38"/>
                      </a:lnTo>
                      <a:lnTo>
                        <a:pt x="76" y="34"/>
                      </a:lnTo>
                      <a:lnTo>
                        <a:pt x="75" y="33"/>
                      </a:lnTo>
                      <a:lnTo>
                        <a:pt x="77" y="27"/>
                      </a:lnTo>
                      <a:lnTo>
                        <a:pt x="77" y="23"/>
                      </a:lnTo>
                      <a:lnTo>
                        <a:pt x="75" y="18"/>
                      </a:lnTo>
                      <a:lnTo>
                        <a:pt x="75" y="12"/>
                      </a:lnTo>
                      <a:lnTo>
                        <a:pt x="77" y="8"/>
                      </a:lnTo>
                      <a:lnTo>
                        <a:pt x="83" y="7"/>
                      </a:lnTo>
                      <a:lnTo>
                        <a:pt x="86" y="4"/>
                      </a:lnTo>
                      <a:lnTo>
                        <a:pt x="87" y="4"/>
                      </a:lnTo>
                      <a:lnTo>
                        <a:pt x="90" y="1"/>
                      </a:lnTo>
                      <a:lnTo>
                        <a:pt x="87" y="0"/>
                      </a:lnTo>
                      <a:lnTo>
                        <a:pt x="83" y="0"/>
                      </a:lnTo>
                      <a:lnTo>
                        <a:pt x="77" y="1"/>
                      </a:lnTo>
                      <a:lnTo>
                        <a:pt x="71" y="1"/>
                      </a:lnTo>
                      <a:lnTo>
                        <a:pt x="68" y="3"/>
                      </a:lnTo>
                      <a:lnTo>
                        <a:pt x="64" y="3"/>
                      </a:lnTo>
                      <a:lnTo>
                        <a:pt x="60" y="4"/>
                      </a:lnTo>
                      <a:lnTo>
                        <a:pt x="57" y="5"/>
                      </a:lnTo>
                      <a:lnTo>
                        <a:pt x="53" y="7"/>
                      </a:lnTo>
                      <a:lnTo>
                        <a:pt x="53" y="8"/>
                      </a:lnTo>
                      <a:lnTo>
                        <a:pt x="46" y="8"/>
                      </a:lnTo>
                      <a:lnTo>
                        <a:pt x="42" y="7"/>
                      </a:lnTo>
                      <a:lnTo>
                        <a:pt x="41" y="5"/>
                      </a:lnTo>
                      <a:lnTo>
                        <a:pt x="38" y="5"/>
                      </a:lnTo>
                      <a:lnTo>
                        <a:pt x="30" y="5"/>
                      </a:lnTo>
                      <a:lnTo>
                        <a:pt x="29" y="7"/>
                      </a:lnTo>
                      <a:lnTo>
                        <a:pt x="27" y="7"/>
                      </a:lnTo>
                      <a:lnTo>
                        <a:pt x="19" y="9"/>
                      </a:lnTo>
                      <a:lnTo>
                        <a:pt x="18" y="9"/>
                      </a:lnTo>
                      <a:lnTo>
                        <a:pt x="14" y="8"/>
                      </a:lnTo>
                      <a:lnTo>
                        <a:pt x="12" y="11"/>
                      </a:lnTo>
                      <a:lnTo>
                        <a:pt x="12" y="16"/>
                      </a:lnTo>
                      <a:lnTo>
                        <a:pt x="11" y="18"/>
                      </a:lnTo>
                      <a:lnTo>
                        <a:pt x="11" y="20"/>
                      </a:lnTo>
                      <a:lnTo>
                        <a:pt x="8" y="22"/>
                      </a:lnTo>
                      <a:lnTo>
                        <a:pt x="5" y="22"/>
                      </a:lnTo>
                      <a:lnTo>
                        <a:pt x="3" y="22"/>
                      </a:lnTo>
                      <a:lnTo>
                        <a:pt x="1" y="22"/>
                      </a:lnTo>
                      <a:lnTo>
                        <a:pt x="0" y="22"/>
                      </a:lnTo>
                      <a:lnTo>
                        <a:pt x="1" y="27"/>
                      </a:lnTo>
                      <a:lnTo>
                        <a:pt x="3" y="31"/>
                      </a:lnTo>
                      <a:lnTo>
                        <a:pt x="4" y="35"/>
                      </a:lnTo>
                      <a:lnTo>
                        <a:pt x="3" y="38"/>
                      </a:lnTo>
                      <a:lnTo>
                        <a:pt x="3" y="43"/>
                      </a:lnTo>
                      <a:lnTo>
                        <a:pt x="9" y="43"/>
                      </a:lnTo>
                      <a:lnTo>
                        <a:pt x="11" y="47"/>
                      </a:lnTo>
                      <a:lnTo>
                        <a:pt x="12" y="47"/>
                      </a:lnTo>
                      <a:lnTo>
                        <a:pt x="12" y="52"/>
                      </a:lnTo>
                      <a:lnTo>
                        <a:pt x="14" y="54"/>
                      </a:lnTo>
                      <a:lnTo>
                        <a:pt x="12" y="56"/>
                      </a:lnTo>
                      <a:lnTo>
                        <a:pt x="11" y="56"/>
                      </a:lnTo>
                      <a:lnTo>
                        <a:pt x="8" y="57"/>
                      </a:lnTo>
                      <a:lnTo>
                        <a:pt x="7" y="60"/>
                      </a:lnTo>
                      <a:lnTo>
                        <a:pt x="4" y="64"/>
                      </a:lnTo>
                      <a:lnTo>
                        <a:pt x="4" y="64"/>
                      </a:lnTo>
                      <a:lnTo>
                        <a:pt x="5" y="65"/>
                      </a:lnTo>
                      <a:lnTo>
                        <a:pt x="7" y="66"/>
                      </a:lnTo>
                      <a:lnTo>
                        <a:pt x="7" y="72"/>
                      </a:lnTo>
                      <a:lnTo>
                        <a:pt x="7" y="75"/>
                      </a:lnTo>
                      <a:lnTo>
                        <a:pt x="8" y="75"/>
                      </a:lnTo>
                      <a:lnTo>
                        <a:pt x="12" y="76"/>
                      </a:lnTo>
                      <a:lnTo>
                        <a:pt x="15" y="79"/>
                      </a:lnTo>
                      <a:lnTo>
                        <a:pt x="16" y="79"/>
                      </a:lnTo>
                      <a:lnTo>
                        <a:pt x="19" y="80"/>
                      </a:lnTo>
                      <a:lnTo>
                        <a:pt x="46" y="62"/>
                      </a:lnTo>
                      <a:lnTo>
                        <a:pt x="46" y="62"/>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7" name="Freeform 860"/>
                <p:cNvSpPr>
                  <a:spLocks/>
                </p:cNvSpPr>
                <p:nvPr/>
              </p:nvSpPr>
              <p:spPr bwMode="auto">
                <a:xfrm>
                  <a:off x="5469433" y="3662989"/>
                  <a:ext cx="41280" cy="116335"/>
                </a:xfrm>
                <a:custGeom>
                  <a:avLst/>
                  <a:gdLst/>
                  <a:ahLst/>
                  <a:cxnLst>
                    <a:cxn ang="0">
                      <a:pos x="14" y="62"/>
                    </a:cxn>
                    <a:cxn ang="0">
                      <a:pos x="15" y="60"/>
                    </a:cxn>
                    <a:cxn ang="0">
                      <a:pos x="15" y="60"/>
                    </a:cxn>
                    <a:cxn ang="0">
                      <a:pos x="15" y="57"/>
                    </a:cxn>
                    <a:cxn ang="0">
                      <a:pos x="17" y="55"/>
                    </a:cxn>
                    <a:cxn ang="0">
                      <a:pos x="17" y="53"/>
                    </a:cxn>
                    <a:cxn ang="0">
                      <a:pos x="18" y="49"/>
                    </a:cxn>
                    <a:cxn ang="0">
                      <a:pos x="18" y="45"/>
                    </a:cxn>
                    <a:cxn ang="0">
                      <a:pos x="19" y="45"/>
                    </a:cxn>
                    <a:cxn ang="0">
                      <a:pos x="19" y="42"/>
                    </a:cxn>
                    <a:cxn ang="0">
                      <a:pos x="19" y="38"/>
                    </a:cxn>
                    <a:cxn ang="0">
                      <a:pos x="19" y="36"/>
                    </a:cxn>
                    <a:cxn ang="0">
                      <a:pos x="19" y="30"/>
                    </a:cxn>
                    <a:cxn ang="0">
                      <a:pos x="19" y="30"/>
                    </a:cxn>
                    <a:cxn ang="0">
                      <a:pos x="17" y="30"/>
                    </a:cxn>
                    <a:cxn ang="0">
                      <a:pos x="15" y="31"/>
                    </a:cxn>
                    <a:cxn ang="0">
                      <a:pos x="14" y="30"/>
                    </a:cxn>
                    <a:cxn ang="0">
                      <a:pos x="14" y="26"/>
                    </a:cxn>
                    <a:cxn ang="0">
                      <a:pos x="14" y="19"/>
                    </a:cxn>
                    <a:cxn ang="0">
                      <a:pos x="14" y="17"/>
                    </a:cxn>
                    <a:cxn ang="0">
                      <a:pos x="14" y="13"/>
                    </a:cxn>
                    <a:cxn ang="0">
                      <a:pos x="18" y="13"/>
                    </a:cxn>
                    <a:cxn ang="0">
                      <a:pos x="18" y="16"/>
                    </a:cxn>
                    <a:cxn ang="0">
                      <a:pos x="19" y="16"/>
                    </a:cxn>
                    <a:cxn ang="0">
                      <a:pos x="21" y="15"/>
                    </a:cxn>
                    <a:cxn ang="0">
                      <a:pos x="21" y="13"/>
                    </a:cxn>
                    <a:cxn ang="0">
                      <a:pos x="21" y="13"/>
                    </a:cxn>
                    <a:cxn ang="0">
                      <a:pos x="21" y="12"/>
                    </a:cxn>
                    <a:cxn ang="0">
                      <a:pos x="19" y="9"/>
                    </a:cxn>
                    <a:cxn ang="0">
                      <a:pos x="21" y="5"/>
                    </a:cxn>
                    <a:cxn ang="0">
                      <a:pos x="21" y="1"/>
                    </a:cxn>
                    <a:cxn ang="0">
                      <a:pos x="22" y="0"/>
                    </a:cxn>
                    <a:cxn ang="0">
                      <a:pos x="21" y="0"/>
                    </a:cxn>
                    <a:cxn ang="0">
                      <a:pos x="19" y="2"/>
                    </a:cxn>
                    <a:cxn ang="0">
                      <a:pos x="15" y="2"/>
                    </a:cxn>
                    <a:cxn ang="0">
                      <a:pos x="13" y="2"/>
                    </a:cxn>
                    <a:cxn ang="0">
                      <a:pos x="10" y="5"/>
                    </a:cxn>
                    <a:cxn ang="0">
                      <a:pos x="8" y="16"/>
                    </a:cxn>
                    <a:cxn ang="0">
                      <a:pos x="4" y="24"/>
                    </a:cxn>
                    <a:cxn ang="0">
                      <a:pos x="0" y="30"/>
                    </a:cxn>
                    <a:cxn ang="0">
                      <a:pos x="2" y="31"/>
                    </a:cxn>
                    <a:cxn ang="0">
                      <a:pos x="4" y="35"/>
                    </a:cxn>
                    <a:cxn ang="0">
                      <a:pos x="6" y="41"/>
                    </a:cxn>
                    <a:cxn ang="0">
                      <a:pos x="10" y="46"/>
                    </a:cxn>
                    <a:cxn ang="0">
                      <a:pos x="14" y="54"/>
                    </a:cxn>
                    <a:cxn ang="0">
                      <a:pos x="13" y="57"/>
                    </a:cxn>
                    <a:cxn ang="0">
                      <a:pos x="14" y="62"/>
                    </a:cxn>
                  </a:cxnLst>
                  <a:rect l="0" t="0" r="r" b="b"/>
                  <a:pathLst>
                    <a:path w="22" h="62">
                      <a:moveTo>
                        <a:pt x="14" y="62"/>
                      </a:moveTo>
                      <a:lnTo>
                        <a:pt x="15" y="60"/>
                      </a:lnTo>
                      <a:lnTo>
                        <a:pt x="15" y="60"/>
                      </a:lnTo>
                      <a:lnTo>
                        <a:pt x="15" y="57"/>
                      </a:lnTo>
                      <a:lnTo>
                        <a:pt x="17" y="55"/>
                      </a:lnTo>
                      <a:lnTo>
                        <a:pt x="17" y="53"/>
                      </a:lnTo>
                      <a:lnTo>
                        <a:pt x="18" y="49"/>
                      </a:lnTo>
                      <a:lnTo>
                        <a:pt x="18" y="45"/>
                      </a:lnTo>
                      <a:lnTo>
                        <a:pt x="19" y="45"/>
                      </a:lnTo>
                      <a:lnTo>
                        <a:pt x="19" y="42"/>
                      </a:lnTo>
                      <a:lnTo>
                        <a:pt x="19" y="38"/>
                      </a:lnTo>
                      <a:lnTo>
                        <a:pt x="19" y="36"/>
                      </a:lnTo>
                      <a:lnTo>
                        <a:pt x="19" y="30"/>
                      </a:lnTo>
                      <a:lnTo>
                        <a:pt x="19" y="30"/>
                      </a:lnTo>
                      <a:lnTo>
                        <a:pt x="17" y="30"/>
                      </a:lnTo>
                      <a:lnTo>
                        <a:pt x="15" y="31"/>
                      </a:lnTo>
                      <a:lnTo>
                        <a:pt x="14" y="30"/>
                      </a:lnTo>
                      <a:lnTo>
                        <a:pt x="14" y="26"/>
                      </a:lnTo>
                      <a:lnTo>
                        <a:pt x="14" y="19"/>
                      </a:lnTo>
                      <a:lnTo>
                        <a:pt x="14" y="17"/>
                      </a:lnTo>
                      <a:lnTo>
                        <a:pt x="14" y="13"/>
                      </a:lnTo>
                      <a:lnTo>
                        <a:pt x="18" y="13"/>
                      </a:lnTo>
                      <a:lnTo>
                        <a:pt x="18" y="16"/>
                      </a:lnTo>
                      <a:lnTo>
                        <a:pt x="19" y="16"/>
                      </a:lnTo>
                      <a:lnTo>
                        <a:pt x="21" y="15"/>
                      </a:lnTo>
                      <a:lnTo>
                        <a:pt x="21" y="13"/>
                      </a:lnTo>
                      <a:lnTo>
                        <a:pt x="21" y="13"/>
                      </a:lnTo>
                      <a:lnTo>
                        <a:pt x="21" y="12"/>
                      </a:lnTo>
                      <a:lnTo>
                        <a:pt x="19" y="9"/>
                      </a:lnTo>
                      <a:lnTo>
                        <a:pt x="21" y="5"/>
                      </a:lnTo>
                      <a:lnTo>
                        <a:pt x="21" y="1"/>
                      </a:lnTo>
                      <a:lnTo>
                        <a:pt x="22" y="0"/>
                      </a:lnTo>
                      <a:lnTo>
                        <a:pt x="21" y="0"/>
                      </a:lnTo>
                      <a:lnTo>
                        <a:pt x="19" y="2"/>
                      </a:lnTo>
                      <a:lnTo>
                        <a:pt x="15" y="2"/>
                      </a:lnTo>
                      <a:lnTo>
                        <a:pt x="13" y="2"/>
                      </a:lnTo>
                      <a:lnTo>
                        <a:pt x="10" y="5"/>
                      </a:lnTo>
                      <a:lnTo>
                        <a:pt x="8" y="16"/>
                      </a:lnTo>
                      <a:lnTo>
                        <a:pt x="4" y="24"/>
                      </a:lnTo>
                      <a:lnTo>
                        <a:pt x="0" y="30"/>
                      </a:lnTo>
                      <a:lnTo>
                        <a:pt x="2" y="31"/>
                      </a:lnTo>
                      <a:lnTo>
                        <a:pt x="4" y="35"/>
                      </a:lnTo>
                      <a:lnTo>
                        <a:pt x="6" y="41"/>
                      </a:lnTo>
                      <a:lnTo>
                        <a:pt x="10" y="46"/>
                      </a:lnTo>
                      <a:lnTo>
                        <a:pt x="14" y="54"/>
                      </a:lnTo>
                      <a:lnTo>
                        <a:pt x="13" y="57"/>
                      </a:lnTo>
                      <a:lnTo>
                        <a:pt x="14" y="6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88" name="Freeform 861"/>
                <p:cNvSpPr>
                  <a:spLocks/>
                </p:cNvSpPr>
                <p:nvPr/>
              </p:nvSpPr>
              <p:spPr bwMode="auto">
                <a:xfrm>
                  <a:off x="5469433" y="3662989"/>
                  <a:ext cx="41280" cy="116335"/>
                </a:xfrm>
                <a:custGeom>
                  <a:avLst/>
                  <a:gdLst/>
                  <a:ahLst/>
                  <a:cxnLst>
                    <a:cxn ang="0">
                      <a:pos x="14" y="62"/>
                    </a:cxn>
                    <a:cxn ang="0">
                      <a:pos x="15" y="60"/>
                    </a:cxn>
                    <a:cxn ang="0">
                      <a:pos x="15" y="60"/>
                    </a:cxn>
                    <a:cxn ang="0">
                      <a:pos x="15" y="57"/>
                    </a:cxn>
                    <a:cxn ang="0">
                      <a:pos x="17" y="55"/>
                    </a:cxn>
                    <a:cxn ang="0">
                      <a:pos x="17" y="53"/>
                    </a:cxn>
                    <a:cxn ang="0">
                      <a:pos x="18" y="49"/>
                    </a:cxn>
                    <a:cxn ang="0">
                      <a:pos x="18" y="45"/>
                    </a:cxn>
                    <a:cxn ang="0">
                      <a:pos x="19" y="45"/>
                    </a:cxn>
                    <a:cxn ang="0">
                      <a:pos x="19" y="42"/>
                    </a:cxn>
                    <a:cxn ang="0">
                      <a:pos x="19" y="38"/>
                    </a:cxn>
                    <a:cxn ang="0">
                      <a:pos x="19" y="36"/>
                    </a:cxn>
                    <a:cxn ang="0">
                      <a:pos x="19" y="30"/>
                    </a:cxn>
                    <a:cxn ang="0">
                      <a:pos x="19" y="30"/>
                    </a:cxn>
                    <a:cxn ang="0">
                      <a:pos x="17" y="30"/>
                    </a:cxn>
                    <a:cxn ang="0">
                      <a:pos x="15" y="31"/>
                    </a:cxn>
                    <a:cxn ang="0">
                      <a:pos x="14" y="30"/>
                    </a:cxn>
                    <a:cxn ang="0">
                      <a:pos x="14" y="26"/>
                    </a:cxn>
                    <a:cxn ang="0">
                      <a:pos x="14" y="19"/>
                    </a:cxn>
                    <a:cxn ang="0">
                      <a:pos x="14" y="17"/>
                    </a:cxn>
                    <a:cxn ang="0">
                      <a:pos x="14" y="13"/>
                    </a:cxn>
                    <a:cxn ang="0">
                      <a:pos x="18" y="13"/>
                    </a:cxn>
                    <a:cxn ang="0">
                      <a:pos x="18" y="16"/>
                    </a:cxn>
                    <a:cxn ang="0">
                      <a:pos x="19" y="16"/>
                    </a:cxn>
                    <a:cxn ang="0">
                      <a:pos x="21" y="15"/>
                    </a:cxn>
                    <a:cxn ang="0">
                      <a:pos x="21" y="13"/>
                    </a:cxn>
                    <a:cxn ang="0">
                      <a:pos x="21" y="13"/>
                    </a:cxn>
                    <a:cxn ang="0">
                      <a:pos x="21" y="12"/>
                    </a:cxn>
                    <a:cxn ang="0">
                      <a:pos x="19" y="9"/>
                    </a:cxn>
                    <a:cxn ang="0">
                      <a:pos x="21" y="5"/>
                    </a:cxn>
                    <a:cxn ang="0">
                      <a:pos x="21" y="1"/>
                    </a:cxn>
                    <a:cxn ang="0">
                      <a:pos x="22" y="0"/>
                    </a:cxn>
                    <a:cxn ang="0">
                      <a:pos x="21" y="0"/>
                    </a:cxn>
                    <a:cxn ang="0">
                      <a:pos x="19" y="2"/>
                    </a:cxn>
                    <a:cxn ang="0">
                      <a:pos x="15" y="2"/>
                    </a:cxn>
                    <a:cxn ang="0">
                      <a:pos x="13" y="2"/>
                    </a:cxn>
                    <a:cxn ang="0">
                      <a:pos x="10" y="5"/>
                    </a:cxn>
                    <a:cxn ang="0">
                      <a:pos x="8" y="16"/>
                    </a:cxn>
                    <a:cxn ang="0">
                      <a:pos x="4" y="24"/>
                    </a:cxn>
                    <a:cxn ang="0">
                      <a:pos x="0" y="30"/>
                    </a:cxn>
                    <a:cxn ang="0">
                      <a:pos x="2" y="31"/>
                    </a:cxn>
                    <a:cxn ang="0">
                      <a:pos x="4" y="35"/>
                    </a:cxn>
                    <a:cxn ang="0">
                      <a:pos x="6" y="41"/>
                    </a:cxn>
                    <a:cxn ang="0">
                      <a:pos x="10" y="46"/>
                    </a:cxn>
                    <a:cxn ang="0">
                      <a:pos x="14" y="54"/>
                    </a:cxn>
                    <a:cxn ang="0">
                      <a:pos x="13" y="57"/>
                    </a:cxn>
                    <a:cxn ang="0">
                      <a:pos x="14" y="62"/>
                    </a:cxn>
                  </a:cxnLst>
                  <a:rect l="0" t="0" r="r" b="b"/>
                  <a:pathLst>
                    <a:path w="22" h="62">
                      <a:moveTo>
                        <a:pt x="14" y="62"/>
                      </a:moveTo>
                      <a:lnTo>
                        <a:pt x="15" y="60"/>
                      </a:lnTo>
                      <a:lnTo>
                        <a:pt x="15" y="60"/>
                      </a:lnTo>
                      <a:lnTo>
                        <a:pt x="15" y="57"/>
                      </a:lnTo>
                      <a:lnTo>
                        <a:pt x="17" y="55"/>
                      </a:lnTo>
                      <a:lnTo>
                        <a:pt x="17" y="53"/>
                      </a:lnTo>
                      <a:lnTo>
                        <a:pt x="18" y="49"/>
                      </a:lnTo>
                      <a:lnTo>
                        <a:pt x="18" y="45"/>
                      </a:lnTo>
                      <a:lnTo>
                        <a:pt x="19" y="45"/>
                      </a:lnTo>
                      <a:lnTo>
                        <a:pt x="19" y="42"/>
                      </a:lnTo>
                      <a:lnTo>
                        <a:pt x="19" y="38"/>
                      </a:lnTo>
                      <a:lnTo>
                        <a:pt x="19" y="36"/>
                      </a:lnTo>
                      <a:lnTo>
                        <a:pt x="19" y="30"/>
                      </a:lnTo>
                      <a:lnTo>
                        <a:pt x="19" y="30"/>
                      </a:lnTo>
                      <a:lnTo>
                        <a:pt x="17" y="30"/>
                      </a:lnTo>
                      <a:lnTo>
                        <a:pt x="15" y="31"/>
                      </a:lnTo>
                      <a:lnTo>
                        <a:pt x="14" y="30"/>
                      </a:lnTo>
                      <a:lnTo>
                        <a:pt x="14" y="26"/>
                      </a:lnTo>
                      <a:lnTo>
                        <a:pt x="14" y="19"/>
                      </a:lnTo>
                      <a:lnTo>
                        <a:pt x="14" y="17"/>
                      </a:lnTo>
                      <a:lnTo>
                        <a:pt x="14" y="13"/>
                      </a:lnTo>
                      <a:lnTo>
                        <a:pt x="18" y="13"/>
                      </a:lnTo>
                      <a:lnTo>
                        <a:pt x="18" y="16"/>
                      </a:lnTo>
                      <a:lnTo>
                        <a:pt x="19" y="16"/>
                      </a:lnTo>
                      <a:lnTo>
                        <a:pt x="21" y="15"/>
                      </a:lnTo>
                      <a:lnTo>
                        <a:pt x="21" y="13"/>
                      </a:lnTo>
                      <a:lnTo>
                        <a:pt x="21" y="13"/>
                      </a:lnTo>
                      <a:lnTo>
                        <a:pt x="21" y="12"/>
                      </a:lnTo>
                      <a:lnTo>
                        <a:pt x="19" y="9"/>
                      </a:lnTo>
                      <a:lnTo>
                        <a:pt x="21" y="5"/>
                      </a:lnTo>
                      <a:lnTo>
                        <a:pt x="21" y="1"/>
                      </a:lnTo>
                      <a:lnTo>
                        <a:pt x="22" y="0"/>
                      </a:lnTo>
                      <a:lnTo>
                        <a:pt x="21" y="0"/>
                      </a:lnTo>
                      <a:lnTo>
                        <a:pt x="19" y="2"/>
                      </a:lnTo>
                      <a:lnTo>
                        <a:pt x="15" y="2"/>
                      </a:lnTo>
                      <a:lnTo>
                        <a:pt x="13" y="2"/>
                      </a:lnTo>
                      <a:lnTo>
                        <a:pt x="10" y="5"/>
                      </a:lnTo>
                      <a:lnTo>
                        <a:pt x="8" y="16"/>
                      </a:lnTo>
                      <a:lnTo>
                        <a:pt x="4" y="24"/>
                      </a:lnTo>
                      <a:lnTo>
                        <a:pt x="0" y="30"/>
                      </a:lnTo>
                      <a:lnTo>
                        <a:pt x="2" y="31"/>
                      </a:lnTo>
                      <a:lnTo>
                        <a:pt x="4" y="35"/>
                      </a:lnTo>
                      <a:lnTo>
                        <a:pt x="6" y="41"/>
                      </a:lnTo>
                      <a:lnTo>
                        <a:pt x="10" y="46"/>
                      </a:lnTo>
                      <a:lnTo>
                        <a:pt x="14" y="54"/>
                      </a:lnTo>
                      <a:lnTo>
                        <a:pt x="13" y="57"/>
                      </a:lnTo>
                      <a:lnTo>
                        <a:pt x="14" y="62"/>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9" name="Freeform 862"/>
                <p:cNvSpPr>
                  <a:spLocks/>
                </p:cNvSpPr>
                <p:nvPr/>
              </p:nvSpPr>
              <p:spPr bwMode="auto">
                <a:xfrm>
                  <a:off x="5505084" y="3662989"/>
                  <a:ext cx="11258" cy="24393"/>
                </a:xfrm>
                <a:custGeom>
                  <a:avLst/>
                  <a:gdLst/>
                  <a:ahLst/>
                  <a:cxnLst>
                    <a:cxn ang="0">
                      <a:pos x="2" y="13"/>
                    </a:cxn>
                    <a:cxn ang="0">
                      <a:pos x="2" y="12"/>
                    </a:cxn>
                    <a:cxn ang="0">
                      <a:pos x="0" y="9"/>
                    </a:cxn>
                    <a:cxn ang="0">
                      <a:pos x="2" y="5"/>
                    </a:cxn>
                    <a:cxn ang="0">
                      <a:pos x="2" y="1"/>
                    </a:cxn>
                    <a:cxn ang="0">
                      <a:pos x="3" y="0"/>
                    </a:cxn>
                    <a:cxn ang="0">
                      <a:pos x="3" y="0"/>
                    </a:cxn>
                    <a:cxn ang="0">
                      <a:pos x="4" y="1"/>
                    </a:cxn>
                    <a:cxn ang="0">
                      <a:pos x="6" y="2"/>
                    </a:cxn>
                    <a:cxn ang="0">
                      <a:pos x="6" y="8"/>
                    </a:cxn>
                    <a:cxn ang="0">
                      <a:pos x="6" y="11"/>
                    </a:cxn>
                    <a:cxn ang="0">
                      <a:pos x="6" y="9"/>
                    </a:cxn>
                    <a:cxn ang="0">
                      <a:pos x="4" y="12"/>
                    </a:cxn>
                    <a:cxn ang="0">
                      <a:pos x="3" y="13"/>
                    </a:cxn>
                    <a:cxn ang="0">
                      <a:pos x="2" y="13"/>
                    </a:cxn>
                  </a:cxnLst>
                  <a:rect l="0" t="0" r="r" b="b"/>
                  <a:pathLst>
                    <a:path w="6" h="13">
                      <a:moveTo>
                        <a:pt x="2" y="13"/>
                      </a:moveTo>
                      <a:lnTo>
                        <a:pt x="2" y="12"/>
                      </a:lnTo>
                      <a:lnTo>
                        <a:pt x="0" y="9"/>
                      </a:lnTo>
                      <a:lnTo>
                        <a:pt x="2" y="5"/>
                      </a:lnTo>
                      <a:lnTo>
                        <a:pt x="2" y="1"/>
                      </a:lnTo>
                      <a:lnTo>
                        <a:pt x="3" y="0"/>
                      </a:lnTo>
                      <a:lnTo>
                        <a:pt x="3" y="0"/>
                      </a:lnTo>
                      <a:lnTo>
                        <a:pt x="4" y="1"/>
                      </a:lnTo>
                      <a:lnTo>
                        <a:pt x="6" y="2"/>
                      </a:lnTo>
                      <a:lnTo>
                        <a:pt x="6" y="8"/>
                      </a:lnTo>
                      <a:lnTo>
                        <a:pt x="6" y="11"/>
                      </a:lnTo>
                      <a:lnTo>
                        <a:pt x="6" y="9"/>
                      </a:lnTo>
                      <a:lnTo>
                        <a:pt x="4" y="12"/>
                      </a:lnTo>
                      <a:lnTo>
                        <a:pt x="3" y="13"/>
                      </a:lnTo>
                      <a:lnTo>
                        <a:pt x="2" y="13"/>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0" name="Freeform 863"/>
                <p:cNvSpPr>
                  <a:spLocks/>
                </p:cNvSpPr>
                <p:nvPr/>
              </p:nvSpPr>
              <p:spPr bwMode="auto">
                <a:xfrm>
                  <a:off x="5495702" y="3687382"/>
                  <a:ext cx="13135" cy="33775"/>
                </a:xfrm>
                <a:custGeom>
                  <a:avLst/>
                  <a:gdLst/>
                  <a:ahLst/>
                  <a:cxnLst>
                    <a:cxn ang="0">
                      <a:pos x="5" y="17"/>
                    </a:cxn>
                    <a:cxn ang="0">
                      <a:pos x="3" y="17"/>
                    </a:cxn>
                    <a:cxn ang="0">
                      <a:pos x="1" y="18"/>
                    </a:cxn>
                    <a:cxn ang="0">
                      <a:pos x="0" y="17"/>
                    </a:cxn>
                    <a:cxn ang="0">
                      <a:pos x="0" y="13"/>
                    </a:cxn>
                    <a:cxn ang="0">
                      <a:pos x="0" y="6"/>
                    </a:cxn>
                    <a:cxn ang="0">
                      <a:pos x="0" y="4"/>
                    </a:cxn>
                    <a:cxn ang="0">
                      <a:pos x="0" y="0"/>
                    </a:cxn>
                    <a:cxn ang="0">
                      <a:pos x="4" y="0"/>
                    </a:cxn>
                    <a:cxn ang="0">
                      <a:pos x="4" y="3"/>
                    </a:cxn>
                    <a:cxn ang="0">
                      <a:pos x="5" y="3"/>
                    </a:cxn>
                    <a:cxn ang="0">
                      <a:pos x="7" y="2"/>
                    </a:cxn>
                    <a:cxn ang="0">
                      <a:pos x="7" y="2"/>
                    </a:cxn>
                    <a:cxn ang="0">
                      <a:pos x="7" y="4"/>
                    </a:cxn>
                    <a:cxn ang="0">
                      <a:pos x="7" y="6"/>
                    </a:cxn>
                    <a:cxn ang="0">
                      <a:pos x="7" y="10"/>
                    </a:cxn>
                    <a:cxn ang="0">
                      <a:pos x="7" y="11"/>
                    </a:cxn>
                    <a:cxn ang="0">
                      <a:pos x="5" y="17"/>
                    </a:cxn>
                    <a:cxn ang="0">
                      <a:pos x="5" y="17"/>
                    </a:cxn>
                  </a:cxnLst>
                  <a:rect l="0" t="0" r="r" b="b"/>
                  <a:pathLst>
                    <a:path w="7" h="18">
                      <a:moveTo>
                        <a:pt x="5" y="17"/>
                      </a:moveTo>
                      <a:lnTo>
                        <a:pt x="3" y="17"/>
                      </a:lnTo>
                      <a:lnTo>
                        <a:pt x="1" y="18"/>
                      </a:lnTo>
                      <a:lnTo>
                        <a:pt x="0" y="17"/>
                      </a:lnTo>
                      <a:lnTo>
                        <a:pt x="0" y="13"/>
                      </a:lnTo>
                      <a:lnTo>
                        <a:pt x="0" y="6"/>
                      </a:lnTo>
                      <a:lnTo>
                        <a:pt x="0" y="4"/>
                      </a:lnTo>
                      <a:lnTo>
                        <a:pt x="0" y="0"/>
                      </a:lnTo>
                      <a:lnTo>
                        <a:pt x="4" y="0"/>
                      </a:lnTo>
                      <a:lnTo>
                        <a:pt x="4" y="3"/>
                      </a:lnTo>
                      <a:lnTo>
                        <a:pt x="5" y="3"/>
                      </a:lnTo>
                      <a:lnTo>
                        <a:pt x="7" y="2"/>
                      </a:lnTo>
                      <a:lnTo>
                        <a:pt x="7" y="2"/>
                      </a:lnTo>
                      <a:lnTo>
                        <a:pt x="7" y="4"/>
                      </a:lnTo>
                      <a:lnTo>
                        <a:pt x="7" y="6"/>
                      </a:lnTo>
                      <a:lnTo>
                        <a:pt x="7" y="10"/>
                      </a:lnTo>
                      <a:lnTo>
                        <a:pt x="7" y="11"/>
                      </a:lnTo>
                      <a:lnTo>
                        <a:pt x="5" y="17"/>
                      </a:lnTo>
                      <a:lnTo>
                        <a:pt x="5" y="17"/>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1" name="Freeform 864"/>
                <p:cNvSpPr>
                  <a:spLocks/>
                </p:cNvSpPr>
                <p:nvPr/>
              </p:nvSpPr>
              <p:spPr bwMode="auto">
                <a:xfrm>
                  <a:off x="5493825" y="3623586"/>
                  <a:ext cx="35652" cy="43157"/>
                </a:xfrm>
                <a:custGeom>
                  <a:avLst/>
                  <a:gdLst/>
                  <a:ahLst/>
                  <a:cxnLst>
                    <a:cxn ang="0">
                      <a:pos x="0" y="23"/>
                    </a:cxn>
                    <a:cxn ang="0">
                      <a:pos x="2" y="23"/>
                    </a:cxn>
                    <a:cxn ang="0">
                      <a:pos x="6" y="23"/>
                    </a:cxn>
                    <a:cxn ang="0">
                      <a:pos x="8" y="21"/>
                    </a:cxn>
                    <a:cxn ang="0">
                      <a:pos x="9" y="21"/>
                    </a:cxn>
                    <a:cxn ang="0">
                      <a:pos x="12" y="17"/>
                    </a:cxn>
                    <a:cxn ang="0">
                      <a:pos x="13" y="14"/>
                    </a:cxn>
                    <a:cxn ang="0">
                      <a:pos x="16" y="13"/>
                    </a:cxn>
                    <a:cxn ang="0">
                      <a:pos x="17" y="13"/>
                    </a:cxn>
                    <a:cxn ang="0">
                      <a:pos x="19" y="11"/>
                    </a:cxn>
                    <a:cxn ang="0">
                      <a:pos x="17" y="9"/>
                    </a:cxn>
                    <a:cxn ang="0">
                      <a:pos x="17" y="4"/>
                    </a:cxn>
                    <a:cxn ang="0">
                      <a:pos x="16" y="4"/>
                    </a:cxn>
                    <a:cxn ang="0">
                      <a:pos x="14" y="0"/>
                    </a:cxn>
                    <a:cxn ang="0">
                      <a:pos x="8" y="0"/>
                    </a:cxn>
                    <a:cxn ang="0">
                      <a:pos x="8" y="2"/>
                    </a:cxn>
                    <a:cxn ang="0">
                      <a:pos x="6" y="2"/>
                    </a:cxn>
                    <a:cxn ang="0">
                      <a:pos x="5" y="11"/>
                    </a:cxn>
                    <a:cxn ang="0">
                      <a:pos x="4" y="15"/>
                    </a:cxn>
                    <a:cxn ang="0">
                      <a:pos x="1" y="19"/>
                    </a:cxn>
                    <a:cxn ang="0">
                      <a:pos x="1" y="23"/>
                    </a:cxn>
                    <a:cxn ang="0">
                      <a:pos x="0" y="23"/>
                    </a:cxn>
                  </a:cxnLst>
                  <a:rect l="0" t="0" r="r" b="b"/>
                  <a:pathLst>
                    <a:path w="19" h="23">
                      <a:moveTo>
                        <a:pt x="0" y="23"/>
                      </a:moveTo>
                      <a:lnTo>
                        <a:pt x="2" y="23"/>
                      </a:lnTo>
                      <a:lnTo>
                        <a:pt x="6" y="23"/>
                      </a:lnTo>
                      <a:lnTo>
                        <a:pt x="8" y="21"/>
                      </a:lnTo>
                      <a:lnTo>
                        <a:pt x="9" y="21"/>
                      </a:lnTo>
                      <a:lnTo>
                        <a:pt x="12" y="17"/>
                      </a:lnTo>
                      <a:lnTo>
                        <a:pt x="13" y="14"/>
                      </a:lnTo>
                      <a:lnTo>
                        <a:pt x="16" y="13"/>
                      </a:lnTo>
                      <a:lnTo>
                        <a:pt x="17" y="13"/>
                      </a:lnTo>
                      <a:lnTo>
                        <a:pt x="19" y="11"/>
                      </a:lnTo>
                      <a:lnTo>
                        <a:pt x="17" y="9"/>
                      </a:lnTo>
                      <a:lnTo>
                        <a:pt x="17" y="4"/>
                      </a:lnTo>
                      <a:lnTo>
                        <a:pt x="16" y="4"/>
                      </a:lnTo>
                      <a:lnTo>
                        <a:pt x="14" y="0"/>
                      </a:lnTo>
                      <a:lnTo>
                        <a:pt x="8" y="0"/>
                      </a:lnTo>
                      <a:lnTo>
                        <a:pt x="8" y="2"/>
                      </a:lnTo>
                      <a:lnTo>
                        <a:pt x="6" y="2"/>
                      </a:lnTo>
                      <a:lnTo>
                        <a:pt x="5" y="11"/>
                      </a:lnTo>
                      <a:lnTo>
                        <a:pt x="4" y="15"/>
                      </a:lnTo>
                      <a:lnTo>
                        <a:pt x="1" y="19"/>
                      </a:lnTo>
                      <a:lnTo>
                        <a:pt x="1" y="23"/>
                      </a:lnTo>
                      <a:lnTo>
                        <a:pt x="0" y="2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92" name="Freeform 865"/>
                <p:cNvSpPr>
                  <a:spLocks/>
                </p:cNvSpPr>
                <p:nvPr/>
              </p:nvSpPr>
              <p:spPr bwMode="auto">
                <a:xfrm>
                  <a:off x="5493825" y="3623586"/>
                  <a:ext cx="35652" cy="43157"/>
                </a:xfrm>
                <a:custGeom>
                  <a:avLst/>
                  <a:gdLst/>
                  <a:ahLst/>
                  <a:cxnLst>
                    <a:cxn ang="0">
                      <a:pos x="0" y="23"/>
                    </a:cxn>
                    <a:cxn ang="0">
                      <a:pos x="2" y="23"/>
                    </a:cxn>
                    <a:cxn ang="0">
                      <a:pos x="6" y="23"/>
                    </a:cxn>
                    <a:cxn ang="0">
                      <a:pos x="8" y="21"/>
                    </a:cxn>
                    <a:cxn ang="0">
                      <a:pos x="9" y="21"/>
                    </a:cxn>
                    <a:cxn ang="0">
                      <a:pos x="12" y="17"/>
                    </a:cxn>
                    <a:cxn ang="0">
                      <a:pos x="13" y="14"/>
                    </a:cxn>
                    <a:cxn ang="0">
                      <a:pos x="16" y="13"/>
                    </a:cxn>
                    <a:cxn ang="0">
                      <a:pos x="17" y="13"/>
                    </a:cxn>
                    <a:cxn ang="0">
                      <a:pos x="19" y="11"/>
                    </a:cxn>
                    <a:cxn ang="0">
                      <a:pos x="17" y="9"/>
                    </a:cxn>
                    <a:cxn ang="0">
                      <a:pos x="17" y="4"/>
                    </a:cxn>
                    <a:cxn ang="0">
                      <a:pos x="16" y="4"/>
                    </a:cxn>
                    <a:cxn ang="0">
                      <a:pos x="14" y="0"/>
                    </a:cxn>
                    <a:cxn ang="0">
                      <a:pos x="8" y="0"/>
                    </a:cxn>
                    <a:cxn ang="0">
                      <a:pos x="8" y="2"/>
                    </a:cxn>
                    <a:cxn ang="0">
                      <a:pos x="6" y="2"/>
                    </a:cxn>
                    <a:cxn ang="0">
                      <a:pos x="5" y="11"/>
                    </a:cxn>
                    <a:cxn ang="0">
                      <a:pos x="4" y="15"/>
                    </a:cxn>
                    <a:cxn ang="0">
                      <a:pos x="1" y="19"/>
                    </a:cxn>
                    <a:cxn ang="0">
                      <a:pos x="1" y="23"/>
                    </a:cxn>
                    <a:cxn ang="0">
                      <a:pos x="0" y="23"/>
                    </a:cxn>
                  </a:cxnLst>
                  <a:rect l="0" t="0" r="r" b="b"/>
                  <a:pathLst>
                    <a:path w="19" h="23">
                      <a:moveTo>
                        <a:pt x="0" y="23"/>
                      </a:moveTo>
                      <a:lnTo>
                        <a:pt x="2" y="23"/>
                      </a:lnTo>
                      <a:lnTo>
                        <a:pt x="6" y="23"/>
                      </a:lnTo>
                      <a:lnTo>
                        <a:pt x="8" y="21"/>
                      </a:lnTo>
                      <a:lnTo>
                        <a:pt x="9" y="21"/>
                      </a:lnTo>
                      <a:lnTo>
                        <a:pt x="12" y="17"/>
                      </a:lnTo>
                      <a:lnTo>
                        <a:pt x="13" y="14"/>
                      </a:lnTo>
                      <a:lnTo>
                        <a:pt x="16" y="13"/>
                      </a:lnTo>
                      <a:lnTo>
                        <a:pt x="17" y="13"/>
                      </a:lnTo>
                      <a:lnTo>
                        <a:pt x="19" y="11"/>
                      </a:lnTo>
                      <a:lnTo>
                        <a:pt x="17" y="9"/>
                      </a:lnTo>
                      <a:lnTo>
                        <a:pt x="17" y="4"/>
                      </a:lnTo>
                      <a:lnTo>
                        <a:pt x="16" y="4"/>
                      </a:lnTo>
                      <a:lnTo>
                        <a:pt x="14" y="0"/>
                      </a:lnTo>
                      <a:lnTo>
                        <a:pt x="8" y="0"/>
                      </a:lnTo>
                      <a:lnTo>
                        <a:pt x="8" y="2"/>
                      </a:lnTo>
                      <a:lnTo>
                        <a:pt x="6" y="2"/>
                      </a:lnTo>
                      <a:lnTo>
                        <a:pt x="5" y="11"/>
                      </a:lnTo>
                      <a:lnTo>
                        <a:pt x="4" y="15"/>
                      </a:lnTo>
                      <a:lnTo>
                        <a:pt x="1" y="19"/>
                      </a:lnTo>
                      <a:lnTo>
                        <a:pt x="1" y="23"/>
                      </a:lnTo>
                      <a:lnTo>
                        <a:pt x="0" y="23"/>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3" name="Freeform 866"/>
                <p:cNvSpPr>
                  <a:spLocks/>
                </p:cNvSpPr>
                <p:nvPr/>
              </p:nvSpPr>
              <p:spPr bwMode="auto">
                <a:xfrm>
                  <a:off x="5495702" y="3659236"/>
                  <a:ext cx="108830" cy="133223"/>
                </a:xfrm>
                <a:custGeom>
                  <a:avLst/>
                  <a:gdLst/>
                  <a:ahLst/>
                  <a:cxnLst>
                    <a:cxn ang="0">
                      <a:pos x="1" y="62"/>
                    </a:cxn>
                    <a:cxn ang="0">
                      <a:pos x="1" y="62"/>
                    </a:cxn>
                    <a:cxn ang="0">
                      <a:pos x="1" y="59"/>
                    </a:cxn>
                    <a:cxn ang="0">
                      <a:pos x="3" y="57"/>
                    </a:cxn>
                    <a:cxn ang="0">
                      <a:pos x="3" y="55"/>
                    </a:cxn>
                    <a:cxn ang="0">
                      <a:pos x="4" y="51"/>
                    </a:cxn>
                    <a:cxn ang="0">
                      <a:pos x="4" y="47"/>
                    </a:cxn>
                    <a:cxn ang="0">
                      <a:pos x="5" y="47"/>
                    </a:cxn>
                    <a:cxn ang="0">
                      <a:pos x="5" y="44"/>
                    </a:cxn>
                    <a:cxn ang="0">
                      <a:pos x="5" y="40"/>
                    </a:cxn>
                    <a:cxn ang="0">
                      <a:pos x="5" y="38"/>
                    </a:cxn>
                    <a:cxn ang="0">
                      <a:pos x="7" y="26"/>
                    </a:cxn>
                    <a:cxn ang="0">
                      <a:pos x="7" y="25"/>
                    </a:cxn>
                    <a:cxn ang="0">
                      <a:pos x="7" y="21"/>
                    </a:cxn>
                    <a:cxn ang="0">
                      <a:pos x="7" y="19"/>
                    </a:cxn>
                    <a:cxn ang="0">
                      <a:pos x="7" y="17"/>
                    </a:cxn>
                    <a:cxn ang="0">
                      <a:pos x="7" y="15"/>
                    </a:cxn>
                    <a:cxn ang="0">
                      <a:pos x="8" y="15"/>
                    </a:cxn>
                    <a:cxn ang="0">
                      <a:pos x="9" y="14"/>
                    </a:cxn>
                    <a:cxn ang="0">
                      <a:pos x="11" y="11"/>
                    </a:cxn>
                    <a:cxn ang="0">
                      <a:pos x="12" y="13"/>
                    </a:cxn>
                    <a:cxn ang="0">
                      <a:pos x="16" y="14"/>
                    </a:cxn>
                    <a:cxn ang="0">
                      <a:pos x="19" y="17"/>
                    </a:cxn>
                    <a:cxn ang="0">
                      <a:pos x="20" y="17"/>
                    </a:cxn>
                    <a:cxn ang="0">
                      <a:pos x="23" y="18"/>
                    </a:cxn>
                    <a:cxn ang="0">
                      <a:pos x="50" y="0"/>
                    </a:cxn>
                    <a:cxn ang="0">
                      <a:pos x="58" y="18"/>
                    </a:cxn>
                    <a:cxn ang="0">
                      <a:pos x="57" y="18"/>
                    </a:cxn>
                    <a:cxn ang="0">
                      <a:pos x="52" y="23"/>
                    </a:cxn>
                    <a:cxn ang="0">
                      <a:pos x="31" y="30"/>
                    </a:cxn>
                    <a:cxn ang="0">
                      <a:pos x="47" y="48"/>
                    </a:cxn>
                    <a:cxn ang="0">
                      <a:pos x="41" y="55"/>
                    </a:cxn>
                    <a:cxn ang="0">
                      <a:pos x="41" y="59"/>
                    </a:cxn>
                    <a:cxn ang="0">
                      <a:pos x="30" y="60"/>
                    </a:cxn>
                    <a:cxn ang="0">
                      <a:pos x="19" y="71"/>
                    </a:cxn>
                    <a:cxn ang="0">
                      <a:pos x="5" y="67"/>
                    </a:cxn>
                    <a:cxn ang="0">
                      <a:pos x="0" y="67"/>
                    </a:cxn>
                    <a:cxn ang="0">
                      <a:pos x="1" y="67"/>
                    </a:cxn>
                    <a:cxn ang="0">
                      <a:pos x="1" y="63"/>
                    </a:cxn>
                    <a:cxn ang="0">
                      <a:pos x="1" y="62"/>
                    </a:cxn>
                    <a:cxn ang="0">
                      <a:pos x="1" y="62"/>
                    </a:cxn>
                  </a:cxnLst>
                  <a:rect l="0" t="0" r="r" b="b"/>
                  <a:pathLst>
                    <a:path w="58" h="71">
                      <a:moveTo>
                        <a:pt x="1" y="62"/>
                      </a:moveTo>
                      <a:lnTo>
                        <a:pt x="1" y="62"/>
                      </a:lnTo>
                      <a:lnTo>
                        <a:pt x="1" y="59"/>
                      </a:lnTo>
                      <a:lnTo>
                        <a:pt x="3" y="57"/>
                      </a:lnTo>
                      <a:lnTo>
                        <a:pt x="3" y="55"/>
                      </a:lnTo>
                      <a:lnTo>
                        <a:pt x="4" y="51"/>
                      </a:lnTo>
                      <a:lnTo>
                        <a:pt x="4" y="47"/>
                      </a:lnTo>
                      <a:lnTo>
                        <a:pt x="5" y="47"/>
                      </a:lnTo>
                      <a:lnTo>
                        <a:pt x="5" y="44"/>
                      </a:lnTo>
                      <a:lnTo>
                        <a:pt x="5" y="40"/>
                      </a:lnTo>
                      <a:lnTo>
                        <a:pt x="5" y="38"/>
                      </a:lnTo>
                      <a:lnTo>
                        <a:pt x="7" y="26"/>
                      </a:lnTo>
                      <a:lnTo>
                        <a:pt x="7" y="25"/>
                      </a:lnTo>
                      <a:lnTo>
                        <a:pt x="7" y="21"/>
                      </a:lnTo>
                      <a:lnTo>
                        <a:pt x="7" y="19"/>
                      </a:lnTo>
                      <a:lnTo>
                        <a:pt x="7" y="17"/>
                      </a:lnTo>
                      <a:lnTo>
                        <a:pt x="7" y="15"/>
                      </a:lnTo>
                      <a:lnTo>
                        <a:pt x="8" y="15"/>
                      </a:lnTo>
                      <a:lnTo>
                        <a:pt x="9" y="14"/>
                      </a:lnTo>
                      <a:lnTo>
                        <a:pt x="11" y="11"/>
                      </a:lnTo>
                      <a:lnTo>
                        <a:pt x="12" y="13"/>
                      </a:lnTo>
                      <a:lnTo>
                        <a:pt x="16" y="14"/>
                      </a:lnTo>
                      <a:lnTo>
                        <a:pt x="19" y="17"/>
                      </a:lnTo>
                      <a:lnTo>
                        <a:pt x="20" y="17"/>
                      </a:lnTo>
                      <a:lnTo>
                        <a:pt x="23" y="18"/>
                      </a:lnTo>
                      <a:lnTo>
                        <a:pt x="50" y="0"/>
                      </a:lnTo>
                      <a:lnTo>
                        <a:pt x="58" y="18"/>
                      </a:lnTo>
                      <a:lnTo>
                        <a:pt x="57" y="18"/>
                      </a:lnTo>
                      <a:lnTo>
                        <a:pt x="52" y="23"/>
                      </a:lnTo>
                      <a:lnTo>
                        <a:pt x="31" y="30"/>
                      </a:lnTo>
                      <a:lnTo>
                        <a:pt x="47" y="48"/>
                      </a:lnTo>
                      <a:lnTo>
                        <a:pt x="41" y="55"/>
                      </a:lnTo>
                      <a:lnTo>
                        <a:pt x="41" y="59"/>
                      </a:lnTo>
                      <a:lnTo>
                        <a:pt x="30" y="60"/>
                      </a:lnTo>
                      <a:lnTo>
                        <a:pt x="19" y="71"/>
                      </a:lnTo>
                      <a:lnTo>
                        <a:pt x="5" y="67"/>
                      </a:lnTo>
                      <a:lnTo>
                        <a:pt x="0" y="67"/>
                      </a:lnTo>
                      <a:lnTo>
                        <a:pt x="1" y="67"/>
                      </a:lnTo>
                      <a:lnTo>
                        <a:pt x="1" y="63"/>
                      </a:lnTo>
                      <a:lnTo>
                        <a:pt x="1" y="62"/>
                      </a:lnTo>
                      <a:lnTo>
                        <a:pt x="1" y="6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94" name="Freeform 867"/>
                <p:cNvSpPr>
                  <a:spLocks/>
                </p:cNvSpPr>
                <p:nvPr/>
              </p:nvSpPr>
              <p:spPr bwMode="auto">
                <a:xfrm>
                  <a:off x="5495702" y="3659236"/>
                  <a:ext cx="108830" cy="133223"/>
                </a:xfrm>
                <a:custGeom>
                  <a:avLst/>
                  <a:gdLst/>
                  <a:ahLst/>
                  <a:cxnLst>
                    <a:cxn ang="0">
                      <a:pos x="1" y="62"/>
                    </a:cxn>
                    <a:cxn ang="0">
                      <a:pos x="1" y="62"/>
                    </a:cxn>
                    <a:cxn ang="0">
                      <a:pos x="1" y="59"/>
                    </a:cxn>
                    <a:cxn ang="0">
                      <a:pos x="3" y="57"/>
                    </a:cxn>
                    <a:cxn ang="0">
                      <a:pos x="3" y="55"/>
                    </a:cxn>
                    <a:cxn ang="0">
                      <a:pos x="4" y="51"/>
                    </a:cxn>
                    <a:cxn ang="0">
                      <a:pos x="4" y="47"/>
                    </a:cxn>
                    <a:cxn ang="0">
                      <a:pos x="5" y="47"/>
                    </a:cxn>
                    <a:cxn ang="0">
                      <a:pos x="5" y="44"/>
                    </a:cxn>
                    <a:cxn ang="0">
                      <a:pos x="5" y="40"/>
                    </a:cxn>
                    <a:cxn ang="0">
                      <a:pos x="5" y="38"/>
                    </a:cxn>
                    <a:cxn ang="0">
                      <a:pos x="7" y="26"/>
                    </a:cxn>
                    <a:cxn ang="0">
                      <a:pos x="7" y="25"/>
                    </a:cxn>
                    <a:cxn ang="0">
                      <a:pos x="7" y="21"/>
                    </a:cxn>
                    <a:cxn ang="0">
                      <a:pos x="7" y="19"/>
                    </a:cxn>
                    <a:cxn ang="0">
                      <a:pos x="7" y="17"/>
                    </a:cxn>
                    <a:cxn ang="0">
                      <a:pos x="7" y="15"/>
                    </a:cxn>
                    <a:cxn ang="0">
                      <a:pos x="8" y="15"/>
                    </a:cxn>
                    <a:cxn ang="0">
                      <a:pos x="9" y="14"/>
                    </a:cxn>
                    <a:cxn ang="0">
                      <a:pos x="11" y="11"/>
                    </a:cxn>
                    <a:cxn ang="0">
                      <a:pos x="12" y="13"/>
                    </a:cxn>
                    <a:cxn ang="0">
                      <a:pos x="16" y="14"/>
                    </a:cxn>
                    <a:cxn ang="0">
                      <a:pos x="19" y="17"/>
                    </a:cxn>
                    <a:cxn ang="0">
                      <a:pos x="20" y="17"/>
                    </a:cxn>
                    <a:cxn ang="0">
                      <a:pos x="23" y="18"/>
                    </a:cxn>
                    <a:cxn ang="0">
                      <a:pos x="50" y="0"/>
                    </a:cxn>
                    <a:cxn ang="0">
                      <a:pos x="58" y="18"/>
                    </a:cxn>
                    <a:cxn ang="0">
                      <a:pos x="57" y="18"/>
                    </a:cxn>
                    <a:cxn ang="0">
                      <a:pos x="52" y="23"/>
                    </a:cxn>
                    <a:cxn ang="0">
                      <a:pos x="31" y="30"/>
                    </a:cxn>
                    <a:cxn ang="0">
                      <a:pos x="47" y="48"/>
                    </a:cxn>
                    <a:cxn ang="0">
                      <a:pos x="41" y="55"/>
                    </a:cxn>
                    <a:cxn ang="0">
                      <a:pos x="41" y="59"/>
                    </a:cxn>
                    <a:cxn ang="0">
                      <a:pos x="30" y="60"/>
                    </a:cxn>
                    <a:cxn ang="0">
                      <a:pos x="19" y="71"/>
                    </a:cxn>
                    <a:cxn ang="0">
                      <a:pos x="5" y="67"/>
                    </a:cxn>
                    <a:cxn ang="0">
                      <a:pos x="0" y="67"/>
                    </a:cxn>
                    <a:cxn ang="0">
                      <a:pos x="1" y="67"/>
                    </a:cxn>
                    <a:cxn ang="0">
                      <a:pos x="1" y="63"/>
                    </a:cxn>
                    <a:cxn ang="0">
                      <a:pos x="1" y="62"/>
                    </a:cxn>
                    <a:cxn ang="0">
                      <a:pos x="1" y="62"/>
                    </a:cxn>
                  </a:cxnLst>
                  <a:rect l="0" t="0" r="r" b="b"/>
                  <a:pathLst>
                    <a:path w="58" h="71">
                      <a:moveTo>
                        <a:pt x="1" y="62"/>
                      </a:moveTo>
                      <a:lnTo>
                        <a:pt x="1" y="62"/>
                      </a:lnTo>
                      <a:lnTo>
                        <a:pt x="1" y="59"/>
                      </a:lnTo>
                      <a:lnTo>
                        <a:pt x="3" y="57"/>
                      </a:lnTo>
                      <a:lnTo>
                        <a:pt x="3" y="55"/>
                      </a:lnTo>
                      <a:lnTo>
                        <a:pt x="4" y="51"/>
                      </a:lnTo>
                      <a:lnTo>
                        <a:pt x="4" y="47"/>
                      </a:lnTo>
                      <a:lnTo>
                        <a:pt x="5" y="47"/>
                      </a:lnTo>
                      <a:lnTo>
                        <a:pt x="5" y="44"/>
                      </a:lnTo>
                      <a:lnTo>
                        <a:pt x="5" y="40"/>
                      </a:lnTo>
                      <a:lnTo>
                        <a:pt x="5" y="38"/>
                      </a:lnTo>
                      <a:lnTo>
                        <a:pt x="7" y="26"/>
                      </a:lnTo>
                      <a:lnTo>
                        <a:pt x="7" y="25"/>
                      </a:lnTo>
                      <a:lnTo>
                        <a:pt x="7" y="21"/>
                      </a:lnTo>
                      <a:lnTo>
                        <a:pt x="7" y="19"/>
                      </a:lnTo>
                      <a:lnTo>
                        <a:pt x="7" y="17"/>
                      </a:lnTo>
                      <a:lnTo>
                        <a:pt x="7" y="15"/>
                      </a:lnTo>
                      <a:lnTo>
                        <a:pt x="8" y="15"/>
                      </a:lnTo>
                      <a:lnTo>
                        <a:pt x="9" y="14"/>
                      </a:lnTo>
                      <a:lnTo>
                        <a:pt x="11" y="11"/>
                      </a:lnTo>
                      <a:lnTo>
                        <a:pt x="12" y="13"/>
                      </a:lnTo>
                      <a:lnTo>
                        <a:pt x="16" y="14"/>
                      </a:lnTo>
                      <a:lnTo>
                        <a:pt x="19" y="17"/>
                      </a:lnTo>
                      <a:lnTo>
                        <a:pt x="20" y="17"/>
                      </a:lnTo>
                      <a:lnTo>
                        <a:pt x="23" y="18"/>
                      </a:lnTo>
                      <a:lnTo>
                        <a:pt x="50" y="0"/>
                      </a:lnTo>
                      <a:lnTo>
                        <a:pt x="58" y="18"/>
                      </a:lnTo>
                      <a:lnTo>
                        <a:pt x="57" y="18"/>
                      </a:lnTo>
                      <a:lnTo>
                        <a:pt x="52" y="23"/>
                      </a:lnTo>
                      <a:lnTo>
                        <a:pt x="31" y="30"/>
                      </a:lnTo>
                      <a:lnTo>
                        <a:pt x="47" y="48"/>
                      </a:lnTo>
                      <a:lnTo>
                        <a:pt x="41" y="55"/>
                      </a:lnTo>
                      <a:lnTo>
                        <a:pt x="41" y="59"/>
                      </a:lnTo>
                      <a:lnTo>
                        <a:pt x="30" y="60"/>
                      </a:lnTo>
                      <a:lnTo>
                        <a:pt x="19" y="71"/>
                      </a:lnTo>
                      <a:lnTo>
                        <a:pt x="5" y="67"/>
                      </a:lnTo>
                      <a:lnTo>
                        <a:pt x="0" y="67"/>
                      </a:lnTo>
                      <a:lnTo>
                        <a:pt x="1" y="67"/>
                      </a:lnTo>
                      <a:lnTo>
                        <a:pt x="1" y="63"/>
                      </a:lnTo>
                      <a:lnTo>
                        <a:pt x="1" y="62"/>
                      </a:lnTo>
                      <a:lnTo>
                        <a:pt x="1" y="62"/>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5" name="Freeform 868"/>
                <p:cNvSpPr>
                  <a:spLocks/>
                </p:cNvSpPr>
                <p:nvPr/>
              </p:nvSpPr>
              <p:spPr bwMode="auto">
                <a:xfrm>
                  <a:off x="5921640" y="3865637"/>
                  <a:ext cx="20641" cy="46910"/>
                </a:xfrm>
                <a:custGeom>
                  <a:avLst/>
                  <a:gdLst/>
                  <a:ahLst/>
                  <a:cxnLst>
                    <a:cxn ang="0">
                      <a:pos x="8" y="25"/>
                    </a:cxn>
                    <a:cxn ang="0">
                      <a:pos x="5" y="25"/>
                    </a:cxn>
                    <a:cxn ang="0">
                      <a:pos x="1" y="22"/>
                    </a:cxn>
                    <a:cxn ang="0">
                      <a:pos x="1" y="21"/>
                    </a:cxn>
                    <a:cxn ang="0">
                      <a:pos x="1" y="21"/>
                    </a:cxn>
                    <a:cxn ang="0">
                      <a:pos x="1" y="18"/>
                    </a:cxn>
                    <a:cxn ang="0">
                      <a:pos x="0" y="17"/>
                    </a:cxn>
                    <a:cxn ang="0">
                      <a:pos x="0" y="14"/>
                    </a:cxn>
                    <a:cxn ang="0">
                      <a:pos x="0" y="10"/>
                    </a:cxn>
                    <a:cxn ang="0">
                      <a:pos x="1" y="10"/>
                    </a:cxn>
                    <a:cxn ang="0">
                      <a:pos x="2" y="10"/>
                    </a:cxn>
                    <a:cxn ang="0">
                      <a:pos x="1" y="6"/>
                    </a:cxn>
                    <a:cxn ang="0">
                      <a:pos x="2" y="6"/>
                    </a:cxn>
                    <a:cxn ang="0">
                      <a:pos x="1" y="5"/>
                    </a:cxn>
                    <a:cxn ang="0">
                      <a:pos x="2" y="3"/>
                    </a:cxn>
                    <a:cxn ang="0">
                      <a:pos x="2" y="2"/>
                    </a:cxn>
                    <a:cxn ang="0">
                      <a:pos x="4" y="2"/>
                    </a:cxn>
                    <a:cxn ang="0">
                      <a:pos x="4" y="0"/>
                    </a:cxn>
                    <a:cxn ang="0">
                      <a:pos x="5" y="0"/>
                    </a:cxn>
                    <a:cxn ang="0">
                      <a:pos x="8" y="3"/>
                    </a:cxn>
                    <a:cxn ang="0">
                      <a:pos x="8" y="5"/>
                    </a:cxn>
                    <a:cxn ang="0">
                      <a:pos x="9" y="5"/>
                    </a:cxn>
                    <a:cxn ang="0">
                      <a:pos x="9" y="5"/>
                    </a:cxn>
                    <a:cxn ang="0">
                      <a:pos x="8" y="10"/>
                    </a:cxn>
                    <a:cxn ang="0">
                      <a:pos x="8" y="10"/>
                    </a:cxn>
                    <a:cxn ang="0">
                      <a:pos x="8" y="14"/>
                    </a:cxn>
                    <a:cxn ang="0">
                      <a:pos x="9" y="14"/>
                    </a:cxn>
                    <a:cxn ang="0">
                      <a:pos x="11" y="17"/>
                    </a:cxn>
                    <a:cxn ang="0">
                      <a:pos x="9" y="25"/>
                    </a:cxn>
                    <a:cxn ang="0">
                      <a:pos x="8" y="25"/>
                    </a:cxn>
                    <a:cxn ang="0">
                      <a:pos x="8" y="25"/>
                    </a:cxn>
                  </a:cxnLst>
                  <a:rect l="0" t="0" r="r" b="b"/>
                  <a:pathLst>
                    <a:path w="11" h="25">
                      <a:moveTo>
                        <a:pt x="8" y="25"/>
                      </a:moveTo>
                      <a:lnTo>
                        <a:pt x="5" y="25"/>
                      </a:lnTo>
                      <a:lnTo>
                        <a:pt x="1" y="22"/>
                      </a:lnTo>
                      <a:lnTo>
                        <a:pt x="1" y="21"/>
                      </a:lnTo>
                      <a:lnTo>
                        <a:pt x="1" y="21"/>
                      </a:lnTo>
                      <a:lnTo>
                        <a:pt x="1" y="18"/>
                      </a:lnTo>
                      <a:lnTo>
                        <a:pt x="0" y="17"/>
                      </a:lnTo>
                      <a:lnTo>
                        <a:pt x="0" y="14"/>
                      </a:lnTo>
                      <a:lnTo>
                        <a:pt x="0" y="10"/>
                      </a:lnTo>
                      <a:lnTo>
                        <a:pt x="1" y="10"/>
                      </a:lnTo>
                      <a:lnTo>
                        <a:pt x="2" y="10"/>
                      </a:lnTo>
                      <a:lnTo>
                        <a:pt x="1" y="6"/>
                      </a:lnTo>
                      <a:lnTo>
                        <a:pt x="2" y="6"/>
                      </a:lnTo>
                      <a:lnTo>
                        <a:pt x="1" y="5"/>
                      </a:lnTo>
                      <a:lnTo>
                        <a:pt x="2" y="3"/>
                      </a:lnTo>
                      <a:lnTo>
                        <a:pt x="2" y="2"/>
                      </a:lnTo>
                      <a:lnTo>
                        <a:pt x="4" y="2"/>
                      </a:lnTo>
                      <a:lnTo>
                        <a:pt x="4" y="0"/>
                      </a:lnTo>
                      <a:lnTo>
                        <a:pt x="5" y="0"/>
                      </a:lnTo>
                      <a:lnTo>
                        <a:pt x="8" y="3"/>
                      </a:lnTo>
                      <a:lnTo>
                        <a:pt x="8" y="5"/>
                      </a:lnTo>
                      <a:lnTo>
                        <a:pt x="9" y="5"/>
                      </a:lnTo>
                      <a:lnTo>
                        <a:pt x="9" y="5"/>
                      </a:lnTo>
                      <a:lnTo>
                        <a:pt x="8" y="10"/>
                      </a:lnTo>
                      <a:lnTo>
                        <a:pt x="8" y="10"/>
                      </a:lnTo>
                      <a:lnTo>
                        <a:pt x="8" y="14"/>
                      </a:lnTo>
                      <a:lnTo>
                        <a:pt x="9" y="14"/>
                      </a:lnTo>
                      <a:lnTo>
                        <a:pt x="11" y="17"/>
                      </a:lnTo>
                      <a:lnTo>
                        <a:pt x="9" y="25"/>
                      </a:lnTo>
                      <a:lnTo>
                        <a:pt x="8" y="25"/>
                      </a:lnTo>
                      <a:lnTo>
                        <a:pt x="8" y="2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96" name="Freeform 869"/>
                <p:cNvSpPr>
                  <a:spLocks/>
                </p:cNvSpPr>
                <p:nvPr/>
              </p:nvSpPr>
              <p:spPr bwMode="auto">
                <a:xfrm>
                  <a:off x="5921640" y="3865637"/>
                  <a:ext cx="20641" cy="46910"/>
                </a:xfrm>
                <a:custGeom>
                  <a:avLst/>
                  <a:gdLst/>
                  <a:ahLst/>
                  <a:cxnLst>
                    <a:cxn ang="0">
                      <a:pos x="8" y="25"/>
                    </a:cxn>
                    <a:cxn ang="0">
                      <a:pos x="5" y="25"/>
                    </a:cxn>
                    <a:cxn ang="0">
                      <a:pos x="1" y="22"/>
                    </a:cxn>
                    <a:cxn ang="0">
                      <a:pos x="1" y="21"/>
                    </a:cxn>
                    <a:cxn ang="0">
                      <a:pos x="1" y="21"/>
                    </a:cxn>
                    <a:cxn ang="0">
                      <a:pos x="1" y="18"/>
                    </a:cxn>
                    <a:cxn ang="0">
                      <a:pos x="0" y="17"/>
                    </a:cxn>
                    <a:cxn ang="0">
                      <a:pos x="0" y="14"/>
                    </a:cxn>
                    <a:cxn ang="0">
                      <a:pos x="0" y="10"/>
                    </a:cxn>
                    <a:cxn ang="0">
                      <a:pos x="1" y="10"/>
                    </a:cxn>
                    <a:cxn ang="0">
                      <a:pos x="2" y="10"/>
                    </a:cxn>
                    <a:cxn ang="0">
                      <a:pos x="1" y="6"/>
                    </a:cxn>
                    <a:cxn ang="0">
                      <a:pos x="2" y="6"/>
                    </a:cxn>
                    <a:cxn ang="0">
                      <a:pos x="1" y="5"/>
                    </a:cxn>
                    <a:cxn ang="0">
                      <a:pos x="2" y="3"/>
                    </a:cxn>
                    <a:cxn ang="0">
                      <a:pos x="2" y="2"/>
                    </a:cxn>
                    <a:cxn ang="0">
                      <a:pos x="4" y="2"/>
                    </a:cxn>
                    <a:cxn ang="0">
                      <a:pos x="4" y="0"/>
                    </a:cxn>
                    <a:cxn ang="0">
                      <a:pos x="5" y="0"/>
                    </a:cxn>
                    <a:cxn ang="0">
                      <a:pos x="8" y="3"/>
                    </a:cxn>
                    <a:cxn ang="0">
                      <a:pos x="8" y="5"/>
                    </a:cxn>
                    <a:cxn ang="0">
                      <a:pos x="9" y="5"/>
                    </a:cxn>
                    <a:cxn ang="0">
                      <a:pos x="9" y="5"/>
                    </a:cxn>
                    <a:cxn ang="0">
                      <a:pos x="8" y="10"/>
                    </a:cxn>
                    <a:cxn ang="0">
                      <a:pos x="8" y="10"/>
                    </a:cxn>
                    <a:cxn ang="0">
                      <a:pos x="8" y="14"/>
                    </a:cxn>
                    <a:cxn ang="0">
                      <a:pos x="9" y="14"/>
                    </a:cxn>
                    <a:cxn ang="0">
                      <a:pos x="11" y="17"/>
                    </a:cxn>
                    <a:cxn ang="0">
                      <a:pos x="9" y="25"/>
                    </a:cxn>
                    <a:cxn ang="0">
                      <a:pos x="8" y="25"/>
                    </a:cxn>
                    <a:cxn ang="0">
                      <a:pos x="8" y="25"/>
                    </a:cxn>
                  </a:cxnLst>
                  <a:rect l="0" t="0" r="r" b="b"/>
                  <a:pathLst>
                    <a:path w="11" h="25">
                      <a:moveTo>
                        <a:pt x="8" y="25"/>
                      </a:moveTo>
                      <a:lnTo>
                        <a:pt x="5" y="25"/>
                      </a:lnTo>
                      <a:lnTo>
                        <a:pt x="1" y="22"/>
                      </a:lnTo>
                      <a:lnTo>
                        <a:pt x="1" y="21"/>
                      </a:lnTo>
                      <a:lnTo>
                        <a:pt x="1" y="21"/>
                      </a:lnTo>
                      <a:lnTo>
                        <a:pt x="1" y="18"/>
                      </a:lnTo>
                      <a:lnTo>
                        <a:pt x="0" y="17"/>
                      </a:lnTo>
                      <a:lnTo>
                        <a:pt x="0" y="14"/>
                      </a:lnTo>
                      <a:lnTo>
                        <a:pt x="0" y="10"/>
                      </a:lnTo>
                      <a:lnTo>
                        <a:pt x="1" y="10"/>
                      </a:lnTo>
                      <a:lnTo>
                        <a:pt x="2" y="10"/>
                      </a:lnTo>
                      <a:lnTo>
                        <a:pt x="1" y="6"/>
                      </a:lnTo>
                      <a:lnTo>
                        <a:pt x="2" y="6"/>
                      </a:lnTo>
                      <a:lnTo>
                        <a:pt x="1" y="5"/>
                      </a:lnTo>
                      <a:lnTo>
                        <a:pt x="2" y="3"/>
                      </a:lnTo>
                      <a:lnTo>
                        <a:pt x="2" y="2"/>
                      </a:lnTo>
                      <a:lnTo>
                        <a:pt x="4" y="2"/>
                      </a:lnTo>
                      <a:lnTo>
                        <a:pt x="4" y="0"/>
                      </a:lnTo>
                      <a:lnTo>
                        <a:pt x="5" y="0"/>
                      </a:lnTo>
                      <a:lnTo>
                        <a:pt x="8" y="3"/>
                      </a:lnTo>
                      <a:lnTo>
                        <a:pt x="8" y="5"/>
                      </a:lnTo>
                      <a:lnTo>
                        <a:pt x="9" y="5"/>
                      </a:lnTo>
                      <a:lnTo>
                        <a:pt x="9" y="5"/>
                      </a:lnTo>
                      <a:lnTo>
                        <a:pt x="8" y="10"/>
                      </a:lnTo>
                      <a:lnTo>
                        <a:pt x="8" y="10"/>
                      </a:lnTo>
                      <a:lnTo>
                        <a:pt x="8" y="14"/>
                      </a:lnTo>
                      <a:lnTo>
                        <a:pt x="9" y="14"/>
                      </a:lnTo>
                      <a:lnTo>
                        <a:pt x="11" y="17"/>
                      </a:lnTo>
                      <a:lnTo>
                        <a:pt x="9" y="25"/>
                      </a:lnTo>
                      <a:lnTo>
                        <a:pt x="8" y="25"/>
                      </a:lnTo>
                      <a:lnTo>
                        <a:pt x="8" y="25"/>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1" name="Groupe 1549"/>
                <p:cNvGrpSpPr/>
                <p:nvPr/>
              </p:nvGrpSpPr>
              <p:grpSpPr>
                <a:xfrm>
                  <a:off x="5069764" y="2752947"/>
                  <a:ext cx="491612" cy="553530"/>
                  <a:chOff x="5589588" y="2957513"/>
                  <a:chExt cx="415926" cy="468312"/>
                </a:xfrm>
                <a:grpFill/>
              </p:grpSpPr>
              <p:sp>
                <p:nvSpPr>
                  <p:cNvPr id="408" name="Freeform 827"/>
                  <p:cNvSpPr>
                    <a:spLocks noEditPoints="1"/>
                  </p:cNvSpPr>
                  <p:nvPr/>
                </p:nvSpPr>
                <p:spPr bwMode="auto">
                  <a:xfrm>
                    <a:off x="5600701" y="2957513"/>
                    <a:ext cx="120650" cy="80963"/>
                  </a:xfrm>
                  <a:custGeom>
                    <a:avLst/>
                    <a:gdLst/>
                    <a:ahLst/>
                    <a:cxnLst>
                      <a:cxn ang="0">
                        <a:pos x="75" y="47"/>
                      </a:cxn>
                      <a:cxn ang="0">
                        <a:pos x="76" y="43"/>
                      </a:cxn>
                      <a:cxn ang="0">
                        <a:pos x="69" y="28"/>
                      </a:cxn>
                      <a:cxn ang="0">
                        <a:pos x="72" y="16"/>
                      </a:cxn>
                      <a:cxn ang="0">
                        <a:pos x="76" y="9"/>
                      </a:cxn>
                      <a:cxn ang="0">
                        <a:pos x="76" y="8"/>
                      </a:cxn>
                      <a:cxn ang="0">
                        <a:pos x="75" y="7"/>
                      </a:cxn>
                      <a:cxn ang="0">
                        <a:pos x="58" y="4"/>
                      </a:cxn>
                      <a:cxn ang="0">
                        <a:pos x="50" y="2"/>
                      </a:cxn>
                      <a:cxn ang="0">
                        <a:pos x="45" y="0"/>
                      </a:cxn>
                      <a:cxn ang="0">
                        <a:pos x="42" y="2"/>
                      </a:cxn>
                      <a:cxn ang="0">
                        <a:pos x="43" y="4"/>
                      </a:cxn>
                      <a:cxn ang="0">
                        <a:pos x="41" y="5"/>
                      </a:cxn>
                      <a:cxn ang="0">
                        <a:pos x="34" y="4"/>
                      </a:cxn>
                      <a:cxn ang="0">
                        <a:pos x="31" y="7"/>
                      </a:cxn>
                      <a:cxn ang="0">
                        <a:pos x="27" y="9"/>
                      </a:cxn>
                      <a:cxn ang="0">
                        <a:pos x="22" y="11"/>
                      </a:cxn>
                      <a:cxn ang="0">
                        <a:pos x="20" y="23"/>
                      </a:cxn>
                      <a:cxn ang="0">
                        <a:pos x="23" y="23"/>
                      </a:cxn>
                      <a:cxn ang="0">
                        <a:pos x="24" y="24"/>
                      </a:cxn>
                      <a:cxn ang="0">
                        <a:pos x="22" y="28"/>
                      </a:cxn>
                      <a:cxn ang="0">
                        <a:pos x="28" y="35"/>
                      </a:cxn>
                      <a:cxn ang="0">
                        <a:pos x="30" y="32"/>
                      </a:cxn>
                      <a:cxn ang="0">
                        <a:pos x="34" y="32"/>
                      </a:cxn>
                      <a:cxn ang="0">
                        <a:pos x="32" y="42"/>
                      </a:cxn>
                      <a:cxn ang="0">
                        <a:pos x="38" y="39"/>
                      </a:cxn>
                      <a:cxn ang="0">
                        <a:pos x="45" y="40"/>
                      </a:cxn>
                      <a:cxn ang="0">
                        <a:pos x="47" y="38"/>
                      </a:cxn>
                      <a:cxn ang="0">
                        <a:pos x="50" y="42"/>
                      </a:cxn>
                      <a:cxn ang="0">
                        <a:pos x="57" y="45"/>
                      </a:cxn>
                      <a:cxn ang="0">
                        <a:pos x="61" y="49"/>
                      </a:cxn>
                      <a:cxn ang="0">
                        <a:pos x="68" y="50"/>
                      </a:cxn>
                      <a:cxn ang="0">
                        <a:pos x="72" y="50"/>
                      </a:cxn>
                      <a:cxn ang="0">
                        <a:pos x="17" y="17"/>
                      </a:cxn>
                      <a:cxn ang="0">
                        <a:pos x="15" y="19"/>
                      </a:cxn>
                      <a:cxn ang="0">
                        <a:pos x="15" y="17"/>
                      </a:cxn>
                      <a:cxn ang="0">
                        <a:pos x="8" y="21"/>
                      </a:cxn>
                      <a:cxn ang="0">
                        <a:pos x="3" y="23"/>
                      </a:cxn>
                      <a:cxn ang="0">
                        <a:pos x="7" y="20"/>
                      </a:cxn>
                      <a:cxn ang="0">
                        <a:pos x="8" y="17"/>
                      </a:cxn>
                      <a:cxn ang="0">
                        <a:pos x="11" y="19"/>
                      </a:cxn>
                      <a:cxn ang="0">
                        <a:pos x="15" y="21"/>
                      </a:cxn>
                      <a:cxn ang="0">
                        <a:pos x="11" y="23"/>
                      </a:cxn>
                      <a:cxn ang="0">
                        <a:pos x="9" y="24"/>
                      </a:cxn>
                      <a:cxn ang="0">
                        <a:pos x="15" y="24"/>
                      </a:cxn>
                      <a:cxn ang="0">
                        <a:pos x="20" y="28"/>
                      </a:cxn>
                      <a:cxn ang="0">
                        <a:pos x="15" y="26"/>
                      </a:cxn>
                      <a:cxn ang="0">
                        <a:pos x="3" y="42"/>
                      </a:cxn>
                      <a:cxn ang="0">
                        <a:pos x="5" y="40"/>
                      </a:cxn>
                      <a:cxn ang="0">
                        <a:pos x="8" y="35"/>
                      </a:cxn>
                      <a:cxn ang="0">
                        <a:pos x="13" y="32"/>
                      </a:cxn>
                      <a:cxn ang="0">
                        <a:pos x="16" y="31"/>
                      </a:cxn>
                      <a:cxn ang="0">
                        <a:pos x="16" y="30"/>
                      </a:cxn>
                      <a:cxn ang="0">
                        <a:pos x="13" y="27"/>
                      </a:cxn>
                      <a:cxn ang="0">
                        <a:pos x="8" y="26"/>
                      </a:cxn>
                      <a:cxn ang="0">
                        <a:pos x="5" y="28"/>
                      </a:cxn>
                      <a:cxn ang="0">
                        <a:pos x="4" y="28"/>
                      </a:cxn>
                      <a:cxn ang="0">
                        <a:pos x="1" y="28"/>
                      </a:cxn>
                      <a:cxn ang="0">
                        <a:pos x="3" y="30"/>
                      </a:cxn>
                      <a:cxn ang="0">
                        <a:pos x="1" y="32"/>
                      </a:cxn>
                      <a:cxn ang="0">
                        <a:pos x="3" y="35"/>
                      </a:cxn>
                      <a:cxn ang="0">
                        <a:pos x="4" y="39"/>
                      </a:cxn>
                      <a:cxn ang="0">
                        <a:pos x="3" y="42"/>
                      </a:cxn>
                    </a:cxnLst>
                    <a:rect l="0" t="0" r="r" b="b"/>
                    <a:pathLst>
                      <a:path w="76" h="51">
                        <a:moveTo>
                          <a:pt x="72" y="50"/>
                        </a:moveTo>
                        <a:lnTo>
                          <a:pt x="75" y="47"/>
                        </a:lnTo>
                        <a:lnTo>
                          <a:pt x="75" y="45"/>
                        </a:lnTo>
                        <a:lnTo>
                          <a:pt x="76" y="43"/>
                        </a:lnTo>
                        <a:lnTo>
                          <a:pt x="76" y="40"/>
                        </a:lnTo>
                        <a:lnTo>
                          <a:pt x="69" y="28"/>
                        </a:lnTo>
                        <a:lnTo>
                          <a:pt x="70" y="17"/>
                        </a:lnTo>
                        <a:lnTo>
                          <a:pt x="72" y="16"/>
                        </a:lnTo>
                        <a:lnTo>
                          <a:pt x="73" y="12"/>
                        </a:lnTo>
                        <a:lnTo>
                          <a:pt x="76" y="9"/>
                        </a:lnTo>
                        <a:lnTo>
                          <a:pt x="76" y="8"/>
                        </a:lnTo>
                        <a:lnTo>
                          <a:pt x="76" y="8"/>
                        </a:lnTo>
                        <a:lnTo>
                          <a:pt x="75" y="5"/>
                        </a:lnTo>
                        <a:lnTo>
                          <a:pt x="75" y="7"/>
                        </a:lnTo>
                        <a:lnTo>
                          <a:pt x="62" y="7"/>
                        </a:lnTo>
                        <a:lnTo>
                          <a:pt x="58" y="4"/>
                        </a:lnTo>
                        <a:lnTo>
                          <a:pt x="53" y="4"/>
                        </a:lnTo>
                        <a:lnTo>
                          <a:pt x="50" y="2"/>
                        </a:lnTo>
                        <a:lnTo>
                          <a:pt x="47" y="2"/>
                        </a:lnTo>
                        <a:lnTo>
                          <a:pt x="45" y="0"/>
                        </a:lnTo>
                        <a:lnTo>
                          <a:pt x="45" y="2"/>
                        </a:lnTo>
                        <a:lnTo>
                          <a:pt x="42" y="2"/>
                        </a:lnTo>
                        <a:lnTo>
                          <a:pt x="42" y="2"/>
                        </a:lnTo>
                        <a:lnTo>
                          <a:pt x="43" y="4"/>
                        </a:lnTo>
                        <a:lnTo>
                          <a:pt x="41" y="7"/>
                        </a:lnTo>
                        <a:lnTo>
                          <a:pt x="41" y="5"/>
                        </a:lnTo>
                        <a:lnTo>
                          <a:pt x="35" y="5"/>
                        </a:lnTo>
                        <a:lnTo>
                          <a:pt x="34" y="4"/>
                        </a:lnTo>
                        <a:lnTo>
                          <a:pt x="34" y="7"/>
                        </a:lnTo>
                        <a:lnTo>
                          <a:pt x="31" y="7"/>
                        </a:lnTo>
                        <a:lnTo>
                          <a:pt x="28" y="7"/>
                        </a:lnTo>
                        <a:lnTo>
                          <a:pt x="27" y="9"/>
                        </a:lnTo>
                        <a:lnTo>
                          <a:pt x="26" y="9"/>
                        </a:lnTo>
                        <a:lnTo>
                          <a:pt x="22" y="11"/>
                        </a:lnTo>
                        <a:lnTo>
                          <a:pt x="19" y="13"/>
                        </a:lnTo>
                        <a:lnTo>
                          <a:pt x="20" y="23"/>
                        </a:lnTo>
                        <a:lnTo>
                          <a:pt x="22" y="23"/>
                        </a:lnTo>
                        <a:lnTo>
                          <a:pt x="23" y="23"/>
                        </a:lnTo>
                        <a:lnTo>
                          <a:pt x="24" y="23"/>
                        </a:lnTo>
                        <a:lnTo>
                          <a:pt x="24" y="24"/>
                        </a:lnTo>
                        <a:lnTo>
                          <a:pt x="22" y="24"/>
                        </a:lnTo>
                        <a:lnTo>
                          <a:pt x="22" y="28"/>
                        </a:lnTo>
                        <a:lnTo>
                          <a:pt x="24" y="32"/>
                        </a:lnTo>
                        <a:lnTo>
                          <a:pt x="28" y="35"/>
                        </a:lnTo>
                        <a:lnTo>
                          <a:pt x="30" y="35"/>
                        </a:lnTo>
                        <a:lnTo>
                          <a:pt x="30" y="32"/>
                        </a:lnTo>
                        <a:lnTo>
                          <a:pt x="32" y="31"/>
                        </a:lnTo>
                        <a:lnTo>
                          <a:pt x="34" y="32"/>
                        </a:lnTo>
                        <a:lnTo>
                          <a:pt x="32" y="40"/>
                        </a:lnTo>
                        <a:lnTo>
                          <a:pt x="32" y="42"/>
                        </a:lnTo>
                        <a:lnTo>
                          <a:pt x="34" y="42"/>
                        </a:lnTo>
                        <a:lnTo>
                          <a:pt x="38" y="39"/>
                        </a:lnTo>
                        <a:lnTo>
                          <a:pt x="42" y="38"/>
                        </a:lnTo>
                        <a:lnTo>
                          <a:pt x="45" y="40"/>
                        </a:lnTo>
                        <a:lnTo>
                          <a:pt x="47" y="40"/>
                        </a:lnTo>
                        <a:lnTo>
                          <a:pt x="47" y="38"/>
                        </a:lnTo>
                        <a:lnTo>
                          <a:pt x="50" y="39"/>
                        </a:lnTo>
                        <a:lnTo>
                          <a:pt x="50" y="42"/>
                        </a:lnTo>
                        <a:lnTo>
                          <a:pt x="53" y="42"/>
                        </a:lnTo>
                        <a:lnTo>
                          <a:pt x="57" y="45"/>
                        </a:lnTo>
                        <a:lnTo>
                          <a:pt x="58" y="47"/>
                        </a:lnTo>
                        <a:lnTo>
                          <a:pt x="61" y="49"/>
                        </a:lnTo>
                        <a:lnTo>
                          <a:pt x="64" y="51"/>
                        </a:lnTo>
                        <a:lnTo>
                          <a:pt x="68" y="50"/>
                        </a:lnTo>
                        <a:lnTo>
                          <a:pt x="72" y="50"/>
                        </a:lnTo>
                        <a:lnTo>
                          <a:pt x="72" y="50"/>
                        </a:lnTo>
                        <a:close/>
                        <a:moveTo>
                          <a:pt x="15" y="17"/>
                        </a:moveTo>
                        <a:lnTo>
                          <a:pt x="17" y="17"/>
                        </a:lnTo>
                        <a:lnTo>
                          <a:pt x="17" y="19"/>
                        </a:lnTo>
                        <a:lnTo>
                          <a:pt x="15" y="19"/>
                        </a:lnTo>
                        <a:lnTo>
                          <a:pt x="15" y="17"/>
                        </a:lnTo>
                        <a:lnTo>
                          <a:pt x="15" y="17"/>
                        </a:lnTo>
                        <a:close/>
                        <a:moveTo>
                          <a:pt x="9" y="24"/>
                        </a:moveTo>
                        <a:lnTo>
                          <a:pt x="8" y="21"/>
                        </a:lnTo>
                        <a:lnTo>
                          <a:pt x="5" y="21"/>
                        </a:lnTo>
                        <a:lnTo>
                          <a:pt x="3" y="23"/>
                        </a:lnTo>
                        <a:lnTo>
                          <a:pt x="3" y="21"/>
                        </a:lnTo>
                        <a:lnTo>
                          <a:pt x="7" y="20"/>
                        </a:lnTo>
                        <a:lnTo>
                          <a:pt x="8" y="17"/>
                        </a:lnTo>
                        <a:lnTo>
                          <a:pt x="8" y="17"/>
                        </a:lnTo>
                        <a:lnTo>
                          <a:pt x="9" y="17"/>
                        </a:lnTo>
                        <a:lnTo>
                          <a:pt x="11" y="19"/>
                        </a:lnTo>
                        <a:lnTo>
                          <a:pt x="13" y="19"/>
                        </a:lnTo>
                        <a:lnTo>
                          <a:pt x="15" y="21"/>
                        </a:lnTo>
                        <a:lnTo>
                          <a:pt x="13" y="21"/>
                        </a:lnTo>
                        <a:lnTo>
                          <a:pt x="11" y="23"/>
                        </a:lnTo>
                        <a:lnTo>
                          <a:pt x="9" y="24"/>
                        </a:lnTo>
                        <a:lnTo>
                          <a:pt x="9" y="24"/>
                        </a:lnTo>
                        <a:close/>
                        <a:moveTo>
                          <a:pt x="15" y="26"/>
                        </a:moveTo>
                        <a:lnTo>
                          <a:pt x="15" y="24"/>
                        </a:lnTo>
                        <a:lnTo>
                          <a:pt x="19" y="24"/>
                        </a:lnTo>
                        <a:lnTo>
                          <a:pt x="20" y="28"/>
                        </a:lnTo>
                        <a:lnTo>
                          <a:pt x="19" y="28"/>
                        </a:lnTo>
                        <a:lnTo>
                          <a:pt x="15" y="26"/>
                        </a:lnTo>
                        <a:lnTo>
                          <a:pt x="15" y="26"/>
                        </a:lnTo>
                        <a:close/>
                        <a:moveTo>
                          <a:pt x="3" y="42"/>
                        </a:moveTo>
                        <a:lnTo>
                          <a:pt x="4" y="43"/>
                        </a:lnTo>
                        <a:lnTo>
                          <a:pt x="5" y="40"/>
                        </a:lnTo>
                        <a:lnTo>
                          <a:pt x="5" y="39"/>
                        </a:lnTo>
                        <a:lnTo>
                          <a:pt x="8" y="35"/>
                        </a:lnTo>
                        <a:lnTo>
                          <a:pt x="12" y="35"/>
                        </a:lnTo>
                        <a:lnTo>
                          <a:pt x="13" y="32"/>
                        </a:lnTo>
                        <a:lnTo>
                          <a:pt x="15" y="31"/>
                        </a:lnTo>
                        <a:lnTo>
                          <a:pt x="16" y="31"/>
                        </a:lnTo>
                        <a:lnTo>
                          <a:pt x="17" y="31"/>
                        </a:lnTo>
                        <a:lnTo>
                          <a:pt x="16" y="30"/>
                        </a:lnTo>
                        <a:lnTo>
                          <a:pt x="15" y="28"/>
                        </a:lnTo>
                        <a:lnTo>
                          <a:pt x="13" y="27"/>
                        </a:lnTo>
                        <a:lnTo>
                          <a:pt x="9" y="27"/>
                        </a:lnTo>
                        <a:lnTo>
                          <a:pt x="8" y="26"/>
                        </a:lnTo>
                        <a:lnTo>
                          <a:pt x="7" y="28"/>
                        </a:lnTo>
                        <a:lnTo>
                          <a:pt x="5" y="28"/>
                        </a:lnTo>
                        <a:lnTo>
                          <a:pt x="4" y="30"/>
                        </a:lnTo>
                        <a:lnTo>
                          <a:pt x="4" y="28"/>
                        </a:lnTo>
                        <a:lnTo>
                          <a:pt x="1" y="28"/>
                        </a:lnTo>
                        <a:lnTo>
                          <a:pt x="1" y="28"/>
                        </a:lnTo>
                        <a:lnTo>
                          <a:pt x="0" y="30"/>
                        </a:lnTo>
                        <a:lnTo>
                          <a:pt x="3" y="30"/>
                        </a:lnTo>
                        <a:lnTo>
                          <a:pt x="3" y="31"/>
                        </a:lnTo>
                        <a:lnTo>
                          <a:pt x="1" y="32"/>
                        </a:lnTo>
                        <a:lnTo>
                          <a:pt x="1" y="34"/>
                        </a:lnTo>
                        <a:lnTo>
                          <a:pt x="3" y="35"/>
                        </a:lnTo>
                        <a:lnTo>
                          <a:pt x="5" y="36"/>
                        </a:lnTo>
                        <a:lnTo>
                          <a:pt x="4" y="39"/>
                        </a:lnTo>
                        <a:lnTo>
                          <a:pt x="4" y="39"/>
                        </a:lnTo>
                        <a:lnTo>
                          <a:pt x="3" y="42"/>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9" name="Freeform 828"/>
                  <p:cNvSpPr>
                    <a:spLocks/>
                  </p:cNvSpPr>
                  <p:nvPr/>
                </p:nvSpPr>
                <p:spPr bwMode="auto">
                  <a:xfrm>
                    <a:off x="5589588" y="3017838"/>
                    <a:ext cx="142875" cy="77788"/>
                  </a:xfrm>
                  <a:custGeom>
                    <a:avLst/>
                    <a:gdLst/>
                    <a:ahLst/>
                    <a:cxnLst>
                      <a:cxn ang="0">
                        <a:pos x="90" y="34"/>
                      </a:cxn>
                      <a:cxn ang="0">
                        <a:pos x="87" y="27"/>
                      </a:cxn>
                      <a:cxn ang="0">
                        <a:pos x="83" y="22"/>
                      </a:cxn>
                      <a:cxn ang="0">
                        <a:pos x="83" y="17"/>
                      </a:cxn>
                      <a:cxn ang="0">
                        <a:pos x="83" y="16"/>
                      </a:cxn>
                      <a:cxn ang="0">
                        <a:pos x="75" y="12"/>
                      </a:cxn>
                      <a:cxn ang="0">
                        <a:pos x="68" y="11"/>
                      </a:cxn>
                      <a:cxn ang="0">
                        <a:pos x="64" y="7"/>
                      </a:cxn>
                      <a:cxn ang="0">
                        <a:pos x="57" y="4"/>
                      </a:cxn>
                      <a:cxn ang="0">
                        <a:pos x="54" y="0"/>
                      </a:cxn>
                      <a:cxn ang="0">
                        <a:pos x="52" y="2"/>
                      </a:cxn>
                      <a:cxn ang="0">
                        <a:pos x="45" y="1"/>
                      </a:cxn>
                      <a:cxn ang="0">
                        <a:pos x="39" y="4"/>
                      </a:cxn>
                      <a:cxn ang="0">
                        <a:pos x="41" y="13"/>
                      </a:cxn>
                      <a:cxn ang="0">
                        <a:pos x="34" y="23"/>
                      </a:cxn>
                      <a:cxn ang="0">
                        <a:pos x="27" y="20"/>
                      </a:cxn>
                      <a:cxn ang="0">
                        <a:pos x="20" y="11"/>
                      </a:cxn>
                      <a:cxn ang="0">
                        <a:pos x="19" y="7"/>
                      </a:cxn>
                      <a:cxn ang="0">
                        <a:pos x="12" y="9"/>
                      </a:cxn>
                      <a:cxn ang="0">
                        <a:pos x="8" y="12"/>
                      </a:cxn>
                      <a:cxn ang="0">
                        <a:pos x="7" y="17"/>
                      </a:cxn>
                      <a:cxn ang="0">
                        <a:pos x="5" y="22"/>
                      </a:cxn>
                      <a:cxn ang="0">
                        <a:pos x="1" y="30"/>
                      </a:cxn>
                      <a:cxn ang="0">
                        <a:pos x="0" y="34"/>
                      </a:cxn>
                      <a:cxn ang="0">
                        <a:pos x="3" y="42"/>
                      </a:cxn>
                      <a:cxn ang="0">
                        <a:pos x="5" y="42"/>
                      </a:cxn>
                      <a:cxn ang="0">
                        <a:pos x="11" y="35"/>
                      </a:cxn>
                      <a:cxn ang="0">
                        <a:pos x="22" y="35"/>
                      </a:cxn>
                      <a:cxn ang="0">
                        <a:pos x="27" y="36"/>
                      </a:cxn>
                      <a:cxn ang="0">
                        <a:pos x="33" y="34"/>
                      </a:cxn>
                      <a:cxn ang="0">
                        <a:pos x="35" y="35"/>
                      </a:cxn>
                      <a:cxn ang="0">
                        <a:pos x="42" y="38"/>
                      </a:cxn>
                      <a:cxn ang="0">
                        <a:pos x="49" y="35"/>
                      </a:cxn>
                      <a:cxn ang="0">
                        <a:pos x="58" y="38"/>
                      </a:cxn>
                      <a:cxn ang="0">
                        <a:pos x="65" y="43"/>
                      </a:cxn>
                      <a:cxn ang="0">
                        <a:pos x="72" y="47"/>
                      </a:cxn>
                      <a:cxn ang="0">
                        <a:pos x="73" y="49"/>
                      </a:cxn>
                      <a:cxn ang="0">
                        <a:pos x="84" y="46"/>
                      </a:cxn>
                      <a:cxn ang="0">
                        <a:pos x="87" y="41"/>
                      </a:cxn>
                      <a:cxn ang="0">
                        <a:pos x="90" y="38"/>
                      </a:cxn>
                    </a:cxnLst>
                    <a:rect l="0" t="0" r="r" b="b"/>
                    <a:pathLst>
                      <a:path w="90" h="49">
                        <a:moveTo>
                          <a:pt x="90" y="38"/>
                        </a:moveTo>
                        <a:lnTo>
                          <a:pt x="90" y="34"/>
                        </a:lnTo>
                        <a:lnTo>
                          <a:pt x="88" y="31"/>
                        </a:lnTo>
                        <a:lnTo>
                          <a:pt x="87" y="27"/>
                        </a:lnTo>
                        <a:lnTo>
                          <a:pt x="86" y="26"/>
                        </a:lnTo>
                        <a:lnTo>
                          <a:pt x="83" y="22"/>
                        </a:lnTo>
                        <a:lnTo>
                          <a:pt x="84" y="20"/>
                        </a:lnTo>
                        <a:lnTo>
                          <a:pt x="83" y="17"/>
                        </a:lnTo>
                        <a:lnTo>
                          <a:pt x="82" y="17"/>
                        </a:lnTo>
                        <a:lnTo>
                          <a:pt x="83" y="16"/>
                        </a:lnTo>
                        <a:lnTo>
                          <a:pt x="82" y="13"/>
                        </a:lnTo>
                        <a:lnTo>
                          <a:pt x="75" y="12"/>
                        </a:lnTo>
                        <a:lnTo>
                          <a:pt x="71" y="13"/>
                        </a:lnTo>
                        <a:lnTo>
                          <a:pt x="68" y="11"/>
                        </a:lnTo>
                        <a:lnTo>
                          <a:pt x="65" y="9"/>
                        </a:lnTo>
                        <a:lnTo>
                          <a:pt x="64" y="7"/>
                        </a:lnTo>
                        <a:lnTo>
                          <a:pt x="60" y="4"/>
                        </a:lnTo>
                        <a:lnTo>
                          <a:pt x="57" y="4"/>
                        </a:lnTo>
                        <a:lnTo>
                          <a:pt x="57" y="1"/>
                        </a:lnTo>
                        <a:lnTo>
                          <a:pt x="54" y="0"/>
                        </a:lnTo>
                        <a:lnTo>
                          <a:pt x="54" y="2"/>
                        </a:lnTo>
                        <a:lnTo>
                          <a:pt x="52" y="2"/>
                        </a:lnTo>
                        <a:lnTo>
                          <a:pt x="49" y="0"/>
                        </a:lnTo>
                        <a:lnTo>
                          <a:pt x="45" y="1"/>
                        </a:lnTo>
                        <a:lnTo>
                          <a:pt x="41" y="4"/>
                        </a:lnTo>
                        <a:lnTo>
                          <a:pt x="39" y="4"/>
                        </a:lnTo>
                        <a:lnTo>
                          <a:pt x="39" y="8"/>
                        </a:lnTo>
                        <a:lnTo>
                          <a:pt x="41" y="13"/>
                        </a:lnTo>
                        <a:lnTo>
                          <a:pt x="39" y="19"/>
                        </a:lnTo>
                        <a:lnTo>
                          <a:pt x="34" y="23"/>
                        </a:lnTo>
                        <a:lnTo>
                          <a:pt x="31" y="23"/>
                        </a:lnTo>
                        <a:lnTo>
                          <a:pt x="27" y="20"/>
                        </a:lnTo>
                        <a:lnTo>
                          <a:pt x="27" y="17"/>
                        </a:lnTo>
                        <a:lnTo>
                          <a:pt x="20" y="11"/>
                        </a:lnTo>
                        <a:lnTo>
                          <a:pt x="20" y="7"/>
                        </a:lnTo>
                        <a:lnTo>
                          <a:pt x="19" y="7"/>
                        </a:lnTo>
                        <a:lnTo>
                          <a:pt x="16" y="9"/>
                        </a:lnTo>
                        <a:lnTo>
                          <a:pt x="12" y="9"/>
                        </a:lnTo>
                        <a:lnTo>
                          <a:pt x="11" y="11"/>
                        </a:lnTo>
                        <a:lnTo>
                          <a:pt x="8" y="12"/>
                        </a:lnTo>
                        <a:lnTo>
                          <a:pt x="7" y="15"/>
                        </a:lnTo>
                        <a:lnTo>
                          <a:pt x="7" y="17"/>
                        </a:lnTo>
                        <a:lnTo>
                          <a:pt x="5" y="17"/>
                        </a:lnTo>
                        <a:lnTo>
                          <a:pt x="5" y="22"/>
                        </a:lnTo>
                        <a:lnTo>
                          <a:pt x="1" y="27"/>
                        </a:lnTo>
                        <a:lnTo>
                          <a:pt x="1" y="30"/>
                        </a:lnTo>
                        <a:lnTo>
                          <a:pt x="1" y="32"/>
                        </a:lnTo>
                        <a:lnTo>
                          <a:pt x="0" y="34"/>
                        </a:lnTo>
                        <a:lnTo>
                          <a:pt x="1" y="41"/>
                        </a:lnTo>
                        <a:lnTo>
                          <a:pt x="3" y="42"/>
                        </a:lnTo>
                        <a:lnTo>
                          <a:pt x="3" y="43"/>
                        </a:lnTo>
                        <a:lnTo>
                          <a:pt x="5" y="42"/>
                        </a:lnTo>
                        <a:lnTo>
                          <a:pt x="7" y="39"/>
                        </a:lnTo>
                        <a:lnTo>
                          <a:pt x="11" y="35"/>
                        </a:lnTo>
                        <a:lnTo>
                          <a:pt x="16" y="34"/>
                        </a:lnTo>
                        <a:lnTo>
                          <a:pt x="22" y="35"/>
                        </a:lnTo>
                        <a:lnTo>
                          <a:pt x="24" y="34"/>
                        </a:lnTo>
                        <a:lnTo>
                          <a:pt x="27" y="36"/>
                        </a:lnTo>
                        <a:lnTo>
                          <a:pt x="30" y="34"/>
                        </a:lnTo>
                        <a:lnTo>
                          <a:pt x="33" y="34"/>
                        </a:lnTo>
                        <a:lnTo>
                          <a:pt x="33" y="35"/>
                        </a:lnTo>
                        <a:lnTo>
                          <a:pt x="35" y="35"/>
                        </a:lnTo>
                        <a:lnTo>
                          <a:pt x="38" y="38"/>
                        </a:lnTo>
                        <a:lnTo>
                          <a:pt x="42" y="38"/>
                        </a:lnTo>
                        <a:lnTo>
                          <a:pt x="43" y="38"/>
                        </a:lnTo>
                        <a:lnTo>
                          <a:pt x="49" y="35"/>
                        </a:lnTo>
                        <a:lnTo>
                          <a:pt x="53" y="38"/>
                        </a:lnTo>
                        <a:lnTo>
                          <a:pt x="58" y="38"/>
                        </a:lnTo>
                        <a:lnTo>
                          <a:pt x="61" y="43"/>
                        </a:lnTo>
                        <a:lnTo>
                          <a:pt x="65" y="43"/>
                        </a:lnTo>
                        <a:lnTo>
                          <a:pt x="68" y="47"/>
                        </a:lnTo>
                        <a:lnTo>
                          <a:pt x="72" y="47"/>
                        </a:lnTo>
                        <a:lnTo>
                          <a:pt x="73" y="49"/>
                        </a:lnTo>
                        <a:lnTo>
                          <a:pt x="73" y="49"/>
                        </a:lnTo>
                        <a:lnTo>
                          <a:pt x="77" y="47"/>
                        </a:lnTo>
                        <a:lnTo>
                          <a:pt x="84" y="46"/>
                        </a:lnTo>
                        <a:lnTo>
                          <a:pt x="84" y="42"/>
                        </a:lnTo>
                        <a:lnTo>
                          <a:pt x="87" y="41"/>
                        </a:lnTo>
                        <a:lnTo>
                          <a:pt x="88" y="38"/>
                        </a:lnTo>
                        <a:lnTo>
                          <a:pt x="90" y="3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 name="Freeform 830"/>
                  <p:cNvSpPr>
                    <a:spLocks/>
                  </p:cNvSpPr>
                  <p:nvPr/>
                </p:nvSpPr>
                <p:spPr bwMode="auto">
                  <a:xfrm>
                    <a:off x="5594351" y="3071813"/>
                    <a:ext cx="111125" cy="80963"/>
                  </a:xfrm>
                  <a:custGeom>
                    <a:avLst/>
                    <a:gdLst/>
                    <a:ahLst/>
                    <a:cxnLst>
                      <a:cxn ang="0">
                        <a:pos x="23" y="36"/>
                      </a:cxn>
                      <a:cxn ang="0">
                        <a:pos x="23" y="32"/>
                      </a:cxn>
                      <a:cxn ang="0">
                        <a:pos x="24" y="30"/>
                      </a:cxn>
                      <a:cxn ang="0">
                        <a:pos x="23" y="28"/>
                      </a:cxn>
                      <a:cxn ang="0">
                        <a:pos x="20" y="28"/>
                      </a:cxn>
                      <a:cxn ang="0">
                        <a:pos x="20" y="26"/>
                      </a:cxn>
                      <a:cxn ang="0">
                        <a:pos x="19" y="24"/>
                      </a:cxn>
                      <a:cxn ang="0">
                        <a:pos x="13" y="26"/>
                      </a:cxn>
                      <a:cxn ang="0">
                        <a:pos x="9" y="23"/>
                      </a:cxn>
                      <a:cxn ang="0">
                        <a:pos x="5" y="17"/>
                      </a:cxn>
                      <a:cxn ang="0">
                        <a:pos x="1" y="19"/>
                      </a:cxn>
                      <a:cxn ang="0">
                        <a:pos x="0" y="19"/>
                      </a:cxn>
                      <a:cxn ang="0">
                        <a:pos x="1" y="16"/>
                      </a:cxn>
                      <a:cxn ang="0">
                        <a:pos x="0" y="13"/>
                      </a:cxn>
                      <a:cxn ang="0">
                        <a:pos x="0" y="9"/>
                      </a:cxn>
                      <a:cxn ang="0">
                        <a:pos x="2" y="8"/>
                      </a:cxn>
                      <a:cxn ang="0">
                        <a:pos x="4" y="5"/>
                      </a:cxn>
                      <a:cxn ang="0">
                        <a:pos x="8" y="1"/>
                      </a:cxn>
                      <a:cxn ang="0">
                        <a:pos x="13" y="0"/>
                      </a:cxn>
                      <a:cxn ang="0">
                        <a:pos x="19" y="1"/>
                      </a:cxn>
                      <a:cxn ang="0">
                        <a:pos x="21" y="0"/>
                      </a:cxn>
                      <a:cxn ang="0">
                        <a:pos x="24" y="2"/>
                      </a:cxn>
                      <a:cxn ang="0">
                        <a:pos x="27" y="0"/>
                      </a:cxn>
                      <a:cxn ang="0">
                        <a:pos x="30" y="0"/>
                      </a:cxn>
                      <a:cxn ang="0">
                        <a:pos x="30" y="1"/>
                      </a:cxn>
                      <a:cxn ang="0">
                        <a:pos x="32" y="1"/>
                      </a:cxn>
                      <a:cxn ang="0">
                        <a:pos x="35" y="4"/>
                      </a:cxn>
                      <a:cxn ang="0">
                        <a:pos x="39" y="4"/>
                      </a:cxn>
                      <a:cxn ang="0">
                        <a:pos x="40" y="4"/>
                      </a:cxn>
                      <a:cxn ang="0">
                        <a:pos x="46" y="1"/>
                      </a:cxn>
                      <a:cxn ang="0">
                        <a:pos x="50" y="4"/>
                      </a:cxn>
                      <a:cxn ang="0">
                        <a:pos x="55" y="4"/>
                      </a:cxn>
                      <a:cxn ang="0">
                        <a:pos x="58" y="9"/>
                      </a:cxn>
                      <a:cxn ang="0">
                        <a:pos x="62" y="9"/>
                      </a:cxn>
                      <a:cxn ang="0">
                        <a:pos x="65" y="13"/>
                      </a:cxn>
                      <a:cxn ang="0">
                        <a:pos x="69" y="13"/>
                      </a:cxn>
                      <a:cxn ang="0">
                        <a:pos x="70" y="15"/>
                      </a:cxn>
                      <a:cxn ang="0">
                        <a:pos x="68" y="19"/>
                      </a:cxn>
                      <a:cxn ang="0">
                        <a:pos x="69" y="20"/>
                      </a:cxn>
                      <a:cxn ang="0">
                        <a:pos x="69" y="23"/>
                      </a:cxn>
                      <a:cxn ang="0">
                        <a:pos x="65" y="26"/>
                      </a:cxn>
                      <a:cxn ang="0">
                        <a:pos x="62" y="30"/>
                      </a:cxn>
                      <a:cxn ang="0">
                        <a:pos x="60" y="31"/>
                      </a:cxn>
                      <a:cxn ang="0">
                        <a:pos x="60" y="35"/>
                      </a:cxn>
                      <a:cxn ang="0">
                        <a:pos x="62" y="36"/>
                      </a:cxn>
                      <a:cxn ang="0">
                        <a:pos x="62" y="39"/>
                      </a:cxn>
                      <a:cxn ang="0">
                        <a:pos x="60" y="39"/>
                      </a:cxn>
                      <a:cxn ang="0">
                        <a:pos x="58" y="38"/>
                      </a:cxn>
                      <a:cxn ang="0">
                        <a:pos x="55" y="39"/>
                      </a:cxn>
                      <a:cxn ang="0">
                        <a:pos x="54" y="43"/>
                      </a:cxn>
                      <a:cxn ang="0">
                        <a:pos x="50" y="43"/>
                      </a:cxn>
                      <a:cxn ang="0">
                        <a:pos x="51" y="47"/>
                      </a:cxn>
                      <a:cxn ang="0">
                        <a:pos x="50" y="47"/>
                      </a:cxn>
                      <a:cxn ang="0">
                        <a:pos x="46" y="49"/>
                      </a:cxn>
                      <a:cxn ang="0">
                        <a:pos x="42" y="47"/>
                      </a:cxn>
                      <a:cxn ang="0">
                        <a:pos x="36" y="49"/>
                      </a:cxn>
                      <a:cxn ang="0">
                        <a:pos x="34" y="51"/>
                      </a:cxn>
                      <a:cxn ang="0">
                        <a:pos x="32" y="49"/>
                      </a:cxn>
                      <a:cxn ang="0">
                        <a:pos x="32" y="45"/>
                      </a:cxn>
                      <a:cxn ang="0">
                        <a:pos x="31" y="39"/>
                      </a:cxn>
                      <a:cxn ang="0">
                        <a:pos x="28" y="39"/>
                      </a:cxn>
                      <a:cxn ang="0">
                        <a:pos x="26" y="36"/>
                      </a:cxn>
                      <a:cxn ang="0">
                        <a:pos x="23" y="36"/>
                      </a:cxn>
                    </a:cxnLst>
                    <a:rect l="0" t="0" r="r" b="b"/>
                    <a:pathLst>
                      <a:path w="70" h="51">
                        <a:moveTo>
                          <a:pt x="23" y="36"/>
                        </a:moveTo>
                        <a:lnTo>
                          <a:pt x="23" y="32"/>
                        </a:lnTo>
                        <a:lnTo>
                          <a:pt x="24" y="30"/>
                        </a:lnTo>
                        <a:lnTo>
                          <a:pt x="23" y="28"/>
                        </a:lnTo>
                        <a:lnTo>
                          <a:pt x="20" y="28"/>
                        </a:lnTo>
                        <a:lnTo>
                          <a:pt x="20" y="26"/>
                        </a:lnTo>
                        <a:lnTo>
                          <a:pt x="19" y="24"/>
                        </a:lnTo>
                        <a:lnTo>
                          <a:pt x="13" y="26"/>
                        </a:lnTo>
                        <a:lnTo>
                          <a:pt x="9" y="23"/>
                        </a:lnTo>
                        <a:lnTo>
                          <a:pt x="5" y="17"/>
                        </a:lnTo>
                        <a:lnTo>
                          <a:pt x="1" y="19"/>
                        </a:lnTo>
                        <a:lnTo>
                          <a:pt x="0" y="19"/>
                        </a:lnTo>
                        <a:lnTo>
                          <a:pt x="1" y="16"/>
                        </a:lnTo>
                        <a:lnTo>
                          <a:pt x="0" y="13"/>
                        </a:lnTo>
                        <a:lnTo>
                          <a:pt x="0" y="9"/>
                        </a:lnTo>
                        <a:lnTo>
                          <a:pt x="2" y="8"/>
                        </a:lnTo>
                        <a:lnTo>
                          <a:pt x="4" y="5"/>
                        </a:lnTo>
                        <a:lnTo>
                          <a:pt x="8" y="1"/>
                        </a:lnTo>
                        <a:lnTo>
                          <a:pt x="13" y="0"/>
                        </a:lnTo>
                        <a:lnTo>
                          <a:pt x="19" y="1"/>
                        </a:lnTo>
                        <a:lnTo>
                          <a:pt x="21" y="0"/>
                        </a:lnTo>
                        <a:lnTo>
                          <a:pt x="24" y="2"/>
                        </a:lnTo>
                        <a:lnTo>
                          <a:pt x="27" y="0"/>
                        </a:lnTo>
                        <a:lnTo>
                          <a:pt x="30" y="0"/>
                        </a:lnTo>
                        <a:lnTo>
                          <a:pt x="30" y="1"/>
                        </a:lnTo>
                        <a:lnTo>
                          <a:pt x="32" y="1"/>
                        </a:lnTo>
                        <a:lnTo>
                          <a:pt x="35" y="4"/>
                        </a:lnTo>
                        <a:lnTo>
                          <a:pt x="39" y="4"/>
                        </a:lnTo>
                        <a:lnTo>
                          <a:pt x="40" y="4"/>
                        </a:lnTo>
                        <a:lnTo>
                          <a:pt x="46" y="1"/>
                        </a:lnTo>
                        <a:lnTo>
                          <a:pt x="50" y="4"/>
                        </a:lnTo>
                        <a:lnTo>
                          <a:pt x="55" y="4"/>
                        </a:lnTo>
                        <a:lnTo>
                          <a:pt x="58" y="9"/>
                        </a:lnTo>
                        <a:lnTo>
                          <a:pt x="62" y="9"/>
                        </a:lnTo>
                        <a:lnTo>
                          <a:pt x="65" y="13"/>
                        </a:lnTo>
                        <a:lnTo>
                          <a:pt x="69" y="13"/>
                        </a:lnTo>
                        <a:lnTo>
                          <a:pt x="70" y="15"/>
                        </a:lnTo>
                        <a:lnTo>
                          <a:pt x="68" y="19"/>
                        </a:lnTo>
                        <a:lnTo>
                          <a:pt x="69" y="20"/>
                        </a:lnTo>
                        <a:lnTo>
                          <a:pt x="69" y="23"/>
                        </a:lnTo>
                        <a:lnTo>
                          <a:pt x="65" y="26"/>
                        </a:lnTo>
                        <a:lnTo>
                          <a:pt x="62" y="30"/>
                        </a:lnTo>
                        <a:lnTo>
                          <a:pt x="60" y="31"/>
                        </a:lnTo>
                        <a:lnTo>
                          <a:pt x="60" y="35"/>
                        </a:lnTo>
                        <a:lnTo>
                          <a:pt x="62" y="36"/>
                        </a:lnTo>
                        <a:lnTo>
                          <a:pt x="62" y="39"/>
                        </a:lnTo>
                        <a:lnTo>
                          <a:pt x="60" y="39"/>
                        </a:lnTo>
                        <a:lnTo>
                          <a:pt x="58" y="38"/>
                        </a:lnTo>
                        <a:lnTo>
                          <a:pt x="55" y="39"/>
                        </a:lnTo>
                        <a:lnTo>
                          <a:pt x="54" y="43"/>
                        </a:lnTo>
                        <a:lnTo>
                          <a:pt x="50" y="43"/>
                        </a:lnTo>
                        <a:lnTo>
                          <a:pt x="51" y="47"/>
                        </a:lnTo>
                        <a:lnTo>
                          <a:pt x="50" y="47"/>
                        </a:lnTo>
                        <a:lnTo>
                          <a:pt x="46" y="49"/>
                        </a:lnTo>
                        <a:lnTo>
                          <a:pt x="42" y="47"/>
                        </a:lnTo>
                        <a:lnTo>
                          <a:pt x="36" y="49"/>
                        </a:lnTo>
                        <a:lnTo>
                          <a:pt x="34" y="51"/>
                        </a:lnTo>
                        <a:lnTo>
                          <a:pt x="32" y="49"/>
                        </a:lnTo>
                        <a:lnTo>
                          <a:pt x="32" y="45"/>
                        </a:lnTo>
                        <a:lnTo>
                          <a:pt x="31" y="39"/>
                        </a:lnTo>
                        <a:lnTo>
                          <a:pt x="28" y="39"/>
                        </a:lnTo>
                        <a:lnTo>
                          <a:pt x="26" y="36"/>
                        </a:lnTo>
                        <a:lnTo>
                          <a:pt x="23" y="3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1" name="Freeform 832"/>
                  <p:cNvSpPr>
                    <a:spLocks/>
                  </p:cNvSpPr>
                  <p:nvPr/>
                </p:nvSpPr>
                <p:spPr bwMode="auto">
                  <a:xfrm>
                    <a:off x="5648326" y="3078163"/>
                    <a:ext cx="188913" cy="144463"/>
                  </a:xfrm>
                  <a:custGeom>
                    <a:avLst/>
                    <a:gdLst/>
                    <a:ahLst/>
                    <a:cxnLst>
                      <a:cxn ang="0">
                        <a:pos x="2" y="45"/>
                      </a:cxn>
                      <a:cxn ang="0">
                        <a:pos x="12" y="45"/>
                      </a:cxn>
                      <a:cxn ang="0">
                        <a:pos x="17" y="43"/>
                      </a:cxn>
                      <a:cxn ang="0">
                        <a:pos x="20" y="39"/>
                      </a:cxn>
                      <a:cxn ang="0">
                        <a:pos x="24" y="34"/>
                      </a:cxn>
                      <a:cxn ang="0">
                        <a:pos x="28" y="35"/>
                      </a:cxn>
                      <a:cxn ang="0">
                        <a:pos x="26" y="31"/>
                      </a:cxn>
                      <a:cxn ang="0">
                        <a:pos x="28" y="26"/>
                      </a:cxn>
                      <a:cxn ang="0">
                        <a:pos x="35" y="19"/>
                      </a:cxn>
                      <a:cxn ang="0">
                        <a:pos x="34" y="15"/>
                      </a:cxn>
                      <a:cxn ang="0">
                        <a:pos x="40" y="9"/>
                      </a:cxn>
                      <a:cxn ang="0">
                        <a:pos x="47" y="4"/>
                      </a:cxn>
                      <a:cxn ang="0">
                        <a:pos x="51" y="0"/>
                      </a:cxn>
                      <a:cxn ang="0">
                        <a:pos x="57" y="1"/>
                      </a:cxn>
                      <a:cxn ang="0">
                        <a:pos x="62" y="4"/>
                      </a:cxn>
                      <a:cxn ang="0">
                        <a:pos x="69" y="3"/>
                      </a:cxn>
                      <a:cxn ang="0">
                        <a:pos x="76" y="4"/>
                      </a:cxn>
                      <a:cxn ang="0">
                        <a:pos x="81" y="5"/>
                      </a:cxn>
                      <a:cxn ang="0">
                        <a:pos x="89" y="8"/>
                      </a:cxn>
                      <a:cxn ang="0">
                        <a:pos x="89" y="15"/>
                      </a:cxn>
                      <a:cxn ang="0">
                        <a:pos x="92" y="22"/>
                      </a:cxn>
                      <a:cxn ang="0">
                        <a:pos x="98" y="28"/>
                      </a:cxn>
                      <a:cxn ang="0">
                        <a:pos x="103" y="36"/>
                      </a:cxn>
                      <a:cxn ang="0">
                        <a:pos x="110" y="42"/>
                      </a:cxn>
                      <a:cxn ang="0">
                        <a:pos x="115" y="50"/>
                      </a:cxn>
                      <a:cxn ang="0">
                        <a:pos x="117" y="53"/>
                      </a:cxn>
                      <a:cxn ang="0">
                        <a:pos x="107" y="60"/>
                      </a:cxn>
                      <a:cxn ang="0">
                        <a:pos x="103" y="58"/>
                      </a:cxn>
                      <a:cxn ang="0">
                        <a:pos x="106" y="66"/>
                      </a:cxn>
                      <a:cxn ang="0">
                        <a:pos x="108" y="75"/>
                      </a:cxn>
                      <a:cxn ang="0">
                        <a:pos x="108" y="77"/>
                      </a:cxn>
                      <a:cxn ang="0">
                        <a:pos x="98" y="80"/>
                      </a:cxn>
                      <a:cxn ang="0">
                        <a:pos x="96" y="89"/>
                      </a:cxn>
                      <a:cxn ang="0">
                        <a:pos x="91" y="88"/>
                      </a:cxn>
                      <a:cxn ang="0">
                        <a:pos x="84" y="88"/>
                      </a:cxn>
                      <a:cxn ang="0">
                        <a:pos x="78" y="91"/>
                      </a:cxn>
                      <a:cxn ang="0">
                        <a:pos x="74" y="88"/>
                      </a:cxn>
                      <a:cxn ang="0">
                        <a:pos x="66" y="89"/>
                      </a:cxn>
                      <a:cxn ang="0">
                        <a:pos x="61" y="88"/>
                      </a:cxn>
                      <a:cxn ang="0">
                        <a:pos x="57" y="89"/>
                      </a:cxn>
                      <a:cxn ang="0">
                        <a:pos x="50" y="89"/>
                      </a:cxn>
                      <a:cxn ang="0">
                        <a:pos x="46" y="85"/>
                      </a:cxn>
                      <a:cxn ang="0">
                        <a:pos x="34" y="83"/>
                      </a:cxn>
                      <a:cxn ang="0">
                        <a:pos x="30" y="85"/>
                      </a:cxn>
                      <a:cxn ang="0">
                        <a:pos x="15" y="87"/>
                      </a:cxn>
                      <a:cxn ang="0">
                        <a:pos x="8" y="85"/>
                      </a:cxn>
                      <a:cxn ang="0">
                        <a:pos x="6" y="84"/>
                      </a:cxn>
                      <a:cxn ang="0">
                        <a:pos x="2" y="76"/>
                      </a:cxn>
                      <a:cxn ang="0">
                        <a:pos x="6" y="72"/>
                      </a:cxn>
                      <a:cxn ang="0">
                        <a:pos x="5" y="61"/>
                      </a:cxn>
                      <a:cxn ang="0">
                        <a:pos x="2" y="54"/>
                      </a:cxn>
                      <a:cxn ang="0">
                        <a:pos x="0" y="47"/>
                      </a:cxn>
                    </a:cxnLst>
                    <a:rect l="0" t="0" r="r" b="b"/>
                    <a:pathLst>
                      <a:path w="119" h="91">
                        <a:moveTo>
                          <a:pt x="0" y="47"/>
                        </a:moveTo>
                        <a:lnTo>
                          <a:pt x="2" y="45"/>
                        </a:lnTo>
                        <a:lnTo>
                          <a:pt x="8" y="43"/>
                        </a:lnTo>
                        <a:lnTo>
                          <a:pt x="12" y="45"/>
                        </a:lnTo>
                        <a:lnTo>
                          <a:pt x="16" y="43"/>
                        </a:lnTo>
                        <a:lnTo>
                          <a:pt x="17" y="43"/>
                        </a:lnTo>
                        <a:lnTo>
                          <a:pt x="16" y="39"/>
                        </a:lnTo>
                        <a:lnTo>
                          <a:pt x="20" y="39"/>
                        </a:lnTo>
                        <a:lnTo>
                          <a:pt x="21" y="35"/>
                        </a:lnTo>
                        <a:lnTo>
                          <a:pt x="24" y="34"/>
                        </a:lnTo>
                        <a:lnTo>
                          <a:pt x="26" y="35"/>
                        </a:lnTo>
                        <a:lnTo>
                          <a:pt x="28" y="35"/>
                        </a:lnTo>
                        <a:lnTo>
                          <a:pt x="28" y="32"/>
                        </a:lnTo>
                        <a:lnTo>
                          <a:pt x="26" y="31"/>
                        </a:lnTo>
                        <a:lnTo>
                          <a:pt x="26" y="27"/>
                        </a:lnTo>
                        <a:lnTo>
                          <a:pt x="28" y="26"/>
                        </a:lnTo>
                        <a:lnTo>
                          <a:pt x="31" y="22"/>
                        </a:lnTo>
                        <a:lnTo>
                          <a:pt x="35" y="19"/>
                        </a:lnTo>
                        <a:lnTo>
                          <a:pt x="35" y="16"/>
                        </a:lnTo>
                        <a:lnTo>
                          <a:pt x="34" y="15"/>
                        </a:lnTo>
                        <a:lnTo>
                          <a:pt x="36" y="11"/>
                        </a:lnTo>
                        <a:lnTo>
                          <a:pt x="40" y="9"/>
                        </a:lnTo>
                        <a:lnTo>
                          <a:pt x="47" y="8"/>
                        </a:lnTo>
                        <a:lnTo>
                          <a:pt x="47" y="4"/>
                        </a:lnTo>
                        <a:lnTo>
                          <a:pt x="50" y="3"/>
                        </a:lnTo>
                        <a:lnTo>
                          <a:pt x="51" y="0"/>
                        </a:lnTo>
                        <a:lnTo>
                          <a:pt x="54" y="0"/>
                        </a:lnTo>
                        <a:lnTo>
                          <a:pt x="57" y="1"/>
                        </a:lnTo>
                        <a:lnTo>
                          <a:pt x="59" y="0"/>
                        </a:lnTo>
                        <a:lnTo>
                          <a:pt x="62" y="4"/>
                        </a:lnTo>
                        <a:lnTo>
                          <a:pt x="66" y="3"/>
                        </a:lnTo>
                        <a:lnTo>
                          <a:pt x="69" y="3"/>
                        </a:lnTo>
                        <a:lnTo>
                          <a:pt x="72" y="7"/>
                        </a:lnTo>
                        <a:lnTo>
                          <a:pt x="76" y="4"/>
                        </a:lnTo>
                        <a:lnTo>
                          <a:pt x="80" y="3"/>
                        </a:lnTo>
                        <a:lnTo>
                          <a:pt x="81" y="5"/>
                        </a:lnTo>
                        <a:lnTo>
                          <a:pt x="84" y="5"/>
                        </a:lnTo>
                        <a:lnTo>
                          <a:pt x="89" y="8"/>
                        </a:lnTo>
                        <a:lnTo>
                          <a:pt x="91" y="11"/>
                        </a:lnTo>
                        <a:lnTo>
                          <a:pt x="89" y="15"/>
                        </a:lnTo>
                        <a:lnTo>
                          <a:pt x="92" y="17"/>
                        </a:lnTo>
                        <a:lnTo>
                          <a:pt x="92" y="22"/>
                        </a:lnTo>
                        <a:lnTo>
                          <a:pt x="95" y="26"/>
                        </a:lnTo>
                        <a:lnTo>
                          <a:pt x="98" y="28"/>
                        </a:lnTo>
                        <a:lnTo>
                          <a:pt x="100" y="34"/>
                        </a:lnTo>
                        <a:lnTo>
                          <a:pt x="103" y="36"/>
                        </a:lnTo>
                        <a:lnTo>
                          <a:pt x="104" y="41"/>
                        </a:lnTo>
                        <a:lnTo>
                          <a:pt x="110" y="42"/>
                        </a:lnTo>
                        <a:lnTo>
                          <a:pt x="115" y="47"/>
                        </a:lnTo>
                        <a:lnTo>
                          <a:pt x="115" y="50"/>
                        </a:lnTo>
                        <a:lnTo>
                          <a:pt x="119" y="51"/>
                        </a:lnTo>
                        <a:lnTo>
                          <a:pt x="117" y="53"/>
                        </a:lnTo>
                        <a:lnTo>
                          <a:pt x="114" y="58"/>
                        </a:lnTo>
                        <a:lnTo>
                          <a:pt x="107" y="60"/>
                        </a:lnTo>
                        <a:lnTo>
                          <a:pt x="104" y="57"/>
                        </a:lnTo>
                        <a:lnTo>
                          <a:pt x="103" y="58"/>
                        </a:lnTo>
                        <a:lnTo>
                          <a:pt x="103" y="62"/>
                        </a:lnTo>
                        <a:lnTo>
                          <a:pt x="106" y="66"/>
                        </a:lnTo>
                        <a:lnTo>
                          <a:pt x="106" y="70"/>
                        </a:lnTo>
                        <a:lnTo>
                          <a:pt x="108" y="75"/>
                        </a:lnTo>
                        <a:lnTo>
                          <a:pt x="108" y="77"/>
                        </a:lnTo>
                        <a:lnTo>
                          <a:pt x="108" y="77"/>
                        </a:lnTo>
                        <a:lnTo>
                          <a:pt x="102" y="79"/>
                        </a:lnTo>
                        <a:lnTo>
                          <a:pt x="98" y="80"/>
                        </a:lnTo>
                        <a:lnTo>
                          <a:pt x="96" y="85"/>
                        </a:lnTo>
                        <a:lnTo>
                          <a:pt x="96" y="89"/>
                        </a:lnTo>
                        <a:lnTo>
                          <a:pt x="92" y="91"/>
                        </a:lnTo>
                        <a:lnTo>
                          <a:pt x="91" y="88"/>
                        </a:lnTo>
                        <a:lnTo>
                          <a:pt x="87" y="89"/>
                        </a:lnTo>
                        <a:lnTo>
                          <a:pt x="84" y="88"/>
                        </a:lnTo>
                        <a:lnTo>
                          <a:pt x="81" y="88"/>
                        </a:lnTo>
                        <a:lnTo>
                          <a:pt x="78" y="91"/>
                        </a:lnTo>
                        <a:lnTo>
                          <a:pt x="76" y="91"/>
                        </a:lnTo>
                        <a:lnTo>
                          <a:pt x="74" y="88"/>
                        </a:lnTo>
                        <a:lnTo>
                          <a:pt x="72" y="87"/>
                        </a:lnTo>
                        <a:lnTo>
                          <a:pt x="66" y="89"/>
                        </a:lnTo>
                        <a:lnTo>
                          <a:pt x="65" y="89"/>
                        </a:lnTo>
                        <a:lnTo>
                          <a:pt x="61" y="88"/>
                        </a:lnTo>
                        <a:lnTo>
                          <a:pt x="59" y="89"/>
                        </a:lnTo>
                        <a:lnTo>
                          <a:pt x="57" y="89"/>
                        </a:lnTo>
                        <a:lnTo>
                          <a:pt x="55" y="88"/>
                        </a:lnTo>
                        <a:lnTo>
                          <a:pt x="50" y="89"/>
                        </a:lnTo>
                        <a:lnTo>
                          <a:pt x="50" y="88"/>
                        </a:lnTo>
                        <a:lnTo>
                          <a:pt x="46" y="85"/>
                        </a:lnTo>
                        <a:lnTo>
                          <a:pt x="38" y="85"/>
                        </a:lnTo>
                        <a:lnTo>
                          <a:pt x="34" y="83"/>
                        </a:lnTo>
                        <a:lnTo>
                          <a:pt x="32" y="83"/>
                        </a:lnTo>
                        <a:lnTo>
                          <a:pt x="30" y="85"/>
                        </a:lnTo>
                        <a:lnTo>
                          <a:pt x="26" y="85"/>
                        </a:lnTo>
                        <a:lnTo>
                          <a:pt x="15" y="87"/>
                        </a:lnTo>
                        <a:lnTo>
                          <a:pt x="13" y="88"/>
                        </a:lnTo>
                        <a:lnTo>
                          <a:pt x="8" y="85"/>
                        </a:lnTo>
                        <a:lnTo>
                          <a:pt x="5" y="87"/>
                        </a:lnTo>
                        <a:lnTo>
                          <a:pt x="6" y="84"/>
                        </a:lnTo>
                        <a:lnTo>
                          <a:pt x="2" y="80"/>
                        </a:lnTo>
                        <a:lnTo>
                          <a:pt x="2" y="76"/>
                        </a:lnTo>
                        <a:lnTo>
                          <a:pt x="4" y="72"/>
                        </a:lnTo>
                        <a:lnTo>
                          <a:pt x="6" y="72"/>
                        </a:lnTo>
                        <a:lnTo>
                          <a:pt x="6" y="62"/>
                        </a:lnTo>
                        <a:lnTo>
                          <a:pt x="5" y="61"/>
                        </a:lnTo>
                        <a:lnTo>
                          <a:pt x="5" y="58"/>
                        </a:lnTo>
                        <a:lnTo>
                          <a:pt x="2" y="54"/>
                        </a:lnTo>
                        <a:lnTo>
                          <a:pt x="1" y="47"/>
                        </a:lnTo>
                        <a:lnTo>
                          <a:pt x="0" y="47"/>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2" name="Freeform 874"/>
                  <p:cNvSpPr>
                    <a:spLocks/>
                  </p:cNvSpPr>
                  <p:nvPr/>
                </p:nvSpPr>
                <p:spPr bwMode="auto">
                  <a:xfrm>
                    <a:off x="5635626" y="3194050"/>
                    <a:ext cx="369888" cy="231775"/>
                  </a:xfrm>
                  <a:custGeom>
                    <a:avLst/>
                    <a:gdLst/>
                    <a:ahLst/>
                    <a:cxnLst>
                      <a:cxn ang="0">
                        <a:pos x="34" y="12"/>
                      </a:cxn>
                      <a:cxn ang="0">
                        <a:pos x="54" y="12"/>
                      </a:cxn>
                      <a:cxn ang="0">
                        <a:pos x="67" y="16"/>
                      </a:cxn>
                      <a:cxn ang="0">
                        <a:pos x="82" y="15"/>
                      </a:cxn>
                      <a:cxn ang="0">
                        <a:pos x="95" y="16"/>
                      </a:cxn>
                      <a:cxn ang="0">
                        <a:pos x="106" y="7"/>
                      </a:cxn>
                      <a:cxn ang="0">
                        <a:pos x="122" y="2"/>
                      </a:cxn>
                      <a:cxn ang="0">
                        <a:pos x="145" y="0"/>
                      </a:cxn>
                      <a:cxn ang="0">
                        <a:pos x="160" y="16"/>
                      </a:cxn>
                      <a:cxn ang="0">
                        <a:pos x="168" y="31"/>
                      </a:cxn>
                      <a:cxn ang="0">
                        <a:pos x="187" y="36"/>
                      </a:cxn>
                      <a:cxn ang="0">
                        <a:pos x="203" y="45"/>
                      </a:cxn>
                      <a:cxn ang="0">
                        <a:pos x="220" y="45"/>
                      </a:cxn>
                      <a:cxn ang="0">
                        <a:pos x="233" y="50"/>
                      </a:cxn>
                      <a:cxn ang="0">
                        <a:pos x="231" y="67"/>
                      </a:cxn>
                      <a:cxn ang="0">
                        <a:pos x="221" y="82"/>
                      </a:cxn>
                      <a:cxn ang="0">
                        <a:pos x="213" y="94"/>
                      </a:cxn>
                      <a:cxn ang="0">
                        <a:pos x="201" y="99"/>
                      </a:cxn>
                      <a:cxn ang="0">
                        <a:pos x="190" y="105"/>
                      </a:cxn>
                      <a:cxn ang="0">
                        <a:pos x="176" y="103"/>
                      </a:cxn>
                      <a:cxn ang="0">
                        <a:pos x="173" y="114"/>
                      </a:cxn>
                      <a:cxn ang="0">
                        <a:pos x="175" y="109"/>
                      </a:cxn>
                      <a:cxn ang="0">
                        <a:pos x="165" y="116"/>
                      </a:cxn>
                      <a:cxn ang="0">
                        <a:pos x="156" y="116"/>
                      </a:cxn>
                      <a:cxn ang="0">
                        <a:pos x="167" y="120"/>
                      </a:cxn>
                      <a:cxn ang="0">
                        <a:pos x="169" y="124"/>
                      </a:cxn>
                      <a:cxn ang="0">
                        <a:pos x="173" y="129"/>
                      </a:cxn>
                      <a:cxn ang="0">
                        <a:pos x="168" y="116"/>
                      </a:cxn>
                      <a:cxn ang="0">
                        <a:pos x="180" y="131"/>
                      </a:cxn>
                      <a:cxn ang="0">
                        <a:pos x="192" y="125"/>
                      </a:cxn>
                      <a:cxn ang="0">
                        <a:pos x="194" y="133"/>
                      </a:cxn>
                      <a:cxn ang="0">
                        <a:pos x="173" y="139"/>
                      </a:cxn>
                      <a:cxn ang="0">
                        <a:pos x="154" y="141"/>
                      </a:cxn>
                      <a:cxn ang="0">
                        <a:pos x="146" y="131"/>
                      </a:cxn>
                      <a:cxn ang="0">
                        <a:pos x="154" y="122"/>
                      </a:cxn>
                      <a:cxn ang="0">
                        <a:pos x="152" y="117"/>
                      </a:cxn>
                      <a:cxn ang="0">
                        <a:pos x="137" y="116"/>
                      </a:cxn>
                      <a:cxn ang="0">
                        <a:pos x="130" y="110"/>
                      </a:cxn>
                      <a:cxn ang="0">
                        <a:pos x="135" y="109"/>
                      </a:cxn>
                      <a:cxn ang="0">
                        <a:pos x="131" y="105"/>
                      </a:cxn>
                      <a:cxn ang="0">
                        <a:pos x="126" y="106"/>
                      </a:cxn>
                      <a:cxn ang="0">
                        <a:pos x="116" y="113"/>
                      </a:cxn>
                      <a:cxn ang="0">
                        <a:pos x="106" y="125"/>
                      </a:cxn>
                      <a:cxn ang="0">
                        <a:pos x="104" y="132"/>
                      </a:cxn>
                      <a:cxn ang="0">
                        <a:pos x="91" y="132"/>
                      </a:cxn>
                      <a:cxn ang="0">
                        <a:pos x="88" y="124"/>
                      </a:cxn>
                      <a:cxn ang="0">
                        <a:pos x="96" y="110"/>
                      </a:cxn>
                      <a:cxn ang="0">
                        <a:pos x="104" y="106"/>
                      </a:cxn>
                      <a:cxn ang="0">
                        <a:pos x="96" y="94"/>
                      </a:cxn>
                      <a:cxn ang="0">
                        <a:pos x="85" y="78"/>
                      </a:cxn>
                      <a:cxn ang="0">
                        <a:pos x="70" y="75"/>
                      </a:cxn>
                      <a:cxn ang="0">
                        <a:pos x="59" y="74"/>
                      </a:cxn>
                      <a:cxn ang="0">
                        <a:pos x="58" y="82"/>
                      </a:cxn>
                      <a:cxn ang="0">
                        <a:pos x="36" y="90"/>
                      </a:cxn>
                      <a:cxn ang="0">
                        <a:pos x="20" y="84"/>
                      </a:cxn>
                      <a:cxn ang="0">
                        <a:pos x="6" y="82"/>
                      </a:cxn>
                      <a:cxn ang="0">
                        <a:pos x="4" y="64"/>
                      </a:cxn>
                      <a:cxn ang="0">
                        <a:pos x="16" y="42"/>
                      </a:cxn>
                      <a:cxn ang="0">
                        <a:pos x="20" y="31"/>
                      </a:cxn>
                      <a:cxn ang="0">
                        <a:pos x="13" y="15"/>
                      </a:cxn>
                    </a:cxnLst>
                    <a:rect l="0" t="0" r="r" b="b"/>
                    <a:pathLst>
                      <a:path w="233" h="146">
                        <a:moveTo>
                          <a:pt x="13" y="14"/>
                        </a:moveTo>
                        <a:lnTo>
                          <a:pt x="16" y="12"/>
                        </a:lnTo>
                        <a:lnTo>
                          <a:pt x="21" y="15"/>
                        </a:lnTo>
                        <a:lnTo>
                          <a:pt x="23" y="14"/>
                        </a:lnTo>
                        <a:lnTo>
                          <a:pt x="34" y="12"/>
                        </a:lnTo>
                        <a:lnTo>
                          <a:pt x="38" y="12"/>
                        </a:lnTo>
                        <a:lnTo>
                          <a:pt x="40" y="10"/>
                        </a:lnTo>
                        <a:lnTo>
                          <a:pt x="42" y="10"/>
                        </a:lnTo>
                        <a:lnTo>
                          <a:pt x="46" y="12"/>
                        </a:lnTo>
                        <a:lnTo>
                          <a:pt x="54" y="12"/>
                        </a:lnTo>
                        <a:lnTo>
                          <a:pt x="58" y="15"/>
                        </a:lnTo>
                        <a:lnTo>
                          <a:pt x="58" y="16"/>
                        </a:lnTo>
                        <a:lnTo>
                          <a:pt x="63" y="15"/>
                        </a:lnTo>
                        <a:lnTo>
                          <a:pt x="65" y="16"/>
                        </a:lnTo>
                        <a:lnTo>
                          <a:pt x="67" y="16"/>
                        </a:lnTo>
                        <a:lnTo>
                          <a:pt x="69" y="15"/>
                        </a:lnTo>
                        <a:lnTo>
                          <a:pt x="73" y="16"/>
                        </a:lnTo>
                        <a:lnTo>
                          <a:pt x="74" y="16"/>
                        </a:lnTo>
                        <a:lnTo>
                          <a:pt x="80" y="14"/>
                        </a:lnTo>
                        <a:lnTo>
                          <a:pt x="82" y="15"/>
                        </a:lnTo>
                        <a:lnTo>
                          <a:pt x="84" y="18"/>
                        </a:lnTo>
                        <a:lnTo>
                          <a:pt x="86" y="18"/>
                        </a:lnTo>
                        <a:lnTo>
                          <a:pt x="89" y="15"/>
                        </a:lnTo>
                        <a:lnTo>
                          <a:pt x="92" y="15"/>
                        </a:lnTo>
                        <a:lnTo>
                          <a:pt x="95" y="16"/>
                        </a:lnTo>
                        <a:lnTo>
                          <a:pt x="99" y="15"/>
                        </a:lnTo>
                        <a:lnTo>
                          <a:pt x="100" y="18"/>
                        </a:lnTo>
                        <a:lnTo>
                          <a:pt x="104" y="16"/>
                        </a:lnTo>
                        <a:lnTo>
                          <a:pt x="104" y="12"/>
                        </a:lnTo>
                        <a:lnTo>
                          <a:pt x="106" y="7"/>
                        </a:lnTo>
                        <a:lnTo>
                          <a:pt x="110" y="6"/>
                        </a:lnTo>
                        <a:lnTo>
                          <a:pt x="116" y="4"/>
                        </a:lnTo>
                        <a:lnTo>
                          <a:pt x="119" y="6"/>
                        </a:lnTo>
                        <a:lnTo>
                          <a:pt x="122" y="4"/>
                        </a:lnTo>
                        <a:lnTo>
                          <a:pt x="122" y="2"/>
                        </a:lnTo>
                        <a:lnTo>
                          <a:pt x="125" y="0"/>
                        </a:lnTo>
                        <a:lnTo>
                          <a:pt x="131" y="2"/>
                        </a:lnTo>
                        <a:lnTo>
                          <a:pt x="138" y="2"/>
                        </a:lnTo>
                        <a:lnTo>
                          <a:pt x="142" y="0"/>
                        </a:lnTo>
                        <a:lnTo>
                          <a:pt x="145" y="0"/>
                        </a:lnTo>
                        <a:lnTo>
                          <a:pt x="148" y="7"/>
                        </a:lnTo>
                        <a:lnTo>
                          <a:pt x="150" y="10"/>
                        </a:lnTo>
                        <a:lnTo>
                          <a:pt x="149" y="12"/>
                        </a:lnTo>
                        <a:lnTo>
                          <a:pt x="153" y="18"/>
                        </a:lnTo>
                        <a:lnTo>
                          <a:pt x="160" y="16"/>
                        </a:lnTo>
                        <a:lnTo>
                          <a:pt x="164" y="19"/>
                        </a:lnTo>
                        <a:lnTo>
                          <a:pt x="164" y="22"/>
                        </a:lnTo>
                        <a:lnTo>
                          <a:pt x="167" y="22"/>
                        </a:lnTo>
                        <a:lnTo>
                          <a:pt x="167" y="26"/>
                        </a:lnTo>
                        <a:lnTo>
                          <a:pt x="168" y="31"/>
                        </a:lnTo>
                        <a:lnTo>
                          <a:pt x="175" y="37"/>
                        </a:lnTo>
                        <a:lnTo>
                          <a:pt x="178" y="34"/>
                        </a:lnTo>
                        <a:lnTo>
                          <a:pt x="182" y="37"/>
                        </a:lnTo>
                        <a:lnTo>
                          <a:pt x="184" y="36"/>
                        </a:lnTo>
                        <a:lnTo>
                          <a:pt x="187" y="36"/>
                        </a:lnTo>
                        <a:lnTo>
                          <a:pt x="192" y="33"/>
                        </a:lnTo>
                        <a:lnTo>
                          <a:pt x="194" y="31"/>
                        </a:lnTo>
                        <a:lnTo>
                          <a:pt x="198" y="40"/>
                        </a:lnTo>
                        <a:lnTo>
                          <a:pt x="202" y="42"/>
                        </a:lnTo>
                        <a:lnTo>
                          <a:pt x="203" y="45"/>
                        </a:lnTo>
                        <a:lnTo>
                          <a:pt x="205" y="42"/>
                        </a:lnTo>
                        <a:lnTo>
                          <a:pt x="210" y="44"/>
                        </a:lnTo>
                        <a:lnTo>
                          <a:pt x="214" y="44"/>
                        </a:lnTo>
                        <a:lnTo>
                          <a:pt x="217" y="45"/>
                        </a:lnTo>
                        <a:lnTo>
                          <a:pt x="220" y="45"/>
                        </a:lnTo>
                        <a:lnTo>
                          <a:pt x="224" y="48"/>
                        </a:lnTo>
                        <a:lnTo>
                          <a:pt x="228" y="48"/>
                        </a:lnTo>
                        <a:lnTo>
                          <a:pt x="231" y="46"/>
                        </a:lnTo>
                        <a:lnTo>
                          <a:pt x="232" y="49"/>
                        </a:lnTo>
                        <a:lnTo>
                          <a:pt x="233" y="50"/>
                        </a:lnTo>
                        <a:lnTo>
                          <a:pt x="233" y="55"/>
                        </a:lnTo>
                        <a:lnTo>
                          <a:pt x="231" y="57"/>
                        </a:lnTo>
                        <a:lnTo>
                          <a:pt x="228" y="57"/>
                        </a:lnTo>
                        <a:lnTo>
                          <a:pt x="226" y="64"/>
                        </a:lnTo>
                        <a:lnTo>
                          <a:pt x="231" y="67"/>
                        </a:lnTo>
                        <a:lnTo>
                          <a:pt x="232" y="71"/>
                        </a:lnTo>
                        <a:lnTo>
                          <a:pt x="231" y="76"/>
                        </a:lnTo>
                        <a:lnTo>
                          <a:pt x="231" y="80"/>
                        </a:lnTo>
                        <a:lnTo>
                          <a:pt x="228" y="82"/>
                        </a:lnTo>
                        <a:lnTo>
                          <a:pt x="221" y="82"/>
                        </a:lnTo>
                        <a:lnTo>
                          <a:pt x="218" y="87"/>
                        </a:lnTo>
                        <a:lnTo>
                          <a:pt x="216" y="88"/>
                        </a:lnTo>
                        <a:lnTo>
                          <a:pt x="216" y="94"/>
                        </a:lnTo>
                        <a:lnTo>
                          <a:pt x="213" y="95"/>
                        </a:lnTo>
                        <a:lnTo>
                          <a:pt x="213" y="94"/>
                        </a:lnTo>
                        <a:lnTo>
                          <a:pt x="211" y="94"/>
                        </a:lnTo>
                        <a:lnTo>
                          <a:pt x="207" y="95"/>
                        </a:lnTo>
                        <a:lnTo>
                          <a:pt x="203" y="95"/>
                        </a:lnTo>
                        <a:lnTo>
                          <a:pt x="202" y="97"/>
                        </a:lnTo>
                        <a:lnTo>
                          <a:pt x="201" y="99"/>
                        </a:lnTo>
                        <a:lnTo>
                          <a:pt x="198" y="99"/>
                        </a:lnTo>
                        <a:lnTo>
                          <a:pt x="197" y="101"/>
                        </a:lnTo>
                        <a:lnTo>
                          <a:pt x="192" y="105"/>
                        </a:lnTo>
                        <a:lnTo>
                          <a:pt x="192" y="103"/>
                        </a:lnTo>
                        <a:lnTo>
                          <a:pt x="190" y="105"/>
                        </a:lnTo>
                        <a:lnTo>
                          <a:pt x="187" y="106"/>
                        </a:lnTo>
                        <a:lnTo>
                          <a:pt x="183" y="105"/>
                        </a:lnTo>
                        <a:lnTo>
                          <a:pt x="180" y="108"/>
                        </a:lnTo>
                        <a:lnTo>
                          <a:pt x="179" y="108"/>
                        </a:lnTo>
                        <a:lnTo>
                          <a:pt x="176" y="103"/>
                        </a:lnTo>
                        <a:lnTo>
                          <a:pt x="175" y="103"/>
                        </a:lnTo>
                        <a:lnTo>
                          <a:pt x="176" y="106"/>
                        </a:lnTo>
                        <a:lnTo>
                          <a:pt x="178" y="108"/>
                        </a:lnTo>
                        <a:lnTo>
                          <a:pt x="178" y="109"/>
                        </a:lnTo>
                        <a:lnTo>
                          <a:pt x="173" y="114"/>
                        </a:lnTo>
                        <a:lnTo>
                          <a:pt x="172" y="114"/>
                        </a:lnTo>
                        <a:lnTo>
                          <a:pt x="172" y="113"/>
                        </a:lnTo>
                        <a:lnTo>
                          <a:pt x="172" y="113"/>
                        </a:lnTo>
                        <a:lnTo>
                          <a:pt x="176" y="109"/>
                        </a:lnTo>
                        <a:lnTo>
                          <a:pt x="175" y="109"/>
                        </a:lnTo>
                        <a:lnTo>
                          <a:pt x="173" y="108"/>
                        </a:lnTo>
                        <a:lnTo>
                          <a:pt x="173" y="109"/>
                        </a:lnTo>
                        <a:lnTo>
                          <a:pt x="169" y="113"/>
                        </a:lnTo>
                        <a:lnTo>
                          <a:pt x="167" y="114"/>
                        </a:lnTo>
                        <a:lnTo>
                          <a:pt x="165" y="116"/>
                        </a:lnTo>
                        <a:lnTo>
                          <a:pt x="163" y="116"/>
                        </a:lnTo>
                        <a:lnTo>
                          <a:pt x="161" y="114"/>
                        </a:lnTo>
                        <a:lnTo>
                          <a:pt x="158" y="116"/>
                        </a:lnTo>
                        <a:lnTo>
                          <a:pt x="156" y="116"/>
                        </a:lnTo>
                        <a:lnTo>
                          <a:pt x="156" y="116"/>
                        </a:lnTo>
                        <a:lnTo>
                          <a:pt x="157" y="117"/>
                        </a:lnTo>
                        <a:lnTo>
                          <a:pt x="161" y="117"/>
                        </a:lnTo>
                        <a:lnTo>
                          <a:pt x="164" y="120"/>
                        </a:lnTo>
                        <a:lnTo>
                          <a:pt x="165" y="121"/>
                        </a:lnTo>
                        <a:lnTo>
                          <a:pt x="167" y="120"/>
                        </a:lnTo>
                        <a:lnTo>
                          <a:pt x="168" y="121"/>
                        </a:lnTo>
                        <a:lnTo>
                          <a:pt x="167" y="122"/>
                        </a:lnTo>
                        <a:lnTo>
                          <a:pt x="167" y="124"/>
                        </a:lnTo>
                        <a:lnTo>
                          <a:pt x="168" y="124"/>
                        </a:lnTo>
                        <a:lnTo>
                          <a:pt x="169" y="124"/>
                        </a:lnTo>
                        <a:lnTo>
                          <a:pt x="168" y="125"/>
                        </a:lnTo>
                        <a:lnTo>
                          <a:pt x="171" y="124"/>
                        </a:lnTo>
                        <a:lnTo>
                          <a:pt x="172" y="125"/>
                        </a:lnTo>
                        <a:lnTo>
                          <a:pt x="172" y="128"/>
                        </a:lnTo>
                        <a:lnTo>
                          <a:pt x="173" y="129"/>
                        </a:lnTo>
                        <a:lnTo>
                          <a:pt x="178" y="131"/>
                        </a:lnTo>
                        <a:lnTo>
                          <a:pt x="179" y="131"/>
                        </a:lnTo>
                        <a:lnTo>
                          <a:pt x="173" y="125"/>
                        </a:lnTo>
                        <a:lnTo>
                          <a:pt x="169" y="120"/>
                        </a:lnTo>
                        <a:lnTo>
                          <a:pt x="168" y="116"/>
                        </a:lnTo>
                        <a:lnTo>
                          <a:pt x="169" y="116"/>
                        </a:lnTo>
                        <a:lnTo>
                          <a:pt x="171" y="118"/>
                        </a:lnTo>
                        <a:lnTo>
                          <a:pt x="172" y="122"/>
                        </a:lnTo>
                        <a:lnTo>
                          <a:pt x="179" y="129"/>
                        </a:lnTo>
                        <a:lnTo>
                          <a:pt x="180" y="131"/>
                        </a:lnTo>
                        <a:lnTo>
                          <a:pt x="183" y="128"/>
                        </a:lnTo>
                        <a:lnTo>
                          <a:pt x="184" y="128"/>
                        </a:lnTo>
                        <a:lnTo>
                          <a:pt x="187" y="129"/>
                        </a:lnTo>
                        <a:lnTo>
                          <a:pt x="188" y="127"/>
                        </a:lnTo>
                        <a:lnTo>
                          <a:pt x="192" y="125"/>
                        </a:lnTo>
                        <a:lnTo>
                          <a:pt x="197" y="127"/>
                        </a:lnTo>
                        <a:lnTo>
                          <a:pt x="195" y="128"/>
                        </a:lnTo>
                        <a:lnTo>
                          <a:pt x="194" y="129"/>
                        </a:lnTo>
                        <a:lnTo>
                          <a:pt x="195" y="132"/>
                        </a:lnTo>
                        <a:lnTo>
                          <a:pt x="194" y="133"/>
                        </a:lnTo>
                        <a:lnTo>
                          <a:pt x="188" y="133"/>
                        </a:lnTo>
                        <a:lnTo>
                          <a:pt x="183" y="133"/>
                        </a:lnTo>
                        <a:lnTo>
                          <a:pt x="180" y="135"/>
                        </a:lnTo>
                        <a:lnTo>
                          <a:pt x="178" y="139"/>
                        </a:lnTo>
                        <a:lnTo>
                          <a:pt x="173" y="139"/>
                        </a:lnTo>
                        <a:lnTo>
                          <a:pt x="167" y="143"/>
                        </a:lnTo>
                        <a:lnTo>
                          <a:pt x="161" y="146"/>
                        </a:lnTo>
                        <a:lnTo>
                          <a:pt x="156" y="146"/>
                        </a:lnTo>
                        <a:lnTo>
                          <a:pt x="154" y="143"/>
                        </a:lnTo>
                        <a:lnTo>
                          <a:pt x="154" y="141"/>
                        </a:lnTo>
                        <a:lnTo>
                          <a:pt x="156" y="137"/>
                        </a:lnTo>
                        <a:lnTo>
                          <a:pt x="156" y="135"/>
                        </a:lnTo>
                        <a:lnTo>
                          <a:pt x="152" y="132"/>
                        </a:lnTo>
                        <a:lnTo>
                          <a:pt x="150" y="132"/>
                        </a:lnTo>
                        <a:lnTo>
                          <a:pt x="146" y="131"/>
                        </a:lnTo>
                        <a:lnTo>
                          <a:pt x="145" y="132"/>
                        </a:lnTo>
                        <a:lnTo>
                          <a:pt x="142" y="131"/>
                        </a:lnTo>
                        <a:lnTo>
                          <a:pt x="145" y="127"/>
                        </a:lnTo>
                        <a:lnTo>
                          <a:pt x="150" y="124"/>
                        </a:lnTo>
                        <a:lnTo>
                          <a:pt x="154" y="122"/>
                        </a:lnTo>
                        <a:lnTo>
                          <a:pt x="156" y="121"/>
                        </a:lnTo>
                        <a:lnTo>
                          <a:pt x="154" y="120"/>
                        </a:lnTo>
                        <a:lnTo>
                          <a:pt x="153" y="116"/>
                        </a:lnTo>
                        <a:lnTo>
                          <a:pt x="152" y="116"/>
                        </a:lnTo>
                        <a:lnTo>
                          <a:pt x="152" y="117"/>
                        </a:lnTo>
                        <a:lnTo>
                          <a:pt x="149" y="116"/>
                        </a:lnTo>
                        <a:lnTo>
                          <a:pt x="145" y="114"/>
                        </a:lnTo>
                        <a:lnTo>
                          <a:pt x="142" y="116"/>
                        </a:lnTo>
                        <a:lnTo>
                          <a:pt x="139" y="117"/>
                        </a:lnTo>
                        <a:lnTo>
                          <a:pt x="137" y="116"/>
                        </a:lnTo>
                        <a:lnTo>
                          <a:pt x="134" y="116"/>
                        </a:lnTo>
                        <a:lnTo>
                          <a:pt x="133" y="113"/>
                        </a:lnTo>
                        <a:lnTo>
                          <a:pt x="134" y="113"/>
                        </a:lnTo>
                        <a:lnTo>
                          <a:pt x="134" y="112"/>
                        </a:lnTo>
                        <a:lnTo>
                          <a:pt x="130" y="110"/>
                        </a:lnTo>
                        <a:lnTo>
                          <a:pt x="126" y="110"/>
                        </a:lnTo>
                        <a:lnTo>
                          <a:pt x="125" y="109"/>
                        </a:lnTo>
                        <a:lnTo>
                          <a:pt x="127" y="109"/>
                        </a:lnTo>
                        <a:lnTo>
                          <a:pt x="133" y="108"/>
                        </a:lnTo>
                        <a:lnTo>
                          <a:pt x="135" y="109"/>
                        </a:lnTo>
                        <a:lnTo>
                          <a:pt x="137" y="108"/>
                        </a:lnTo>
                        <a:lnTo>
                          <a:pt x="139" y="106"/>
                        </a:lnTo>
                        <a:lnTo>
                          <a:pt x="135" y="108"/>
                        </a:lnTo>
                        <a:lnTo>
                          <a:pt x="133" y="106"/>
                        </a:lnTo>
                        <a:lnTo>
                          <a:pt x="131" y="105"/>
                        </a:lnTo>
                        <a:lnTo>
                          <a:pt x="130" y="103"/>
                        </a:lnTo>
                        <a:lnTo>
                          <a:pt x="129" y="105"/>
                        </a:lnTo>
                        <a:lnTo>
                          <a:pt x="129" y="106"/>
                        </a:lnTo>
                        <a:lnTo>
                          <a:pt x="126" y="106"/>
                        </a:lnTo>
                        <a:lnTo>
                          <a:pt x="126" y="106"/>
                        </a:lnTo>
                        <a:lnTo>
                          <a:pt x="125" y="105"/>
                        </a:lnTo>
                        <a:lnTo>
                          <a:pt x="122" y="108"/>
                        </a:lnTo>
                        <a:lnTo>
                          <a:pt x="118" y="109"/>
                        </a:lnTo>
                        <a:lnTo>
                          <a:pt x="116" y="110"/>
                        </a:lnTo>
                        <a:lnTo>
                          <a:pt x="116" y="113"/>
                        </a:lnTo>
                        <a:lnTo>
                          <a:pt x="112" y="117"/>
                        </a:lnTo>
                        <a:lnTo>
                          <a:pt x="111" y="117"/>
                        </a:lnTo>
                        <a:lnTo>
                          <a:pt x="112" y="118"/>
                        </a:lnTo>
                        <a:lnTo>
                          <a:pt x="107" y="125"/>
                        </a:lnTo>
                        <a:lnTo>
                          <a:pt x="106" y="125"/>
                        </a:lnTo>
                        <a:lnTo>
                          <a:pt x="104" y="124"/>
                        </a:lnTo>
                        <a:lnTo>
                          <a:pt x="104" y="125"/>
                        </a:lnTo>
                        <a:lnTo>
                          <a:pt x="103" y="128"/>
                        </a:lnTo>
                        <a:lnTo>
                          <a:pt x="106" y="129"/>
                        </a:lnTo>
                        <a:lnTo>
                          <a:pt x="104" y="132"/>
                        </a:lnTo>
                        <a:lnTo>
                          <a:pt x="104" y="132"/>
                        </a:lnTo>
                        <a:lnTo>
                          <a:pt x="101" y="129"/>
                        </a:lnTo>
                        <a:lnTo>
                          <a:pt x="97" y="131"/>
                        </a:lnTo>
                        <a:lnTo>
                          <a:pt x="95" y="132"/>
                        </a:lnTo>
                        <a:lnTo>
                          <a:pt x="91" y="132"/>
                        </a:lnTo>
                        <a:lnTo>
                          <a:pt x="86" y="131"/>
                        </a:lnTo>
                        <a:lnTo>
                          <a:pt x="84" y="127"/>
                        </a:lnTo>
                        <a:lnTo>
                          <a:pt x="85" y="125"/>
                        </a:lnTo>
                        <a:lnTo>
                          <a:pt x="88" y="127"/>
                        </a:lnTo>
                        <a:lnTo>
                          <a:pt x="88" y="124"/>
                        </a:lnTo>
                        <a:lnTo>
                          <a:pt x="91" y="118"/>
                        </a:lnTo>
                        <a:lnTo>
                          <a:pt x="92" y="118"/>
                        </a:lnTo>
                        <a:lnTo>
                          <a:pt x="92" y="116"/>
                        </a:lnTo>
                        <a:lnTo>
                          <a:pt x="93" y="110"/>
                        </a:lnTo>
                        <a:lnTo>
                          <a:pt x="96" y="110"/>
                        </a:lnTo>
                        <a:lnTo>
                          <a:pt x="99" y="109"/>
                        </a:lnTo>
                        <a:lnTo>
                          <a:pt x="101" y="110"/>
                        </a:lnTo>
                        <a:lnTo>
                          <a:pt x="106" y="110"/>
                        </a:lnTo>
                        <a:lnTo>
                          <a:pt x="106" y="109"/>
                        </a:lnTo>
                        <a:lnTo>
                          <a:pt x="104" y="106"/>
                        </a:lnTo>
                        <a:lnTo>
                          <a:pt x="106" y="105"/>
                        </a:lnTo>
                        <a:lnTo>
                          <a:pt x="104" y="102"/>
                        </a:lnTo>
                        <a:lnTo>
                          <a:pt x="100" y="99"/>
                        </a:lnTo>
                        <a:lnTo>
                          <a:pt x="97" y="97"/>
                        </a:lnTo>
                        <a:lnTo>
                          <a:pt x="96" y="94"/>
                        </a:lnTo>
                        <a:lnTo>
                          <a:pt x="93" y="93"/>
                        </a:lnTo>
                        <a:lnTo>
                          <a:pt x="93" y="90"/>
                        </a:lnTo>
                        <a:lnTo>
                          <a:pt x="92" y="84"/>
                        </a:lnTo>
                        <a:lnTo>
                          <a:pt x="89" y="83"/>
                        </a:lnTo>
                        <a:lnTo>
                          <a:pt x="85" y="78"/>
                        </a:lnTo>
                        <a:lnTo>
                          <a:pt x="84" y="78"/>
                        </a:lnTo>
                        <a:lnTo>
                          <a:pt x="82" y="80"/>
                        </a:lnTo>
                        <a:lnTo>
                          <a:pt x="78" y="79"/>
                        </a:lnTo>
                        <a:lnTo>
                          <a:pt x="73" y="75"/>
                        </a:lnTo>
                        <a:lnTo>
                          <a:pt x="70" y="75"/>
                        </a:lnTo>
                        <a:lnTo>
                          <a:pt x="67" y="72"/>
                        </a:lnTo>
                        <a:lnTo>
                          <a:pt x="66" y="74"/>
                        </a:lnTo>
                        <a:lnTo>
                          <a:pt x="63" y="74"/>
                        </a:lnTo>
                        <a:lnTo>
                          <a:pt x="62" y="75"/>
                        </a:lnTo>
                        <a:lnTo>
                          <a:pt x="59" y="74"/>
                        </a:lnTo>
                        <a:lnTo>
                          <a:pt x="59" y="74"/>
                        </a:lnTo>
                        <a:lnTo>
                          <a:pt x="57" y="74"/>
                        </a:lnTo>
                        <a:lnTo>
                          <a:pt x="58" y="76"/>
                        </a:lnTo>
                        <a:lnTo>
                          <a:pt x="57" y="79"/>
                        </a:lnTo>
                        <a:lnTo>
                          <a:pt x="58" y="82"/>
                        </a:lnTo>
                        <a:lnTo>
                          <a:pt x="54" y="83"/>
                        </a:lnTo>
                        <a:lnTo>
                          <a:pt x="51" y="84"/>
                        </a:lnTo>
                        <a:lnTo>
                          <a:pt x="42" y="86"/>
                        </a:lnTo>
                        <a:lnTo>
                          <a:pt x="39" y="88"/>
                        </a:lnTo>
                        <a:lnTo>
                          <a:pt x="36" y="90"/>
                        </a:lnTo>
                        <a:lnTo>
                          <a:pt x="32" y="91"/>
                        </a:lnTo>
                        <a:lnTo>
                          <a:pt x="28" y="90"/>
                        </a:lnTo>
                        <a:lnTo>
                          <a:pt x="27" y="87"/>
                        </a:lnTo>
                        <a:lnTo>
                          <a:pt x="24" y="86"/>
                        </a:lnTo>
                        <a:lnTo>
                          <a:pt x="20" y="84"/>
                        </a:lnTo>
                        <a:lnTo>
                          <a:pt x="14" y="82"/>
                        </a:lnTo>
                        <a:lnTo>
                          <a:pt x="12" y="82"/>
                        </a:lnTo>
                        <a:lnTo>
                          <a:pt x="10" y="84"/>
                        </a:lnTo>
                        <a:lnTo>
                          <a:pt x="8" y="84"/>
                        </a:lnTo>
                        <a:lnTo>
                          <a:pt x="6" y="82"/>
                        </a:lnTo>
                        <a:lnTo>
                          <a:pt x="2" y="79"/>
                        </a:lnTo>
                        <a:lnTo>
                          <a:pt x="0" y="76"/>
                        </a:lnTo>
                        <a:lnTo>
                          <a:pt x="0" y="75"/>
                        </a:lnTo>
                        <a:lnTo>
                          <a:pt x="1" y="71"/>
                        </a:lnTo>
                        <a:lnTo>
                          <a:pt x="4" y="64"/>
                        </a:lnTo>
                        <a:lnTo>
                          <a:pt x="6" y="64"/>
                        </a:lnTo>
                        <a:lnTo>
                          <a:pt x="6" y="60"/>
                        </a:lnTo>
                        <a:lnTo>
                          <a:pt x="5" y="56"/>
                        </a:lnTo>
                        <a:lnTo>
                          <a:pt x="14" y="46"/>
                        </a:lnTo>
                        <a:lnTo>
                          <a:pt x="16" y="42"/>
                        </a:lnTo>
                        <a:lnTo>
                          <a:pt x="17" y="40"/>
                        </a:lnTo>
                        <a:lnTo>
                          <a:pt x="20" y="40"/>
                        </a:lnTo>
                        <a:lnTo>
                          <a:pt x="21" y="36"/>
                        </a:lnTo>
                        <a:lnTo>
                          <a:pt x="20" y="34"/>
                        </a:lnTo>
                        <a:lnTo>
                          <a:pt x="20" y="31"/>
                        </a:lnTo>
                        <a:lnTo>
                          <a:pt x="20" y="30"/>
                        </a:lnTo>
                        <a:lnTo>
                          <a:pt x="17" y="29"/>
                        </a:lnTo>
                        <a:lnTo>
                          <a:pt x="16" y="23"/>
                        </a:lnTo>
                        <a:lnTo>
                          <a:pt x="13" y="22"/>
                        </a:lnTo>
                        <a:lnTo>
                          <a:pt x="13" y="15"/>
                        </a:lnTo>
                        <a:lnTo>
                          <a:pt x="13" y="1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 name="Freeform 876"/>
                  <p:cNvSpPr>
                    <a:spLocks/>
                  </p:cNvSpPr>
                  <p:nvPr/>
                </p:nvSpPr>
                <p:spPr bwMode="auto">
                  <a:xfrm>
                    <a:off x="5726113" y="3308350"/>
                    <a:ext cx="77788" cy="87313"/>
                  </a:xfrm>
                  <a:custGeom>
                    <a:avLst/>
                    <a:gdLst/>
                    <a:ahLst/>
                    <a:cxnLst>
                      <a:cxn ang="0">
                        <a:pos x="1" y="10"/>
                      </a:cxn>
                      <a:cxn ang="0">
                        <a:pos x="0" y="7"/>
                      </a:cxn>
                      <a:cxn ang="0">
                        <a:pos x="1" y="4"/>
                      </a:cxn>
                      <a:cxn ang="0">
                        <a:pos x="0" y="2"/>
                      </a:cxn>
                      <a:cxn ang="0">
                        <a:pos x="2" y="2"/>
                      </a:cxn>
                      <a:cxn ang="0">
                        <a:pos x="2" y="2"/>
                      </a:cxn>
                      <a:cxn ang="0">
                        <a:pos x="5" y="3"/>
                      </a:cxn>
                      <a:cxn ang="0">
                        <a:pos x="6" y="2"/>
                      </a:cxn>
                      <a:cxn ang="0">
                        <a:pos x="9" y="2"/>
                      </a:cxn>
                      <a:cxn ang="0">
                        <a:pos x="10" y="0"/>
                      </a:cxn>
                      <a:cxn ang="0">
                        <a:pos x="13" y="3"/>
                      </a:cxn>
                      <a:cxn ang="0">
                        <a:pos x="16" y="3"/>
                      </a:cxn>
                      <a:cxn ang="0">
                        <a:pos x="21" y="7"/>
                      </a:cxn>
                      <a:cxn ang="0">
                        <a:pos x="25" y="8"/>
                      </a:cxn>
                      <a:cxn ang="0">
                        <a:pos x="27" y="6"/>
                      </a:cxn>
                      <a:cxn ang="0">
                        <a:pos x="28" y="6"/>
                      </a:cxn>
                      <a:cxn ang="0">
                        <a:pos x="32" y="11"/>
                      </a:cxn>
                      <a:cxn ang="0">
                        <a:pos x="35" y="12"/>
                      </a:cxn>
                      <a:cxn ang="0">
                        <a:pos x="36" y="18"/>
                      </a:cxn>
                      <a:cxn ang="0">
                        <a:pos x="36" y="21"/>
                      </a:cxn>
                      <a:cxn ang="0">
                        <a:pos x="39" y="22"/>
                      </a:cxn>
                      <a:cxn ang="0">
                        <a:pos x="40" y="25"/>
                      </a:cxn>
                      <a:cxn ang="0">
                        <a:pos x="43" y="27"/>
                      </a:cxn>
                      <a:cxn ang="0">
                        <a:pos x="47" y="30"/>
                      </a:cxn>
                      <a:cxn ang="0">
                        <a:pos x="49" y="33"/>
                      </a:cxn>
                      <a:cxn ang="0">
                        <a:pos x="47" y="34"/>
                      </a:cxn>
                      <a:cxn ang="0">
                        <a:pos x="49" y="37"/>
                      </a:cxn>
                      <a:cxn ang="0">
                        <a:pos x="49" y="38"/>
                      </a:cxn>
                      <a:cxn ang="0">
                        <a:pos x="44" y="38"/>
                      </a:cxn>
                      <a:cxn ang="0">
                        <a:pos x="42" y="37"/>
                      </a:cxn>
                      <a:cxn ang="0">
                        <a:pos x="39" y="38"/>
                      </a:cxn>
                      <a:cxn ang="0">
                        <a:pos x="36" y="38"/>
                      </a:cxn>
                      <a:cxn ang="0">
                        <a:pos x="35" y="44"/>
                      </a:cxn>
                      <a:cxn ang="0">
                        <a:pos x="35" y="46"/>
                      </a:cxn>
                      <a:cxn ang="0">
                        <a:pos x="34" y="46"/>
                      </a:cxn>
                      <a:cxn ang="0">
                        <a:pos x="31" y="52"/>
                      </a:cxn>
                      <a:cxn ang="0">
                        <a:pos x="31" y="55"/>
                      </a:cxn>
                      <a:cxn ang="0">
                        <a:pos x="28" y="53"/>
                      </a:cxn>
                      <a:cxn ang="0">
                        <a:pos x="27" y="55"/>
                      </a:cxn>
                      <a:cxn ang="0">
                        <a:pos x="27" y="55"/>
                      </a:cxn>
                      <a:cxn ang="0">
                        <a:pos x="24" y="50"/>
                      </a:cxn>
                      <a:cxn ang="0">
                        <a:pos x="25" y="37"/>
                      </a:cxn>
                      <a:cxn ang="0">
                        <a:pos x="23" y="33"/>
                      </a:cxn>
                      <a:cxn ang="0">
                        <a:pos x="21" y="29"/>
                      </a:cxn>
                      <a:cxn ang="0">
                        <a:pos x="15" y="23"/>
                      </a:cxn>
                      <a:cxn ang="0">
                        <a:pos x="13" y="21"/>
                      </a:cxn>
                      <a:cxn ang="0">
                        <a:pos x="8" y="15"/>
                      </a:cxn>
                      <a:cxn ang="0">
                        <a:pos x="6" y="8"/>
                      </a:cxn>
                      <a:cxn ang="0">
                        <a:pos x="1" y="10"/>
                      </a:cxn>
                    </a:cxnLst>
                    <a:rect l="0" t="0" r="r" b="b"/>
                    <a:pathLst>
                      <a:path w="49" h="55">
                        <a:moveTo>
                          <a:pt x="1" y="10"/>
                        </a:moveTo>
                        <a:lnTo>
                          <a:pt x="0" y="7"/>
                        </a:lnTo>
                        <a:lnTo>
                          <a:pt x="1" y="4"/>
                        </a:lnTo>
                        <a:lnTo>
                          <a:pt x="0" y="2"/>
                        </a:lnTo>
                        <a:lnTo>
                          <a:pt x="2" y="2"/>
                        </a:lnTo>
                        <a:lnTo>
                          <a:pt x="2" y="2"/>
                        </a:lnTo>
                        <a:lnTo>
                          <a:pt x="5" y="3"/>
                        </a:lnTo>
                        <a:lnTo>
                          <a:pt x="6" y="2"/>
                        </a:lnTo>
                        <a:lnTo>
                          <a:pt x="9" y="2"/>
                        </a:lnTo>
                        <a:lnTo>
                          <a:pt x="10" y="0"/>
                        </a:lnTo>
                        <a:lnTo>
                          <a:pt x="13" y="3"/>
                        </a:lnTo>
                        <a:lnTo>
                          <a:pt x="16" y="3"/>
                        </a:lnTo>
                        <a:lnTo>
                          <a:pt x="21" y="7"/>
                        </a:lnTo>
                        <a:lnTo>
                          <a:pt x="25" y="8"/>
                        </a:lnTo>
                        <a:lnTo>
                          <a:pt x="27" y="6"/>
                        </a:lnTo>
                        <a:lnTo>
                          <a:pt x="28" y="6"/>
                        </a:lnTo>
                        <a:lnTo>
                          <a:pt x="32" y="11"/>
                        </a:lnTo>
                        <a:lnTo>
                          <a:pt x="35" y="12"/>
                        </a:lnTo>
                        <a:lnTo>
                          <a:pt x="36" y="18"/>
                        </a:lnTo>
                        <a:lnTo>
                          <a:pt x="36" y="21"/>
                        </a:lnTo>
                        <a:lnTo>
                          <a:pt x="39" y="22"/>
                        </a:lnTo>
                        <a:lnTo>
                          <a:pt x="40" y="25"/>
                        </a:lnTo>
                        <a:lnTo>
                          <a:pt x="43" y="27"/>
                        </a:lnTo>
                        <a:lnTo>
                          <a:pt x="47" y="30"/>
                        </a:lnTo>
                        <a:lnTo>
                          <a:pt x="49" y="33"/>
                        </a:lnTo>
                        <a:lnTo>
                          <a:pt x="47" y="34"/>
                        </a:lnTo>
                        <a:lnTo>
                          <a:pt x="49" y="37"/>
                        </a:lnTo>
                        <a:lnTo>
                          <a:pt x="49" y="38"/>
                        </a:lnTo>
                        <a:lnTo>
                          <a:pt x="44" y="38"/>
                        </a:lnTo>
                        <a:lnTo>
                          <a:pt x="42" y="37"/>
                        </a:lnTo>
                        <a:lnTo>
                          <a:pt x="39" y="38"/>
                        </a:lnTo>
                        <a:lnTo>
                          <a:pt x="36" y="38"/>
                        </a:lnTo>
                        <a:lnTo>
                          <a:pt x="35" y="44"/>
                        </a:lnTo>
                        <a:lnTo>
                          <a:pt x="35" y="46"/>
                        </a:lnTo>
                        <a:lnTo>
                          <a:pt x="34" y="46"/>
                        </a:lnTo>
                        <a:lnTo>
                          <a:pt x="31" y="52"/>
                        </a:lnTo>
                        <a:lnTo>
                          <a:pt x="31" y="55"/>
                        </a:lnTo>
                        <a:lnTo>
                          <a:pt x="28" y="53"/>
                        </a:lnTo>
                        <a:lnTo>
                          <a:pt x="27" y="55"/>
                        </a:lnTo>
                        <a:lnTo>
                          <a:pt x="27" y="55"/>
                        </a:lnTo>
                        <a:lnTo>
                          <a:pt x="24" y="50"/>
                        </a:lnTo>
                        <a:lnTo>
                          <a:pt x="25" y="37"/>
                        </a:lnTo>
                        <a:lnTo>
                          <a:pt x="23" y="33"/>
                        </a:lnTo>
                        <a:lnTo>
                          <a:pt x="21" y="29"/>
                        </a:lnTo>
                        <a:lnTo>
                          <a:pt x="15" y="23"/>
                        </a:lnTo>
                        <a:lnTo>
                          <a:pt x="13" y="21"/>
                        </a:lnTo>
                        <a:lnTo>
                          <a:pt x="8" y="15"/>
                        </a:lnTo>
                        <a:lnTo>
                          <a:pt x="6" y="8"/>
                        </a:lnTo>
                        <a:lnTo>
                          <a:pt x="1" y="1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98" name="Freeform 878"/>
                <p:cNvSpPr>
                  <a:spLocks/>
                </p:cNvSpPr>
                <p:nvPr/>
              </p:nvSpPr>
              <p:spPr bwMode="auto">
                <a:xfrm>
                  <a:off x="5142943" y="3317736"/>
                  <a:ext cx="153863" cy="97572"/>
                </a:xfrm>
                <a:custGeom>
                  <a:avLst/>
                  <a:gdLst/>
                  <a:ahLst/>
                  <a:cxnLst>
                    <a:cxn ang="0">
                      <a:pos x="6" y="0"/>
                    </a:cxn>
                    <a:cxn ang="0">
                      <a:pos x="7" y="4"/>
                    </a:cxn>
                    <a:cxn ang="0">
                      <a:pos x="7" y="8"/>
                    </a:cxn>
                    <a:cxn ang="0">
                      <a:pos x="15" y="6"/>
                    </a:cxn>
                    <a:cxn ang="0">
                      <a:pos x="18" y="7"/>
                    </a:cxn>
                    <a:cxn ang="0">
                      <a:pos x="26" y="7"/>
                    </a:cxn>
                    <a:cxn ang="0">
                      <a:pos x="32" y="7"/>
                    </a:cxn>
                    <a:cxn ang="0">
                      <a:pos x="37" y="8"/>
                    </a:cxn>
                    <a:cxn ang="0">
                      <a:pos x="44" y="7"/>
                    </a:cxn>
                    <a:cxn ang="0">
                      <a:pos x="49" y="4"/>
                    </a:cxn>
                    <a:cxn ang="0">
                      <a:pos x="62" y="0"/>
                    </a:cxn>
                    <a:cxn ang="0">
                      <a:pos x="70" y="2"/>
                    </a:cxn>
                    <a:cxn ang="0">
                      <a:pos x="75" y="3"/>
                    </a:cxn>
                    <a:cxn ang="0">
                      <a:pos x="79" y="6"/>
                    </a:cxn>
                    <a:cxn ang="0">
                      <a:pos x="82" y="7"/>
                    </a:cxn>
                    <a:cxn ang="0">
                      <a:pos x="81" y="14"/>
                    </a:cxn>
                    <a:cxn ang="0">
                      <a:pos x="74" y="17"/>
                    </a:cxn>
                    <a:cxn ang="0">
                      <a:pos x="74" y="26"/>
                    </a:cxn>
                    <a:cxn ang="0">
                      <a:pos x="70" y="30"/>
                    </a:cxn>
                    <a:cxn ang="0">
                      <a:pos x="75" y="36"/>
                    </a:cxn>
                    <a:cxn ang="0">
                      <a:pos x="76" y="38"/>
                    </a:cxn>
                    <a:cxn ang="0">
                      <a:pos x="72" y="40"/>
                    </a:cxn>
                    <a:cxn ang="0">
                      <a:pos x="64" y="37"/>
                    </a:cxn>
                    <a:cxn ang="0">
                      <a:pos x="60" y="38"/>
                    </a:cxn>
                    <a:cxn ang="0">
                      <a:pos x="57" y="41"/>
                    </a:cxn>
                    <a:cxn ang="0">
                      <a:pos x="52" y="44"/>
                    </a:cxn>
                    <a:cxn ang="0">
                      <a:pos x="53" y="49"/>
                    </a:cxn>
                    <a:cxn ang="0">
                      <a:pos x="45" y="51"/>
                    </a:cxn>
                    <a:cxn ang="0">
                      <a:pos x="40" y="51"/>
                    </a:cxn>
                    <a:cxn ang="0">
                      <a:pos x="36" y="52"/>
                    </a:cxn>
                    <a:cxn ang="0">
                      <a:pos x="33" y="49"/>
                    </a:cxn>
                    <a:cxn ang="0">
                      <a:pos x="25" y="49"/>
                    </a:cxn>
                    <a:cxn ang="0">
                      <a:pos x="19" y="52"/>
                    </a:cxn>
                    <a:cxn ang="0">
                      <a:pos x="13" y="52"/>
                    </a:cxn>
                    <a:cxn ang="0">
                      <a:pos x="13" y="49"/>
                    </a:cxn>
                    <a:cxn ang="0">
                      <a:pos x="9" y="38"/>
                    </a:cxn>
                    <a:cxn ang="0">
                      <a:pos x="3" y="34"/>
                    </a:cxn>
                    <a:cxn ang="0">
                      <a:pos x="2" y="29"/>
                    </a:cxn>
                    <a:cxn ang="0">
                      <a:pos x="7" y="22"/>
                    </a:cxn>
                    <a:cxn ang="0">
                      <a:pos x="6" y="15"/>
                    </a:cxn>
                    <a:cxn ang="0">
                      <a:pos x="0" y="6"/>
                    </a:cxn>
                    <a:cxn ang="0">
                      <a:pos x="2" y="0"/>
                    </a:cxn>
                  </a:cxnLst>
                  <a:rect l="0" t="0" r="r" b="b"/>
                  <a:pathLst>
                    <a:path w="82" h="52">
                      <a:moveTo>
                        <a:pt x="2" y="0"/>
                      </a:moveTo>
                      <a:lnTo>
                        <a:pt x="6" y="0"/>
                      </a:lnTo>
                      <a:lnTo>
                        <a:pt x="7" y="2"/>
                      </a:lnTo>
                      <a:lnTo>
                        <a:pt x="7" y="4"/>
                      </a:lnTo>
                      <a:lnTo>
                        <a:pt x="6" y="6"/>
                      </a:lnTo>
                      <a:lnTo>
                        <a:pt x="7" y="8"/>
                      </a:lnTo>
                      <a:lnTo>
                        <a:pt x="11" y="6"/>
                      </a:lnTo>
                      <a:lnTo>
                        <a:pt x="15" y="6"/>
                      </a:lnTo>
                      <a:lnTo>
                        <a:pt x="17" y="8"/>
                      </a:lnTo>
                      <a:lnTo>
                        <a:pt x="18" y="7"/>
                      </a:lnTo>
                      <a:lnTo>
                        <a:pt x="22" y="10"/>
                      </a:lnTo>
                      <a:lnTo>
                        <a:pt x="26" y="7"/>
                      </a:lnTo>
                      <a:lnTo>
                        <a:pt x="29" y="8"/>
                      </a:lnTo>
                      <a:lnTo>
                        <a:pt x="32" y="7"/>
                      </a:lnTo>
                      <a:lnTo>
                        <a:pt x="34" y="8"/>
                      </a:lnTo>
                      <a:lnTo>
                        <a:pt x="37" y="8"/>
                      </a:lnTo>
                      <a:lnTo>
                        <a:pt x="43" y="8"/>
                      </a:lnTo>
                      <a:lnTo>
                        <a:pt x="44" y="7"/>
                      </a:lnTo>
                      <a:lnTo>
                        <a:pt x="48" y="7"/>
                      </a:lnTo>
                      <a:lnTo>
                        <a:pt x="49" y="4"/>
                      </a:lnTo>
                      <a:lnTo>
                        <a:pt x="57" y="0"/>
                      </a:lnTo>
                      <a:lnTo>
                        <a:pt x="62" y="0"/>
                      </a:lnTo>
                      <a:lnTo>
                        <a:pt x="66" y="0"/>
                      </a:lnTo>
                      <a:lnTo>
                        <a:pt x="70" y="2"/>
                      </a:lnTo>
                      <a:lnTo>
                        <a:pt x="72" y="4"/>
                      </a:lnTo>
                      <a:lnTo>
                        <a:pt x="75" y="3"/>
                      </a:lnTo>
                      <a:lnTo>
                        <a:pt x="78" y="4"/>
                      </a:lnTo>
                      <a:lnTo>
                        <a:pt x="79" y="6"/>
                      </a:lnTo>
                      <a:lnTo>
                        <a:pt x="82" y="6"/>
                      </a:lnTo>
                      <a:lnTo>
                        <a:pt x="82" y="7"/>
                      </a:lnTo>
                      <a:lnTo>
                        <a:pt x="82" y="13"/>
                      </a:lnTo>
                      <a:lnTo>
                        <a:pt x="81" y="14"/>
                      </a:lnTo>
                      <a:lnTo>
                        <a:pt x="78" y="14"/>
                      </a:lnTo>
                      <a:lnTo>
                        <a:pt x="74" y="17"/>
                      </a:lnTo>
                      <a:lnTo>
                        <a:pt x="74" y="23"/>
                      </a:lnTo>
                      <a:lnTo>
                        <a:pt x="74" y="26"/>
                      </a:lnTo>
                      <a:lnTo>
                        <a:pt x="70" y="29"/>
                      </a:lnTo>
                      <a:lnTo>
                        <a:pt x="70" y="30"/>
                      </a:lnTo>
                      <a:lnTo>
                        <a:pt x="72" y="32"/>
                      </a:lnTo>
                      <a:lnTo>
                        <a:pt x="75" y="36"/>
                      </a:lnTo>
                      <a:lnTo>
                        <a:pt x="76" y="38"/>
                      </a:lnTo>
                      <a:lnTo>
                        <a:pt x="76" y="38"/>
                      </a:lnTo>
                      <a:lnTo>
                        <a:pt x="74" y="38"/>
                      </a:lnTo>
                      <a:lnTo>
                        <a:pt x="72" y="40"/>
                      </a:lnTo>
                      <a:lnTo>
                        <a:pt x="68" y="37"/>
                      </a:lnTo>
                      <a:lnTo>
                        <a:pt x="64" y="37"/>
                      </a:lnTo>
                      <a:lnTo>
                        <a:pt x="63" y="38"/>
                      </a:lnTo>
                      <a:lnTo>
                        <a:pt x="60" y="38"/>
                      </a:lnTo>
                      <a:lnTo>
                        <a:pt x="57" y="41"/>
                      </a:lnTo>
                      <a:lnTo>
                        <a:pt x="57" y="41"/>
                      </a:lnTo>
                      <a:lnTo>
                        <a:pt x="56" y="41"/>
                      </a:lnTo>
                      <a:lnTo>
                        <a:pt x="52" y="44"/>
                      </a:lnTo>
                      <a:lnTo>
                        <a:pt x="52" y="47"/>
                      </a:lnTo>
                      <a:lnTo>
                        <a:pt x="53" y="49"/>
                      </a:lnTo>
                      <a:lnTo>
                        <a:pt x="52" y="51"/>
                      </a:lnTo>
                      <a:lnTo>
                        <a:pt x="45" y="51"/>
                      </a:lnTo>
                      <a:lnTo>
                        <a:pt x="43" y="52"/>
                      </a:lnTo>
                      <a:lnTo>
                        <a:pt x="40" y="51"/>
                      </a:lnTo>
                      <a:lnTo>
                        <a:pt x="37" y="51"/>
                      </a:lnTo>
                      <a:lnTo>
                        <a:pt x="36" y="52"/>
                      </a:lnTo>
                      <a:lnTo>
                        <a:pt x="33" y="52"/>
                      </a:lnTo>
                      <a:lnTo>
                        <a:pt x="33" y="49"/>
                      </a:lnTo>
                      <a:lnTo>
                        <a:pt x="29" y="49"/>
                      </a:lnTo>
                      <a:lnTo>
                        <a:pt x="25" y="49"/>
                      </a:lnTo>
                      <a:lnTo>
                        <a:pt x="24" y="52"/>
                      </a:lnTo>
                      <a:lnTo>
                        <a:pt x="19" y="52"/>
                      </a:lnTo>
                      <a:lnTo>
                        <a:pt x="15" y="52"/>
                      </a:lnTo>
                      <a:lnTo>
                        <a:pt x="13" y="52"/>
                      </a:lnTo>
                      <a:lnTo>
                        <a:pt x="13" y="52"/>
                      </a:lnTo>
                      <a:lnTo>
                        <a:pt x="13" y="49"/>
                      </a:lnTo>
                      <a:lnTo>
                        <a:pt x="13" y="45"/>
                      </a:lnTo>
                      <a:lnTo>
                        <a:pt x="9" y="38"/>
                      </a:lnTo>
                      <a:lnTo>
                        <a:pt x="3" y="34"/>
                      </a:lnTo>
                      <a:lnTo>
                        <a:pt x="3" y="34"/>
                      </a:lnTo>
                      <a:lnTo>
                        <a:pt x="3" y="32"/>
                      </a:lnTo>
                      <a:lnTo>
                        <a:pt x="2" y="29"/>
                      </a:lnTo>
                      <a:lnTo>
                        <a:pt x="2" y="26"/>
                      </a:lnTo>
                      <a:lnTo>
                        <a:pt x="7" y="22"/>
                      </a:lnTo>
                      <a:lnTo>
                        <a:pt x="7" y="19"/>
                      </a:lnTo>
                      <a:lnTo>
                        <a:pt x="6" y="15"/>
                      </a:lnTo>
                      <a:lnTo>
                        <a:pt x="2" y="11"/>
                      </a:lnTo>
                      <a:lnTo>
                        <a:pt x="0" y="6"/>
                      </a:lnTo>
                      <a:lnTo>
                        <a:pt x="2" y="3"/>
                      </a:lnTo>
                      <a:lnTo>
                        <a:pt x="2"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99" name="Freeform 880"/>
                <p:cNvSpPr>
                  <a:spLocks/>
                </p:cNvSpPr>
                <p:nvPr/>
              </p:nvSpPr>
              <p:spPr bwMode="auto">
                <a:xfrm>
                  <a:off x="5099786" y="3381532"/>
                  <a:ext cx="67550" cy="54416"/>
                </a:xfrm>
                <a:custGeom>
                  <a:avLst/>
                  <a:gdLst/>
                  <a:ahLst/>
                  <a:cxnLst>
                    <a:cxn ang="0">
                      <a:pos x="26" y="0"/>
                    </a:cxn>
                    <a:cxn ang="0">
                      <a:pos x="32" y="4"/>
                    </a:cxn>
                    <a:cxn ang="0">
                      <a:pos x="36" y="11"/>
                    </a:cxn>
                    <a:cxn ang="0">
                      <a:pos x="36" y="15"/>
                    </a:cxn>
                    <a:cxn ang="0">
                      <a:pos x="36" y="18"/>
                    </a:cxn>
                    <a:cxn ang="0">
                      <a:pos x="34" y="19"/>
                    </a:cxn>
                    <a:cxn ang="0">
                      <a:pos x="32" y="19"/>
                    </a:cxn>
                    <a:cxn ang="0">
                      <a:pos x="29" y="21"/>
                    </a:cxn>
                    <a:cxn ang="0">
                      <a:pos x="22" y="21"/>
                    </a:cxn>
                    <a:cxn ang="0">
                      <a:pos x="18" y="22"/>
                    </a:cxn>
                    <a:cxn ang="0">
                      <a:pos x="18" y="23"/>
                    </a:cxn>
                    <a:cxn ang="0">
                      <a:pos x="14" y="25"/>
                    </a:cxn>
                    <a:cxn ang="0">
                      <a:pos x="8" y="29"/>
                    </a:cxn>
                    <a:cxn ang="0">
                      <a:pos x="8" y="29"/>
                    </a:cxn>
                    <a:cxn ang="0">
                      <a:pos x="6" y="27"/>
                    </a:cxn>
                    <a:cxn ang="0">
                      <a:pos x="4" y="23"/>
                    </a:cxn>
                    <a:cxn ang="0">
                      <a:pos x="2" y="19"/>
                    </a:cxn>
                    <a:cxn ang="0">
                      <a:pos x="0" y="14"/>
                    </a:cxn>
                    <a:cxn ang="0">
                      <a:pos x="2" y="10"/>
                    </a:cxn>
                    <a:cxn ang="0">
                      <a:pos x="2" y="10"/>
                    </a:cxn>
                    <a:cxn ang="0">
                      <a:pos x="3" y="8"/>
                    </a:cxn>
                    <a:cxn ang="0">
                      <a:pos x="3" y="6"/>
                    </a:cxn>
                    <a:cxn ang="0">
                      <a:pos x="6" y="4"/>
                    </a:cxn>
                    <a:cxn ang="0">
                      <a:pos x="8" y="3"/>
                    </a:cxn>
                    <a:cxn ang="0">
                      <a:pos x="11" y="2"/>
                    </a:cxn>
                    <a:cxn ang="0">
                      <a:pos x="17" y="0"/>
                    </a:cxn>
                    <a:cxn ang="0">
                      <a:pos x="19" y="2"/>
                    </a:cxn>
                    <a:cxn ang="0">
                      <a:pos x="23" y="0"/>
                    </a:cxn>
                    <a:cxn ang="0">
                      <a:pos x="26" y="0"/>
                    </a:cxn>
                  </a:cxnLst>
                  <a:rect l="0" t="0" r="r" b="b"/>
                  <a:pathLst>
                    <a:path w="36" h="29">
                      <a:moveTo>
                        <a:pt x="26" y="0"/>
                      </a:moveTo>
                      <a:lnTo>
                        <a:pt x="32" y="4"/>
                      </a:lnTo>
                      <a:lnTo>
                        <a:pt x="36" y="11"/>
                      </a:lnTo>
                      <a:lnTo>
                        <a:pt x="36" y="15"/>
                      </a:lnTo>
                      <a:lnTo>
                        <a:pt x="36" y="18"/>
                      </a:lnTo>
                      <a:lnTo>
                        <a:pt x="34" y="19"/>
                      </a:lnTo>
                      <a:lnTo>
                        <a:pt x="32" y="19"/>
                      </a:lnTo>
                      <a:lnTo>
                        <a:pt x="29" y="21"/>
                      </a:lnTo>
                      <a:lnTo>
                        <a:pt x="22" y="21"/>
                      </a:lnTo>
                      <a:lnTo>
                        <a:pt x="18" y="22"/>
                      </a:lnTo>
                      <a:lnTo>
                        <a:pt x="18" y="23"/>
                      </a:lnTo>
                      <a:lnTo>
                        <a:pt x="14" y="25"/>
                      </a:lnTo>
                      <a:lnTo>
                        <a:pt x="8" y="29"/>
                      </a:lnTo>
                      <a:lnTo>
                        <a:pt x="8" y="29"/>
                      </a:lnTo>
                      <a:lnTo>
                        <a:pt x="6" y="27"/>
                      </a:lnTo>
                      <a:lnTo>
                        <a:pt x="4" y="23"/>
                      </a:lnTo>
                      <a:lnTo>
                        <a:pt x="2" y="19"/>
                      </a:lnTo>
                      <a:lnTo>
                        <a:pt x="0" y="14"/>
                      </a:lnTo>
                      <a:lnTo>
                        <a:pt x="2" y="10"/>
                      </a:lnTo>
                      <a:lnTo>
                        <a:pt x="2" y="10"/>
                      </a:lnTo>
                      <a:lnTo>
                        <a:pt x="3" y="8"/>
                      </a:lnTo>
                      <a:lnTo>
                        <a:pt x="3" y="6"/>
                      </a:lnTo>
                      <a:lnTo>
                        <a:pt x="6" y="4"/>
                      </a:lnTo>
                      <a:lnTo>
                        <a:pt x="8" y="3"/>
                      </a:lnTo>
                      <a:lnTo>
                        <a:pt x="11" y="2"/>
                      </a:lnTo>
                      <a:lnTo>
                        <a:pt x="17" y="0"/>
                      </a:lnTo>
                      <a:lnTo>
                        <a:pt x="19" y="2"/>
                      </a:lnTo>
                      <a:lnTo>
                        <a:pt x="23" y="0"/>
                      </a:lnTo>
                      <a:lnTo>
                        <a:pt x="2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0" name="Freeform 882"/>
                <p:cNvSpPr>
                  <a:spLocks/>
                </p:cNvSpPr>
                <p:nvPr/>
              </p:nvSpPr>
              <p:spPr bwMode="auto">
                <a:xfrm>
                  <a:off x="5067888" y="3372151"/>
                  <a:ext cx="46910" cy="95696"/>
                </a:xfrm>
                <a:custGeom>
                  <a:avLst/>
                  <a:gdLst/>
                  <a:ahLst/>
                  <a:cxnLst>
                    <a:cxn ang="0">
                      <a:pos x="19" y="15"/>
                    </a:cxn>
                    <a:cxn ang="0">
                      <a:pos x="17" y="19"/>
                    </a:cxn>
                    <a:cxn ang="0">
                      <a:pos x="19" y="24"/>
                    </a:cxn>
                    <a:cxn ang="0">
                      <a:pos x="21" y="28"/>
                    </a:cxn>
                    <a:cxn ang="0">
                      <a:pos x="23" y="32"/>
                    </a:cxn>
                    <a:cxn ang="0">
                      <a:pos x="25" y="34"/>
                    </a:cxn>
                    <a:cxn ang="0">
                      <a:pos x="25" y="38"/>
                    </a:cxn>
                    <a:cxn ang="0">
                      <a:pos x="23" y="42"/>
                    </a:cxn>
                    <a:cxn ang="0">
                      <a:pos x="17" y="43"/>
                    </a:cxn>
                    <a:cxn ang="0">
                      <a:pos x="17" y="47"/>
                    </a:cxn>
                    <a:cxn ang="0">
                      <a:pos x="15" y="51"/>
                    </a:cxn>
                    <a:cxn ang="0">
                      <a:pos x="13" y="51"/>
                    </a:cxn>
                    <a:cxn ang="0">
                      <a:pos x="11" y="50"/>
                    </a:cxn>
                    <a:cxn ang="0">
                      <a:pos x="8" y="43"/>
                    </a:cxn>
                    <a:cxn ang="0">
                      <a:pos x="2" y="43"/>
                    </a:cxn>
                    <a:cxn ang="0">
                      <a:pos x="1" y="42"/>
                    </a:cxn>
                    <a:cxn ang="0">
                      <a:pos x="2" y="38"/>
                    </a:cxn>
                    <a:cxn ang="0">
                      <a:pos x="1" y="37"/>
                    </a:cxn>
                    <a:cxn ang="0">
                      <a:pos x="1" y="32"/>
                    </a:cxn>
                    <a:cxn ang="0">
                      <a:pos x="2" y="30"/>
                    </a:cxn>
                    <a:cxn ang="0">
                      <a:pos x="1" y="24"/>
                    </a:cxn>
                    <a:cxn ang="0">
                      <a:pos x="2" y="19"/>
                    </a:cxn>
                    <a:cxn ang="0">
                      <a:pos x="4" y="18"/>
                    </a:cxn>
                    <a:cxn ang="0">
                      <a:pos x="4" y="16"/>
                    </a:cxn>
                    <a:cxn ang="0">
                      <a:pos x="0" y="13"/>
                    </a:cxn>
                    <a:cxn ang="0">
                      <a:pos x="0" y="8"/>
                    </a:cxn>
                    <a:cxn ang="0">
                      <a:pos x="1" y="4"/>
                    </a:cxn>
                    <a:cxn ang="0">
                      <a:pos x="5" y="1"/>
                    </a:cxn>
                    <a:cxn ang="0">
                      <a:pos x="5" y="1"/>
                    </a:cxn>
                    <a:cxn ang="0">
                      <a:pos x="8" y="4"/>
                    </a:cxn>
                    <a:cxn ang="0">
                      <a:pos x="9" y="1"/>
                    </a:cxn>
                    <a:cxn ang="0">
                      <a:pos x="11" y="0"/>
                    </a:cxn>
                    <a:cxn ang="0">
                      <a:pos x="11" y="1"/>
                    </a:cxn>
                    <a:cxn ang="0">
                      <a:pos x="13" y="4"/>
                    </a:cxn>
                    <a:cxn ang="0">
                      <a:pos x="15" y="5"/>
                    </a:cxn>
                    <a:cxn ang="0">
                      <a:pos x="17" y="7"/>
                    </a:cxn>
                    <a:cxn ang="0">
                      <a:pos x="17" y="8"/>
                    </a:cxn>
                    <a:cxn ang="0">
                      <a:pos x="17" y="13"/>
                    </a:cxn>
                    <a:cxn ang="0">
                      <a:pos x="19" y="15"/>
                    </a:cxn>
                  </a:cxnLst>
                  <a:rect l="0" t="0" r="r" b="b"/>
                  <a:pathLst>
                    <a:path w="25" h="51">
                      <a:moveTo>
                        <a:pt x="19" y="15"/>
                      </a:moveTo>
                      <a:lnTo>
                        <a:pt x="17" y="19"/>
                      </a:lnTo>
                      <a:lnTo>
                        <a:pt x="19" y="24"/>
                      </a:lnTo>
                      <a:lnTo>
                        <a:pt x="21" y="28"/>
                      </a:lnTo>
                      <a:lnTo>
                        <a:pt x="23" y="32"/>
                      </a:lnTo>
                      <a:lnTo>
                        <a:pt x="25" y="34"/>
                      </a:lnTo>
                      <a:lnTo>
                        <a:pt x="25" y="38"/>
                      </a:lnTo>
                      <a:lnTo>
                        <a:pt x="23" y="42"/>
                      </a:lnTo>
                      <a:lnTo>
                        <a:pt x="17" y="43"/>
                      </a:lnTo>
                      <a:lnTo>
                        <a:pt x="17" y="47"/>
                      </a:lnTo>
                      <a:lnTo>
                        <a:pt x="15" y="51"/>
                      </a:lnTo>
                      <a:lnTo>
                        <a:pt x="13" y="51"/>
                      </a:lnTo>
                      <a:lnTo>
                        <a:pt x="11" y="50"/>
                      </a:lnTo>
                      <a:lnTo>
                        <a:pt x="8" y="43"/>
                      </a:lnTo>
                      <a:lnTo>
                        <a:pt x="2" y="43"/>
                      </a:lnTo>
                      <a:lnTo>
                        <a:pt x="1" y="42"/>
                      </a:lnTo>
                      <a:lnTo>
                        <a:pt x="2" y="38"/>
                      </a:lnTo>
                      <a:lnTo>
                        <a:pt x="1" y="37"/>
                      </a:lnTo>
                      <a:lnTo>
                        <a:pt x="1" y="32"/>
                      </a:lnTo>
                      <a:lnTo>
                        <a:pt x="2" y="30"/>
                      </a:lnTo>
                      <a:lnTo>
                        <a:pt x="1" y="24"/>
                      </a:lnTo>
                      <a:lnTo>
                        <a:pt x="2" y="19"/>
                      </a:lnTo>
                      <a:lnTo>
                        <a:pt x="4" y="18"/>
                      </a:lnTo>
                      <a:lnTo>
                        <a:pt x="4" y="16"/>
                      </a:lnTo>
                      <a:lnTo>
                        <a:pt x="0" y="13"/>
                      </a:lnTo>
                      <a:lnTo>
                        <a:pt x="0" y="8"/>
                      </a:lnTo>
                      <a:lnTo>
                        <a:pt x="1" y="4"/>
                      </a:lnTo>
                      <a:lnTo>
                        <a:pt x="5" y="1"/>
                      </a:lnTo>
                      <a:lnTo>
                        <a:pt x="5" y="1"/>
                      </a:lnTo>
                      <a:lnTo>
                        <a:pt x="8" y="4"/>
                      </a:lnTo>
                      <a:lnTo>
                        <a:pt x="9" y="1"/>
                      </a:lnTo>
                      <a:lnTo>
                        <a:pt x="11" y="0"/>
                      </a:lnTo>
                      <a:lnTo>
                        <a:pt x="11" y="1"/>
                      </a:lnTo>
                      <a:lnTo>
                        <a:pt x="13" y="4"/>
                      </a:lnTo>
                      <a:lnTo>
                        <a:pt x="15" y="5"/>
                      </a:lnTo>
                      <a:lnTo>
                        <a:pt x="17" y="7"/>
                      </a:lnTo>
                      <a:lnTo>
                        <a:pt x="17" y="8"/>
                      </a:lnTo>
                      <a:lnTo>
                        <a:pt x="17" y="13"/>
                      </a:lnTo>
                      <a:lnTo>
                        <a:pt x="19" y="1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1" name="Freeform 884"/>
                <p:cNvSpPr>
                  <a:spLocks/>
                </p:cNvSpPr>
                <p:nvPr/>
              </p:nvSpPr>
              <p:spPr bwMode="auto">
                <a:xfrm>
                  <a:off x="5049124" y="3257692"/>
                  <a:ext cx="106954" cy="142605"/>
                </a:xfrm>
                <a:custGeom>
                  <a:avLst/>
                  <a:gdLst/>
                  <a:ahLst/>
                  <a:cxnLst>
                    <a:cxn ang="0">
                      <a:pos x="1" y="5"/>
                    </a:cxn>
                    <a:cxn ang="0">
                      <a:pos x="7" y="4"/>
                    </a:cxn>
                    <a:cxn ang="0">
                      <a:pos x="11" y="0"/>
                    </a:cxn>
                    <a:cxn ang="0">
                      <a:pos x="16" y="1"/>
                    </a:cxn>
                    <a:cxn ang="0">
                      <a:pos x="22" y="4"/>
                    </a:cxn>
                    <a:cxn ang="0">
                      <a:pos x="27" y="12"/>
                    </a:cxn>
                    <a:cxn ang="0">
                      <a:pos x="35" y="17"/>
                    </a:cxn>
                    <a:cxn ang="0">
                      <a:pos x="34" y="21"/>
                    </a:cxn>
                    <a:cxn ang="0">
                      <a:pos x="40" y="26"/>
                    </a:cxn>
                    <a:cxn ang="0">
                      <a:pos x="45" y="27"/>
                    </a:cxn>
                    <a:cxn ang="0">
                      <a:pos x="53" y="24"/>
                    </a:cxn>
                    <a:cxn ang="0">
                      <a:pos x="50" y="30"/>
                    </a:cxn>
                    <a:cxn ang="0">
                      <a:pos x="50" y="38"/>
                    </a:cxn>
                    <a:cxn ang="0">
                      <a:pos x="56" y="47"/>
                    </a:cxn>
                    <a:cxn ang="0">
                      <a:pos x="57" y="54"/>
                    </a:cxn>
                    <a:cxn ang="0">
                      <a:pos x="52" y="61"/>
                    </a:cxn>
                    <a:cxn ang="0">
                      <a:pos x="53" y="66"/>
                    </a:cxn>
                    <a:cxn ang="0">
                      <a:pos x="46" y="68"/>
                    </a:cxn>
                    <a:cxn ang="0">
                      <a:pos x="38" y="68"/>
                    </a:cxn>
                    <a:cxn ang="0">
                      <a:pos x="33" y="70"/>
                    </a:cxn>
                    <a:cxn ang="0">
                      <a:pos x="30" y="74"/>
                    </a:cxn>
                    <a:cxn ang="0">
                      <a:pos x="27" y="74"/>
                    </a:cxn>
                    <a:cxn ang="0">
                      <a:pos x="27" y="68"/>
                    </a:cxn>
                    <a:cxn ang="0">
                      <a:pos x="23" y="65"/>
                    </a:cxn>
                    <a:cxn ang="0">
                      <a:pos x="21" y="61"/>
                    </a:cxn>
                    <a:cxn ang="0">
                      <a:pos x="22" y="58"/>
                    </a:cxn>
                    <a:cxn ang="0">
                      <a:pos x="19" y="54"/>
                    </a:cxn>
                    <a:cxn ang="0">
                      <a:pos x="14" y="53"/>
                    </a:cxn>
                    <a:cxn ang="0">
                      <a:pos x="12" y="49"/>
                    </a:cxn>
                    <a:cxn ang="0">
                      <a:pos x="10" y="45"/>
                    </a:cxn>
                    <a:cxn ang="0">
                      <a:pos x="7" y="38"/>
                    </a:cxn>
                    <a:cxn ang="0">
                      <a:pos x="11" y="38"/>
                    </a:cxn>
                    <a:cxn ang="0">
                      <a:pos x="10" y="35"/>
                    </a:cxn>
                    <a:cxn ang="0">
                      <a:pos x="4" y="31"/>
                    </a:cxn>
                    <a:cxn ang="0">
                      <a:pos x="7" y="26"/>
                    </a:cxn>
                    <a:cxn ang="0">
                      <a:pos x="6" y="21"/>
                    </a:cxn>
                    <a:cxn ang="0">
                      <a:pos x="3" y="21"/>
                    </a:cxn>
                    <a:cxn ang="0">
                      <a:pos x="6" y="17"/>
                    </a:cxn>
                    <a:cxn ang="0">
                      <a:pos x="7" y="17"/>
                    </a:cxn>
                    <a:cxn ang="0">
                      <a:pos x="3" y="15"/>
                    </a:cxn>
                    <a:cxn ang="0">
                      <a:pos x="0" y="7"/>
                    </a:cxn>
                  </a:cxnLst>
                  <a:rect l="0" t="0" r="r" b="b"/>
                  <a:pathLst>
                    <a:path w="57" h="76">
                      <a:moveTo>
                        <a:pt x="0" y="7"/>
                      </a:moveTo>
                      <a:lnTo>
                        <a:pt x="1" y="5"/>
                      </a:lnTo>
                      <a:lnTo>
                        <a:pt x="6" y="4"/>
                      </a:lnTo>
                      <a:lnTo>
                        <a:pt x="7" y="4"/>
                      </a:lnTo>
                      <a:lnTo>
                        <a:pt x="8" y="2"/>
                      </a:lnTo>
                      <a:lnTo>
                        <a:pt x="11" y="0"/>
                      </a:lnTo>
                      <a:lnTo>
                        <a:pt x="14" y="0"/>
                      </a:lnTo>
                      <a:lnTo>
                        <a:pt x="16" y="1"/>
                      </a:lnTo>
                      <a:lnTo>
                        <a:pt x="22" y="2"/>
                      </a:lnTo>
                      <a:lnTo>
                        <a:pt x="22" y="4"/>
                      </a:lnTo>
                      <a:lnTo>
                        <a:pt x="27" y="9"/>
                      </a:lnTo>
                      <a:lnTo>
                        <a:pt x="27" y="12"/>
                      </a:lnTo>
                      <a:lnTo>
                        <a:pt x="31" y="13"/>
                      </a:lnTo>
                      <a:lnTo>
                        <a:pt x="35" y="17"/>
                      </a:lnTo>
                      <a:lnTo>
                        <a:pt x="34" y="20"/>
                      </a:lnTo>
                      <a:lnTo>
                        <a:pt x="34" y="21"/>
                      </a:lnTo>
                      <a:lnTo>
                        <a:pt x="38" y="23"/>
                      </a:lnTo>
                      <a:lnTo>
                        <a:pt x="40" y="26"/>
                      </a:lnTo>
                      <a:lnTo>
                        <a:pt x="44" y="24"/>
                      </a:lnTo>
                      <a:lnTo>
                        <a:pt x="45" y="27"/>
                      </a:lnTo>
                      <a:lnTo>
                        <a:pt x="48" y="23"/>
                      </a:lnTo>
                      <a:lnTo>
                        <a:pt x="53" y="24"/>
                      </a:lnTo>
                      <a:lnTo>
                        <a:pt x="50" y="27"/>
                      </a:lnTo>
                      <a:lnTo>
                        <a:pt x="50" y="30"/>
                      </a:lnTo>
                      <a:lnTo>
                        <a:pt x="52" y="35"/>
                      </a:lnTo>
                      <a:lnTo>
                        <a:pt x="50" y="38"/>
                      </a:lnTo>
                      <a:lnTo>
                        <a:pt x="52" y="43"/>
                      </a:lnTo>
                      <a:lnTo>
                        <a:pt x="56" y="47"/>
                      </a:lnTo>
                      <a:lnTo>
                        <a:pt x="57" y="51"/>
                      </a:lnTo>
                      <a:lnTo>
                        <a:pt x="57" y="54"/>
                      </a:lnTo>
                      <a:lnTo>
                        <a:pt x="52" y="58"/>
                      </a:lnTo>
                      <a:lnTo>
                        <a:pt x="52" y="61"/>
                      </a:lnTo>
                      <a:lnTo>
                        <a:pt x="53" y="64"/>
                      </a:lnTo>
                      <a:lnTo>
                        <a:pt x="53" y="66"/>
                      </a:lnTo>
                      <a:lnTo>
                        <a:pt x="50" y="66"/>
                      </a:lnTo>
                      <a:lnTo>
                        <a:pt x="46" y="68"/>
                      </a:lnTo>
                      <a:lnTo>
                        <a:pt x="44" y="66"/>
                      </a:lnTo>
                      <a:lnTo>
                        <a:pt x="38" y="68"/>
                      </a:lnTo>
                      <a:lnTo>
                        <a:pt x="35" y="69"/>
                      </a:lnTo>
                      <a:lnTo>
                        <a:pt x="33" y="70"/>
                      </a:lnTo>
                      <a:lnTo>
                        <a:pt x="30" y="72"/>
                      </a:lnTo>
                      <a:lnTo>
                        <a:pt x="30" y="74"/>
                      </a:lnTo>
                      <a:lnTo>
                        <a:pt x="29" y="76"/>
                      </a:lnTo>
                      <a:lnTo>
                        <a:pt x="27" y="74"/>
                      </a:lnTo>
                      <a:lnTo>
                        <a:pt x="27" y="69"/>
                      </a:lnTo>
                      <a:lnTo>
                        <a:pt x="27" y="68"/>
                      </a:lnTo>
                      <a:lnTo>
                        <a:pt x="25" y="66"/>
                      </a:lnTo>
                      <a:lnTo>
                        <a:pt x="23" y="65"/>
                      </a:lnTo>
                      <a:lnTo>
                        <a:pt x="21" y="62"/>
                      </a:lnTo>
                      <a:lnTo>
                        <a:pt x="21" y="61"/>
                      </a:lnTo>
                      <a:lnTo>
                        <a:pt x="21" y="60"/>
                      </a:lnTo>
                      <a:lnTo>
                        <a:pt x="22" y="58"/>
                      </a:lnTo>
                      <a:lnTo>
                        <a:pt x="22" y="55"/>
                      </a:lnTo>
                      <a:lnTo>
                        <a:pt x="19" y="54"/>
                      </a:lnTo>
                      <a:lnTo>
                        <a:pt x="16" y="53"/>
                      </a:lnTo>
                      <a:lnTo>
                        <a:pt x="14" y="53"/>
                      </a:lnTo>
                      <a:lnTo>
                        <a:pt x="12" y="51"/>
                      </a:lnTo>
                      <a:lnTo>
                        <a:pt x="12" y="49"/>
                      </a:lnTo>
                      <a:lnTo>
                        <a:pt x="8" y="46"/>
                      </a:lnTo>
                      <a:lnTo>
                        <a:pt x="10" y="45"/>
                      </a:lnTo>
                      <a:lnTo>
                        <a:pt x="7" y="40"/>
                      </a:lnTo>
                      <a:lnTo>
                        <a:pt x="7" y="38"/>
                      </a:lnTo>
                      <a:lnTo>
                        <a:pt x="8" y="36"/>
                      </a:lnTo>
                      <a:lnTo>
                        <a:pt x="11" y="38"/>
                      </a:lnTo>
                      <a:lnTo>
                        <a:pt x="11" y="36"/>
                      </a:lnTo>
                      <a:lnTo>
                        <a:pt x="10" y="35"/>
                      </a:lnTo>
                      <a:lnTo>
                        <a:pt x="8" y="35"/>
                      </a:lnTo>
                      <a:lnTo>
                        <a:pt x="4" y="31"/>
                      </a:lnTo>
                      <a:lnTo>
                        <a:pt x="3" y="30"/>
                      </a:lnTo>
                      <a:lnTo>
                        <a:pt x="7" y="26"/>
                      </a:lnTo>
                      <a:lnTo>
                        <a:pt x="7" y="21"/>
                      </a:lnTo>
                      <a:lnTo>
                        <a:pt x="6" y="21"/>
                      </a:lnTo>
                      <a:lnTo>
                        <a:pt x="4" y="23"/>
                      </a:lnTo>
                      <a:lnTo>
                        <a:pt x="3" y="21"/>
                      </a:lnTo>
                      <a:lnTo>
                        <a:pt x="3" y="19"/>
                      </a:lnTo>
                      <a:lnTo>
                        <a:pt x="6" y="17"/>
                      </a:lnTo>
                      <a:lnTo>
                        <a:pt x="7" y="17"/>
                      </a:lnTo>
                      <a:lnTo>
                        <a:pt x="7" y="17"/>
                      </a:lnTo>
                      <a:lnTo>
                        <a:pt x="4" y="16"/>
                      </a:lnTo>
                      <a:lnTo>
                        <a:pt x="3" y="15"/>
                      </a:lnTo>
                      <a:lnTo>
                        <a:pt x="1" y="12"/>
                      </a:lnTo>
                      <a:lnTo>
                        <a:pt x="0" y="7"/>
                      </a:lnTo>
                      <a:lnTo>
                        <a:pt x="0" y="7"/>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2" name="Freeform 886"/>
                <p:cNvSpPr>
                  <a:spLocks/>
                </p:cNvSpPr>
                <p:nvPr/>
              </p:nvSpPr>
              <p:spPr bwMode="auto">
                <a:xfrm>
                  <a:off x="5043495" y="3338376"/>
                  <a:ext cx="46910" cy="58168"/>
                </a:xfrm>
                <a:custGeom>
                  <a:avLst/>
                  <a:gdLst/>
                  <a:ahLst/>
                  <a:cxnLst>
                    <a:cxn ang="0">
                      <a:pos x="13" y="31"/>
                    </a:cxn>
                    <a:cxn ang="0">
                      <a:pos x="13" y="26"/>
                    </a:cxn>
                    <a:cxn ang="0">
                      <a:pos x="14" y="22"/>
                    </a:cxn>
                    <a:cxn ang="0">
                      <a:pos x="18" y="19"/>
                    </a:cxn>
                    <a:cxn ang="0">
                      <a:pos x="18" y="19"/>
                    </a:cxn>
                    <a:cxn ang="0">
                      <a:pos x="21" y="22"/>
                    </a:cxn>
                    <a:cxn ang="0">
                      <a:pos x="22" y="19"/>
                    </a:cxn>
                    <a:cxn ang="0">
                      <a:pos x="24" y="17"/>
                    </a:cxn>
                    <a:cxn ang="0">
                      <a:pos x="25" y="15"/>
                    </a:cxn>
                    <a:cxn ang="0">
                      <a:pos x="25" y="12"/>
                    </a:cxn>
                    <a:cxn ang="0">
                      <a:pos x="22" y="11"/>
                    </a:cxn>
                    <a:cxn ang="0">
                      <a:pos x="19" y="10"/>
                    </a:cxn>
                    <a:cxn ang="0">
                      <a:pos x="17" y="10"/>
                    </a:cxn>
                    <a:cxn ang="0">
                      <a:pos x="15" y="8"/>
                    </a:cxn>
                    <a:cxn ang="0">
                      <a:pos x="15" y="6"/>
                    </a:cxn>
                    <a:cxn ang="0">
                      <a:pos x="11" y="3"/>
                    </a:cxn>
                    <a:cxn ang="0">
                      <a:pos x="11" y="3"/>
                    </a:cxn>
                    <a:cxn ang="0">
                      <a:pos x="10" y="2"/>
                    </a:cxn>
                    <a:cxn ang="0">
                      <a:pos x="6" y="0"/>
                    </a:cxn>
                    <a:cxn ang="0">
                      <a:pos x="4" y="2"/>
                    </a:cxn>
                    <a:cxn ang="0">
                      <a:pos x="4" y="3"/>
                    </a:cxn>
                    <a:cxn ang="0">
                      <a:pos x="7" y="6"/>
                    </a:cxn>
                    <a:cxn ang="0">
                      <a:pos x="9" y="7"/>
                    </a:cxn>
                    <a:cxn ang="0">
                      <a:pos x="6" y="8"/>
                    </a:cxn>
                    <a:cxn ang="0">
                      <a:pos x="4" y="8"/>
                    </a:cxn>
                    <a:cxn ang="0">
                      <a:pos x="3" y="11"/>
                    </a:cxn>
                    <a:cxn ang="0">
                      <a:pos x="3" y="15"/>
                    </a:cxn>
                    <a:cxn ang="0">
                      <a:pos x="2" y="18"/>
                    </a:cxn>
                    <a:cxn ang="0">
                      <a:pos x="0" y="19"/>
                    </a:cxn>
                    <a:cxn ang="0">
                      <a:pos x="0" y="21"/>
                    </a:cxn>
                    <a:cxn ang="0">
                      <a:pos x="3" y="22"/>
                    </a:cxn>
                    <a:cxn ang="0">
                      <a:pos x="9" y="29"/>
                    </a:cxn>
                    <a:cxn ang="0">
                      <a:pos x="10" y="30"/>
                    </a:cxn>
                    <a:cxn ang="0">
                      <a:pos x="13" y="31"/>
                    </a:cxn>
                  </a:cxnLst>
                  <a:rect l="0" t="0" r="r" b="b"/>
                  <a:pathLst>
                    <a:path w="25" h="31">
                      <a:moveTo>
                        <a:pt x="13" y="31"/>
                      </a:moveTo>
                      <a:lnTo>
                        <a:pt x="13" y="26"/>
                      </a:lnTo>
                      <a:lnTo>
                        <a:pt x="14" y="22"/>
                      </a:lnTo>
                      <a:lnTo>
                        <a:pt x="18" y="19"/>
                      </a:lnTo>
                      <a:lnTo>
                        <a:pt x="18" y="19"/>
                      </a:lnTo>
                      <a:lnTo>
                        <a:pt x="21" y="22"/>
                      </a:lnTo>
                      <a:lnTo>
                        <a:pt x="22" y="19"/>
                      </a:lnTo>
                      <a:lnTo>
                        <a:pt x="24" y="17"/>
                      </a:lnTo>
                      <a:lnTo>
                        <a:pt x="25" y="15"/>
                      </a:lnTo>
                      <a:lnTo>
                        <a:pt x="25" y="12"/>
                      </a:lnTo>
                      <a:lnTo>
                        <a:pt x="22" y="11"/>
                      </a:lnTo>
                      <a:lnTo>
                        <a:pt x="19" y="10"/>
                      </a:lnTo>
                      <a:lnTo>
                        <a:pt x="17" y="10"/>
                      </a:lnTo>
                      <a:lnTo>
                        <a:pt x="15" y="8"/>
                      </a:lnTo>
                      <a:lnTo>
                        <a:pt x="15" y="6"/>
                      </a:lnTo>
                      <a:lnTo>
                        <a:pt x="11" y="3"/>
                      </a:lnTo>
                      <a:lnTo>
                        <a:pt x="11" y="3"/>
                      </a:lnTo>
                      <a:lnTo>
                        <a:pt x="10" y="2"/>
                      </a:lnTo>
                      <a:lnTo>
                        <a:pt x="6" y="0"/>
                      </a:lnTo>
                      <a:lnTo>
                        <a:pt x="4" y="2"/>
                      </a:lnTo>
                      <a:lnTo>
                        <a:pt x="4" y="3"/>
                      </a:lnTo>
                      <a:lnTo>
                        <a:pt x="7" y="6"/>
                      </a:lnTo>
                      <a:lnTo>
                        <a:pt x="9" y="7"/>
                      </a:lnTo>
                      <a:lnTo>
                        <a:pt x="6" y="8"/>
                      </a:lnTo>
                      <a:lnTo>
                        <a:pt x="4" y="8"/>
                      </a:lnTo>
                      <a:lnTo>
                        <a:pt x="3" y="11"/>
                      </a:lnTo>
                      <a:lnTo>
                        <a:pt x="3" y="15"/>
                      </a:lnTo>
                      <a:lnTo>
                        <a:pt x="2" y="18"/>
                      </a:lnTo>
                      <a:lnTo>
                        <a:pt x="0" y="19"/>
                      </a:lnTo>
                      <a:lnTo>
                        <a:pt x="0" y="21"/>
                      </a:lnTo>
                      <a:lnTo>
                        <a:pt x="3" y="22"/>
                      </a:lnTo>
                      <a:lnTo>
                        <a:pt x="9" y="29"/>
                      </a:lnTo>
                      <a:lnTo>
                        <a:pt x="10" y="30"/>
                      </a:lnTo>
                      <a:lnTo>
                        <a:pt x="13" y="3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3" name="Freeform 888"/>
                <p:cNvSpPr>
                  <a:spLocks noEditPoints="1"/>
                </p:cNvSpPr>
                <p:nvPr/>
              </p:nvSpPr>
              <p:spPr bwMode="auto">
                <a:xfrm>
                  <a:off x="4915901" y="3252063"/>
                  <a:ext cx="146358" cy="112583"/>
                </a:xfrm>
                <a:custGeom>
                  <a:avLst/>
                  <a:gdLst/>
                  <a:ahLst/>
                  <a:cxnLst>
                    <a:cxn ang="0">
                      <a:pos x="77" y="20"/>
                    </a:cxn>
                    <a:cxn ang="0">
                      <a:pos x="75" y="19"/>
                    </a:cxn>
                    <a:cxn ang="0">
                      <a:pos x="71" y="10"/>
                    </a:cxn>
                    <a:cxn ang="0">
                      <a:pos x="62" y="10"/>
                    </a:cxn>
                    <a:cxn ang="0">
                      <a:pos x="49" y="5"/>
                    </a:cxn>
                    <a:cxn ang="0">
                      <a:pos x="41" y="0"/>
                    </a:cxn>
                    <a:cxn ang="0">
                      <a:pos x="25" y="10"/>
                    </a:cxn>
                    <a:cxn ang="0">
                      <a:pos x="17" y="16"/>
                    </a:cxn>
                    <a:cxn ang="0">
                      <a:pos x="6" y="18"/>
                    </a:cxn>
                    <a:cxn ang="0">
                      <a:pos x="2" y="23"/>
                    </a:cxn>
                    <a:cxn ang="0">
                      <a:pos x="6" y="29"/>
                    </a:cxn>
                    <a:cxn ang="0">
                      <a:pos x="11" y="18"/>
                    </a:cxn>
                    <a:cxn ang="0">
                      <a:pos x="18" y="23"/>
                    </a:cxn>
                    <a:cxn ang="0">
                      <a:pos x="26" y="35"/>
                    </a:cxn>
                    <a:cxn ang="0">
                      <a:pos x="28" y="37"/>
                    </a:cxn>
                    <a:cxn ang="0">
                      <a:pos x="25" y="42"/>
                    </a:cxn>
                    <a:cxn ang="0">
                      <a:pos x="34" y="46"/>
                    </a:cxn>
                    <a:cxn ang="0">
                      <a:pos x="40" y="50"/>
                    </a:cxn>
                    <a:cxn ang="0">
                      <a:pos x="56" y="58"/>
                    </a:cxn>
                    <a:cxn ang="0">
                      <a:pos x="53" y="60"/>
                    </a:cxn>
                    <a:cxn ang="0">
                      <a:pos x="58" y="58"/>
                    </a:cxn>
                    <a:cxn ang="0">
                      <a:pos x="36" y="35"/>
                    </a:cxn>
                    <a:cxn ang="0">
                      <a:pos x="34" y="30"/>
                    </a:cxn>
                    <a:cxn ang="0">
                      <a:pos x="29" y="24"/>
                    </a:cxn>
                    <a:cxn ang="0">
                      <a:pos x="32" y="18"/>
                    </a:cxn>
                    <a:cxn ang="0">
                      <a:pos x="37" y="22"/>
                    </a:cxn>
                    <a:cxn ang="0">
                      <a:pos x="43" y="20"/>
                    </a:cxn>
                    <a:cxn ang="0">
                      <a:pos x="47" y="19"/>
                    </a:cxn>
                    <a:cxn ang="0">
                      <a:pos x="52" y="20"/>
                    </a:cxn>
                    <a:cxn ang="0">
                      <a:pos x="59" y="20"/>
                    </a:cxn>
                    <a:cxn ang="0">
                      <a:pos x="67" y="22"/>
                    </a:cxn>
                    <a:cxn ang="0">
                      <a:pos x="74" y="24"/>
                    </a:cxn>
                    <a:cxn ang="0">
                      <a:pos x="44" y="58"/>
                    </a:cxn>
                    <a:cxn ang="0">
                      <a:pos x="47" y="60"/>
                    </a:cxn>
                    <a:cxn ang="0">
                      <a:pos x="41" y="54"/>
                    </a:cxn>
                    <a:cxn ang="0">
                      <a:pos x="41" y="54"/>
                    </a:cxn>
                    <a:cxn ang="0">
                      <a:pos x="47" y="52"/>
                    </a:cxn>
                    <a:cxn ang="0">
                      <a:pos x="43" y="53"/>
                    </a:cxn>
                    <a:cxn ang="0">
                      <a:pos x="21" y="34"/>
                    </a:cxn>
                    <a:cxn ang="0">
                      <a:pos x="24" y="37"/>
                    </a:cxn>
                    <a:cxn ang="0">
                      <a:pos x="18" y="30"/>
                    </a:cxn>
                    <a:cxn ang="0">
                      <a:pos x="18" y="30"/>
                    </a:cxn>
                    <a:cxn ang="0">
                      <a:pos x="22" y="41"/>
                    </a:cxn>
                    <a:cxn ang="0">
                      <a:pos x="20" y="38"/>
                    </a:cxn>
                    <a:cxn ang="0">
                      <a:pos x="18" y="37"/>
                    </a:cxn>
                    <a:cxn ang="0">
                      <a:pos x="10" y="26"/>
                    </a:cxn>
                    <a:cxn ang="0">
                      <a:pos x="14" y="33"/>
                    </a:cxn>
                    <a:cxn ang="0">
                      <a:pos x="10" y="26"/>
                    </a:cxn>
                    <a:cxn ang="0">
                      <a:pos x="17" y="26"/>
                    </a:cxn>
                    <a:cxn ang="0">
                      <a:pos x="11" y="26"/>
                    </a:cxn>
                    <a:cxn ang="0">
                      <a:pos x="13" y="20"/>
                    </a:cxn>
                  </a:cxnLst>
                  <a:rect l="0" t="0" r="r" b="b"/>
                  <a:pathLst>
                    <a:path w="78" h="60">
                      <a:moveTo>
                        <a:pt x="74" y="24"/>
                      </a:moveTo>
                      <a:lnTo>
                        <a:pt x="74" y="22"/>
                      </a:lnTo>
                      <a:lnTo>
                        <a:pt x="77" y="20"/>
                      </a:lnTo>
                      <a:lnTo>
                        <a:pt x="78" y="20"/>
                      </a:lnTo>
                      <a:lnTo>
                        <a:pt x="78" y="20"/>
                      </a:lnTo>
                      <a:lnTo>
                        <a:pt x="75" y="19"/>
                      </a:lnTo>
                      <a:lnTo>
                        <a:pt x="74" y="18"/>
                      </a:lnTo>
                      <a:lnTo>
                        <a:pt x="72" y="15"/>
                      </a:lnTo>
                      <a:lnTo>
                        <a:pt x="71" y="10"/>
                      </a:lnTo>
                      <a:lnTo>
                        <a:pt x="70" y="10"/>
                      </a:lnTo>
                      <a:lnTo>
                        <a:pt x="67" y="12"/>
                      </a:lnTo>
                      <a:lnTo>
                        <a:pt x="62" y="10"/>
                      </a:lnTo>
                      <a:lnTo>
                        <a:pt x="55" y="10"/>
                      </a:lnTo>
                      <a:lnTo>
                        <a:pt x="52" y="7"/>
                      </a:lnTo>
                      <a:lnTo>
                        <a:pt x="49" y="5"/>
                      </a:lnTo>
                      <a:lnTo>
                        <a:pt x="43" y="0"/>
                      </a:lnTo>
                      <a:lnTo>
                        <a:pt x="41" y="0"/>
                      </a:lnTo>
                      <a:lnTo>
                        <a:pt x="41" y="0"/>
                      </a:lnTo>
                      <a:lnTo>
                        <a:pt x="34" y="0"/>
                      </a:lnTo>
                      <a:lnTo>
                        <a:pt x="26" y="5"/>
                      </a:lnTo>
                      <a:lnTo>
                        <a:pt x="25" y="10"/>
                      </a:lnTo>
                      <a:lnTo>
                        <a:pt x="21" y="11"/>
                      </a:lnTo>
                      <a:lnTo>
                        <a:pt x="20" y="16"/>
                      </a:lnTo>
                      <a:lnTo>
                        <a:pt x="17" y="16"/>
                      </a:lnTo>
                      <a:lnTo>
                        <a:pt x="11" y="14"/>
                      </a:lnTo>
                      <a:lnTo>
                        <a:pt x="9" y="15"/>
                      </a:lnTo>
                      <a:lnTo>
                        <a:pt x="6" y="18"/>
                      </a:lnTo>
                      <a:lnTo>
                        <a:pt x="0" y="18"/>
                      </a:lnTo>
                      <a:lnTo>
                        <a:pt x="0" y="18"/>
                      </a:lnTo>
                      <a:lnTo>
                        <a:pt x="2" y="23"/>
                      </a:lnTo>
                      <a:lnTo>
                        <a:pt x="5" y="27"/>
                      </a:lnTo>
                      <a:lnTo>
                        <a:pt x="5" y="27"/>
                      </a:lnTo>
                      <a:lnTo>
                        <a:pt x="6" y="29"/>
                      </a:lnTo>
                      <a:lnTo>
                        <a:pt x="9" y="23"/>
                      </a:lnTo>
                      <a:lnTo>
                        <a:pt x="10" y="20"/>
                      </a:lnTo>
                      <a:lnTo>
                        <a:pt x="11" y="18"/>
                      </a:lnTo>
                      <a:lnTo>
                        <a:pt x="15" y="18"/>
                      </a:lnTo>
                      <a:lnTo>
                        <a:pt x="15" y="20"/>
                      </a:lnTo>
                      <a:lnTo>
                        <a:pt x="18" y="23"/>
                      </a:lnTo>
                      <a:lnTo>
                        <a:pt x="20" y="27"/>
                      </a:lnTo>
                      <a:lnTo>
                        <a:pt x="21" y="31"/>
                      </a:lnTo>
                      <a:lnTo>
                        <a:pt x="26" y="35"/>
                      </a:lnTo>
                      <a:lnTo>
                        <a:pt x="26" y="35"/>
                      </a:lnTo>
                      <a:lnTo>
                        <a:pt x="29" y="38"/>
                      </a:lnTo>
                      <a:lnTo>
                        <a:pt x="28" y="37"/>
                      </a:lnTo>
                      <a:lnTo>
                        <a:pt x="25" y="37"/>
                      </a:lnTo>
                      <a:lnTo>
                        <a:pt x="24" y="39"/>
                      </a:lnTo>
                      <a:lnTo>
                        <a:pt x="25" y="42"/>
                      </a:lnTo>
                      <a:lnTo>
                        <a:pt x="28" y="42"/>
                      </a:lnTo>
                      <a:lnTo>
                        <a:pt x="32" y="45"/>
                      </a:lnTo>
                      <a:lnTo>
                        <a:pt x="34" y="46"/>
                      </a:lnTo>
                      <a:lnTo>
                        <a:pt x="36" y="49"/>
                      </a:lnTo>
                      <a:lnTo>
                        <a:pt x="37" y="50"/>
                      </a:lnTo>
                      <a:lnTo>
                        <a:pt x="40" y="50"/>
                      </a:lnTo>
                      <a:lnTo>
                        <a:pt x="47" y="50"/>
                      </a:lnTo>
                      <a:lnTo>
                        <a:pt x="49" y="52"/>
                      </a:lnTo>
                      <a:lnTo>
                        <a:pt x="56" y="58"/>
                      </a:lnTo>
                      <a:lnTo>
                        <a:pt x="55" y="60"/>
                      </a:lnTo>
                      <a:lnTo>
                        <a:pt x="51" y="57"/>
                      </a:lnTo>
                      <a:lnTo>
                        <a:pt x="53" y="60"/>
                      </a:lnTo>
                      <a:lnTo>
                        <a:pt x="56" y="60"/>
                      </a:lnTo>
                      <a:lnTo>
                        <a:pt x="56" y="60"/>
                      </a:lnTo>
                      <a:lnTo>
                        <a:pt x="58" y="58"/>
                      </a:lnTo>
                      <a:lnTo>
                        <a:pt x="47" y="46"/>
                      </a:lnTo>
                      <a:lnTo>
                        <a:pt x="36" y="37"/>
                      </a:lnTo>
                      <a:lnTo>
                        <a:pt x="36" y="35"/>
                      </a:lnTo>
                      <a:lnTo>
                        <a:pt x="36" y="34"/>
                      </a:lnTo>
                      <a:lnTo>
                        <a:pt x="34" y="31"/>
                      </a:lnTo>
                      <a:lnTo>
                        <a:pt x="34" y="30"/>
                      </a:lnTo>
                      <a:lnTo>
                        <a:pt x="30" y="26"/>
                      </a:lnTo>
                      <a:lnTo>
                        <a:pt x="29" y="26"/>
                      </a:lnTo>
                      <a:lnTo>
                        <a:pt x="29" y="24"/>
                      </a:lnTo>
                      <a:lnTo>
                        <a:pt x="30" y="23"/>
                      </a:lnTo>
                      <a:lnTo>
                        <a:pt x="30" y="19"/>
                      </a:lnTo>
                      <a:lnTo>
                        <a:pt x="32" y="18"/>
                      </a:lnTo>
                      <a:lnTo>
                        <a:pt x="34" y="20"/>
                      </a:lnTo>
                      <a:lnTo>
                        <a:pt x="36" y="22"/>
                      </a:lnTo>
                      <a:lnTo>
                        <a:pt x="37" y="22"/>
                      </a:lnTo>
                      <a:lnTo>
                        <a:pt x="37" y="20"/>
                      </a:lnTo>
                      <a:lnTo>
                        <a:pt x="40" y="19"/>
                      </a:lnTo>
                      <a:lnTo>
                        <a:pt x="43" y="20"/>
                      </a:lnTo>
                      <a:lnTo>
                        <a:pt x="44" y="18"/>
                      </a:lnTo>
                      <a:lnTo>
                        <a:pt x="45" y="19"/>
                      </a:lnTo>
                      <a:lnTo>
                        <a:pt x="47" y="19"/>
                      </a:lnTo>
                      <a:lnTo>
                        <a:pt x="49" y="19"/>
                      </a:lnTo>
                      <a:lnTo>
                        <a:pt x="51" y="22"/>
                      </a:lnTo>
                      <a:lnTo>
                        <a:pt x="52" y="20"/>
                      </a:lnTo>
                      <a:lnTo>
                        <a:pt x="55" y="20"/>
                      </a:lnTo>
                      <a:lnTo>
                        <a:pt x="58" y="20"/>
                      </a:lnTo>
                      <a:lnTo>
                        <a:pt x="59" y="20"/>
                      </a:lnTo>
                      <a:lnTo>
                        <a:pt x="62" y="20"/>
                      </a:lnTo>
                      <a:lnTo>
                        <a:pt x="64" y="22"/>
                      </a:lnTo>
                      <a:lnTo>
                        <a:pt x="67" y="22"/>
                      </a:lnTo>
                      <a:lnTo>
                        <a:pt x="70" y="24"/>
                      </a:lnTo>
                      <a:lnTo>
                        <a:pt x="74" y="24"/>
                      </a:lnTo>
                      <a:lnTo>
                        <a:pt x="74" y="24"/>
                      </a:lnTo>
                      <a:lnTo>
                        <a:pt x="74" y="24"/>
                      </a:lnTo>
                      <a:close/>
                      <a:moveTo>
                        <a:pt x="44" y="58"/>
                      </a:moveTo>
                      <a:lnTo>
                        <a:pt x="44" y="58"/>
                      </a:lnTo>
                      <a:lnTo>
                        <a:pt x="49" y="58"/>
                      </a:lnTo>
                      <a:lnTo>
                        <a:pt x="51" y="60"/>
                      </a:lnTo>
                      <a:lnTo>
                        <a:pt x="47" y="60"/>
                      </a:lnTo>
                      <a:lnTo>
                        <a:pt x="44" y="58"/>
                      </a:lnTo>
                      <a:lnTo>
                        <a:pt x="44" y="58"/>
                      </a:lnTo>
                      <a:close/>
                      <a:moveTo>
                        <a:pt x="41" y="54"/>
                      </a:moveTo>
                      <a:lnTo>
                        <a:pt x="48" y="56"/>
                      </a:lnTo>
                      <a:lnTo>
                        <a:pt x="45" y="57"/>
                      </a:lnTo>
                      <a:lnTo>
                        <a:pt x="41" y="54"/>
                      </a:lnTo>
                      <a:lnTo>
                        <a:pt x="41" y="54"/>
                      </a:lnTo>
                      <a:close/>
                      <a:moveTo>
                        <a:pt x="41" y="52"/>
                      </a:moveTo>
                      <a:lnTo>
                        <a:pt x="47" y="52"/>
                      </a:lnTo>
                      <a:lnTo>
                        <a:pt x="48" y="53"/>
                      </a:lnTo>
                      <a:lnTo>
                        <a:pt x="45" y="54"/>
                      </a:lnTo>
                      <a:lnTo>
                        <a:pt x="43" y="53"/>
                      </a:lnTo>
                      <a:lnTo>
                        <a:pt x="41" y="52"/>
                      </a:lnTo>
                      <a:lnTo>
                        <a:pt x="41" y="52"/>
                      </a:lnTo>
                      <a:close/>
                      <a:moveTo>
                        <a:pt x="21" y="34"/>
                      </a:moveTo>
                      <a:lnTo>
                        <a:pt x="22" y="34"/>
                      </a:lnTo>
                      <a:lnTo>
                        <a:pt x="25" y="37"/>
                      </a:lnTo>
                      <a:lnTo>
                        <a:pt x="24" y="37"/>
                      </a:lnTo>
                      <a:lnTo>
                        <a:pt x="21" y="34"/>
                      </a:lnTo>
                      <a:lnTo>
                        <a:pt x="21" y="34"/>
                      </a:lnTo>
                      <a:close/>
                      <a:moveTo>
                        <a:pt x="18" y="30"/>
                      </a:moveTo>
                      <a:lnTo>
                        <a:pt x="21" y="33"/>
                      </a:lnTo>
                      <a:lnTo>
                        <a:pt x="18" y="31"/>
                      </a:lnTo>
                      <a:lnTo>
                        <a:pt x="18" y="30"/>
                      </a:lnTo>
                      <a:lnTo>
                        <a:pt x="18" y="30"/>
                      </a:lnTo>
                      <a:close/>
                      <a:moveTo>
                        <a:pt x="20" y="38"/>
                      </a:moveTo>
                      <a:lnTo>
                        <a:pt x="22" y="41"/>
                      </a:lnTo>
                      <a:lnTo>
                        <a:pt x="22" y="43"/>
                      </a:lnTo>
                      <a:lnTo>
                        <a:pt x="20" y="38"/>
                      </a:lnTo>
                      <a:lnTo>
                        <a:pt x="20" y="38"/>
                      </a:lnTo>
                      <a:close/>
                      <a:moveTo>
                        <a:pt x="15" y="34"/>
                      </a:moveTo>
                      <a:lnTo>
                        <a:pt x="18" y="34"/>
                      </a:lnTo>
                      <a:lnTo>
                        <a:pt x="18" y="37"/>
                      </a:lnTo>
                      <a:lnTo>
                        <a:pt x="15" y="34"/>
                      </a:lnTo>
                      <a:lnTo>
                        <a:pt x="15" y="34"/>
                      </a:lnTo>
                      <a:close/>
                      <a:moveTo>
                        <a:pt x="10" y="26"/>
                      </a:moveTo>
                      <a:lnTo>
                        <a:pt x="14" y="29"/>
                      </a:lnTo>
                      <a:lnTo>
                        <a:pt x="15" y="33"/>
                      </a:lnTo>
                      <a:lnTo>
                        <a:pt x="14" y="33"/>
                      </a:lnTo>
                      <a:lnTo>
                        <a:pt x="11" y="30"/>
                      </a:lnTo>
                      <a:lnTo>
                        <a:pt x="13" y="29"/>
                      </a:lnTo>
                      <a:lnTo>
                        <a:pt x="10" y="26"/>
                      </a:lnTo>
                      <a:lnTo>
                        <a:pt x="10" y="26"/>
                      </a:lnTo>
                      <a:close/>
                      <a:moveTo>
                        <a:pt x="13" y="20"/>
                      </a:moveTo>
                      <a:lnTo>
                        <a:pt x="17" y="26"/>
                      </a:lnTo>
                      <a:lnTo>
                        <a:pt x="15" y="27"/>
                      </a:lnTo>
                      <a:lnTo>
                        <a:pt x="14" y="26"/>
                      </a:lnTo>
                      <a:lnTo>
                        <a:pt x="11" y="26"/>
                      </a:lnTo>
                      <a:lnTo>
                        <a:pt x="11" y="22"/>
                      </a:lnTo>
                      <a:lnTo>
                        <a:pt x="11" y="22"/>
                      </a:lnTo>
                      <a:lnTo>
                        <a:pt x="13" y="20"/>
                      </a:lnTo>
                      <a:lnTo>
                        <a:pt x="13" y="2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4" name="Freeform 889"/>
                <p:cNvSpPr>
                  <a:spLocks noEditPoints="1"/>
                </p:cNvSpPr>
                <p:nvPr/>
              </p:nvSpPr>
              <p:spPr bwMode="auto">
                <a:xfrm>
                  <a:off x="4915901" y="3252063"/>
                  <a:ext cx="146358" cy="112583"/>
                </a:xfrm>
                <a:custGeom>
                  <a:avLst/>
                  <a:gdLst/>
                  <a:ahLst/>
                  <a:cxnLst>
                    <a:cxn ang="0">
                      <a:pos x="77" y="20"/>
                    </a:cxn>
                    <a:cxn ang="0">
                      <a:pos x="75" y="19"/>
                    </a:cxn>
                    <a:cxn ang="0">
                      <a:pos x="71" y="10"/>
                    </a:cxn>
                    <a:cxn ang="0">
                      <a:pos x="62" y="10"/>
                    </a:cxn>
                    <a:cxn ang="0">
                      <a:pos x="49" y="5"/>
                    </a:cxn>
                    <a:cxn ang="0">
                      <a:pos x="41" y="0"/>
                    </a:cxn>
                    <a:cxn ang="0">
                      <a:pos x="25" y="10"/>
                    </a:cxn>
                    <a:cxn ang="0">
                      <a:pos x="17" y="16"/>
                    </a:cxn>
                    <a:cxn ang="0">
                      <a:pos x="6" y="18"/>
                    </a:cxn>
                    <a:cxn ang="0">
                      <a:pos x="2" y="23"/>
                    </a:cxn>
                    <a:cxn ang="0">
                      <a:pos x="6" y="29"/>
                    </a:cxn>
                    <a:cxn ang="0">
                      <a:pos x="11" y="18"/>
                    </a:cxn>
                    <a:cxn ang="0">
                      <a:pos x="18" y="23"/>
                    </a:cxn>
                    <a:cxn ang="0">
                      <a:pos x="26" y="35"/>
                    </a:cxn>
                    <a:cxn ang="0">
                      <a:pos x="28" y="37"/>
                    </a:cxn>
                    <a:cxn ang="0">
                      <a:pos x="25" y="42"/>
                    </a:cxn>
                    <a:cxn ang="0">
                      <a:pos x="34" y="46"/>
                    </a:cxn>
                    <a:cxn ang="0">
                      <a:pos x="40" y="50"/>
                    </a:cxn>
                    <a:cxn ang="0">
                      <a:pos x="56" y="58"/>
                    </a:cxn>
                    <a:cxn ang="0">
                      <a:pos x="53" y="60"/>
                    </a:cxn>
                    <a:cxn ang="0">
                      <a:pos x="58" y="58"/>
                    </a:cxn>
                    <a:cxn ang="0">
                      <a:pos x="36" y="35"/>
                    </a:cxn>
                    <a:cxn ang="0">
                      <a:pos x="34" y="30"/>
                    </a:cxn>
                    <a:cxn ang="0">
                      <a:pos x="29" y="24"/>
                    </a:cxn>
                    <a:cxn ang="0">
                      <a:pos x="32" y="18"/>
                    </a:cxn>
                    <a:cxn ang="0">
                      <a:pos x="37" y="22"/>
                    </a:cxn>
                    <a:cxn ang="0">
                      <a:pos x="43" y="20"/>
                    </a:cxn>
                    <a:cxn ang="0">
                      <a:pos x="47" y="19"/>
                    </a:cxn>
                    <a:cxn ang="0">
                      <a:pos x="52" y="20"/>
                    </a:cxn>
                    <a:cxn ang="0">
                      <a:pos x="59" y="20"/>
                    </a:cxn>
                    <a:cxn ang="0">
                      <a:pos x="67" y="22"/>
                    </a:cxn>
                    <a:cxn ang="0">
                      <a:pos x="74" y="24"/>
                    </a:cxn>
                    <a:cxn ang="0">
                      <a:pos x="44" y="58"/>
                    </a:cxn>
                    <a:cxn ang="0">
                      <a:pos x="47" y="60"/>
                    </a:cxn>
                    <a:cxn ang="0">
                      <a:pos x="41" y="54"/>
                    </a:cxn>
                    <a:cxn ang="0">
                      <a:pos x="41" y="54"/>
                    </a:cxn>
                    <a:cxn ang="0">
                      <a:pos x="47" y="52"/>
                    </a:cxn>
                    <a:cxn ang="0">
                      <a:pos x="43" y="53"/>
                    </a:cxn>
                    <a:cxn ang="0">
                      <a:pos x="21" y="34"/>
                    </a:cxn>
                    <a:cxn ang="0">
                      <a:pos x="24" y="37"/>
                    </a:cxn>
                    <a:cxn ang="0">
                      <a:pos x="18" y="30"/>
                    </a:cxn>
                    <a:cxn ang="0">
                      <a:pos x="18" y="30"/>
                    </a:cxn>
                    <a:cxn ang="0">
                      <a:pos x="22" y="41"/>
                    </a:cxn>
                    <a:cxn ang="0">
                      <a:pos x="20" y="38"/>
                    </a:cxn>
                    <a:cxn ang="0">
                      <a:pos x="18" y="37"/>
                    </a:cxn>
                    <a:cxn ang="0">
                      <a:pos x="10" y="26"/>
                    </a:cxn>
                    <a:cxn ang="0">
                      <a:pos x="14" y="33"/>
                    </a:cxn>
                    <a:cxn ang="0">
                      <a:pos x="10" y="26"/>
                    </a:cxn>
                    <a:cxn ang="0">
                      <a:pos x="17" y="26"/>
                    </a:cxn>
                    <a:cxn ang="0">
                      <a:pos x="11" y="26"/>
                    </a:cxn>
                    <a:cxn ang="0">
                      <a:pos x="13" y="20"/>
                    </a:cxn>
                  </a:cxnLst>
                  <a:rect l="0" t="0" r="r" b="b"/>
                  <a:pathLst>
                    <a:path w="78" h="60">
                      <a:moveTo>
                        <a:pt x="74" y="24"/>
                      </a:moveTo>
                      <a:lnTo>
                        <a:pt x="74" y="22"/>
                      </a:lnTo>
                      <a:lnTo>
                        <a:pt x="77" y="20"/>
                      </a:lnTo>
                      <a:lnTo>
                        <a:pt x="78" y="20"/>
                      </a:lnTo>
                      <a:lnTo>
                        <a:pt x="78" y="20"/>
                      </a:lnTo>
                      <a:lnTo>
                        <a:pt x="75" y="19"/>
                      </a:lnTo>
                      <a:lnTo>
                        <a:pt x="74" y="18"/>
                      </a:lnTo>
                      <a:lnTo>
                        <a:pt x="72" y="15"/>
                      </a:lnTo>
                      <a:lnTo>
                        <a:pt x="71" y="10"/>
                      </a:lnTo>
                      <a:lnTo>
                        <a:pt x="70" y="10"/>
                      </a:lnTo>
                      <a:lnTo>
                        <a:pt x="67" y="12"/>
                      </a:lnTo>
                      <a:lnTo>
                        <a:pt x="62" y="10"/>
                      </a:lnTo>
                      <a:lnTo>
                        <a:pt x="55" y="10"/>
                      </a:lnTo>
                      <a:lnTo>
                        <a:pt x="52" y="7"/>
                      </a:lnTo>
                      <a:lnTo>
                        <a:pt x="49" y="5"/>
                      </a:lnTo>
                      <a:lnTo>
                        <a:pt x="43" y="0"/>
                      </a:lnTo>
                      <a:lnTo>
                        <a:pt x="41" y="0"/>
                      </a:lnTo>
                      <a:lnTo>
                        <a:pt x="41" y="0"/>
                      </a:lnTo>
                      <a:lnTo>
                        <a:pt x="34" y="0"/>
                      </a:lnTo>
                      <a:lnTo>
                        <a:pt x="26" y="5"/>
                      </a:lnTo>
                      <a:lnTo>
                        <a:pt x="25" y="10"/>
                      </a:lnTo>
                      <a:lnTo>
                        <a:pt x="21" y="11"/>
                      </a:lnTo>
                      <a:lnTo>
                        <a:pt x="20" y="16"/>
                      </a:lnTo>
                      <a:lnTo>
                        <a:pt x="17" y="16"/>
                      </a:lnTo>
                      <a:lnTo>
                        <a:pt x="11" y="14"/>
                      </a:lnTo>
                      <a:lnTo>
                        <a:pt x="9" y="15"/>
                      </a:lnTo>
                      <a:lnTo>
                        <a:pt x="6" y="18"/>
                      </a:lnTo>
                      <a:lnTo>
                        <a:pt x="0" y="18"/>
                      </a:lnTo>
                      <a:lnTo>
                        <a:pt x="0" y="18"/>
                      </a:lnTo>
                      <a:lnTo>
                        <a:pt x="2" y="23"/>
                      </a:lnTo>
                      <a:lnTo>
                        <a:pt x="5" y="27"/>
                      </a:lnTo>
                      <a:lnTo>
                        <a:pt x="5" y="27"/>
                      </a:lnTo>
                      <a:lnTo>
                        <a:pt x="6" y="29"/>
                      </a:lnTo>
                      <a:lnTo>
                        <a:pt x="9" y="23"/>
                      </a:lnTo>
                      <a:lnTo>
                        <a:pt x="10" y="20"/>
                      </a:lnTo>
                      <a:lnTo>
                        <a:pt x="11" y="18"/>
                      </a:lnTo>
                      <a:lnTo>
                        <a:pt x="15" y="18"/>
                      </a:lnTo>
                      <a:lnTo>
                        <a:pt x="15" y="20"/>
                      </a:lnTo>
                      <a:lnTo>
                        <a:pt x="18" y="23"/>
                      </a:lnTo>
                      <a:lnTo>
                        <a:pt x="20" y="27"/>
                      </a:lnTo>
                      <a:lnTo>
                        <a:pt x="21" y="31"/>
                      </a:lnTo>
                      <a:lnTo>
                        <a:pt x="26" y="35"/>
                      </a:lnTo>
                      <a:lnTo>
                        <a:pt x="26" y="35"/>
                      </a:lnTo>
                      <a:lnTo>
                        <a:pt x="29" y="38"/>
                      </a:lnTo>
                      <a:lnTo>
                        <a:pt x="28" y="37"/>
                      </a:lnTo>
                      <a:lnTo>
                        <a:pt x="25" y="37"/>
                      </a:lnTo>
                      <a:lnTo>
                        <a:pt x="24" y="39"/>
                      </a:lnTo>
                      <a:lnTo>
                        <a:pt x="25" y="42"/>
                      </a:lnTo>
                      <a:lnTo>
                        <a:pt x="28" y="42"/>
                      </a:lnTo>
                      <a:lnTo>
                        <a:pt x="32" y="45"/>
                      </a:lnTo>
                      <a:lnTo>
                        <a:pt x="34" y="46"/>
                      </a:lnTo>
                      <a:lnTo>
                        <a:pt x="36" y="49"/>
                      </a:lnTo>
                      <a:lnTo>
                        <a:pt x="37" y="50"/>
                      </a:lnTo>
                      <a:lnTo>
                        <a:pt x="40" y="50"/>
                      </a:lnTo>
                      <a:lnTo>
                        <a:pt x="47" y="50"/>
                      </a:lnTo>
                      <a:lnTo>
                        <a:pt x="49" y="52"/>
                      </a:lnTo>
                      <a:lnTo>
                        <a:pt x="56" y="58"/>
                      </a:lnTo>
                      <a:lnTo>
                        <a:pt x="55" y="60"/>
                      </a:lnTo>
                      <a:lnTo>
                        <a:pt x="51" y="57"/>
                      </a:lnTo>
                      <a:lnTo>
                        <a:pt x="53" y="60"/>
                      </a:lnTo>
                      <a:lnTo>
                        <a:pt x="56" y="60"/>
                      </a:lnTo>
                      <a:lnTo>
                        <a:pt x="56" y="60"/>
                      </a:lnTo>
                      <a:lnTo>
                        <a:pt x="58" y="58"/>
                      </a:lnTo>
                      <a:lnTo>
                        <a:pt x="47" y="46"/>
                      </a:lnTo>
                      <a:lnTo>
                        <a:pt x="36" y="37"/>
                      </a:lnTo>
                      <a:lnTo>
                        <a:pt x="36" y="35"/>
                      </a:lnTo>
                      <a:lnTo>
                        <a:pt x="36" y="34"/>
                      </a:lnTo>
                      <a:lnTo>
                        <a:pt x="34" y="31"/>
                      </a:lnTo>
                      <a:lnTo>
                        <a:pt x="34" y="30"/>
                      </a:lnTo>
                      <a:lnTo>
                        <a:pt x="30" y="26"/>
                      </a:lnTo>
                      <a:lnTo>
                        <a:pt x="29" y="26"/>
                      </a:lnTo>
                      <a:lnTo>
                        <a:pt x="29" y="24"/>
                      </a:lnTo>
                      <a:lnTo>
                        <a:pt x="30" y="23"/>
                      </a:lnTo>
                      <a:lnTo>
                        <a:pt x="30" y="19"/>
                      </a:lnTo>
                      <a:lnTo>
                        <a:pt x="32" y="18"/>
                      </a:lnTo>
                      <a:lnTo>
                        <a:pt x="34" y="20"/>
                      </a:lnTo>
                      <a:lnTo>
                        <a:pt x="36" y="22"/>
                      </a:lnTo>
                      <a:lnTo>
                        <a:pt x="37" y="22"/>
                      </a:lnTo>
                      <a:lnTo>
                        <a:pt x="37" y="20"/>
                      </a:lnTo>
                      <a:lnTo>
                        <a:pt x="40" y="19"/>
                      </a:lnTo>
                      <a:lnTo>
                        <a:pt x="43" y="20"/>
                      </a:lnTo>
                      <a:lnTo>
                        <a:pt x="44" y="18"/>
                      </a:lnTo>
                      <a:lnTo>
                        <a:pt x="45" y="19"/>
                      </a:lnTo>
                      <a:lnTo>
                        <a:pt x="47" y="19"/>
                      </a:lnTo>
                      <a:lnTo>
                        <a:pt x="49" y="19"/>
                      </a:lnTo>
                      <a:lnTo>
                        <a:pt x="51" y="22"/>
                      </a:lnTo>
                      <a:lnTo>
                        <a:pt x="52" y="20"/>
                      </a:lnTo>
                      <a:lnTo>
                        <a:pt x="55" y="20"/>
                      </a:lnTo>
                      <a:lnTo>
                        <a:pt x="58" y="20"/>
                      </a:lnTo>
                      <a:lnTo>
                        <a:pt x="59" y="20"/>
                      </a:lnTo>
                      <a:lnTo>
                        <a:pt x="62" y="20"/>
                      </a:lnTo>
                      <a:lnTo>
                        <a:pt x="64" y="22"/>
                      </a:lnTo>
                      <a:lnTo>
                        <a:pt x="67" y="22"/>
                      </a:lnTo>
                      <a:lnTo>
                        <a:pt x="70" y="24"/>
                      </a:lnTo>
                      <a:lnTo>
                        <a:pt x="74" y="24"/>
                      </a:lnTo>
                      <a:lnTo>
                        <a:pt x="74" y="24"/>
                      </a:lnTo>
                      <a:lnTo>
                        <a:pt x="74" y="24"/>
                      </a:lnTo>
                      <a:close/>
                      <a:moveTo>
                        <a:pt x="44" y="58"/>
                      </a:moveTo>
                      <a:lnTo>
                        <a:pt x="44" y="58"/>
                      </a:lnTo>
                      <a:lnTo>
                        <a:pt x="49" y="58"/>
                      </a:lnTo>
                      <a:lnTo>
                        <a:pt x="51" y="60"/>
                      </a:lnTo>
                      <a:lnTo>
                        <a:pt x="47" y="60"/>
                      </a:lnTo>
                      <a:lnTo>
                        <a:pt x="44" y="58"/>
                      </a:lnTo>
                      <a:lnTo>
                        <a:pt x="44" y="58"/>
                      </a:lnTo>
                      <a:close/>
                      <a:moveTo>
                        <a:pt x="41" y="54"/>
                      </a:moveTo>
                      <a:lnTo>
                        <a:pt x="48" y="56"/>
                      </a:lnTo>
                      <a:lnTo>
                        <a:pt x="45" y="57"/>
                      </a:lnTo>
                      <a:lnTo>
                        <a:pt x="41" y="54"/>
                      </a:lnTo>
                      <a:lnTo>
                        <a:pt x="41" y="54"/>
                      </a:lnTo>
                      <a:close/>
                      <a:moveTo>
                        <a:pt x="41" y="52"/>
                      </a:moveTo>
                      <a:lnTo>
                        <a:pt x="47" y="52"/>
                      </a:lnTo>
                      <a:lnTo>
                        <a:pt x="48" y="53"/>
                      </a:lnTo>
                      <a:lnTo>
                        <a:pt x="45" y="54"/>
                      </a:lnTo>
                      <a:lnTo>
                        <a:pt x="43" y="53"/>
                      </a:lnTo>
                      <a:lnTo>
                        <a:pt x="41" y="52"/>
                      </a:lnTo>
                      <a:lnTo>
                        <a:pt x="41" y="52"/>
                      </a:lnTo>
                      <a:close/>
                      <a:moveTo>
                        <a:pt x="21" y="34"/>
                      </a:moveTo>
                      <a:lnTo>
                        <a:pt x="22" y="34"/>
                      </a:lnTo>
                      <a:lnTo>
                        <a:pt x="25" y="37"/>
                      </a:lnTo>
                      <a:lnTo>
                        <a:pt x="24" y="37"/>
                      </a:lnTo>
                      <a:lnTo>
                        <a:pt x="21" y="34"/>
                      </a:lnTo>
                      <a:lnTo>
                        <a:pt x="21" y="34"/>
                      </a:lnTo>
                      <a:close/>
                      <a:moveTo>
                        <a:pt x="18" y="30"/>
                      </a:moveTo>
                      <a:lnTo>
                        <a:pt x="21" y="33"/>
                      </a:lnTo>
                      <a:lnTo>
                        <a:pt x="18" y="31"/>
                      </a:lnTo>
                      <a:lnTo>
                        <a:pt x="18" y="30"/>
                      </a:lnTo>
                      <a:lnTo>
                        <a:pt x="18" y="30"/>
                      </a:lnTo>
                      <a:close/>
                      <a:moveTo>
                        <a:pt x="20" y="38"/>
                      </a:moveTo>
                      <a:lnTo>
                        <a:pt x="22" y="41"/>
                      </a:lnTo>
                      <a:lnTo>
                        <a:pt x="22" y="43"/>
                      </a:lnTo>
                      <a:lnTo>
                        <a:pt x="20" y="38"/>
                      </a:lnTo>
                      <a:lnTo>
                        <a:pt x="20" y="38"/>
                      </a:lnTo>
                      <a:close/>
                      <a:moveTo>
                        <a:pt x="15" y="34"/>
                      </a:moveTo>
                      <a:lnTo>
                        <a:pt x="18" y="34"/>
                      </a:lnTo>
                      <a:lnTo>
                        <a:pt x="18" y="37"/>
                      </a:lnTo>
                      <a:lnTo>
                        <a:pt x="15" y="34"/>
                      </a:lnTo>
                      <a:lnTo>
                        <a:pt x="15" y="34"/>
                      </a:lnTo>
                      <a:close/>
                      <a:moveTo>
                        <a:pt x="10" y="26"/>
                      </a:moveTo>
                      <a:lnTo>
                        <a:pt x="14" y="29"/>
                      </a:lnTo>
                      <a:lnTo>
                        <a:pt x="15" y="33"/>
                      </a:lnTo>
                      <a:lnTo>
                        <a:pt x="14" y="33"/>
                      </a:lnTo>
                      <a:lnTo>
                        <a:pt x="11" y="30"/>
                      </a:lnTo>
                      <a:lnTo>
                        <a:pt x="13" y="29"/>
                      </a:lnTo>
                      <a:lnTo>
                        <a:pt x="10" y="26"/>
                      </a:lnTo>
                      <a:lnTo>
                        <a:pt x="10" y="26"/>
                      </a:lnTo>
                      <a:close/>
                      <a:moveTo>
                        <a:pt x="13" y="20"/>
                      </a:moveTo>
                      <a:lnTo>
                        <a:pt x="17" y="26"/>
                      </a:lnTo>
                      <a:lnTo>
                        <a:pt x="15" y="27"/>
                      </a:lnTo>
                      <a:lnTo>
                        <a:pt x="14" y="26"/>
                      </a:lnTo>
                      <a:lnTo>
                        <a:pt x="11" y="26"/>
                      </a:lnTo>
                      <a:lnTo>
                        <a:pt x="11" y="22"/>
                      </a:lnTo>
                      <a:lnTo>
                        <a:pt x="11" y="22"/>
                      </a:lnTo>
                      <a:lnTo>
                        <a:pt x="13" y="20"/>
                      </a:lnTo>
                      <a:lnTo>
                        <a:pt x="13" y="2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5" name="Freeform 890"/>
                <p:cNvSpPr>
                  <a:spLocks/>
                </p:cNvSpPr>
                <p:nvPr/>
              </p:nvSpPr>
              <p:spPr bwMode="auto">
                <a:xfrm>
                  <a:off x="4970316" y="3285838"/>
                  <a:ext cx="99449" cy="88190"/>
                </a:xfrm>
                <a:custGeom>
                  <a:avLst/>
                  <a:gdLst/>
                  <a:ahLst/>
                  <a:cxnLst>
                    <a:cxn ang="0">
                      <a:pos x="29" y="40"/>
                    </a:cxn>
                    <a:cxn ang="0">
                      <a:pos x="7" y="19"/>
                    </a:cxn>
                    <a:cxn ang="0">
                      <a:pos x="7" y="16"/>
                    </a:cxn>
                    <a:cxn ang="0">
                      <a:pos x="5" y="12"/>
                    </a:cxn>
                    <a:cxn ang="0">
                      <a:pos x="0" y="8"/>
                    </a:cxn>
                    <a:cxn ang="0">
                      <a:pos x="1" y="5"/>
                    </a:cxn>
                    <a:cxn ang="0">
                      <a:pos x="3" y="0"/>
                    </a:cxn>
                    <a:cxn ang="0">
                      <a:pos x="7" y="4"/>
                    </a:cxn>
                    <a:cxn ang="0">
                      <a:pos x="8" y="2"/>
                    </a:cxn>
                    <a:cxn ang="0">
                      <a:pos x="14" y="2"/>
                    </a:cxn>
                    <a:cxn ang="0">
                      <a:pos x="16" y="1"/>
                    </a:cxn>
                    <a:cxn ang="0">
                      <a:pos x="20" y="1"/>
                    </a:cxn>
                    <a:cxn ang="0">
                      <a:pos x="23" y="2"/>
                    </a:cxn>
                    <a:cxn ang="0">
                      <a:pos x="29" y="2"/>
                    </a:cxn>
                    <a:cxn ang="0">
                      <a:pos x="33" y="2"/>
                    </a:cxn>
                    <a:cxn ang="0">
                      <a:pos x="38" y="4"/>
                    </a:cxn>
                    <a:cxn ang="0">
                      <a:pos x="45" y="6"/>
                    </a:cxn>
                    <a:cxn ang="0">
                      <a:pos x="48" y="6"/>
                    </a:cxn>
                    <a:cxn ang="0">
                      <a:pos x="49" y="11"/>
                    </a:cxn>
                    <a:cxn ang="0">
                      <a:pos x="46" y="16"/>
                    </a:cxn>
                    <a:cxn ang="0">
                      <a:pos x="52" y="20"/>
                    </a:cxn>
                    <a:cxn ang="0">
                      <a:pos x="53" y="23"/>
                    </a:cxn>
                    <a:cxn ang="0">
                      <a:pos x="49" y="23"/>
                    </a:cxn>
                    <a:cxn ang="0">
                      <a:pos x="52" y="30"/>
                    </a:cxn>
                    <a:cxn ang="0">
                      <a:pos x="49" y="30"/>
                    </a:cxn>
                    <a:cxn ang="0">
                      <a:pos x="43" y="30"/>
                    </a:cxn>
                    <a:cxn ang="0">
                      <a:pos x="46" y="34"/>
                    </a:cxn>
                    <a:cxn ang="0">
                      <a:pos x="45" y="36"/>
                    </a:cxn>
                    <a:cxn ang="0">
                      <a:pos x="42" y="39"/>
                    </a:cxn>
                    <a:cxn ang="0">
                      <a:pos x="41" y="46"/>
                    </a:cxn>
                    <a:cxn ang="0">
                      <a:pos x="35" y="43"/>
                    </a:cxn>
                    <a:cxn ang="0">
                      <a:pos x="29" y="43"/>
                    </a:cxn>
                    <a:cxn ang="0">
                      <a:pos x="27" y="42"/>
                    </a:cxn>
                  </a:cxnLst>
                  <a:rect l="0" t="0" r="r" b="b"/>
                  <a:pathLst>
                    <a:path w="53" h="47">
                      <a:moveTo>
                        <a:pt x="27" y="42"/>
                      </a:moveTo>
                      <a:lnTo>
                        <a:pt x="29" y="40"/>
                      </a:lnTo>
                      <a:lnTo>
                        <a:pt x="18" y="28"/>
                      </a:lnTo>
                      <a:lnTo>
                        <a:pt x="7" y="19"/>
                      </a:lnTo>
                      <a:lnTo>
                        <a:pt x="7" y="17"/>
                      </a:lnTo>
                      <a:lnTo>
                        <a:pt x="7" y="16"/>
                      </a:lnTo>
                      <a:lnTo>
                        <a:pt x="5" y="13"/>
                      </a:lnTo>
                      <a:lnTo>
                        <a:pt x="5" y="12"/>
                      </a:lnTo>
                      <a:lnTo>
                        <a:pt x="1" y="8"/>
                      </a:lnTo>
                      <a:lnTo>
                        <a:pt x="0" y="8"/>
                      </a:lnTo>
                      <a:lnTo>
                        <a:pt x="0" y="6"/>
                      </a:lnTo>
                      <a:lnTo>
                        <a:pt x="1" y="5"/>
                      </a:lnTo>
                      <a:lnTo>
                        <a:pt x="1" y="1"/>
                      </a:lnTo>
                      <a:lnTo>
                        <a:pt x="3" y="0"/>
                      </a:lnTo>
                      <a:lnTo>
                        <a:pt x="5" y="2"/>
                      </a:lnTo>
                      <a:lnTo>
                        <a:pt x="7" y="4"/>
                      </a:lnTo>
                      <a:lnTo>
                        <a:pt x="8" y="4"/>
                      </a:lnTo>
                      <a:lnTo>
                        <a:pt x="8" y="2"/>
                      </a:lnTo>
                      <a:lnTo>
                        <a:pt x="11" y="1"/>
                      </a:lnTo>
                      <a:lnTo>
                        <a:pt x="14" y="2"/>
                      </a:lnTo>
                      <a:lnTo>
                        <a:pt x="15" y="0"/>
                      </a:lnTo>
                      <a:lnTo>
                        <a:pt x="16" y="1"/>
                      </a:lnTo>
                      <a:lnTo>
                        <a:pt x="18" y="1"/>
                      </a:lnTo>
                      <a:lnTo>
                        <a:pt x="20" y="1"/>
                      </a:lnTo>
                      <a:lnTo>
                        <a:pt x="22" y="4"/>
                      </a:lnTo>
                      <a:lnTo>
                        <a:pt x="23" y="2"/>
                      </a:lnTo>
                      <a:lnTo>
                        <a:pt x="26" y="2"/>
                      </a:lnTo>
                      <a:lnTo>
                        <a:pt x="29" y="2"/>
                      </a:lnTo>
                      <a:lnTo>
                        <a:pt x="30" y="2"/>
                      </a:lnTo>
                      <a:lnTo>
                        <a:pt x="33" y="2"/>
                      </a:lnTo>
                      <a:lnTo>
                        <a:pt x="35" y="4"/>
                      </a:lnTo>
                      <a:lnTo>
                        <a:pt x="38" y="4"/>
                      </a:lnTo>
                      <a:lnTo>
                        <a:pt x="41" y="6"/>
                      </a:lnTo>
                      <a:lnTo>
                        <a:pt x="45" y="6"/>
                      </a:lnTo>
                      <a:lnTo>
                        <a:pt x="46" y="8"/>
                      </a:lnTo>
                      <a:lnTo>
                        <a:pt x="48" y="6"/>
                      </a:lnTo>
                      <a:lnTo>
                        <a:pt x="49" y="6"/>
                      </a:lnTo>
                      <a:lnTo>
                        <a:pt x="49" y="11"/>
                      </a:lnTo>
                      <a:lnTo>
                        <a:pt x="45" y="15"/>
                      </a:lnTo>
                      <a:lnTo>
                        <a:pt x="46" y="16"/>
                      </a:lnTo>
                      <a:lnTo>
                        <a:pt x="50" y="20"/>
                      </a:lnTo>
                      <a:lnTo>
                        <a:pt x="52" y="20"/>
                      </a:lnTo>
                      <a:lnTo>
                        <a:pt x="53" y="21"/>
                      </a:lnTo>
                      <a:lnTo>
                        <a:pt x="53" y="23"/>
                      </a:lnTo>
                      <a:lnTo>
                        <a:pt x="50" y="21"/>
                      </a:lnTo>
                      <a:lnTo>
                        <a:pt x="49" y="23"/>
                      </a:lnTo>
                      <a:lnTo>
                        <a:pt x="49" y="25"/>
                      </a:lnTo>
                      <a:lnTo>
                        <a:pt x="52" y="30"/>
                      </a:lnTo>
                      <a:lnTo>
                        <a:pt x="50" y="31"/>
                      </a:lnTo>
                      <a:lnTo>
                        <a:pt x="49" y="30"/>
                      </a:lnTo>
                      <a:lnTo>
                        <a:pt x="45" y="28"/>
                      </a:lnTo>
                      <a:lnTo>
                        <a:pt x="43" y="30"/>
                      </a:lnTo>
                      <a:lnTo>
                        <a:pt x="43" y="31"/>
                      </a:lnTo>
                      <a:lnTo>
                        <a:pt x="46" y="34"/>
                      </a:lnTo>
                      <a:lnTo>
                        <a:pt x="48" y="35"/>
                      </a:lnTo>
                      <a:lnTo>
                        <a:pt x="45" y="36"/>
                      </a:lnTo>
                      <a:lnTo>
                        <a:pt x="43" y="36"/>
                      </a:lnTo>
                      <a:lnTo>
                        <a:pt x="42" y="39"/>
                      </a:lnTo>
                      <a:lnTo>
                        <a:pt x="42" y="43"/>
                      </a:lnTo>
                      <a:lnTo>
                        <a:pt x="41" y="46"/>
                      </a:lnTo>
                      <a:lnTo>
                        <a:pt x="39" y="47"/>
                      </a:lnTo>
                      <a:lnTo>
                        <a:pt x="35" y="43"/>
                      </a:lnTo>
                      <a:lnTo>
                        <a:pt x="34" y="43"/>
                      </a:lnTo>
                      <a:lnTo>
                        <a:pt x="29" y="43"/>
                      </a:lnTo>
                      <a:lnTo>
                        <a:pt x="27" y="42"/>
                      </a:lnTo>
                      <a:lnTo>
                        <a:pt x="27" y="4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6" name="Freeform 892"/>
                <p:cNvSpPr>
                  <a:spLocks/>
                </p:cNvSpPr>
                <p:nvPr/>
              </p:nvSpPr>
              <p:spPr bwMode="auto">
                <a:xfrm>
                  <a:off x="4914025" y="3237052"/>
                  <a:ext cx="78808" cy="48786"/>
                </a:xfrm>
                <a:custGeom>
                  <a:avLst/>
                  <a:gdLst/>
                  <a:ahLst/>
                  <a:cxnLst>
                    <a:cxn ang="0">
                      <a:pos x="1" y="26"/>
                    </a:cxn>
                    <a:cxn ang="0">
                      <a:pos x="7" y="26"/>
                    </a:cxn>
                    <a:cxn ang="0">
                      <a:pos x="10" y="23"/>
                    </a:cxn>
                    <a:cxn ang="0">
                      <a:pos x="12" y="22"/>
                    </a:cxn>
                    <a:cxn ang="0">
                      <a:pos x="18" y="24"/>
                    </a:cxn>
                    <a:cxn ang="0">
                      <a:pos x="21" y="24"/>
                    </a:cxn>
                    <a:cxn ang="0">
                      <a:pos x="22" y="19"/>
                    </a:cxn>
                    <a:cxn ang="0">
                      <a:pos x="26" y="18"/>
                    </a:cxn>
                    <a:cxn ang="0">
                      <a:pos x="27" y="13"/>
                    </a:cxn>
                    <a:cxn ang="0">
                      <a:pos x="35" y="8"/>
                    </a:cxn>
                    <a:cxn ang="0">
                      <a:pos x="42" y="8"/>
                    </a:cxn>
                    <a:cxn ang="0">
                      <a:pos x="41" y="4"/>
                    </a:cxn>
                    <a:cxn ang="0">
                      <a:pos x="38" y="0"/>
                    </a:cxn>
                    <a:cxn ang="0">
                      <a:pos x="34" y="0"/>
                    </a:cxn>
                    <a:cxn ang="0">
                      <a:pos x="27" y="4"/>
                    </a:cxn>
                    <a:cxn ang="0">
                      <a:pos x="26" y="4"/>
                    </a:cxn>
                    <a:cxn ang="0">
                      <a:pos x="25" y="4"/>
                    </a:cxn>
                    <a:cxn ang="0">
                      <a:pos x="21" y="5"/>
                    </a:cxn>
                    <a:cxn ang="0">
                      <a:pos x="18" y="5"/>
                    </a:cxn>
                    <a:cxn ang="0">
                      <a:pos x="15" y="7"/>
                    </a:cxn>
                    <a:cxn ang="0">
                      <a:pos x="12" y="4"/>
                    </a:cxn>
                    <a:cxn ang="0">
                      <a:pos x="7" y="5"/>
                    </a:cxn>
                    <a:cxn ang="0">
                      <a:pos x="4" y="4"/>
                    </a:cxn>
                    <a:cxn ang="0">
                      <a:pos x="1" y="9"/>
                    </a:cxn>
                    <a:cxn ang="0">
                      <a:pos x="1" y="11"/>
                    </a:cxn>
                    <a:cxn ang="0">
                      <a:pos x="0" y="15"/>
                    </a:cxn>
                    <a:cxn ang="0">
                      <a:pos x="1" y="19"/>
                    </a:cxn>
                    <a:cxn ang="0">
                      <a:pos x="1" y="19"/>
                    </a:cxn>
                    <a:cxn ang="0">
                      <a:pos x="4" y="20"/>
                    </a:cxn>
                    <a:cxn ang="0">
                      <a:pos x="4" y="23"/>
                    </a:cxn>
                    <a:cxn ang="0">
                      <a:pos x="1" y="23"/>
                    </a:cxn>
                    <a:cxn ang="0">
                      <a:pos x="1" y="26"/>
                    </a:cxn>
                  </a:cxnLst>
                  <a:rect l="0" t="0" r="r" b="b"/>
                  <a:pathLst>
                    <a:path w="42" h="26">
                      <a:moveTo>
                        <a:pt x="1" y="26"/>
                      </a:moveTo>
                      <a:lnTo>
                        <a:pt x="7" y="26"/>
                      </a:lnTo>
                      <a:lnTo>
                        <a:pt x="10" y="23"/>
                      </a:lnTo>
                      <a:lnTo>
                        <a:pt x="12" y="22"/>
                      </a:lnTo>
                      <a:lnTo>
                        <a:pt x="18" y="24"/>
                      </a:lnTo>
                      <a:lnTo>
                        <a:pt x="21" y="24"/>
                      </a:lnTo>
                      <a:lnTo>
                        <a:pt x="22" y="19"/>
                      </a:lnTo>
                      <a:lnTo>
                        <a:pt x="26" y="18"/>
                      </a:lnTo>
                      <a:lnTo>
                        <a:pt x="27" y="13"/>
                      </a:lnTo>
                      <a:lnTo>
                        <a:pt x="35" y="8"/>
                      </a:lnTo>
                      <a:lnTo>
                        <a:pt x="42" y="8"/>
                      </a:lnTo>
                      <a:lnTo>
                        <a:pt x="41" y="4"/>
                      </a:lnTo>
                      <a:lnTo>
                        <a:pt x="38" y="0"/>
                      </a:lnTo>
                      <a:lnTo>
                        <a:pt x="34" y="0"/>
                      </a:lnTo>
                      <a:lnTo>
                        <a:pt x="27" y="4"/>
                      </a:lnTo>
                      <a:lnTo>
                        <a:pt x="26" y="4"/>
                      </a:lnTo>
                      <a:lnTo>
                        <a:pt x="25" y="4"/>
                      </a:lnTo>
                      <a:lnTo>
                        <a:pt x="21" y="5"/>
                      </a:lnTo>
                      <a:lnTo>
                        <a:pt x="18" y="5"/>
                      </a:lnTo>
                      <a:lnTo>
                        <a:pt x="15" y="7"/>
                      </a:lnTo>
                      <a:lnTo>
                        <a:pt x="12" y="4"/>
                      </a:lnTo>
                      <a:lnTo>
                        <a:pt x="7" y="5"/>
                      </a:lnTo>
                      <a:lnTo>
                        <a:pt x="4" y="4"/>
                      </a:lnTo>
                      <a:lnTo>
                        <a:pt x="1" y="9"/>
                      </a:lnTo>
                      <a:lnTo>
                        <a:pt x="1" y="11"/>
                      </a:lnTo>
                      <a:lnTo>
                        <a:pt x="0" y="15"/>
                      </a:lnTo>
                      <a:lnTo>
                        <a:pt x="1" y="19"/>
                      </a:lnTo>
                      <a:lnTo>
                        <a:pt x="1" y="19"/>
                      </a:lnTo>
                      <a:lnTo>
                        <a:pt x="4" y="20"/>
                      </a:lnTo>
                      <a:lnTo>
                        <a:pt x="4" y="23"/>
                      </a:lnTo>
                      <a:lnTo>
                        <a:pt x="1" y="23"/>
                      </a:lnTo>
                      <a:lnTo>
                        <a:pt x="1" y="2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7" name="Freeform 894"/>
                <p:cNvSpPr>
                  <a:spLocks noEditPoints="1"/>
                </p:cNvSpPr>
                <p:nvPr/>
              </p:nvSpPr>
              <p:spPr bwMode="auto">
                <a:xfrm>
                  <a:off x="5077269" y="3394668"/>
                  <a:ext cx="232671" cy="225165"/>
                </a:xfrm>
                <a:custGeom>
                  <a:avLst/>
                  <a:gdLst/>
                  <a:ahLst/>
                  <a:cxnLst>
                    <a:cxn ang="0">
                      <a:pos x="75" y="10"/>
                    </a:cxn>
                    <a:cxn ang="0">
                      <a:pos x="50" y="11"/>
                    </a:cxn>
                    <a:cxn ang="0">
                      <a:pos x="20" y="22"/>
                    </a:cxn>
                    <a:cxn ang="0">
                      <a:pos x="14" y="48"/>
                    </a:cxn>
                    <a:cxn ang="0">
                      <a:pos x="33" y="64"/>
                    </a:cxn>
                    <a:cxn ang="0">
                      <a:pos x="46" y="68"/>
                    </a:cxn>
                    <a:cxn ang="0">
                      <a:pos x="25" y="69"/>
                    </a:cxn>
                    <a:cxn ang="0">
                      <a:pos x="35" y="90"/>
                    </a:cxn>
                    <a:cxn ang="0">
                      <a:pos x="44" y="91"/>
                    </a:cxn>
                    <a:cxn ang="0">
                      <a:pos x="46" y="79"/>
                    </a:cxn>
                    <a:cxn ang="0">
                      <a:pos x="54" y="79"/>
                    </a:cxn>
                    <a:cxn ang="0">
                      <a:pos x="59" y="72"/>
                    </a:cxn>
                    <a:cxn ang="0">
                      <a:pos x="50" y="57"/>
                    </a:cxn>
                    <a:cxn ang="0">
                      <a:pos x="45" y="46"/>
                    </a:cxn>
                    <a:cxn ang="0">
                      <a:pos x="45" y="39"/>
                    </a:cxn>
                    <a:cxn ang="0">
                      <a:pos x="44" y="26"/>
                    </a:cxn>
                    <a:cxn ang="0">
                      <a:pos x="56" y="30"/>
                    </a:cxn>
                    <a:cxn ang="0">
                      <a:pos x="64" y="29"/>
                    </a:cxn>
                    <a:cxn ang="0">
                      <a:pos x="68" y="19"/>
                    </a:cxn>
                    <a:cxn ang="0">
                      <a:pos x="91" y="14"/>
                    </a:cxn>
                    <a:cxn ang="0">
                      <a:pos x="60" y="110"/>
                    </a:cxn>
                    <a:cxn ang="0">
                      <a:pos x="76" y="120"/>
                    </a:cxn>
                    <a:cxn ang="0">
                      <a:pos x="97" y="112"/>
                    </a:cxn>
                    <a:cxn ang="0">
                      <a:pos x="88" y="112"/>
                    </a:cxn>
                    <a:cxn ang="0">
                      <a:pos x="68" y="109"/>
                    </a:cxn>
                    <a:cxn ang="0">
                      <a:pos x="61" y="109"/>
                    </a:cxn>
                    <a:cxn ang="0">
                      <a:pos x="7" y="45"/>
                    </a:cxn>
                    <a:cxn ang="0">
                      <a:pos x="15" y="59"/>
                    </a:cxn>
                    <a:cxn ang="0">
                      <a:pos x="15" y="64"/>
                    </a:cxn>
                    <a:cxn ang="0">
                      <a:pos x="16" y="68"/>
                    </a:cxn>
                    <a:cxn ang="0">
                      <a:pos x="15" y="64"/>
                    </a:cxn>
                    <a:cxn ang="0">
                      <a:pos x="18" y="71"/>
                    </a:cxn>
                    <a:cxn ang="0">
                      <a:pos x="109" y="105"/>
                    </a:cxn>
                    <a:cxn ang="0">
                      <a:pos x="109" y="112"/>
                    </a:cxn>
                    <a:cxn ang="0">
                      <a:pos x="124" y="95"/>
                    </a:cxn>
                    <a:cxn ang="0">
                      <a:pos x="116" y="103"/>
                    </a:cxn>
                    <a:cxn ang="0">
                      <a:pos x="97" y="94"/>
                    </a:cxn>
                    <a:cxn ang="0">
                      <a:pos x="102" y="76"/>
                    </a:cxn>
                    <a:cxn ang="0">
                      <a:pos x="91" y="65"/>
                    </a:cxn>
                    <a:cxn ang="0">
                      <a:pos x="91" y="59"/>
                    </a:cxn>
                    <a:cxn ang="0">
                      <a:pos x="95" y="45"/>
                    </a:cxn>
                    <a:cxn ang="0">
                      <a:pos x="92" y="48"/>
                    </a:cxn>
                    <a:cxn ang="0">
                      <a:pos x="83" y="23"/>
                    </a:cxn>
                    <a:cxn ang="0">
                      <a:pos x="79" y="31"/>
                    </a:cxn>
                    <a:cxn ang="0">
                      <a:pos x="75" y="33"/>
                    </a:cxn>
                    <a:cxn ang="0">
                      <a:pos x="68" y="20"/>
                    </a:cxn>
                    <a:cxn ang="0">
                      <a:pos x="53" y="48"/>
                    </a:cxn>
                    <a:cxn ang="0">
                      <a:pos x="72" y="56"/>
                    </a:cxn>
                    <a:cxn ang="0">
                      <a:pos x="94" y="76"/>
                    </a:cxn>
                    <a:cxn ang="0">
                      <a:pos x="68" y="94"/>
                    </a:cxn>
                    <a:cxn ang="0">
                      <a:pos x="69" y="80"/>
                    </a:cxn>
                    <a:cxn ang="0">
                      <a:pos x="67" y="79"/>
                    </a:cxn>
                    <a:cxn ang="0">
                      <a:pos x="83" y="87"/>
                    </a:cxn>
                    <a:cxn ang="0">
                      <a:pos x="83" y="79"/>
                    </a:cxn>
                    <a:cxn ang="0">
                      <a:pos x="79" y="76"/>
                    </a:cxn>
                    <a:cxn ang="0">
                      <a:pos x="72" y="72"/>
                    </a:cxn>
                    <a:cxn ang="0">
                      <a:pos x="59" y="57"/>
                    </a:cxn>
                    <a:cxn ang="0">
                      <a:pos x="68" y="68"/>
                    </a:cxn>
                    <a:cxn ang="0">
                      <a:pos x="61" y="63"/>
                    </a:cxn>
                    <a:cxn ang="0">
                      <a:pos x="49" y="54"/>
                    </a:cxn>
                    <a:cxn ang="0">
                      <a:pos x="50" y="101"/>
                    </a:cxn>
                  </a:cxnLst>
                  <a:rect l="0" t="0" r="r" b="b"/>
                  <a:pathLst>
                    <a:path w="124" h="120">
                      <a:moveTo>
                        <a:pt x="92" y="0"/>
                      </a:moveTo>
                      <a:lnTo>
                        <a:pt x="91" y="0"/>
                      </a:lnTo>
                      <a:lnTo>
                        <a:pt x="87" y="3"/>
                      </a:lnTo>
                      <a:lnTo>
                        <a:pt x="87" y="6"/>
                      </a:lnTo>
                      <a:lnTo>
                        <a:pt x="88" y="8"/>
                      </a:lnTo>
                      <a:lnTo>
                        <a:pt x="87" y="10"/>
                      </a:lnTo>
                      <a:lnTo>
                        <a:pt x="80" y="10"/>
                      </a:lnTo>
                      <a:lnTo>
                        <a:pt x="78" y="11"/>
                      </a:lnTo>
                      <a:lnTo>
                        <a:pt x="75" y="10"/>
                      </a:lnTo>
                      <a:lnTo>
                        <a:pt x="72" y="10"/>
                      </a:lnTo>
                      <a:lnTo>
                        <a:pt x="71" y="11"/>
                      </a:lnTo>
                      <a:lnTo>
                        <a:pt x="68" y="11"/>
                      </a:lnTo>
                      <a:lnTo>
                        <a:pt x="68" y="8"/>
                      </a:lnTo>
                      <a:lnTo>
                        <a:pt x="64" y="8"/>
                      </a:lnTo>
                      <a:lnTo>
                        <a:pt x="60" y="8"/>
                      </a:lnTo>
                      <a:lnTo>
                        <a:pt x="59" y="11"/>
                      </a:lnTo>
                      <a:lnTo>
                        <a:pt x="54" y="11"/>
                      </a:lnTo>
                      <a:lnTo>
                        <a:pt x="50" y="11"/>
                      </a:lnTo>
                      <a:lnTo>
                        <a:pt x="48" y="11"/>
                      </a:lnTo>
                      <a:lnTo>
                        <a:pt x="46" y="12"/>
                      </a:lnTo>
                      <a:lnTo>
                        <a:pt x="44" y="12"/>
                      </a:lnTo>
                      <a:lnTo>
                        <a:pt x="41" y="14"/>
                      </a:lnTo>
                      <a:lnTo>
                        <a:pt x="34" y="14"/>
                      </a:lnTo>
                      <a:lnTo>
                        <a:pt x="30" y="15"/>
                      </a:lnTo>
                      <a:lnTo>
                        <a:pt x="30" y="16"/>
                      </a:lnTo>
                      <a:lnTo>
                        <a:pt x="26" y="18"/>
                      </a:lnTo>
                      <a:lnTo>
                        <a:pt x="20" y="22"/>
                      </a:lnTo>
                      <a:lnTo>
                        <a:pt x="20" y="26"/>
                      </a:lnTo>
                      <a:lnTo>
                        <a:pt x="18" y="30"/>
                      </a:lnTo>
                      <a:lnTo>
                        <a:pt x="12" y="31"/>
                      </a:lnTo>
                      <a:lnTo>
                        <a:pt x="12" y="35"/>
                      </a:lnTo>
                      <a:lnTo>
                        <a:pt x="10" y="39"/>
                      </a:lnTo>
                      <a:lnTo>
                        <a:pt x="8" y="39"/>
                      </a:lnTo>
                      <a:lnTo>
                        <a:pt x="8" y="41"/>
                      </a:lnTo>
                      <a:lnTo>
                        <a:pt x="8" y="45"/>
                      </a:lnTo>
                      <a:lnTo>
                        <a:pt x="14" y="48"/>
                      </a:lnTo>
                      <a:lnTo>
                        <a:pt x="16" y="53"/>
                      </a:lnTo>
                      <a:lnTo>
                        <a:pt x="18" y="53"/>
                      </a:lnTo>
                      <a:lnTo>
                        <a:pt x="18" y="54"/>
                      </a:lnTo>
                      <a:lnTo>
                        <a:pt x="22" y="60"/>
                      </a:lnTo>
                      <a:lnTo>
                        <a:pt x="23" y="64"/>
                      </a:lnTo>
                      <a:lnTo>
                        <a:pt x="25" y="64"/>
                      </a:lnTo>
                      <a:lnTo>
                        <a:pt x="27" y="61"/>
                      </a:lnTo>
                      <a:lnTo>
                        <a:pt x="29" y="64"/>
                      </a:lnTo>
                      <a:lnTo>
                        <a:pt x="33" y="64"/>
                      </a:lnTo>
                      <a:lnTo>
                        <a:pt x="34" y="63"/>
                      </a:lnTo>
                      <a:lnTo>
                        <a:pt x="37" y="63"/>
                      </a:lnTo>
                      <a:lnTo>
                        <a:pt x="39" y="65"/>
                      </a:lnTo>
                      <a:lnTo>
                        <a:pt x="42" y="64"/>
                      </a:lnTo>
                      <a:lnTo>
                        <a:pt x="42" y="65"/>
                      </a:lnTo>
                      <a:lnTo>
                        <a:pt x="45" y="65"/>
                      </a:lnTo>
                      <a:lnTo>
                        <a:pt x="46" y="67"/>
                      </a:lnTo>
                      <a:lnTo>
                        <a:pt x="49" y="67"/>
                      </a:lnTo>
                      <a:lnTo>
                        <a:pt x="46" y="68"/>
                      </a:lnTo>
                      <a:lnTo>
                        <a:pt x="45" y="71"/>
                      </a:lnTo>
                      <a:lnTo>
                        <a:pt x="44" y="69"/>
                      </a:lnTo>
                      <a:lnTo>
                        <a:pt x="41" y="68"/>
                      </a:lnTo>
                      <a:lnTo>
                        <a:pt x="35" y="64"/>
                      </a:lnTo>
                      <a:lnTo>
                        <a:pt x="33" y="65"/>
                      </a:lnTo>
                      <a:lnTo>
                        <a:pt x="30" y="67"/>
                      </a:lnTo>
                      <a:lnTo>
                        <a:pt x="27" y="65"/>
                      </a:lnTo>
                      <a:lnTo>
                        <a:pt x="26" y="68"/>
                      </a:lnTo>
                      <a:lnTo>
                        <a:pt x="25" y="69"/>
                      </a:lnTo>
                      <a:lnTo>
                        <a:pt x="23" y="71"/>
                      </a:lnTo>
                      <a:lnTo>
                        <a:pt x="26" y="75"/>
                      </a:lnTo>
                      <a:lnTo>
                        <a:pt x="29" y="76"/>
                      </a:lnTo>
                      <a:lnTo>
                        <a:pt x="33" y="79"/>
                      </a:lnTo>
                      <a:lnTo>
                        <a:pt x="33" y="82"/>
                      </a:lnTo>
                      <a:lnTo>
                        <a:pt x="31" y="83"/>
                      </a:lnTo>
                      <a:lnTo>
                        <a:pt x="31" y="86"/>
                      </a:lnTo>
                      <a:lnTo>
                        <a:pt x="34" y="88"/>
                      </a:lnTo>
                      <a:lnTo>
                        <a:pt x="35" y="90"/>
                      </a:lnTo>
                      <a:lnTo>
                        <a:pt x="37" y="88"/>
                      </a:lnTo>
                      <a:lnTo>
                        <a:pt x="35" y="87"/>
                      </a:lnTo>
                      <a:lnTo>
                        <a:pt x="37" y="84"/>
                      </a:lnTo>
                      <a:lnTo>
                        <a:pt x="38" y="88"/>
                      </a:lnTo>
                      <a:lnTo>
                        <a:pt x="42" y="90"/>
                      </a:lnTo>
                      <a:lnTo>
                        <a:pt x="42" y="91"/>
                      </a:lnTo>
                      <a:lnTo>
                        <a:pt x="42" y="94"/>
                      </a:lnTo>
                      <a:lnTo>
                        <a:pt x="44" y="95"/>
                      </a:lnTo>
                      <a:lnTo>
                        <a:pt x="44" y="91"/>
                      </a:lnTo>
                      <a:lnTo>
                        <a:pt x="45" y="88"/>
                      </a:lnTo>
                      <a:lnTo>
                        <a:pt x="48" y="88"/>
                      </a:lnTo>
                      <a:lnTo>
                        <a:pt x="49" y="91"/>
                      </a:lnTo>
                      <a:lnTo>
                        <a:pt x="53" y="94"/>
                      </a:lnTo>
                      <a:lnTo>
                        <a:pt x="50" y="91"/>
                      </a:lnTo>
                      <a:lnTo>
                        <a:pt x="52" y="88"/>
                      </a:lnTo>
                      <a:lnTo>
                        <a:pt x="50" y="86"/>
                      </a:lnTo>
                      <a:lnTo>
                        <a:pt x="48" y="82"/>
                      </a:lnTo>
                      <a:lnTo>
                        <a:pt x="46" y="79"/>
                      </a:lnTo>
                      <a:lnTo>
                        <a:pt x="46" y="78"/>
                      </a:lnTo>
                      <a:lnTo>
                        <a:pt x="48" y="78"/>
                      </a:lnTo>
                      <a:lnTo>
                        <a:pt x="52" y="79"/>
                      </a:lnTo>
                      <a:lnTo>
                        <a:pt x="50" y="80"/>
                      </a:lnTo>
                      <a:lnTo>
                        <a:pt x="52" y="82"/>
                      </a:lnTo>
                      <a:lnTo>
                        <a:pt x="53" y="80"/>
                      </a:lnTo>
                      <a:lnTo>
                        <a:pt x="56" y="80"/>
                      </a:lnTo>
                      <a:lnTo>
                        <a:pt x="56" y="80"/>
                      </a:lnTo>
                      <a:lnTo>
                        <a:pt x="54" y="79"/>
                      </a:lnTo>
                      <a:lnTo>
                        <a:pt x="54" y="78"/>
                      </a:lnTo>
                      <a:lnTo>
                        <a:pt x="53" y="78"/>
                      </a:lnTo>
                      <a:lnTo>
                        <a:pt x="52" y="76"/>
                      </a:lnTo>
                      <a:lnTo>
                        <a:pt x="52" y="75"/>
                      </a:lnTo>
                      <a:lnTo>
                        <a:pt x="49" y="72"/>
                      </a:lnTo>
                      <a:lnTo>
                        <a:pt x="52" y="71"/>
                      </a:lnTo>
                      <a:lnTo>
                        <a:pt x="53" y="71"/>
                      </a:lnTo>
                      <a:lnTo>
                        <a:pt x="56" y="69"/>
                      </a:lnTo>
                      <a:lnTo>
                        <a:pt x="59" y="72"/>
                      </a:lnTo>
                      <a:lnTo>
                        <a:pt x="60" y="73"/>
                      </a:lnTo>
                      <a:lnTo>
                        <a:pt x="63" y="73"/>
                      </a:lnTo>
                      <a:lnTo>
                        <a:pt x="63" y="72"/>
                      </a:lnTo>
                      <a:lnTo>
                        <a:pt x="61" y="69"/>
                      </a:lnTo>
                      <a:lnTo>
                        <a:pt x="61" y="65"/>
                      </a:lnTo>
                      <a:lnTo>
                        <a:pt x="60" y="64"/>
                      </a:lnTo>
                      <a:lnTo>
                        <a:pt x="53" y="60"/>
                      </a:lnTo>
                      <a:lnTo>
                        <a:pt x="52" y="60"/>
                      </a:lnTo>
                      <a:lnTo>
                        <a:pt x="50" y="57"/>
                      </a:lnTo>
                      <a:lnTo>
                        <a:pt x="49" y="59"/>
                      </a:lnTo>
                      <a:lnTo>
                        <a:pt x="48" y="56"/>
                      </a:lnTo>
                      <a:lnTo>
                        <a:pt x="45" y="56"/>
                      </a:lnTo>
                      <a:lnTo>
                        <a:pt x="42" y="53"/>
                      </a:lnTo>
                      <a:lnTo>
                        <a:pt x="45" y="53"/>
                      </a:lnTo>
                      <a:lnTo>
                        <a:pt x="46" y="52"/>
                      </a:lnTo>
                      <a:lnTo>
                        <a:pt x="46" y="49"/>
                      </a:lnTo>
                      <a:lnTo>
                        <a:pt x="44" y="49"/>
                      </a:lnTo>
                      <a:lnTo>
                        <a:pt x="45" y="46"/>
                      </a:lnTo>
                      <a:lnTo>
                        <a:pt x="45" y="45"/>
                      </a:lnTo>
                      <a:lnTo>
                        <a:pt x="48" y="46"/>
                      </a:lnTo>
                      <a:lnTo>
                        <a:pt x="49" y="48"/>
                      </a:lnTo>
                      <a:lnTo>
                        <a:pt x="49" y="49"/>
                      </a:lnTo>
                      <a:lnTo>
                        <a:pt x="49" y="50"/>
                      </a:lnTo>
                      <a:lnTo>
                        <a:pt x="50" y="50"/>
                      </a:lnTo>
                      <a:lnTo>
                        <a:pt x="52" y="46"/>
                      </a:lnTo>
                      <a:lnTo>
                        <a:pt x="49" y="45"/>
                      </a:lnTo>
                      <a:lnTo>
                        <a:pt x="45" y="39"/>
                      </a:lnTo>
                      <a:lnTo>
                        <a:pt x="44" y="38"/>
                      </a:lnTo>
                      <a:lnTo>
                        <a:pt x="42" y="35"/>
                      </a:lnTo>
                      <a:lnTo>
                        <a:pt x="39" y="33"/>
                      </a:lnTo>
                      <a:lnTo>
                        <a:pt x="41" y="31"/>
                      </a:lnTo>
                      <a:lnTo>
                        <a:pt x="39" y="26"/>
                      </a:lnTo>
                      <a:lnTo>
                        <a:pt x="42" y="23"/>
                      </a:lnTo>
                      <a:lnTo>
                        <a:pt x="45" y="22"/>
                      </a:lnTo>
                      <a:lnTo>
                        <a:pt x="46" y="26"/>
                      </a:lnTo>
                      <a:lnTo>
                        <a:pt x="44" y="26"/>
                      </a:lnTo>
                      <a:lnTo>
                        <a:pt x="45" y="27"/>
                      </a:lnTo>
                      <a:lnTo>
                        <a:pt x="49" y="29"/>
                      </a:lnTo>
                      <a:lnTo>
                        <a:pt x="49" y="33"/>
                      </a:lnTo>
                      <a:lnTo>
                        <a:pt x="52" y="34"/>
                      </a:lnTo>
                      <a:lnTo>
                        <a:pt x="56" y="34"/>
                      </a:lnTo>
                      <a:lnTo>
                        <a:pt x="53" y="33"/>
                      </a:lnTo>
                      <a:lnTo>
                        <a:pt x="52" y="31"/>
                      </a:lnTo>
                      <a:lnTo>
                        <a:pt x="52" y="29"/>
                      </a:lnTo>
                      <a:lnTo>
                        <a:pt x="56" y="30"/>
                      </a:lnTo>
                      <a:lnTo>
                        <a:pt x="57" y="33"/>
                      </a:lnTo>
                      <a:lnTo>
                        <a:pt x="60" y="34"/>
                      </a:lnTo>
                      <a:lnTo>
                        <a:pt x="60" y="31"/>
                      </a:lnTo>
                      <a:lnTo>
                        <a:pt x="59" y="30"/>
                      </a:lnTo>
                      <a:lnTo>
                        <a:pt x="56" y="30"/>
                      </a:lnTo>
                      <a:lnTo>
                        <a:pt x="57" y="27"/>
                      </a:lnTo>
                      <a:lnTo>
                        <a:pt x="61" y="29"/>
                      </a:lnTo>
                      <a:lnTo>
                        <a:pt x="64" y="30"/>
                      </a:lnTo>
                      <a:lnTo>
                        <a:pt x="64" y="29"/>
                      </a:lnTo>
                      <a:lnTo>
                        <a:pt x="61" y="26"/>
                      </a:lnTo>
                      <a:lnTo>
                        <a:pt x="59" y="26"/>
                      </a:lnTo>
                      <a:lnTo>
                        <a:pt x="56" y="23"/>
                      </a:lnTo>
                      <a:lnTo>
                        <a:pt x="57" y="20"/>
                      </a:lnTo>
                      <a:lnTo>
                        <a:pt x="60" y="22"/>
                      </a:lnTo>
                      <a:lnTo>
                        <a:pt x="63" y="20"/>
                      </a:lnTo>
                      <a:lnTo>
                        <a:pt x="64" y="16"/>
                      </a:lnTo>
                      <a:lnTo>
                        <a:pt x="65" y="16"/>
                      </a:lnTo>
                      <a:lnTo>
                        <a:pt x="68" y="19"/>
                      </a:lnTo>
                      <a:lnTo>
                        <a:pt x="71" y="19"/>
                      </a:lnTo>
                      <a:lnTo>
                        <a:pt x="73" y="16"/>
                      </a:lnTo>
                      <a:lnTo>
                        <a:pt x="73" y="15"/>
                      </a:lnTo>
                      <a:lnTo>
                        <a:pt x="75" y="15"/>
                      </a:lnTo>
                      <a:lnTo>
                        <a:pt x="76" y="16"/>
                      </a:lnTo>
                      <a:lnTo>
                        <a:pt x="83" y="16"/>
                      </a:lnTo>
                      <a:lnTo>
                        <a:pt x="87" y="18"/>
                      </a:lnTo>
                      <a:lnTo>
                        <a:pt x="90" y="18"/>
                      </a:lnTo>
                      <a:lnTo>
                        <a:pt x="91" y="14"/>
                      </a:lnTo>
                      <a:lnTo>
                        <a:pt x="91" y="11"/>
                      </a:lnTo>
                      <a:lnTo>
                        <a:pt x="95" y="8"/>
                      </a:lnTo>
                      <a:lnTo>
                        <a:pt x="95" y="6"/>
                      </a:lnTo>
                      <a:lnTo>
                        <a:pt x="92" y="4"/>
                      </a:lnTo>
                      <a:lnTo>
                        <a:pt x="92" y="0"/>
                      </a:lnTo>
                      <a:lnTo>
                        <a:pt x="92" y="0"/>
                      </a:lnTo>
                      <a:close/>
                      <a:moveTo>
                        <a:pt x="61" y="110"/>
                      </a:moveTo>
                      <a:lnTo>
                        <a:pt x="60" y="109"/>
                      </a:lnTo>
                      <a:lnTo>
                        <a:pt x="60" y="110"/>
                      </a:lnTo>
                      <a:lnTo>
                        <a:pt x="59" y="113"/>
                      </a:lnTo>
                      <a:lnTo>
                        <a:pt x="60" y="114"/>
                      </a:lnTo>
                      <a:lnTo>
                        <a:pt x="61" y="116"/>
                      </a:lnTo>
                      <a:lnTo>
                        <a:pt x="67" y="116"/>
                      </a:lnTo>
                      <a:lnTo>
                        <a:pt x="68" y="116"/>
                      </a:lnTo>
                      <a:lnTo>
                        <a:pt x="69" y="114"/>
                      </a:lnTo>
                      <a:lnTo>
                        <a:pt x="72" y="116"/>
                      </a:lnTo>
                      <a:lnTo>
                        <a:pt x="76" y="117"/>
                      </a:lnTo>
                      <a:lnTo>
                        <a:pt x="76" y="120"/>
                      </a:lnTo>
                      <a:lnTo>
                        <a:pt x="80" y="120"/>
                      </a:lnTo>
                      <a:lnTo>
                        <a:pt x="83" y="117"/>
                      </a:lnTo>
                      <a:lnTo>
                        <a:pt x="86" y="117"/>
                      </a:lnTo>
                      <a:lnTo>
                        <a:pt x="91" y="117"/>
                      </a:lnTo>
                      <a:lnTo>
                        <a:pt x="95" y="117"/>
                      </a:lnTo>
                      <a:lnTo>
                        <a:pt x="97" y="116"/>
                      </a:lnTo>
                      <a:lnTo>
                        <a:pt x="98" y="114"/>
                      </a:lnTo>
                      <a:lnTo>
                        <a:pt x="97" y="113"/>
                      </a:lnTo>
                      <a:lnTo>
                        <a:pt x="97" y="112"/>
                      </a:lnTo>
                      <a:lnTo>
                        <a:pt x="97" y="113"/>
                      </a:lnTo>
                      <a:lnTo>
                        <a:pt x="97" y="114"/>
                      </a:lnTo>
                      <a:lnTo>
                        <a:pt x="95" y="116"/>
                      </a:lnTo>
                      <a:lnTo>
                        <a:pt x="94" y="114"/>
                      </a:lnTo>
                      <a:lnTo>
                        <a:pt x="92" y="114"/>
                      </a:lnTo>
                      <a:lnTo>
                        <a:pt x="90" y="114"/>
                      </a:lnTo>
                      <a:lnTo>
                        <a:pt x="91" y="113"/>
                      </a:lnTo>
                      <a:lnTo>
                        <a:pt x="90" y="112"/>
                      </a:lnTo>
                      <a:lnTo>
                        <a:pt x="88" y="112"/>
                      </a:lnTo>
                      <a:lnTo>
                        <a:pt x="84" y="110"/>
                      </a:lnTo>
                      <a:lnTo>
                        <a:pt x="82" y="109"/>
                      </a:lnTo>
                      <a:lnTo>
                        <a:pt x="78" y="110"/>
                      </a:lnTo>
                      <a:lnTo>
                        <a:pt x="75" y="112"/>
                      </a:lnTo>
                      <a:lnTo>
                        <a:pt x="72" y="113"/>
                      </a:lnTo>
                      <a:lnTo>
                        <a:pt x="69" y="112"/>
                      </a:lnTo>
                      <a:lnTo>
                        <a:pt x="68" y="110"/>
                      </a:lnTo>
                      <a:lnTo>
                        <a:pt x="67" y="110"/>
                      </a:lnTo>
                      <a:lnTo>
                        <a:pt x="68" y="109"/>
                      </a:lnTo>
                      <a:lnTo>
                        <a:pt x="67" y="107"/>
                      </a:lnTo>
                      <a:lnTo>
                        <a:pt x="65" y="107"/>
                      </a:lnTo>
                      <a:lnTo>
                        <a:pt x="65" y="109"/>
                      </a:lnTo>
                      <a:lnTo>
                        <a:pt x="67" y="109"/>
                      </a:lnTo>
                      <a:lnTo>
                        <a:pt x="65" y="110"/>
                      </a:lnTo>
                      <a:lnTo>
                        <a:pt x="63" y="110"/>
                      </a:lnTo>
                      <a:lnTo>
                        <a:pt x="63" y="107"/>
                      </a:lnTo>
                      <a:lnTo>
                        <a:pt x="61" y="107"/>
                      </a:lnTo>
                      <a:lnTo>
                        <a:pt x="61" y="109"/>
                      </a:lnTo>
                      <a:lnTo>
                        <a:pt x="63" y="110"/>
                      </a:lnTo>
                      <a:lnTo>
                        <a:pt x="61" y="110"/>
                      </a:lnTo>
                      <a:lnTo>
                        <a:pt x="61" y="110"/>
                      </a:lnTo>
                      <a:close/>
                      <a:moveTo>
                        <a:pt x="4" y="38"/>
                      </a:moveTo>
                      <a:lnTo>
                        <a:pt x="4" y="41"/>
                      </a:lnTo>
                      <a:lnTo>
                        <a:pt x="6" y="44"/>
                      </a:lnTo>
                      <a:lnTo>
                        <a:pt x="7" y="44"/>
                      </a:lnTo>
                      <a:lnTo>
                        <a:pt x="8" y="45"/>
                      </a:lnTo>
                      <a:lnTo>
                        <a:pt x="7" y="45"/>
                      </a:lnTo>
                      <a:lnTo>
                        <a:pt x="4" y="45"/>
                      </a:lnTo>
                      <a:lnTo>
                        <a:pt x="3" y="42"/>
                      </a:lnTo>
                      <a:lnTo>
                        <a:pt x="1" y="41"/>
                      </a:lnTo>
                      <a:lnTo>
                        <a:pt x="0" y="41"/>
                      </a:lnTo>
                      <a:lnTo>
                        <a:pt x="0" y="39"/>
                      </a:lnTo>
                      <a:lnTo>
                        <a:pt x="3" y="38"/>
                      </a:lnTo>
                      <a:lnTo>
                        <a:pt x="4" y="38"/>
                      </a:lnTo>
                      <a:lnTo>
                        <a:pt x="4" y="38"/>
                      </a:lnTo>
                      <a:close/>
                      <a:moveTo>
                        <a:pt x="15" y="59"/>
                      </a:moveTo>
                      <a:lnTo>
                        <a:pt x="15" y="59"/>
                      </a:lnTo>
                      <a:lnTo>
                        <a:pt x="16" y="56"/>
                      </a:lnTo>
                      <a:lnTo>
                        <a:pt x="18" y="56"/>
                      </a:lnTo>
                      <a:lnTo>
                        <a:pt x="18" y="59"/>
                      </a:lnTo>
                      <a:lnTo>
                        <a:pt x="16" y="59"/>
                      </a:lnTo>
                      <a:lnTo>
                        <a:pt x="16" y="60"/>
                      </a:lnTo>
                      <a:lnTo>
                        <a:pt x="15" y="59"/>
                      </a:lnTo>
                      <a:lnTo>
                        <a:pt x="15" y="59"/>
                      </a:lnTo>
                      <a:close/>
                      <a:moveTo>
                        <a:pt x="15" y="64"/>
                      </a:moveTo>
                      <a:lnTo>
                        <a:pt x="15" y="60"/>
                      </a:lnTo>
                      <a:lnTo>
                        <a:pt x="16" y="61"/>
                      </a:lnTo>
                      <a:lnTo>
                        <a:pt x="18" y="64"/>
                      </a:lnTo>
                      <a:lnTo>
                        <a:pt x="18" y="65"/>
                      </a:lnTo>
                      <a:lnTo>
                        <a:pt x="19" y="65"/>
                      </a:lnTo>
                      <a:lnTo>
                        <a:pt x="19" y="67"/>
                      </a:lnTo>
                      <a:lnTo>
                        <a:pt x="19" y="68"/>
                      </a:lnTo>
                      <a:lnTo>
                        <a:pt x="19" y="69"/>
                      </a:lnTo>
                      <a:lnTo>
                        <a:pt x="16" y="68"/>
                      </a:lnTo>
                      <a:lnTo>
                        <a:pt x="15" y="68"/>
                      </a:lnTo>
                      <a:lnTo>
                        <a:pt x="15" y="67"/>
                      </a:lnTo>
                      <a:lnTo>
                        <a:pt x="15" y="65"/>
                      </a:lnTo>
                      <a:lnTo>
                        <a:pt x="15" y="68"/>
                      </a:lnTo>
                      <a:lnTo>
                        <a:pt x="14" y="68"/>
                      </a:lnTo>
                      <a:lnTo>
                        <a:pt x="12" y="67"/>
                      </a:lnTo>
                      <a:lnTo>
                        <a:pt x="12" y="64"/>
                      </a:lnTo>
                      <a:lnTo>
                        <a:pt x="14" y="64"/>
                      </a:lnTo>
                      <a:lnTo>
                        <a:pt x="15" y="64"/>
                      </a:lnTo>
                      <a:lnTo>
                        <a:pt x="15" y="64"/>
                      </a:lnTo>
                      <a:close/>
                      <a:moveTo>
                        <a:pt x="20" y="73"/>
                      </a:moveTo>
                      <a:lnTo>
                        <a:pt x="22" y="75"/>
                      </a:lnTo>
                      <a:lnTo>
                        <a:pt x="20" y="75"/>
                      </a:lnTo>
                      <a:lnTo>
                        <a:pt x="19" y="76"/>
                      </a:lnTo>
                      <a:lnTo>
                        <a:pt x="18" y="75"/>
                      </a:lnTo>
                      <a:lnTo>
                        <a:pt x="16" y="73"/>
                      </a:lnTo>
                      <a:lnTo>
                        <a:pt x="16" y="72"/>
                      </a:lnTo>
                      <a:lnTo>
                        <a:pt x="18" y="71"/>
                      </a:lnTo>
                      <a:lnTo>
                        <a:pt x="19" y="72"/>
                      </a:lnTo>
                      <a:lnTo>
                        <a:pt x="20" y="73"/>
                      </a:lnTo>
                      <a:lnTo>
                        <a:pt x="20" y="73"/>
                      </a:lnTo>
                      <a:close/>
                      <a:moveTo>
                        <a:pt x="109" y="105"/>
                      </a:moveTo>
                      <a:lnTo>
                        <a:pt x="109" y="105"/>
                      </a:lnTo>
                      <a:lnTo>
                        <a:pt x="109" y="103"/>
                      </a:lnTo>
                      <a:lnTo>
                        <a:pt x="109" y="105"/>
                      </a:lnTo>
                      <a:lnTo>
                        <a:pt x="109" y="105"/>
                      </a:lnTo>
                      <a:lnTo>
                        <a:pt x="109" y="105"/>
                      </a:lnTo>
                      <a:close/>
                      <a:moveTo>
                        <a:pt x="109" y="112"/>
                      </a:moveTo>
                      <a:lnTo>
                        <a:pt x="107" y="109"/>
                      </a:lnTo>
                      <a:lnTo>
                        <a:pt x="107" y="107"/>
                      </a:lnTo>
                      <a:lnTo>
                        <a:pt x="109" y="106"/>
                      </a:lnTo>
                      <a:lnTo>
                        <a:pt x="109" y="107"/>
                      </a:lnTo>
                      <a:lnTo>
                        <a:pt x="110" y="109"/>
                      </a:lnTo>
                      <a:lnTo>
                        <a:pt x="109" y="112"/>
                      </a:lnTo>
                      <a:lnTo>
                        <a:pt x="109" y="112"/>
                      </a:lnTo>
                      <a:lnTo>
                        <a:pt x="109" y="112"/>
                      </a:lnTo>
                      <a:close/>
                      <a:moveTo>
                        <a:pt x="116" y="103"/>
                      </a:moveTo>
                      <a:lnTo>
                        <a:pt x="114" y="103"/>
                      </a:lnTo>
                      <a:lnTo>
                        <a:pt x="116" y="101"/>
                      </a:lnTo>
                      <a:lnTo>
                        <a:pt x="116" y="101"/>
                      </a:lnTo>
                      <a:lnTo>
                        <a:pt x="116" y="99"/>
                      </a:lnTo>
                      <a:lnTo>
                        <a:pt x="118" y="97"/>
                      </a:lnTo>
                      <a:lnTo>
                        <a:pt x="121" y="95"/>
                      </a:lnTo>
                      <a:lnTo>
                        <a:pt x="124" y="94"/>
                      </a:lnTo>
                      <a:lnTo>
                        <a:pt x="124" y="95"/>
                      </a:lnTo>
                      <a:lnTo>
                        <a:pt x="122" y="97"/>
                      </a:lnTo>
                      <a:lnTo>
                        <a:pt x="122" y="98"/>
                      </a:lnTo>
                      <a:lnTo>
                        <a:pt x="121" y="99"/>
                      </a:lnTo>
                      <a:lnTo>
                        <a:pt x="121" y="101"/>
                      </a:lnTo>
                      <a:lnTo>
                        <a:pt x="120" y="101"/>
                      </a:lnTo>
                      <a:lnTo>
                        <a:pt x="118" y="102"/>
                      </a:lnTo>
                      <a:lnTo>
                        <a:pt x="117" y="103"/>
                      </a:lnTo>
                      <a:lnTo>
                        <a:pt x="116" y="103"/>
                      </a:lnTo>
                      <a:lnTo>
                        <a:pt x="116" y="103"/>
                      </a:lnTo>
                      <a:close/>
                      <a:moveTo>
                        <a:pt x="97" y="94"/>
                      </a:moveTo>
                      <a:lnTo>
                        <a:pt x="95" y="94"/>
                      </a:lnTo>
                      <a:lnTo>
                        <a:pt x="97" y="92"/>
                      </a:lnTo>
                      <a:lnTo>
                        <a:pt x="98" y="91"/>
                      </a:lnTo>
                      <a:lnTo>
                        <a:pt x="99" y="92"/>
                      </a:lnTo>
                      <a:lnTo>
                        <a:pt x="98" y="94"/>
                      </a:lnTo>
                      <a:lnTo>
                        <a:pt x="98" y="94"/>
                      </a:lnTo>
                      <a:lnTo>
                        <a:pt x="97" y="94"/>
                      </a:lnTo>
                      <a:lnTo>
                        <a:pt x="97" y="94"/>
                      </a:lnTo>
                      <a:close/>
                      <a:moveTo>
                        <a:pt x="97" y="73"/>
                      </a:moveTo>
                      <a:lnTo>
                        <a:pt x="99" y="72"/>
                      </a:lnTo>
                      <a:lnTo>
                        <a:pt x="101" y="72"/>
                      </a:lnTo>
                      <a:lnTo>
                        <a:pt x="102" y="73"/>
                      </a:lnTo>
                      <a:lnTo>
                        <a:pt x="102" y="73"/>
                      </a:lnTo>
                      <a:lnTo>
                        <a:pt x="103" y="73"/>
                      </a:lnTo>
                      <a:lnTo>
                        <a:pt x="103" y="75"/>
                      </a:lnTo>
                      <a:lnTo>
                        <a:pt x="102" y="75"/>
                      </a:lnTo>
                      <a:lnTo>
                        <a:pt x="102" y="76"/>
                      </a:lnTo>
                      <a:lnTo>
                        <a:pt x="101" y="76"/>
                      </a:lnTo>
                      <a:lnTo>
                        <a:pt x="99" y="75"/>
                      </a:lnTo>
                      <a:lnTo>
                        <a:pt x="98" y="75"/>
                      </a:lnTo>
                      <a:lnTo>
                        <a:pt x="95" y="75"/>
                      </a:lnTo>
                      <a:lnTo>
                        <a:pt x="97" y="73"/>
                      </a:lnTo>
                      <a:lnTo>
                        <a:pt x="97" y="73"/>
                      </a:lnTo>
                      <a:close/>
                      <a:moveTo>
                        <a:pt x="91" y="59"/>
                      </a:moveTo>
                      <a:lnTo>
                        <a:pt x="92" y="63"/>
                      </a:lnTo>
                      <a:lnTo>
                        <a:pt x="91" y="65"/>
                      </a:lnTo>
                      <a:lnTo>
                        <a:pt x="90" y="65"/>
                      </a:lnTo>
                      <a:lnTo>
                        <a:pt x="88" y="65"/>
                      </a:lnTo>
                      <a:lnTo>
                        <a:pt x="88" y="64"/>
                      </a:lnTo>
                      <a:lnTo>
                        <a:pt x="90" y="63"/>
                      </a:lnTo>
                      <a:lnTo>
                        <a:pt x="90" y="61"/>
                      </a:lnTo>
                      <a:lnTo>
                        <a:pt x="87" y="60"/>
                      </a:lnTo>
                      <a:lnTo>
                        <a:pt x="87" y="59"/>
                      </a:lnTo>
                      <a:lnTo>
                        <a:pt x="90" y="57"/>
                      </a:lnTo>
                      <a:lnTo>
                        <a:pt x="91" y="59"/>
                      </a:lnTo>
                      <a:lnTo>
                        <a:pt x="91" y="59"/>
                      </a:lnTo>
                      <a:lnTo>
                        <a:pt x="91" y="59"/>
                      </a:lnTo>
                      <a:close/>
                      <a:moveTo>
                        <a:pt x="88" y="50"/>
                      </a:moveTo>
                      <a:lnTo>
                        <a:pt x="86" y="49"/>
                      </a:lnTo>
                      <a:lnTo>
                        <a:pt x="87" y="46"/>
                      </a:lnTo>
                      <a:lnTo>
                        <a:pt x="90" y="46"/>
                      </a:lnTo>
                      <a:lnTo>
                        <a:pt x="91" y="45"/>
                      </a:lnTo>
                      <a:lnTo>
                        <a:pt x="95" y="45"/>
                      </a:lnTo>
                      <a:lnTo>
                        <a:pt x="95" y="45"/>
                      </a:lnTo>
                      <a:lnTo>
                        <a:pt x="95" y="46"/>
                      </a:lnTo>
                      <a:lnTo>
                        <a:pt x="95" y="46"/>
                      </a:lnTo>
                      <a:lnTo>
                        <a:pt x="95" y="49"/>
                      </a:lnTo>
                      <a:lnTo>
                        <a:pt x="95" y="52"/>
                      </a:lnTo>
                      <a:lnTo>
                        <a:pt x="92" y="52"/>
                      </a:lnTo>
                      <a:lnTo>
                        <a:pt x="91" y="52"/>
                      </a:lnTo>
                      <a:lnTo>
                        <a:pt x="91" y="50"/>
                      </a:lnTo>
                      <a:lnTo>
                        <a:pt x="92" y="49"/>
                      </a:lnTo>
                      <a:lnTo>
                        <a:pt x="92" y="48"/>
                      </a:lnTo>
                      <a:lnTo>
                        <a:pt x="91" y="48"/>
                      </a:lnTo>
                      <a:lnTo>
                        <a:pt x="90" y="49"/>
                      </a:lnTo>
                      <a:lnTo>
                        <a:pt x="90" y="50"/>
                      </a:lnTo>
                      <a:lnTo>
                        <a:pt x="88" y="50"/>
                      </a:lnTo>
                      <a:lnTo>
                        <a:pt x="88" y="50"/>
                      </a:lnTo>
                      <a:lnTo>
                        <a:pt x="88" y="50"/>
                      </a:lnTo>
                      <a:close/>
                      <a:moveTo>
                        <a:pt x="80" y="25"/>
                      </a:moveTo>
                      <a:lnTo>
                        <a:pt x="82" y="25"/>
                      </a:lnTo>
                      <a:lnTo>
                        <a:pt x="83" y="23"/>
                      </a:lnTo>
                      <a:lnTo>
                        <a:pt x="84" y="25"/>
                      </a:lnTo>
                      <a:lnTo>
                        <a:pt x="84" y="26"/>
                      </a:lnTo>
                      <a:lnTo>
                        <a:pt x="83" y="26"/>
                      </a:lnTo>
                      <a:lnTo>
                        <a:pt x="80" y="25"/>
                      </a:lnTo>
                      <a:lnTo>
                        <a:pt x="80" y="25"/>
                      </a:lnTo>
                      <a:close/>
                      <a:moveTo>
                        <a:pt x="75" y="33"/>
                      </a:moveTo>
                      <a:lnTo>
                        <a:pt x="76" y="33"/>
                      </a:lnTo>
                      <a:lnTo>
                        <a:pt x="78" y="33"/>
                      </a:lnTo>
                      <a:lnTo>
                        <a:pt x="79" y="31"/>
                      </a:lnTo>
                      <a:lnTo>
                        <a:pt x="80" y="33"/>
                      </a:lnTo>
                      <a:lnTo>
                        <a:pt x="79" y="34"/>
                      </a:lnTo>
                      <a:lnTo>
                        <a:pt x="79" y="37"/>
                      </a:lnTo>
                      <a:lnTo>
                        <a:pt x="76" y="37"/>
                      </a:lnTo>
                      <a:lnTo>
                        <a:pt x="76" y="37"/>
                      </a:lnTo>
                      <a:lnTo>
                        <a:pt x="75" y="35"/>
                      </a:lnTo>
                      <a:lnTo>
                        <a:pt x="73" y="33"/>
                      </a:lnTo>
                      <a:lnTo>
                        <a:pt x="75" y="33"/>
                      </a:lnTo>
                      <a:lnTo>
                        <a:pt x="75" y="33"/>
                      </a:lnTo>
                      <a:close/>
                      <a:moveTo>
                        <a:pt x="68" y="20"/>
                      </a:moveTo>
                      <a:lnTo>
                        <a:pt x="69" y="19"/>
                      </a:lnTo>
                      <a:lnTo>
                        <a:pt x="71" y="20"/>
                      </a:lnTo>
                      <a:lnTo>
                        <a:pt x="71" y="22"/>
                      </a:lnTo>
                      <a:lnTo>
                        <a:pt x="69" y="23"/>
                      </a:lnTo>
                      <a:lnTo>
                        <a:pt x="68" y="23"/>
                      </a:lnTo>
                      <a:lnTo>
                        <a:pt x="67" y="23"/>
                      </a:lnTo>
                      <a:lnTo>
                        <a:pt x="68" y="20"/>
                      </a:lnTo>
                      <a:lnTo>
                        <a:pt x="68" y="20"/>
                      </a:lnTo>
                      <a:close/>
                      <a:moveTo>
                        <a:pt x="54" y="49"/>
                      </a:moveTo>
                      <a:lnTo>
                        <a:pt x="56" y="49"/>
                      </a:lnTo>
                      <a:lnTo>
                        <a:pt x="57" y="49"/>
                      </a:lnTo>
                      <a:lnTo>
                        <a:pt x="57" y="50"/>
                      </a:lnTo>
                      <a:lnTo>
                        <a:pt x="57" y="52"/>
                      </a:lnTo>
                      <a:lnTo>
                        <a:pt x="54" y="49"/>
                      </a:lnTo>
                      <a:lnTo>
                        <a:pt x="54" y="49"/>
                      </a:lnTo>
                      <a:close/>
                      <a:moveTo>
                        <a:pt x="52" y="49"/>
                      </a:moveTo>
                      <a:lnTo>
                        <a:pt x="53" y="48"/>
                      </a:lnTo>
                      <a:lnTo>
                        <a:pt x="54" y="49"/>
                      </a:lnTo>
                      <a:lnTo>
                        <a:pt x="53" y="50"/>
                      </a:lnTo>
                      <a:lnTo>
                        <a:pt x="52" y="49"/>
                      </a:lnTo>
                      <a:lnTo>
                        <a:pt x="52" y="49"/>
                      </a:lnTo>
                      <a:close/>
                      <a:moveTo>
                        <a:pt x="68" y="52"/>
                      </a:moveTo>
                      <a:lnTo>
                        <a:pt x="69" y="52"/>
                      </a:lnTo>
                      <a:lnTo>
                        <a:pt x="71" y="53"/>
                      </a:lnTo>
                      <a:lnTo>
                        <a:pt x="72" y="53"/>
                      </a:lnTo>
                      <a:lnTo>
                        <a:pt x="72" y="56"/>
                      </a:lnTo>
                      <a:lnTo>
                        <a:pt x="71" y="56"/>
                      </a:lnTo>
                      <a:lnTo>
                        <a:pt x="71" y="54"/>
                      </a:lnTo>
                      <a:lnTo>
                        <a:pt x="69" y="54"/>
                      </a:lnTo>
                      <a:lnTo>
                        <a:pt x="68" y="52"/>
                      </a:lnTo>
                      <a:lnTo>
                        <a:pt x="68" y="52"/>
                      </a:lnTo>
                      <a:close/>
                      <a:moveTo>
                        <a:pt x="91" y="79"/>
                      </a:moveTo>
                      <a:lnTo>
                        <a:pt x="91" y="78"/>
                      </a:lnTo>
                      <a:lnTo>
                        <a:pt x="91" y="76"/>
                      </a:lnTo>
                      <a:lnTo>
                        <a:pt x="94" y="76"/>
                      </a:lnTo>
                      <a:lnTo>
                        <a:pt x="94" y="78"/>
                      </a:lnTo>
                      <a:lnTo>
                        <a:pt x="91" y="79"/>
                      </a:lnTo>
                      <a:lnTo>
                        <a:pt x="91" y="79"/>
                      </a:lnTo>
                      <a:close/>
                      <a:moveTo>
                        <a:pt x="68" y="94"/>
                      </a:moveTo>
                      <a:lnTo>
                        <a:pt x="69" y="91"/>
                      </a:lnTo>
                      <a:lnTo>
                        <a:pt x="71" y="91"/>
                      </a:lnTo>
                      <a:lnTo>
                        <a:pt x="71" y="92"/>
                      </a:lnTo>
                      <a:lnTo>
                        <a:pt x="69" y="94"/>
                      </a:lnTo>
                      <a:lnTo>
                        <a:pt x="68" y="94"/>
                      </a:lnTo>
                      <a:lnTo>
                        <a:pt x="68" y="94"/>
                      </a:lnTo>
                      <a:close/>
                      <a:moveTo>
                        <a:pt x="69" y="84"/>
                      </a:moveTo>
                      <a:lnTo>
                        <a:pt x="71" y="84"/>
                      </a:lnTo>
                      <a:lnTo>
                        <a:pt x="71" y="86"/>
                      </a:lnTo>
                      <a:lnTo>
                        <a:pt x="69" y="84"/>
                      </a:lnTo>
                      <a:lnTo>
                        <a:pt x="69" y="84"/>
                      </a:lnTo>
                      <a:close/>
                      <a:moveTo>
                        <a:pt x="68" y="82"/>
                      </a:moveTo>
                      <a:lnTo>
                        <a:pt x="68" y="80"/>
                      </a:lnTo>
                      <a:lnTo>
                        <a:pt x="69" y="80"/>
                      </a:lnTo>
                      <a:lnTo>
                        <a:pt x="69" y="82"/>
                      </a:lnTo>
                      <a:lnTo>
                        <a:pt x="69" y="82"/>
                      </a:lnTo>
                      <a:lnTo>
                        <a:pt x="68" y="82"/>
                      </a:lnTo>
                      <a:lnTo>
                        <a:pt x="68" y="82"/>
                      </a:lnTo>
                      <a:close/>
                      <a:moveTo>
                        <a:pt x="67" y="79"/>
                      </a:moveTo>
                      <a:lnTo>
                        <a:pt x="67" y="78"/>
                      </a:lnTo>
                      <a:lnTo>
                        <a:pt x="68" y="76"/>
                      </a:lnTo>
                      <a:lnTo>
                        <a:pt x="68" y="78"/>
                      </a:lnTo>
                      <a:lnTo>
                        <a:pt x="67" y="79"/>
                      </a:lnTo>
                      <a:lnTo>
                        <a:pt x="67" y="79"/>
                      </a:lnTo>
                      <a:close/>
                      <a:moveTo>
                        <a:pt x="80" y="87"/>
                      </a:moveTo>
                      <a:lnTo>
                        <a:pt x="79" y="86"/>
                      </a:lnTo>
                      <a:lnTo>
                        <a:pt x="79" y="84"/>
                      </a:lnTo>
                      <a:lnTo>
                        <a:pt x="80" y="84"/>
                      </a:lnTo>
                      <a:lnTo>
                        <a:pt x="82" y="86"/>
                      </a:lnTo>
                      <a:lnTo>
                        <a:pt x="80" y="87"/>
                      </a:lnTo>
                      <a:lnTo>
                        <a:pt x="80" y="87"/>
                      </a:lnTo>
                      <a:close/>
                      <a:moveTo>
                        <a:pt x="83" y="87"/>
                      </a:moveTo>
                      <a:lnTo>
                        <a:pt x="83" y="84"/>
                      </a:lnTo>
                      <a:lnTo>
                        <a:pt x="84" y="83"/>
                      </a:lnTo>
                      <a:lnTo>
                        <a:pt x="86" y="83"/>
                      </a:lnTo>
                      <a:lnTo>
                        <a:pt x="86" y="84"/>
                      </a:lnTo>
                      <a:lnTo>
                        <a:pt x="84" y="87"/>
                      </a:lnTo>
                      <a:lnTo>
                        <a:pt x="83" y="87"/>
                      </a:lnTo>
                      <a:lnTo>
                        <a:pt x="83" y="87"/>
                      </a:lnTo>
                      <a:close/>
                      <a:moveTo>
                        <a:pt x="83" y="80"/>
                      </a:moveTo>
                      <a:lnTo>
                        <a:pt x="83" y="79"/>
                      </a:lnTo>
                      <a:lnTo>
                        <a:pt x="84" y="79"/>
                      </a:lnTo>
                      <a:lnTo>
                        <a:pt x="83" y="80"/>
                      </a:lnTo>
                      <a:lnTo>
                        <a:pt x="83" y="80"/>
                      </a:lnTo>
                      <a:close/>
                      <a:moveTo>
                        <a:pt x="79" y="76"/>
                      </a:moveTo>
                      <a:lnTo>
                        <a:pt x="80" y="76"/>
                      </a:lnTo>
                      <a:lnTo>
                        <a:pt x="82" y="78"/>
                      </a:lnTo>
                      <a:lnTo>
                        <a:pt x="82" y="79"/>
                      </a:lnTo>
                      <a:lnTo>
                        <a:pt x="80" y="78"/>
                      </a:lnTo>
                      <a:lnTo>
                        <a:pt x="79" y="76"/>
                      </a:lnTo>
                      <a:lnTo>
                        <a:pt x="79" y="76"/>
                      </a:lnTo>
                      <a:close/>
                      <a:moveTo>
                        <a:pt x="72" y="71"/>
                      </a:moveTo>
                      <a:lnTo>
                        <a:pt x="73" y="71"/>
                      </a:lnTo>
                      <a:lnTo>
                        <a:pt x="75" y="72"/>
                      </a:lnTo>
                      <a:lnTo>
                        <a:pt x="78" y="75"/>
                      </a:lnTo>
                      <a:lnTo>
                        <a:pt x="78" y="76"/>
                      </a:lnTo>
                      <a:lnTo>
                        <a:pt x="76" y="76"/>
                      </a:lnTo>
                      <a:lnTo>
                        <a:pt x="73" y="73"/>
                      </a:lnTo>
                      <a:lnTo>
                        <a:pt x="72" y="72"/>
                      </a:lnTo>
                      <a:lnTo>
                        <a:pt x="72" y="71"/>
                      </a:lnTo>
                      <a:lnTo>
                        <a:pt x="72" y="71"/>
                      </a:lnTo>
                      <a:close/>
                      <a:moveTo>
                        <a:pt x="46" y="54"/>
                      </a:moveTo>
                      <a:lnTo>
                        <a:pt x="48" y="52"/>
                      </a:lnTo>
                      <a:lnTo>
                        <a:pt x="52" y="52"/>
                      </a:lnTo>
                      <a:lnTo>
                        <a:pt x="53" y="54"/>
                      </a:lnTo>
                      <a:lnTo>
                        <a:pt x="56" y="54"/>
                      </a:lnTo>
                      <a:lnTo>
                        <a:pt x="59" y="56"/>
                      </a:lnTo>
                      <a:lnTo>
                        <a:pt x="59" y="57"/>
                      </a:lnTo>
                      <a:lnTo>
                        <a:pt x="61" y="57"/>
                      </a:lnTo>
                      <a:lnTo>
                        <a:pt x="61" y="56"/>
                      </a:lnTo>
                      <a:lnTo>
                        <a:pt x="64" y="60"/>
                      </a:lnTo>
                      <a:lnTo>
                        <a:pt x="65" y="61"/>
                      </a:lnTo>
                      <a:lnTo>
                        <a:pt x="65" y="63"/>
                      </a:lnTo>
                      <a:lnTo>
                        <a:pt x="65" y="64"/>
                      </a:lnTo>
                      <a:lnTo>
                        <a:pt x="65" y="67"/>
                      </a:lnTo>
                      <a:lnTo>
                        <a:pt x="68" y="68"/>
                      </a:lnTo>
                      <a:lnTo>
                        <a:pt x="68" y="68"/>
                      </a:lnTo>
                      <a:lnTo>
                        <a:pt x="71" y="68"/>
                      </a:lnTo>
                      <a:lnTo>
                        <a:pt x="69" y="71"/>
                      </a:lnTo>
                      <a:lnTo>
                        <a:pt x="68" y="71"/>
                      </a:lnTo>
                      <a:lnTo>
                        <a:pt x="68" y="71"/>
                      </a:lnTo>
                      <a:lnTo>
                        <a:pt x="65" y="69"/>
                      </a:lnTo>
                      <a:lnTo>
                        <a:pt x="64" y="68"/>
                      </a:lnTo>
                      <a:lnTo>
                        <a:pt x="65" y="67"/>
                      </a:lnTo>
                      <a:lnTo>
                        <a:pt x="64" y="65"/>
                      </a:lnTo>
                      <a:lnTo>
                        <a:pt x="61" y="63"/>
                      </a:lnTo>
                      <a:lnTo>
                        <a:pt x="61" y="61"/>
                      </a:lnTo>
                      <a:lnTo>
                        <a:pt x="60" y="61"/>
                      </a:lnTo>
                      <a:lnTo>
                        <a:pt x="57" y="60"/>
                      </a:lnTo>
                      <a:lnTo>
                        <a:pt x="56" y="59"/>
                      </a:lnTo>
                      <a:lnTo>
                        <a:pt x="54" y="59"/>
                      </a:lnTo>
                      <a:lnTo>
                        <a:pt x="53" y="57"/>
                      </a:lnTo>
                      <a:lnTo>
                        <a:pt x="52" y="56"/>
                      </a:lnTo>
                      <a:lnTo>
                        <a:pt x="50" y="56"/>
                      </a:lnTo>
                      <a:lnTo>
                        <a:pt x="49" y="54"/>
                      </a:lnTo>
                      <a:lnTo>
                        <a:pt x="48" y="54"/>
                      </a:lnTo>
                      <a:lnTo>
                        <a:pt x="46" y="54"/>
                      </a:lnTo>
                      <a:lnTo>
                        <a:pt x="46" y="54"/>
                      </a:lnTo>
                      <a:close/>
                      <a:moveTo>
                        <a:pt x="50" y="97"/>
                      </a:moveTo>
                      <a:lnTo>
                        <a:pt x="50" y="95"/>
                      </a:lnTo>
                      <a:lnTo>
                        <a:pt x="50" y="98"/>
                      </a:lnTo>
                      <a:lnTo>
                        <a:pt x="52" y="99"/>
                      </a:lnTo>
                      <a:lnTo>
                        <a:pt x="52" y="101"/>
                      </a:lnTo>
                      <a:lnTo>
                        <a:pt x="50" y="101"/>
                      </a:lnTo>
                      <a:lnTo>
                        <a:pt x="50" y="99"/>
                      </a:lnTo>
                      <a:lnTo>
                        <a:pt x="49" y="98"/>
                      </a:lnTo>
                      <a:lnTo>
                        <a:pt x="50" y="97"/>
                      </a:lnTo>
                      <a:lnTo>
                        <a:pt x="50" y="97"/>
                      </a:lnTo>
                      <a:close/>
                      <a:moveTo>
                        <a:pt x="50" y="94"/>
                      </a:moveTo>
                      <a:lnTo>
                        <a:pt x="50" y="94"/>
                      </a:lnTo>
                      <a:lnTo>
                        <a:pt x="49" y="94"/>
                      </a:lnTo>
                      <a:lnTo>
                        <a:pt x="50" y="9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2" name="Groupe 325"/>
              <p:cNvGrpSpPr/>
              <p:nvPr/>
            </p:nvGrpSpPr>
            <p:grpSpPr>
              <a:xfrm>
                <a:off x="4131575" y="3548530"/>
                <a:ext cx="2033994" cy="1891388"/>
                <a:chOff x="4131575" y="3548530"/>
                <a:chExt cx="2033994" cy="1891388"/>
              </a:xfrm>
              <a:grpFill/>
            </p:grpSpPr>
            <p:sp>
              <p:nvSpPr>
                <p:cNvPr id="308" name="Freeform 870"/>
                <p:cNvSpPr>
                  <a:spLocks noEditPoints="1"/>
                </p:cNvSpPr>
                <p:nvPr/>
              </p:nvSpPr>
              <p:spPr bwMode="auto">
                <a:xfrm>
                  <a:off x="5966673" y="3858132"/>
                  <a:ext cx="198896" cy="281456"/>
                </a:xfrm>
                <a:custGeom>
                  <a:avLst/>
                  <a:gdLst/>
                  <a:ahLst/>
                  <a:cxnLst>
                    <a:cxn ang="0">
                      <a:pos x="42" y="98"/>
                    </a:cxn>
                    <a:cxn ang="0">
                      <a:pos x="41" y="56"/>
                    </a:cxn>
                    <a:cxn ang="0">
                      <a:pos x="56" y="18"/>
                    </a:cxn>
                    <a:cxn ang="0">
                      <a:pos x="61" y="33"/>
                    </a:cxn>
                    <a:cxn ang="0">
                      <a:pos x="70" y="41"/>
                    </a:cxn>
                    <a:cxn ang="0">
                      <a:pos x="75" y="41"/>
                    </a:cxn>
                    <a:cxn ang="0">
                      <a:pos x="83" y="42"/>
                    </a:cxn>
                    <a:cxn ang="0">
                      <a:pos x="89" y="42"/>
                    </a:cxn>
                    <a:cxn ang="0">
                      <a:pos x="94" y="51"/>
                    </a:cxn>
                    <a:cxn ang="0">
                      <a:pos x="98" y="56"/>
                    </a:cxn>
                    <a:cxn ang="0">
                      <a:pos x="106" y="60"/>
                    </a:cxn>
                    <a:cxn ang="0">
                      <a:pos x="106" y="64"/>
                    </a:cxn>
                    <a:cxn ang="0">
                      <a:pos x="105" y="70"/>
                    </a:cxn>
                    <a:cxn ang="0">
                      <a:pos x="99" y="79"/>
                    </a:cxn>
                    <a:cxn ang="0">
                      <a:pos x="94" y="86"/>
                    </a:cxn>
                    <a:cxn ang="0">
                      <a:pos x="91" y="93"/>
                    </a:cxn>
                    <a:cxn ang="0">
                      <a:pos x="89" y="91"/>
                    </a:cxn>
                    <a:cxn ang="0">
                      <a:pos x="89" y="89"/>
                    </a:cxn>
                    <a:cxn ang="0">
                      <a:pos x="86" y="90"/>
                    </a:cxn>
                    <a:cxn ang="0">
                      <a:pos x="84" y="93"/>
                    </a:cxn>
                    <a:cxn ang="0">
                      <a:pos x="83" y="95"/>
                    </a:cxn>
                    <a:cxn ang="0">
                      <a:pos x="80" y="102"/>
                    </a:cxn>
                    <a:cxn ang="0">
                      <a:pos x="80" y="105"/>
                    </a:cxn>
                    <a:cxn ang="0">
                      <a:pos x="80" y="108"/>
                    </a:cxn>
                    <a:cxn ang="0">
                      <a:pos x="84" y="113"/>
                    </a:cxn>
                    <a:cxn ang="0">
                      <a:pos x="76" y="116"/>
                    </a:cxn>
                    <a:cxn ang="0">
                      <a:pos x="72" y="116"/>
                    </a:cxn>
                    <a:cxn ang="0">
                      <a:pos x="64" y="123"/>
                    </a:cxn>
                    <a:cxn ang="0">
                      <a:pos x="63" y="128"/>
                    </a:cxn>
                    <a:cxn ang="0">
                      <a:pos x="59" y="131"/>
                    </a:cxn>
                    <a:cxn ang="0">
                      <a:pos x="51" y="131"/>
                    </a:cxn>
                    <a:cxn ang="0">
                      <a:pos x="46" y="134"/>
                    </a:cxn>
                    <a:cxn ang="0">
                      <a:pos x="48" y="138"/>
                    </a:cxn>
                    <a:cxn ang="0">
                      <a:pos x="48" y="140"/>
                    </a:cxn>
                    <a:cxn ang="0">
                      <a:pos x="48" y="140"/>
                    </a:cxn>
                    <a:cxn ang="0">
                      <a:pos x="42" y="146"/>
                    </a:cxn>
                    <a:cxn ang="0">
                      <a:pos x="38" y="144"/>
                    </a:cxn>
                    <a:cxn ang="0">
                      <a:pos x="30" y="147"/>
                    </a:cxn>
                    <a:cxn ang="0">
                      <a:pos x="25" y="150"/>
                    </a:cxn>
                    <a:cxn ang="0">
                      <a:pos x="22" y="150"/>
                    </a:cxn>
                    <a:cxn ang="0">
                      <a:pos x="11" y="140"/>
                    </a:cxn>
                    <a:cxn ang="0">
                      <a:pos x="0" y="117"/>
                    </a:cxn>
                    <a:cxn ang="0">
                      <a:pos x="2" y="110"/>
                    </a:cxn>
                    <a:cxn ang="0">
                      <a:pos x="53" y="10"/>
                    </a:cxn>
                    <a:cxn ang="0">
                      <a:pos x="55" y="4"/>
                    </a:cxn>
                    <a:cxn ang="0">
                      <a:pos x="55" y="2"/>
                    </a:cxn>
                    <a:cxn ang="0">
                      <a:pos x="55" y="0"/>
                    </a:cxn>
                    <a:cxn ang="0">
                      <a:pos x="53" y="0"/>
                    </a:cxn>
                    <a:cxn ang="0">
                      <a:pos x="52" y="0"/>
                    </a:cxn>
                    <a:cxn ang="0">
                      <a:pos x="51" y="4"/>
                    </a:cxn>
                    <a:cxn ang="0">
                      <a:pos x="49" y="6"/>
                    </a:cxn>
                    <a:cxn ang="0">
                      <a:pos x="51" y="7"/>
                    </a:cxn>
                    <a:cxn ang="0">
                      <a:pos x="53" y="13"/>
                    </a:cxn>
                  </a:cxnLst>
                  <a:rect l="0" t="0" r="r" b="b"/>
                  <a:pathLst>
                    <a:path w="106" h="150">
                      <a:moveTo>
                        <a:pt x="2" y="110"/>
                      </a:moveTo>
                      <a:lnTo>
                        <a:pt x="42" y="98"/>
                      </a:lnTo>
                      <a:lnTo>
                        <a:pt x="44" y="68"/>
                      </a:lnTo>
                      <a:lnTo>
                        <a:pt x="41" y="56"/>
                      </a:lnTo>
                      <a:lnTo>
                        <a:pt x="53" y="19"/>
                      </a:lnTo>
                      <a:lnTo>
                        <a:pt x="56" y="18"/>
                      </a:lnTo>
                      <a:lnTo>
                        <a:pt x="56" y="28"/>
                      </a:lnTo>
                      <a:lnTo>
                        <a:pt x="61" y="33"/>
                      </a:lnTo>
                      <a:lnTo>
                        <a:pt x="61" y="34"/>
                      </a:lnTo>
                      <a:lnTo>
                        <a:pt x="70" y="41"/>
                      </a:lnTo>
                      <a:lnTo>
                        <a:pt x="72" y="42"/>
                      </a:lnTo>
                      <a:lnTo>
                        <a:pt x="75" y="41"/>
                      </a:lnTo>
                      <a:lnTo>
                        <a:pt x="78" y="41"/>
                      </a:lnTo>
                      <a:lnTo>
                        <a:pt x="83" y="42"/>
                      </a:lnTo>
                      <a:lnTo>
                        <a:pt x="87" y="41"/>
                      </a:lnTo>
                      <a:lnTo>
                        <a:pt x="89" y="42"/>
                      </a:lnTo>
                      <a:lnTo>
                        <a:pt x="93" y="47"/>
                      </a:lnTo>
                      <a:lnTo>
                        <a:pt x="94" y="51"/>
                      </a:lnTo>
                      <a:lnTo>
                        <a:pt x="97" y="53"/>
                      </a:lnTo>
                      <a:lnTo>
                        <a:pt x="98" y="56"/>
                      </a:lnTo>
                      <a:lnTo>
                        <a:pt x="103" y="60"/>
                      </a:lnTo>
                      <a:lnTo>
                        <a:pt x="106" y="60"/>
                      </a:lnTo>
                      <a:lnTo>
                        <a:pt x="106" y="61"/>
                      </a:lnTo>
                      <a:lnTo>
                        <a:pt x="106" y="64"/>
                      </a:lnTo>
                      <a:lnTo>
                        <a:pt x="105" y="67"/>
                      </a:lnTo>
                      <a:lnTo>
                        <a:pt x="105" y="70"/>
                      </a:lnTo>
                      <a:lnTo>
                        <a:pt x="105" y="71"/>
                      </a:lnTo>
                      <a:lnTo>
                        <a:pt x="99" y="79"/>
                      </a:lnTo>
                      <a:lnTo>
                        <a:pt x="95" y="83"/>
                      </a:lnTo>
                      <a:lnTo>
                        <a:pt x="94" y="86"/>
                      </a:lnTo>
                      <a:lnTo>
                        <a:pt x="93" y="87"/>
                      </a:lnTo>
                      <a:lnTo>
                        <a:pt x="91" y="93"/>
                      </a:lnTo>
                      <a:lnTo>
                        <a:pt x="90" y="93"/>
                      </a:lnTo>
                      <a:lnTo>
                        <a:pt x="89" y="91"/>
                      </a:lnTo>
                      <a:lnTo>
                        <a:pt x="89" y="90"/>
                      </a:lnTo>
                      <a:lnTo>
                        <a:pt x="89" y="89"/>
                      </a:lnTo>
                      <a:lnTo>
                        <a:pt x="87" y="89"/>
                      </a:lnTo>
                      <a:lnTo>
                        <a:pt x="86" y="90"/>
                      </a:lnTo>
                      <a:lnTo>
                        <a:pt x="84" y="93"/>
                      </a:lnTo>
                      <a:lnTo>
                        <a:pt x="84" y="93"/>
                      </a:lnTo>
                      <a:lnTo>
                        <a:pt x="84" y="94"/>
                      </a:lnTo>
                      <a:lnTo>
                        <a:pt x="83" y="95"/>
                      </a:lnTo>
                      <a:lnTo>
                        <a:pt x="80" y="100"/>
                      </a:lnTo>
                      <a:lnTo>
                        <a:pt x="80" y="102"/>
                      </a:lnTo>
                      <a:lnTo>
                        <a:pt x="80" y="105"/>
                      </a:lnTo>
                      <a:lnTo>
                        <a:pt x="80" y="105"/>
                      </a:lnTo>
                      <a:lnTo>
                        <a:pt x="82" y="108"/>
                      </a:lnTo>
                      <a:lnTo>
                        <a:pt x="80" y="108"/>
                      </a:lnTo>
                      <a:lnTo>
                        <a:pt x="83" y="112"/>
                      </a:lnTo>
                      <a:lnTo>
                        <a:pt x="84" y="113"/>
                      </a:lnTo>
                      <a:lnTo>
                        <a:pt x="83" y="114"/>
                      </a:lnTo>
                      <a:lnTo>
                        <a:pt x="76" y="116"/>
                      </a:lnTo>
                      <a:lnTo>
                        <a:pt x="75" y="116"/>
                      </a:lnTo>
                      <a:lnTo>
                        <a:pt x="72" y="116"/>
                      </a:lnTo>
                      <a:lnTo>
                        <a:pt x="70" y="116"/>
                      </a:lnTo>
                      <a:lnTo>
                        <a:pt x="64" y="123"/>
                      </a:lnTo>
                      <a:lnTo>
                        <a:pt x="64" y="127"/>
                      </a:lnTo>
                      <a:lnTo>
                        <a:pt x="63" y="128"/>
                      </a:lnTo>
                      <a:lnTo>
                        <a:pt x="60" y="131"/>
                      </a:lnTo>
                      <a:lnTo>
                        <a:pt x="59" y="131"/>
                      </a:lnTo>
                      <a:lnTo>
                        <a:pt x="55" y="131"/>
                      </a:lnTo>
                      <a:lnTo>
                        <a:pt x="51" y="131"/>
                      </a:lnTo>
                      <a:lnTo>
                        <a:pt x="49" y="132"/>
                      </a:lnTo>
                      <a:lnTo>
                        <a:pt x="46" y="134"/>
                      </a:lnTo>
                      <a:lnTo>
                        <a:pt x="48" y="135"/>
                      </a:lnTo>
                      <a:lnTo>
                        <a:pt x="48" y="138"/>
                      </a:lnTo>
                      <a:lnTo>
                        <a:pt x="49" y="138"/>
                      </a:lnTo>
                      <a:lnTo>
                        <a:pt x="48" y="140"/>
                      </a:lnTo>
                      <a:lnTo>
                        <a:pt x="48" y="140"/>
                      </a:lnTo>
                      <a:lnTo>
                        <a:pt x="48" y="140"/>
                      </a:lnTo>
                      <a:lnTo>
                        <a:pt x="44" y="146"/>
                      </a:lnTo>
                      <a:lnTo>
                        <a:pt x="42" y="146"/>
                      </a:lnTo>
                      <a:lnTo>
                        <a:pt x="41" y="144"/>
                      </a:lnTo>
                      <a:lnTo>
                        <a:pt x="38" y="144"/>
                      </a:lnTo>
                      <a:lnTo>
                        <a:pt x="36" y="144"/>
                      </a:lnTo>
                      <a:lnTo>
                        <a:pt x="30" y="147"/>
                      </a:lnTo>
                      <a:lnTo>
                        <a:pt x="27" y="147"/>
                      </a:lnTo>
                      <a:lnTo>
                        <a:pt x="25" y="150"/>
                      </a:lnTo>
                      <a:lnTo>
                        <a:pt x="22" y="150"/>
                      </a:lnTo>
                      <a:lnTo>
                        <a:pt x="22" y="150"/>
                      </a:lnTo>
                      <a:lnTo>
                        <a:pt x="19" y="150"/>
                      </a:lnTo>
                      <a:lnTo>
                        <a:pt x="11" y="140"/>
                      </a:lnTo>
                      <a:lnTo>
                        <a:pt x="14" y="135"/>
                      </a:lnTo>
                      <a:lnTo>
                        <a:pt x="0" y="117"/>
                      </a:lnTo>
                      <a:lnTo>
                        <a:pt x="2" y="110"/>
                      </a:lnTo>
                      <a:lnTo>
                        <a:pt x="2" y="110"/>
                      </a:lnTo>
                      <a:close/>
                      <a:moveTo>
                        <a:pt x="53" y="13"/>
                      </a:moveTo>
                      <a:lnTo>
                        <a:pt x="53" y="10"/>
                      </a:lnTo>
                      <a:lnTo>
                        <a:pt x="53" y="9"/>
                      </a:lnTo>
                      <a:lnTo>
                        <a:pt x="55" y="4"/>
                      </a:lnTo>
                      <a:lnTo>
                        <a:pt x="53" y="4"/>
                      </a:lnTo>
                      <a:lnTo>
                        <a:pt x="55" y="2"/>
                      </a:lnTo>
                      <a:lnTo>
                        <a:pt x="53" y="2"/>
                      </a:lnTo>
                      <a:lnTo>
                        <a:pt x="55" y="0"/>
                      </a:lnTo>
                      <a:lnTo>
                        <a:pt x="55" y="2"/>
                      </a:lnTo>
                      <a:lnTo>
                        <a:pt x="53" y="0"/>
                      </a:lnTo>
                      <a:lnTo>
                        <a:pt x="53" y="0"/>
                      </a:lnTo>
                      <a:lnTo>
                        <a:pt x="52" y="0"/>
                      </a:lnTo>
                      <a:lnTo>
                        <a:pt x="51" y="4"/>
                      </a:lnTo>
                      <a:lnTo>
                        <a:pt x="51" y="4"/>
                      </a:lnTo>
                      <a:lnTo>
                        <a:pt x="49" y="4"/>
                      </a:lnTo>
                      <a:lnTo>
                        <a:pt x="49" y="6"/>
                      </a:lnTo>
                      <a:lnTo>
                        <a:pt x="49" y="7"/>
                      </a:lnTo>
                      <a:lnTo>
                        <a:pt x="51" y="7"/>
                      </a:lnTo>
                      <a:lnTo>
                        <a:pt x="52" y="13"/>
                      </a:lnTo>
                      <a:lnTo>
                        <a:pt x="53" y="1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872"/>
                <p:cNvSpPr>
                  <a:spLocks noEditPoints="1"/>
                </p:cNvSpPr>
                <p:nvPr/>
              </p:nvSpPr>
              <p:spPr bwMode="auto">
                <a:xfrm>
                  <a:off x="5718991" y="4064533"/>
                  <a:ext cx="324614" cy="202649"/>
                </a:xfrm>
                <a:custGeom>
                  <a:avLst/>
                  <a:gdLst/>
                  <a:ahLst/>
                  <a:cxnLst>
                    <a:cxn ang="0">
                      <a:pos x="5" y="41"/>
                    </a:cxn>
                    <a:cxn ang="0">
                      <a:pos x="9" y="40"/>
                    </a:cxn>
                    <a:cxn ang="0">
                      <a:pos x="10" y="33"/>
                    </a:cxn>
                    <a:cxn ang="0">
                      <a:pos x="15" y="24"/>
                    </a:cxn>
                    <a:cxn ang="0">
                      <a:pos x="28" y="28"/>
                    </a:cxn>
                    <a:cxn ang="0">
                      <a:pos x="53" y="38"/>
                    </a:cxn>
                    <a:cxn ang="0">
                      <a:pos x="79" y="17"/>
                    </a:cxn>
                    <a:cxn ang="0">
                      <a:pos x="132" y="7"/>
                    </a:cxn>
                    <a:cxn ang="0">
                      <a:pos x="143" y="30"/>
                    </a:cxn>
                    <a:cxn ang="0">
                      <a:pos x="149" y="41"/>
                    </a:cxn>
                    <a:cxn ang="0">
                      <a:pos x="138" y="48"/>
                    </a:cxn>
                    <a:cxn ang="0">
                      <a:pos x="139" y="53"/>
                    </a:cxn>
                    <a:cxn ang="0">
                      <a:pos x="139" y="55"/>
                    </a:cxn>
                    <a:cxn ang="0">
                      <a:pos x="130" y="59"/>
                    </a:cxn>
                    <a:cxn ang="0">
                      <a:pos x="116" y="63"/>
                    </a:cxn>
                    <a:cxn ang="0">
                      <a:pos x="98" y="70"/>
                    </a:cxn>
                    <a:cxn ang="0">
                      <a:pos x="94" y="71"/>
                    </a:cxn>
                    <a:cxn ang="0">
                      <a:pos x="87" y="79"/>
                    </a:cxn>
                    <a:cxn ang="0">
                      <a:pos x="85" y="78"/>
                    </a:cxn>
                    <a:cxn ang="0">
                      <a:pos x="81" y="81"/>
                    </a:cxn>
                    <a:cxn ang="0">
                      <a:pos x="78" y="78"/>
                    </a:cxn>
                    <a:cxn ang="0">
                      <a:pos x="72" y="85"/>
                    </a:cxn>
                    <a:cxn ang="0">
                      <a:pos x="64" y="86"/>
                    </a:cxn>
                    <a:cxn ang="0">
                      <a:pos x="55" y="89"/>
                    </a:cxn>
                    <a:cxn ang="0">
                      <a:pos x="51" y="87"/>
                    </a:cxn>
                    <a:cxn ang="0">
                      <a:pos x="48" y="86"/>
                    </a:cxn>
                    <a:cxn ang="0">
                      <a:pos x="43" y="89"/>
                    </a:cxn>
                    <a:cxn ang="0">
                      <a:pos x="38" y="93"/>
                    </a:cxn>
                    <a:cxn ang="0">
                      <a:pos x="33" y="98"/>
                    </a:cxn>
                    <a:cxn ang="0">
                      <a:pos x="29" y="97"/>
                    </a:cxn>
                    <a:cxn ang="0">
                      <a:pos x="24" y="100"/>
                    </a:cxn>
                    <a:cxn ang="0">
                      <a:pos x="19" y="100"/>
                    </a:cxn>
                    <a:cxn ang="0">
                      <a:pos x="15" y="97"/>
                    </a:cxn>
                    <a:cxn ang="0">
                      <a:pos x="11" y="90"/>
                    </a:cxn>
                    <a:cxn ang="0">
                      <a:pos x="11" y="86"/>
                    </a:cxn>
                    <a:cxn ang="0">
                      <a:pos x="7" y="78"/>
                    </a:cxn>
                    <a:cxn ang="0">
                      <a:pos x="3" y="60"/>
                    </a:cxn>
                    <a:cxn ang="0">
                      <a:pos x="0" y="59"/>
                    </a:cxn>
                    <a:cxn ang="0">
                      <a:pos x="2" y="57"/>
                    </a:cxn>
                    <a:cxn ang="0">
                      <a:pos x="5" y="56"/>
                    </a:cxn>
                    <a:cxn ang="0">
                      <a:pos x="3" y="44"/>
                    </a:cxn>
                    <a:cxn ang="0">
                      <a:pos x="2" y="41"/>
                    </a:cxn>
                    <a:cxn ang="0">
                      <a:pos x="142" y="106"/>
                    </a:cxn>
                    <a:cxn ang="0">
                      <a:pos x="142" y="108"/>
                    </a:cxn>
                    <a:cxn ang="0">
                      <a:pos x="138" y="106"/>
                    </a:cxn>
                    <a:cxn ang="0">
                      <a:pos x="158" y="101"/>
                    </a:cxn>
                    <a:cxn ang="0">
                      <a:pos x="159" y="98"/>
                    </a:cxn>
                    <a:cxn ang="0">
                      <a:pos x="162" y="100"/>
                    </a:cxn>
                    <a:cxn ang="0">
                      <a:pos x="166" y="100"/>
                    </a:cxn>
                    <a:cxn ang="0">
                      <a:pos x="170" y="100"/>
                    </a:cxn>
                    <a:cxn ang="0">
                      <a:pos x="173" y="101"/>
                    </a:cxn>
                    <a:cxn ang="0">
                      <a:pos x="170" y="102"/>
                    </a:cxn>
                    <a:cxn ang="0">
                      <a:pos x="162" y="105"/>
                    </a:cxn>
                    <a:cxn ang="0">
                      <a:pos x="158" y="104"/>
                    </a:cxn>
                  </a:cxnLst>
                  <a:rect l="0" t="0" r="r" b="b"/>
                  <a:pathLst>
                    <a:path w="173" h="108">
                      <a:moveTo>
                        <a:pt x="2" y="41"/>
                      </a:moveTo>
                      <a:lnTo>
                        <a:pt x="5" y="41"/>
                      </a:lnTo>
                      <a:lnTo>
                        <a:pt x="7" y="43"/>
                      </a:lnTo>
                      <a:lnTo>
                        <a:pt x="9" y="40"/>
                      </a:lnTo>
                      <a:lnTo>
                        <a:pt x="11" y="37"/>
                      </a:lnTo>
                      <a:lnTo>
                        <a:pt x="10" y="33"/>
                      </a:lnTo>
                      <a:lnTo>
                        <a:pt x="11" y="26"/>
                      </a:lnTo>
                      <a:lnTo>
                        <a:pt x="15" y="24"/>
                      </a:lnTo>
                      <a:lnTo>
                        <a:pt x="19" y="28"/>
                      </a:lnTo>
                      <a:lnTo>
                        <a:pt x="28" y="28"/>
                      </a:lnTo>
                      <a:lnTo>
                        <a:pt x="40" y="33"/>
                      </a:lnTo>
                      <a:lnTo>
                        <a:pt x="53" y="38"/>
                      </a:lnTo>
                      <a:lnTo>
                        <a:pt x="53" y="52"/>
                      </a:lnTo>
                      <a:lnTo>
                        <a:pt x="79" y="17"/>
                      </a:lnTo>
                      <a:lnTo>
                        <a:pt x="134" y="0"/>
                      </a:lnTo>
                      <a:lnTo>
                        <a:pt x="132" y="7"/>
                      </a:lnTo>
                      <a:lnTo>
                        <a:pt x="146" y="25"/>
                      </a:lnTo>
                      <a:lnTo>
                        <a:pt x="143" y="30"/>
                      </a:lnTo>
                      <a:lnTo>
                        <a:pt x="151" y="40"/>
                      </a:lnTo>
                      <a:lnTo>
                        <a:pt x="149" y="41"/>
                      </a:lnTo>
                      <a:lnTo>
                        <a:pt x="143" y="43"/>
                      </a:lnTo>
                      <a:lnTo>
                        <a:pt x="138" y="48"/>
                      </a:lnTo>
                      <a:lnTo>
                        <a:pt x="138" y="52"/>
                      </a:lnTo>
                      <a:lnTo>
                        <a:pt x="139" y="53"/>
                      </a:lnTo>
                      <a:lnTo>
                        <a:pt x="139" y="53"/>
                      </a:lnTo>
                      <a:lnTo>
                        <a:pt x="139" y="55"/>
                      </a:lnTo>
                      <a:lnTo>
                        <a:pt x="134" y="56"/>
                      </a:lnTo>
                      <a:lnTo>
                        <a:pt x="130" y="59"/>
                      </a:lnTo>
                      <a:lnTo>
                        <a:pt x="124" y="62"/>
                      </a:lnTo>
                      <a:lnTo>
                        <a:pt x="116" y="63"/>
                      </a:lnTo>
                      <a:lnTo>
                        <a:pt x="115" y="66"/>
                      </a:lnTo>
                      <a:lnTo>
                        <a:pt x="98" y="70"/>
                      </a:lnTo>
                      <a:lnTo>
                        <a:pt x="97" y="70"/>
                      </a:lnTo>
                      <a:lnTo>
                        <a:pt x="94" y="71"/>
                      </a:lnTo>
                      <a:lnTo>
                        <a:pt x="91" y="75"/>
                      </a:lnTo>
                      <a:lnTo>
                        <a:pt x="87" y="79"/>
                      </a:lnTo>
                      <a:lnTo>
                        <a:pt x="86" y="79"/>
                      </a:lnTo>
                      <a:lnTo>
                        <a:pt x="85" y="78"/>
                      </a:lnTo>
                      <a:lnTo>
                        <a:pt x="83" y="79"/>
                      </a:lnTo>
                      <a:lnTo>
                        <a:pt x="81" y="81"/>
                      </a:lnTo>
                      <a:lnTo>
                        <a:pt x="79" y="79"/>
                      </a:lnTo>
                      <a:lnTo>
                        <a:pt x="78" y="78"/>
                      </a:lnTo>
                      <a:lnTo>
                        <a:pt x="72" y="82"/>
                      </a:lnTo>
                      <a:lnTo>
                        <a:pt x="72" y="85"/>
                      </a:lnTo>
                      <a:lnTo>
                        <a:pt x="70" y="86"/>
                      </a:lnTo>
                      <a:lnTo>
                        <a:pt x="64" y="86"/>
                      </a:lnTo>
                      <a:lnTo>
                        <a:pt x="58" y="89"/>
                      </a:lnTo>
                      <a:lnTo>
                        <a:pt x="55" y="89"/>
                      </a:lnTo>
                      <a:lnTo>
                        <a:pt x="55" y="87"/>
                      </a:lnTo>
                      <a:lnTo>
                        <a:pt x="51" y="87"/>
                      </a:lnTo>
                      <a:lnTo>
                        <a:pt x="49" y="86"/>
                      </a:lnTo>
                      <a:lnTo>
                        <a:pt x="48" y="86"/>
                      </a:lnTo>
                      <a:lnTo>
                        <a:pt x="45" y="87"/>
                      </a:lnTo>
                      <a:lnTo>
                        <a:pt x="43" y="89"/>
                      </a:lnTo>
                      <a:lnTo>
                        <a:pt x="40" y="93"/>
                      </a:lnTo>
                      <a:lnTo>
                        <a:pt x="38" y="93"/>
                      </a:lnTo>
                      <a:lnTo>
                        <a:pt x="36" y="97"/>
                      </a:lnTo>
                      <a:lnTo>
                        <a:pt x="33" y="98"/>
                      </a:lnTo>
                      <a:lnTo>
                        <a:pt x="32" y="97"/>
                      </a:lnTo>
                      <a:lnTo>
                        <a:pt x="29" y="97"/>
                      </a:lnTo>
                      <a:lnTo>
                        <a:pt x="26" y="100"/>
                      </a:lnTo>
                      <a:lnTo>
                        <a:pt x="24" y="100"/>
                      </a:lnTo>
                      <a:lnTo>
                        <a:pt x="19" y="98"/>
                      </a:lnTo>
                      <a:lnTo>
                        <a:pt x="19" y="100"/>
                      </a:lnTo>
                      <a:lnTo>
                        <a:pt x="17" y="100"/>
                      </a:lnTo>
                      <a:lnTo>
                        <a:pt x="15" y="97"/>
                      </a:lnTo>
                      <a:lnTo>
                        <a:pt x="15" y="94"/>
                      </a:lnTo>
                      <a:lnTo>
                        <a:pt x="11" y="90"/>
                      </a:lnTo>
                      <a:lnTo>
                        <a:pt x="10" y="86"/>
                      </a:lnTo>
                      <a:lnTo>
                        <a:pt x="11" y="86"/>
                      </a:lnTo>
                      <a:lnTo>
                        <a:pt x="11" y="82"/>
                      </a:lnTo>
                      <a:lnTo>
                        <a:pt x="7" y="78"/>
                      </a:lnTo>
                      <a:lnTo>
                        <a:pt x="6" y="66"/>
                      </a:lnTo>
                      <a:lnTo>
                        <a:pt x="3" y="60"/>
                      </a:lnTo>
                      <a:lnTo>
                        <a:pt x="2" y="59"/>
                      </a:lnTo>
                      <a:lnTo>
                        <a:pt x="0" y="59"/>
                      </a:lnTo>
                      <a:lnTo>
                        <a:pt x="0" y="56"/>
                      </a:lnTo>
                      <a:lnTo>
                        <a:pt x="2" y="57"/>
                      </a:lnTo>
                      <a:lnTo>
                        <a:pt x="2" y="56"/>
                      </a:lnTo>
                      <a:lnTo>
                        <a:pt x="5" y="56"/>
                      </a:lnTo>
                      <a:lnTo>
                        <a:pt x="5" y="51"/>
                      </a:lnTo>
                      <a:lnTo>
                        <a:pt x="3" y="44"/>
                      </a:lnTo>
                      <a:lnTo>
                        <a:pt x="2" y="41"/>
                      </a:lnTo>
                      <a:lnTo>
                        <a:pt x="2" y="41"/>
                      </a:lnTo>
                      <a:close/>
                      <a:moveTo>
                        <a:pt x="138" y="106"/>
                      </a:moveTo>
                      <a:lnTo>
                        <a:pt x="142" y="106"/>
                      </a:lnTo>
                      <a:lnTo>
                        <a:pt x="144" y="106"/>
                      </a:lnTo>
                      <a:lnTo>
                        <a:pt x="142" y="108"/>
                      </a:lnTo>
                      <a:lnTo>
                        <a:pt x="138" y="106"/>
                      </a:lnTo>
                      <a:lnTo>
                        <a:pt x="138" y="106"/>
                      </a:lnTo>
                      <a:close/>
                      <a:moveTo>
                        <a:pt x="155" y="102"/>
                      </a:moveTo>
                      <a:lnTo>
                        <a:pt x="158" y="101"/>
                      </a:lnTo>
                      <a:lnTo>
                        <a:pt x="158" y="100"/>
                      </a:lnTo>
                      <a:lnTo>
                        <a:pt x="159" y="98"/>
                      </a:lnTo>
                      <a:lnTo>
                        <a:pt x="161" y="98"/>
                      </a:lnTo>
                      <a:lnTo>
                        <a:pt x="162" y="100"/>
                      </a:lnTo>
                      <a:lnTo>
                        <a:pt x="163" y="100"/>
                      </a:lnTo>
                      <a:lnTo>
                        <a:pt x="166" y="100"/>
                      </a:lnTo>
                      <a:lnTo>
                        <a:pt x="169" y="98"/>
                      </a:lnTo>
                      <a:lnTo>
                        <a:pt x="170" y="100"/>
                      </a:lnTo>
                      <a:lnTo>
                        <a:pt x="173" y="100"/>
                      </a:lnTo>
                      <a:lnTo>
                        <a:pt x="173" y="101"/>
                      </a:lnTo>
                      <a:lnTo>
                        <a:pt x="172" y="102"/>
                      </a:lnTo>
                      <a:lnTo>
                        <a:pt x="170" y="102"/>
                      </a:lnTo>
                      <a:lnTo>
                        <a:pt x="166" y="105"/>
                      </a:lnTo>
                      <a:lnTo>
                        <a:pt x="162" y="105"/>
                      </a:lnTo>
                      <a:lnTo>
                        <a:pt x="159" y="105"/>
                      </a:lnTo>
                      <a:lnTo>
                        <a:pt x="158" y="104"/>
                      </a:lnTo>
                      <a:lnTo>
                        <a:pt x="155" y="10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903"/>
                <p:cNvSpPr>
                  <a:spLocks/>
                </p:cNvSpPr>
                <p:nvPr/>
              </p:nvSpPr>
              <p:spPr bwMode="auto">
                <a:xfrm>
                  <a:off x="5227380" y="3713651"/>
                  <a:ext cx="333995" cy="279581"/>
                </a:xfrm>
                <a:custGeom>
                  <a:avLst/>
                  <a:gdLst/>
                  <a:ahLst/>
                  <a:cxnLst>
                    <a:cxn ang="0">
                      <a:pos x="143" y="27"/>
                    </a:cxn>
                    <a:cxn ang="0">
                      <a:pos x="133" y="8"/>
                    </a:cxn>
                    <a:cxn ang="0">
                      <a:pos x="128" y="5"/>
                    </a:cxn>
                    <a:cxn ang="0">
                      <a:pos x="108" y="8"/>
                    </a:cxn>
                    <a:cxn ang="0">
                      <a:pos x="103" y="9"/>
                    </a:cxn>
                    <a:cxn ang="0">
                      <a:pos x="98" y="7"/>
                    </a:cxn>
                    <a:cxn ang="0">
                      <a:pos x="98" y="3"/>
                    </a:cxn>
                    <a:cxn ang="0">
                      <a:pos x="89" y="0"/>
                    </a:cxn>
                    <a:cxn ang="0">
                      <a:pos x="90" y="3"/>
                    </a:cxn>
                    <a:cxn ang="0">
                      <a:pos x="82" y="4"/>
                    </a:cxn>
                    <a:cxn ang="0">
                      <a:pos x="83" y="3"/>
                    </a:cxn>
                    <a:cxn ang="0">
                      <a:pos x="79" y="1"/>
                    </a:cxn>
                    <a:cxn ang="0">
                      <a:pos x="71" y="5"/>
                    </a:cxn>
                    <a:cxn ang="0">
                      <a:pos x="64" y="11"/>
                    </a:cxn>
                    <a:cxn ang="0">
                      <a:pos x="51" y="8"/>
                    </a:cxn>
                    <a:cxn ang="0">
                      <a:pos x="40" y="5"/>
                    </a:cxn>
                    <a:cxn ang="0">
                      <a:pos x="30" y="3"/>
                    </a:cxn>
                    <a:cxn ang="0">
                      <a:pos x="6" y="0"/>
                    </a:cxn>
                    <a:cxn ang="0">
                      <a:pos x="4" y="3"/>
                    </a:cxn>
                    <a:cxn ang="0">
                      <a:pos x="4" y="16"/>
                    </a:cxn>
                    <a:cxn ang="0">
                      <a:pos x="3" y="30"/>
                    </a:cxn>
                    <a:cxn ang="0">
                      <a:pos x="178" y="148"/>
                    </a:cxn>
                    <a:cxn ang="0">
                      <a:pos x="173" y="144"/>
                    </a:cxn>
                    <a:cxn ang="0">
                      <a:pos x="167" y="137"/>
                    </a:cxn>
                    <a:cxn ang="0">
                      <a:pos x="159" y="134"/>
                    </a:cxn>
                    <a:cxn ang="0">
                      <a:pos x="156" y="122"/>
                    </a:cxn>
                    <a:cxn ang="0">
                      <a:pos x="158" y="119"/>
                    </a:cxn>
                    <a:cxn ang="0">
                      <a:pos x="158" y="118"/>
                    </a:cxn>
                    <a:cxn ang="0">
                      <a:pos x="155" y="114"/>
                    </a:cxn>
                    <a:cxn ang="0">
                      <a:pos x="147" y="100"/>
                    </a:cxn>
                    <a:cxn ang="0">
                      <a:pos x="135" y="81"/>
                    </a:cxn>
                    <a:cxn ang="0">
                      <a:pos x="132" y="71"/>
                    </a:cxn>
                    <a:cxn ang="0">
                      <a:pos x="127" y="62"/>
                    </a:cxn>
                    <a:cxn ang="0">
                      <a:pos x="125" y="56"/>
                    </a:cxn>
                    <a:cxn ang="0">
                      <a:pos x="112" y="41"/>
                    </a:cxn>
                    <a:cxn ang="0">
                      <a:pos x="109" y="31"/>
                    </a:cxn>
                    <a:cxn ang="0">
                      <a:pos x="109" y="30"/>
                    </a:cxn>
                    <a:cxn ang="0">
                      <a:pos x="113" y="34"/>
                    </a:cxn>
                    <a:cxn ang="0">
                      <a:pos x="118" y="43"/>
                    </a:cxn>
                    <a:cxn ang="0">
                      <a:pos x="125" y="52"/>
                    </a:cxn>
                    <a:cxn ang="0">
                      <a:pos x="136" y="61"/>
                    </a:cxn>
                    <a:cxn ang="0">
                      <a:pos x="140" y="53"/>
                    </a:cxn>
                    <a:cxn ang="0">
                      <a:pos x="140" y="43"/>
                    </a:cxn>
                  </a:cxnLst>
                  <a:rect l="0" t="0" r="r" b="b"/>
                  <a:pathLst>
                    <a:path w="178" h="149">
                      <a:moveTo>
                        <a:pt x="143" y="35"/>
                      </a:moveTo>
                      <a:lnTo>
                        <a:pt x="142" y="30"/>
                      </a:lnTo>
                      <a:lnTo>
                        <a:pt x="143" y="27"/>
                      </a:lnTo>
                      <a:lnTo>
                        <a:pt x="139" y="19"/>
                      </a:lnTo>
                      <a:lnTo>
                        <a:pt x="135" y="14"/>
                      </a:lnTo>
                      <a:lnTo>
                        <a:pt x="133" y="8"/>
                      </a:lnTo>
                      <a:lnTo>
                        <a:pt x="131" y="4"/>
                      </a:lnTo>
                      <a:lnTo>
                        <a:pt x="129" y="3"/>
                      </a:lnTo>
                      <a:lnTo>
                        <a:pt x="128" y="5"/>
                      </a:lnTo>
                      <a:lnTo>
                        <a:pt x="124" y="7"/>
                      </a:lnTo>
                      <a:lnTo>
                        <a:pt x="114" y="5"/>
                      </a:lnTo>
                      <a:lnTo>
                        <a:pt x="108" y="8"/>
                      </a:lnTo>
                      <a:lnTo>
                        <a:pt x="102" y="4"/>
                      </a:lnTo>
                      <a:lnTo>
                        <a:pt x="102" y="7"/>
                      </a:lnTo>
                      <a:lnTo>
                        <a:pt x="103" y="9"/>
                      </a:lnTo>
                      <a:lnTo>
                        <a:pt x="103" y="11"/>
                      </a:lnTo>
                      <a:lnTo>
                        <a:pt x="102" y="8"/>
                      </a:lnTo>
                      <a:lnTo>
                        <a:pt x="98" y="7"/>
                      </a:lnTo>
                      <a:lnTo>
                        <a:pt x="98" y="4"/>
                      </a:lnTo>
                      <a:lnTo>
                        <a:pt x="99" y="4"/>
                      </a:lnTo>
                      <a:lnTo>
                        <a:pt x="98" y="3"/>
                      </a:lnTo>
                      <a:lnTo>
                        <a:pt x="95" y="3"/>
                      </a:lnTo>
                      <a:lnTo>
                        <a:pt x="93" y="1"/>
                      </a:lnTo>
                      <a:lnTo>
                        <a:pt x="89" y="0"/>
                      </a:lnTo>
                      <a:lnTo>
                        <a:pt x="87" y="1"/>
                      </a:lnTo>
                      <a:lnTo>
                        <a:pt x="90" y="1"/>
                      </a:lnTo>
                      <a:lnTo>
                        <a:pt x="90" y="3"/>
                      </a:lnTo>
                      <a:lnTo>
                        <a:pt x="87" y="3"/>
                      </a:lnTo>
                      <a:lnTo>
                        <a:pt x="84" y="3"/>
                      </a:lnTo>
                      <a:lnTo>
                        <a:pt x="82" y="4"/>
                      </a:lnTo>
                      <a:lnTo>
                        <a:pt x="80" y="3"/>
                      </a:lnTo>
                      <a:lnTo>
                        <a:pt x="80" y="3"/>
                      </a:lnTo>
                      <a:lnTo>
                        <a:pt x="83" y="3"/>
                      </a:lnTo>
                      <a:lnTo>
                        <a:pt x="86" y="1"/>
                      </a:lnTo>
                      <a:lnTo>
                        <a:pt x="83" y="1"/>
                      </a:lnTo>
                      <a:lnTo>
                        <a:pt x="79" y="1"/>
                      </a:lnTo>
                      <a:lnTo>
                        <a:pt x="76" y="3"/>
                      </a:lnTo>
                      <a:lnTo>
                        <a:pt x="74" y="5"/>
                      </a:lnTo>
                      <a:lnTo>
                        <a:pt x="71" y="5"/>
                      </a:lnTo>
                      <a:lnTo>
                        <a:pt x="68" y="7"/>
                      </a:lnTo>
                      <a:lnTo>
                        <a:pt x="64" y="9"/>
                      </a:lnTo>
                      <a:lnTo>
                        <a:pt x="64" y="11"/>
                      </a:lnTo>
                      <a:lnTo>
                        <a:pt x="59" y="11"/>
                      </a:lnTo>
                      <a:lnTo>
                        <a:pt x="55" y="8"/>
                      </a:lnTo>
                      <a:lnTo>
                        <a:pt x="51" y="8"/>
                      </a:lnTo>
                      <a:lnTo>
                        <a:pt x="46" y="8"/>
                      </a:lnTo>
                      <a:lnTo>
                        <a:pt x="42" y="5"/>
                      </a:lnTo>
                      <a:lnTo>
                        <a:pt x="40" y="5"/>
                      </a:lnTo>
                      <a:lnTo>
                        <a:pt x="38" y="7"/>
                      </a:lnTo>
                      <a:lnTo>
                        <a:pt x="34" y="4"/>
                      </a:lnTo>
                      <a:lnTo>
                        <a:pt x="30" y="3"/>
                      </a:lnTo>
                      <a:lnTo>
                        <a:pt x="19" y="1"/>
                      </a:lnTo>
                      <a:lnTo>
                        <a:pt x="14" y="0"/>
                      </a:lnTo>
                      <a:lnTo>
                        <a:pt x="6" y="0"/>
                      </a:lnTo>
                      <a:lnTo>
                        <a:pt x="4" y="1"/>
                      </a:lnTo>
                      <a:lnTo>
                        <a:pt x="4" y="1"/>
                      </a:lnTo>
                      <a:lnTo>
                        <a:pt x="4" y="3"/>
                      </a:lnTo>
                      <a:lnTo>
                        <a:pt x="3" y="9"/>
                      </a:lnTo>
                      <a:lnTo>
                        <a:pt x="4" y="14"/>
                      </a:lnTo>
                      <a:lnTo>
                        <a:pt x="4" y="16"/>
                      </a:lnTo>
                      <a:lnTo>
                        <a:pt x="3" y="22"/>
                      </a:lnTo>
                      <a:lnTo>
                        <a:pt x="0" y="26"/>
                      </a:lnTo>
                      <a:lnTo>
                        <a:pt x="3" y="30"/>
                      </a:lnTo>
                      <a:lnTo>
                        <a:pt x="4" y="37"/>
                      </a:lnTo>
                      <a:lnTo>
                        <a:pt x="8" y="149"/>
                      </a:lnTo>
                      <a:lnTo>
                        <a:pt x="178" y="148"/>
                      </a:lnTo>
                      <a:lnTo>
                        <a:pt x="178" y="148"/>
                      </a:lnTo>
                      <a:lnTo>
                        <a:pt x="177" y="147"/>
                      </a:lnTo>
                      <a:lnTo>
                        <a:pt x="173" y="144"/>
                      </a:lnTo>
                      <a:lnTo>
                        <a:pt x="173" y="141"/>
                      </a:lnTo>
                      <a:lnTo>
                        <a:pt x="169" y="141"/>
                      </a:lnTo>
                      <a:lnTo>
                        <a:pt x="167" y="137"/>
                      </a:lnTo>
                      <a:lnTo>
                        <a:pt x="166" y="138"/>
                      </a:lnTo>
                      <a:lnTo>
                        <a:pt x="163" y="137"/>
                      </a:lnTo>
                      <a:lnTo>
                        <a:pt x="159" y="134"/>
                      </a:lnTo>
                      <a:lnTo>
                        <a:pt x="156" y="128"/>
                      </a:lnTo>
                      <a:lnTo>
                        <a:pt x="156" y="125"/>
                      </a:lnTo>
                      <a:lnTo>
                        <a:pt x="156" y="122"/>
                      </a:lnTo>
                      <a:lnTo>
                        <a:pt x="156" y="119"/>
                      </a:lnTo>
                      <a:lnTo>
                        <a:pt x="156" y="119"/>
                      </a:lnTo>
                      <a:lnTo>
                        <a:pt x="158" y="119"/>
                      </a:lnTo>
                      <a:lnTo>
                        <a:pt x="162" y="119"/>
                      </a:lnTo>
                      <a:lnTo>
                        <a:pt x="159" y="118"/>
                      </a:lnTo>
                      <a:lnTo>
                        <a:pt x="158" y="118"/>
                      </a:lnTo>
                      <a:lnTo>
                        <a:pt x="156" y="114"/>
                      </a:lnTo>
                      <a:lnTo>
                        <a:pt x="155" y="114"/>
                      </a:lnTo>
                      <a:lnTo>
                        <a:pt x="155" y="114"/>
                      </a:lnTo>
                      <a:lnTo>
                        <a:pt x="154" y="113"/>
                      </a:lnTo>
                      <a:lnTo>
                        <a:pt x="152" y="109"/>
                      </a:lnTo>
                      <a:lnTo>
                        <a:pt x="147" y="100"/>
                      </a:lnTo>
                      <a:lnTo>
                        <a:pt x="144" y="99"/>
                      </a:lnTo>
                      <a:lnTo>
                        <a:pt x="143" y="95"/>
                      </a:lnTo>
                      <a:lnTo>
                        <a:pt x="135" y="81"/>
                      </a:lnTo>
                      <a:lnTo>
                        <a:pt x="135" y="79"/>
                      </a:lnTo>
                      <a:lnTo>
                        <a:pt x="133" y="76"/>
                      </a:lnTo>
                      <a:lnTo>
                        <a:pt x="132" y="71"/>
                      </a:lnTo>
                      <a:lnTo>
                        <a:pt x="131" y="69"/>
                      </a:lnTo>
                      <a:lnTo>
                        <a:pt x="131" y="68"/>
                      </a:lnTo>
                      <a:lnTo>
                        <a:pt x="127" y="62"/>
                      </a:lnTo>
                      <a:lnTo>
                        <a:pt x="127" y="61"/>
                      </a:lnTo>
                      <a:lnTo>
                        <a:pt x="127" y="58"/>
                      </a:lnTo>
                      <a:lnTo>
                        <a:pt x="125" y="56"/>
                      </a:lnTo>
                      <a:lnTo>
                        <a:pt x="117" y="49"/>
                      </a:lnTo>
                      <a:lnTo>
                        <a:pt x="117" y="46"/>
                      </a:lnTo>
                      <a:lnTo>
                        <a:pt x="112" y="41"/>
                      </a:lnTo>
                      <a:lnTo>
                        <a:pt x="112" y="37"/>
                      </a:lnTo>
                      <a:lnTo>
                        <a:pt x="108" y="34"/>
                      </a:lnTo>
                      <a:lnTo>
                        <a:pt x="109" y="31"/>
                      </a:lnTo>
                      <a:lnTo>
                        <a:pt x="109" y="30"/>
                      </a:lnTo>
                      <a:lnTo>
                        <a:pt x="109" y="28"/>
                      </a:lnTo>
                      <a:lnTo>
                        <a:pt x="109" y="30"/>
                      </a:lnTo>
                      <a:lnTo>
                        <a:pt x="110" y="30"/>
                      </a:lnTo>
                      <a:lnTo>
                        <a:pt x="112" y="33"/>
                      </a:lnTo>
                      <a:lnTo>
                        <a:pt x="113" y="34"/>
                      </a:lnTo>
                      <a:lnTo>
                        <a:pt x="113" y="37"/>
                      </a:lnTo>
                      <a:lnTo>
                        <a:pt x="118" y="41"/>
                      </a:lnTo>
                      <a:lnTo>
                        <a:pt x="118" y="43"/>
                      </a:lnTo>
                      <a:lnTo>
                        <a:pt x="120" y="46"/>
                      </a:lnTo>
                      <a:lnTo>
                        <a:pt x="124" y="49"/>
                      </a:lnTo>
                      <a:lnTo>
                        <a:pt x="125" y="52"/>
                      </a:lnTo>
                      <a:lnTo>
                        <a:pt x="132" y="58"/>
                      </a:lnTo>
                      <a:lnTo>
                        <a:pt x="136" y="60"/>
                      </a:lnTo>
                      <a:lnTo>
                        <a:pt x="136" y="61"/>
                      </a:lnTo>
                      <a:lnTo>
                        <a:pt x="136" y="60"/>
                      </a:lnTo>
                      <a:lnTo>
                        <a:pt x="139" y="57"/>
                      </a:lnTo>
                      <a:lnTo>
                        <a:pt x="140" y="53"/>
                      </a:lnTo>
                      <a:lnTo>
                        <a:pt x="139" y="52"/>
                      </a:lnTo>
                      <a:lnTo>
                        <a:pt x="140" y="47"/>
                      </a:lnTo>
                      <a:lnTo>
                        <a:pt x="140" y="43"/>
                      </a:lnTo>
                      <a:lnTo>
                        <a:pt x="143" y="37"/>
                      </a:lnTo>
                      <a:lnTo>
                        <a:pt x="143" y="3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904"/>
                <p:cNvSpPr>
                  <a:spLocks/>
                </p:cNvSpPr>
                <p:nvPr/>
              </p:nvSpPr>
              <p:spPr bwMode="auto">
                <a:xfrm>
                  <a:off x="5169213" y="3991355"/>
                  <a:ext cx="440950" cy="506622"/>
                </a:xfrm>
                <a:custGeom>
                  <a:avLst/>
                  <a:gdLst/>
                  <a:ahLst/>
                  <a:cxnLst>
                    <a:cxn ang="0">
                      <a:pos x="211" y="4"/>
                    </a:cxn>
                    <a:cxn ang="0">
                      <a:pos x="212" y="11"/>
                    </a:cxn>
                    <a:cxn ang="0">
                      <a:pos x="212" y="12"/>
                    </a:cxn>
                    <a:cxn ang="0">
                      <a:pos x="216" y="37"/>
                    </a:cxn>
                    <a:cxn ang="0">
                      <a:pos x="228" y="56"/>
                    </a:cxn>
                    <a:cxn ang="0">
                      <a:pos x="234" y="61"/>
                    </a:cxn>
                    <a:cxn ang="0">
                      <a:pos x="223" y="67"/>
                    </a:cxn>
                    <a:cxn ang="0">
                      <a:pos x="216" y="72"/>
                    </a:cxn>
                    <a:cxn ang="0">
                      <a:pos x="216" y="82"/>
                    </a:cxn>
                    <a:cxn ang="0">
                      <a:pos x="209" y="99"/>
                    </a:cxn>
                    <a:cxn ang="0">
                      <a:pos x="211" y="114"/>
                    </a:cxn>
                    <a:cxn ang="0">
                      <a:pos x="202" y="136"/>
                    </a:cxn>
                    <a:cxn ang="0">
                      <a:pos x="194" y="145"/>
                    </a:cxn>
                    <a:cxn ang="0">
                      <a:pos x="183" y="163"/>
                    </a:cxn>
                    <a:cxn ang="0">
                      <a:pos x="181" y="177"/>
                    </a:cxn>
                    <a:cxn ang="0">
                      <a:pos x="175" y="198"/>
                    </a:cxn>
                    <a:cxn ang="0">
                      <a:pos x="164" y="198"/>
                    </a:cxn>
                    <a:cxn ang="0">
                      <a:pos x="164" y="208"/>
                    </a:cxn>
                    <a:cxn ang="0">
                      <a:pos x="175" y="215"/>
                    </a:cxn>
                    <a:cxn ang="0">
                      <a:pos x="185" y="223"/>
                    </a:cxn>
                    <a:cxn ang="0">
                      <a:pos x="192" y="238"/>
                    </a:cxn>
                    <a:cxn ang="0">
                      <a:pos x="181" y="255"/>
                    </a:cxn>
                    <a:cxn ang="0">
                      <a:pos x="174" y="262"/>
                    </a:cxn>
                    <a:cxn ang="0">
                      <a:pos x="158" y="266"/>
                    </a:cxn>
                    <a:cxn ang="0">
                      <a:pos x="149" y="270"/>
                    </a:cxn>
                    <a:cxn ang="0">
                      <a:pos x="140" y="268"/>
                    </a:cxn>
                    <a:cxn ang="0">
                      <a:pos x="132" y="269"/>
                    </a:cxn>
                    <a:cxn ang="0">
                      <a:pos x="126" y="268"/>
                    </a:cxn>
                    <a:cxn ang="0">
                      <a:pos x="118" y="259"/>
                    </a:cxn>
                    <a:cxn ang="0">
                      <a:pos x="110" y="251"/>
                    </a:cxn>
                    <a:cxn ang="0">
                      <a:pos x="103" y="255"/>
                    </a:cxn>
                    <a:cxn ang="0">
                      <a:pos x="94" y="258"/>
                    </a:cxn>
                    <a:cxn ang="0">
                      <a:pos x="83" y="251"/>
                    </a:cxn>
                    <a:cxn ang="0">
                      <a:pos x="79" y="245"/>
                    </a:cxn>
                    <a:cxn ang="0">
                      <a:pos x="69" y="235"/>
                    </a:cxn>
                    <a:cxn ang="0">
                      <a:pos x="64" y="227"/>
                    </a:cxn>
                    <a:cxn ang="0">
                      <a:pos x="54" y="217"/>
                    </a:cxn>
                    <a:cxn ang="0">
                      <a:pos x="49" y="213"/>
                    </a:cxn>
                    <a:cxn ang="0">
                      <a:pos x="45" y="207"/>
                    </a:cxn>
                    <a:cxn ang="0">
                      <a:pos x="34" y="200"/>
                    </a:cxn>
                    <a:cxn ang="0">
                      <a:pos x="29" y="196"/>
                    </a:cxn>
                    <a:cxn ang="0">
                      <a:pos x="24" y="185"/>
                    </a:cxn>
                    <a:cxn ang="0">
                      <a:pos x="18" y="167"/>
                    </a:cxn>
                    <a:cxn ang="0">
                      <a:pos x="14" y="160"/>
                    </a:cxn>
                    <a:cxn ang="0">
                      <a:pos x="8" y="149"/>
                    </a:cxn>
                    <a:cxn ang="0">
                      <a:pos x="7" y="139"/>
                    </a:cxn>
                    <a:cxn ang="0">
                      <a:pos x="0" y="135"/>
                    </a:cxn>
                    <a:cxn ang="0">
                      <a:pos x="4" y="121"/>
                    </a:cxn>
                    <a:cxn ang="0">
                      <a:pos x="8" y="110"/>
                    </a:cxn>
                    <a:cxn ang="0">
                      <a:pos x="15" y="95"/>
                    </a:cxn>
                    <a:cxn ang="0">
                      <a:pos x="29" y="92"/>
                    </a:cxn>
                    <a:cxn ang="0">
                      <a:pos x="39" y="1"/>
                    </a:cxn>
                  </a:cxnLst>
                  <a:rect l="0" t="0" r="r" b="b"/>
                  <a:pathLst>
                    <a:path w="235" h="270">
                      <a:moveTo>
                        <a:pt x="39" y="1"/>
                      </a:moveTo>
                      <a:lnTo>
                        <a:pt x="209" y="0"/>
                      </a:lnTo>
                      <a:lnTo>
                        <a:pt x="209" y="1"/>
                      </a:lnTo>
                      <a:lnTo>
                        <a:pt x="209" y="3"/>
                      </a:lnTo>
                      <a:lnTo>
                        <a:pt x="211" y="4"/>
                      </a:lnTo>
                      <a:lnTo>
                        <a:pt x="209" y="4"/>
                      </a:lnTo>
                      <a:lnTo>
                        <a:pt x="211" y="5"/>
                      </a:lnTo>
                      <a:lnTo>
                        <a:pt x="211" y="5"/>
                      </a:lnTo>
                      <a:lnTo>
                        <a:pt x="211" y="7"/>
                      </a:lnTo>
                      <a:lnTo>
                        <a:pt x="212" y="11"/>
                      </a:lnTo>
                      <a:lnTo>
                        <a:pt x="215" y="14"/>
                      </a:lnTo>
                      <a:lnTo>
                        <a:pt x="215" y="15"/>
                      </a:lnTo>
                      <a:lnTo>
                        <a:pt x="213" y="15"/>
                      </a:lnTo>
                      <a:lnTo>
                        <a:pt x="213" y="14"/>
                      </a:lnTo>
                      <a:lnTo>
                        <a:pt x="212" y="12"/>
                      </a:lnTo>
                      <a:lnTo>
                        <a:pt x="212" y="14"/>
                      </a:lnTo>
                      <a:lnTo>
                        <a:pt x="212" y="16"/>
                      </a:lnTo>
                      <a:lnTo>
                        <a:pt x="216" y="26"/>
                      </a:lnTo>
                      <a:lnTo>
                        <a:pt x="216" y="31"/>
                      </a:lnTo>
                      <a:lnTo>
                        <a:pt x="216" y="37"/>
                      </a:lnTo>
                      <a:lnTo>
                        <a:pt x="217" y="43"/>
                      </a:lnTo>
                      <a:lnTo>
                        <a:pt x="220" y="48"/>
                      </a:lnTo>
                      <a:lnTo>
                        <a:pt x="223" y="49"/>
                      </a:lnTo>
                      <a:lnTo>
                        <a:pt x="228" y="53"/>
                      </a:lnTo>
                      <a:lnTo>
                        <a:pt x="228" y="56"/>
                      </a:lnTo>
                      <a:lnTo>
                        <a:pt x="231" y="56"/>
                      </a:lnTo>
                      <a:lnTo>
                        <a:pt x="235" y="57"/>
                      </a:lnTo>
                      <a:lnTo>
                        <a:pt x="235" y="58"/>
                      </a:lnTo>
                      <a:lnTo>
                        <a:pt x="235" y="58"/>
                      </a:lnTo>
                      <a:lnTo>
                        <a:pt x="234" y="61"/>
                      </a:lnTo>
                      <a:lnTo>
                        <a:pt x="231" y="63"/>
                      </a:lnTo>
                      <a:lnTo>
                        <a:pt x="230" y="64"/>
                      </a:lnTo>
                      <a:lnTo>
                        <a:pt x="228" y="65"/>
                      </a:lnTo>
                      <a:lnTo>
                        <a:pt x="224" y="65"/>
                      </a:lnTo>
                      <a:lnTo>
                        <a:pt x="223" y="67"/>
                      </a:lnTo>
                      <a:lnTo>
                        <a:pt x="220" y="67"/>
                      </a:lnTo>
                      <a:lnTo>
                        <a:pt x="220" y="69"/>
                      </a:lnTo>
                      <a:lnTo>
                        <a:pt x="220" y="71"/>
                      </a:lnTo>
                      <a:lnTo>
                        <a:pt x="220" y="72"/>
                      </a:lnTo>
                      <a:lnTo>
                        <a:pt x="216" y="72"/>
                      </a:lnTo>
                      <a:lnTo>
                        <a:pt x="215" y="72"/>
                      </a:lnTo>
                      <a:lnTo>
                        <a:pt x="215" y="76"/>
                      </a:lnTo>
                      <a:lnTo>
                        <a:pt x="213" y="79"/>
                      </a:lnTo>
                      <a:lnTo>
                        <a:pt x="215" y="80"/>
                      </a:lnTo>
                      <a:lnTo>
                        <a:pt x="216" y="82"/>
                      </a:lnTo>
                      <a:lnTo>
                        <a:pt x="215" y="83"/>
                      </a:lnTo>
                      <a:lnTo>
                        <a:pt x="213" y="87"/>
                      </a:lnTo>
                      <a:lnTo>
                        <a:pt x="212" y="94"/>
                      </a:lnTo>
                      <a:lnTo>
                        <a:pt x="209" y="98"/>
                      </a:lnTo>
                      <a:lnTo>
                        <a:pt x="209" y="99"/>
                      </a:lnTo>
                      <a:lnTo>
                        <a:pt x="208" y="102"/>
                      </a:lnTo>
                      <a:lnTo>
                        <a:pt x="208" y="105"/>
                      </a:lnTo>
                      <a:lnTo>
                        <a:pt x="209" y="111"/>
                      </a:lnTo>
                      <a:lnTo>
                        <a:pt x="209" y="114"/>
                      </a:lnTo>
                      <a:lnTo>
                        <a:pt x="211" y="114"/>
                      </a:lnTo>
                      <a:lnTo>
                        <a:pt x="209" y="115"/>
                      </a:lnTo>
                      <a:lnTo>
                        <a:pt x="208" y="120"/>
                      </a:lnTo>
                      <a:lnTo>
                        <a:pt x="208" y="124"/>
                      </a:lnTo>
                      <a:lnTo>
                        <a:pt x="204" y="130"/>
                      </a:lnTo>
                      <a:lnTo>
                        <a:pt x="202" y="136"/>
                      </a:lnTo>
                      <a:lnTo>
                        <a:pt x="201" y="135"/>
                      </a:lnTo>
                      <a:lnTo>
                        <a:pt x="198" y="136"/>
                      </a:lnTo>
                      <a:lnTo>
                        <a:pt x="198" y="139"/>
                      </a:lnTo>
                      <a:lnTo>
                        <a:pt x="196" y="144"/>
                      </a:lnTo>
                      <a:lnTo>
                        <a:pt x="194" y="145"/>
                      </a:lnTo>
                      <a:lnTo>
                        <a:pt x="192" y="149"/>
                      </a:lnTo>
                      <a:lnTo>
                        <a:pt x="189" y="154"/>
                      </a:lnTo>
                      <a:lnTo>
                        <a:pt x="186" y="164"/>
                      </a:lnTo>
                      <a:lnTo>
                        <a:pt x="185" y="163"/>
                      </a:lnTo>
                      <a:lnTo>
                        <a:pt x="183" y="163"/>
                      </a:lnTo>
                      <a:lnTo>
                        <a:pt x="183" y="166"/>
                      </a:lnTo>
                      <a:lnTo>
                        <a:pt x="181" y="170"/>
                      </a:lnTo>
                      <a:lnTo>
                        <a:pt x="179" y="173"/>
                      </a:lnTo>
                      <a:lnTo>
                        <a:pt x="179" y="174"/>
                      </a:lnTo>
                      <a:lnTo>
                        <a:pt x="181" y="177"/>
                      </a:lnTo>
                      <a:lnTo>
                        <a:pt x="178" y="181"/>
                      </a:lnTo>
                      <a:lnTo>
                        <a:pt x="177" y="185"/>
                      </a:lnTo>
                      <a:lnTo>
                        <a:pt x="177" y="190"/>
                      </a:lnTo>
                      <a:lnTo>
                        <a:pt x="177" y="197"/>
                      </a:lnTo>
                      <a:lnTo>
                        <a:pt x="175" y="198"/>
                      </a:lnTo>
                      <a:lnTo>
                        <a:pt x="174" y="200"/>
                      </a:lnTo>
                      <a:lnTo>
                        <a:pt x="173" y="200"/>
                      </a:lnTo>
                      <a:lnTo>
                        <a:pt x="171" y="198"/>
                      </a:lnTo>
                      <a:lnTo>
                        <a:pt x="168" y="198"/>
                      </a:lnTo>
                      <a:lnTo>
                        <a:pt x="164" y="198"/>
                      </a:lnTo>
                      <a:lnTo>
                        <a:pt x="164" y="201"/>
                      </a:lnTo>
                      <a:lnTo>
                        <a:pt x="163" y="202"/>
                      </a:lnTo>
                      <a:lnTo>
                        <a:pt x="160" y="205"/>
                      </a:lnTo>
                      <a:lnTo>
                        <a:pt x="162" y="208"/>
                      </a:lnTo>
                      <a:lnTo>
                        <a:pt x="164" y="208"/>
                      </a:lnTo>
                      <a:lnTo>
                        <a:pt x="170" y="208"/>
                      </a:lnTo>
                      <a:lnTo>
                        <a:pt x="171" y="209"/>
                      </a:lnTo>
                      <a:lnTo>
                        <a:pt x="174" y="212"/>
                      </a:lnTo>
                      <a:lnTo>
                        <a:pt x="175" y="215"/>
                      </a:lnTo>
                      <a:lnTo>
                        <a:pt x="175" y="215"/>
                      </a:lnTo>
                      <a:lnTo>
                        <a:pt x="178" y="220"/>
                      </a:lnTo>
                      <a:lnTo>
                        <a:pt x="181" y="221"/>
                      </a:lnTo>
                      <a:lnTo>
                        <a:pt x="181" y="223"/>
                      </a:lnTo>
                      <a:lnTo>
                        <a:pt x="182" y="223"/>
                      </a:lnTo>
                      <a:lnTo>
                        <a:pt x="185" y="223"/>
                      </a:lnTo>
                      <a:lnTo>
                        <a:pt x="186" y="226"/>
                      </a:lnTo>
                      <a:lnTo>
                        <a:pt x="187" y="228"/>
                      </a:lnTo>
                      <a:lnTo>
                        <a:pt x="190" y="231"/>
                      </a:lnTo>
                      <a:lnTo>
                        <a:pt x="190" y="235"/>
                      </a:lnTo>
                      <a:lnTo>
                        <a:pt x="192" y="238"/>
                      </a:lnTo>
                      <a:lnTo>
                        <a:pt x="193" y="242"/>
                      </a:lnTo>
                      <a:lnTo>
                        <a:pt x="189" y="247"/>
                      </a:lnTo>
                      <a:lnTo>
                        <a:pt x="185" y="253"/>
                      </a:lnTo>
                      <a:lnTo>
                        <a:pt x="183" y="253"/>
                      </a:lnTo>
                      <a:lnTo>
                        <a:pt x="181" y="255"/>
                      </a:lnTo>
                      <a:lnTo>
                        <a:pt x="179" y="257"/>
                      </a:lnTo>
                      <a:lnTo>
                        <a:pt x="178" y="257"/>
                      </a:lnTo>
                      <a:lnTo>
                        <a:pt x="177" y="259"/>
                      </a:lnTo>
                      <a:lnTo>
                        <a:pt x="177" y="259"/>
                      </a:lnTo>
                      <a:lnTo>
                        <a:pt x="174" y="262"/>
                      </a:lnTo>
                      <a:lnTo>
                        <a:pt x="171" y="264"/>
                      </a:lnTo>
                      <a:lnTo>
                        <a:pt x="168" y="265"/>
                      </a:lnTo>
                      <a:lnTo>
                        <a:pt x="166" y="265"/>
                      </a:lnTo>
                      <a:lnTo>
                        <a:pt x="160" y="265"/>
                      </a:lnTo>
                      <a:lnTo>
                        <a:pt x="158" y="266"/>
                      </a:lnTo>
                      <a:lnTo>
                        <a:pt x="155" y="266"/>
                      </a:lnTo>
                      <a:lnTo>
                        <a:pt x="154" y="266"/>
                      </a:lnTo>
                      <a:lnTo>
                        <a:pt x="152" y="266"/>
                      </a:lnTo>
                      <a:lnTo>
                        <a:pt x="149" y="268"/>
                      </a:lnTo>
                      <a:lnTo>
                        <a:pt x="149" y="270"/>
                      </a:lnTo>
                      <a:lnTo>
                        <a:pt x="148" y="270"/>
                      </a:lnTo>
                      <a:lnTo>
                        <a:pt x="145" y="269"/>
                      </a:lnTo>
                      <a:lnTo>
                        <a:pt x="145" y="268"/>
                      </a:lnTo>
                      <a:lnTo>
                        <a:pt x="143" y="266"/>
                      </a:lnTo>
                      <a:lnTo>
                        <a:pt x="140" y="268"/>
                      </a:lnTo>
                      <a:lnTo>
                        <a:pt x="136" y="266"/>
                      </a:lnTo>
                      <a:lnTo>
                        <a:pt x="133" y="265"/>
                      </a:lnTo>
                      <a:lnTo>
                        <a:pt x="132" y="266"/>
                      </a:lnTo>
                      <a:lnTo>
                        <a:pt x="132" y="268"/>
                      </a:lnTo>
                      <a:lnTo>
                        <a:pt x="132" y="269"/>
                      </a:lnTo>
                      <a:lnTo>
                        <a:pt x="132" y="270"/>
                      </a:lnTo>
                      <a:lnTo>
                        <a:pt x="130" y="269"/>
                      </a:lnTo>
                      <a:lnTo>
                        <a:pt x="128" y="269"/>
                      </a:lnTo>
                      <a:lnTo>
                        <a:pt x="126" y="269"/>
                      </a:lnTo>
                      <a:lnTo>
                        <a:pt x="126" y="268"/>
                      </a:lnTo>
                      <a:lnTo>
                        <a:pt x="126" y="266"/>
                      </a:lnTo>
                      <a:lnTo>
                        <a:pt x="125" y="265"/>
                      </a:lnTo>
                      <a:lnTo>
                        <a:pt x="124" y="262"/>
                      </a:lnTo>
                      <a:lnTo>
                        <a:pt x="122" y="261"/>
                      </a:lnTo>
                      <a:lnTo>
                        <a:pt x="118" y="259"/>
                      </a:lnTo>
                      <a:lnTo>
                        <a:pt x="118" y="258"/>
                      </a:lnTo>
                      <a:lnTo>
                        <a:pt x="117" y="257"/>
                      </a:lnTo>
                      <a:lnTo>
                        <a:pt x="114" y="253"/>
                      </a:lnTo>
                      <a:lnTo>
                        <a:pt x="114" y="253"/>
                      </a:lnTo>
                      <a:lnTo>
                        <a:pt x="110" y="251"/>
                      </a:lnTo>
                      <a:lnTo>
                        <a:pt x="109" y="254"/>
                      </a:lnTo>
                      <a:lnTo>
                        <a:pt x="107" y="255"/>
                      </a:lnTo>
                      <a:lnTo>
                        <a:pt x="105" y="257"/>
                      </a:lnTo>
                      <a:lnTo>
                        <a:pt x="103" y="257"/>
                      </a:lnTo>
                      <a:lnTo>
                        <a:pt x="103" y="255"/>
                      </a:lnTo>
                      <a:lnTo>
                        <a:pt x="101" y="255"/>
                      </a:lnTo>
                      <a:lnTo>
                        <a:pt x="98" y="255"/>
                      </a:lnTo>
                      <a:lnTo>
                        <a:pt x="96" y="257"/>
                      </a:lnTo>
                      <a:lnTo>
                        <a:pt x="95" y="258"/>
                      </a:lnTo>
                      <a:lnTo>
                        <a:pt x="94" y="258"/>
                      </a:lnTo>
                      <a:lnTo>
                        <a:pt x="91" y="257"/>
                      </a:lnTo>
                      <a:lnTo>
                        <a:pt x="87" y="255"/>
                      </a:lnTo>
                      <a:lnTo>
                        <a:pt x="86" y="253"/>
                      </a:lnTo>
                      <a:lnTo>
                        <a:pt x="84" y="253"/>
                      </a:lnTo>
                      <a:lnTo>
                        <a:pt x="83" y="251"/>
                      </a:lnTo>
                      <a:lnTo>
                        <a:pt x="83" y="249"/>
                      </a:lnTo>
                      <a:lnTo>
                        <a:pt x="82" y="249"/>
                      </a:lnTo>
                      <a:lnTo>
                        <a:pt x="82" y="249"/>
                      </a:lnTo>
                      <a:lnTo>
                        <a:pt x="80" y="246"/>
                      </a:lnTo>
                      <a:lnTo>
                        <a:pt x="79" y="245"/>
                      </a:lnTo>
                      <a:lnTo>
                        <a:pt x="76" y="243"/>
                      </a:lnTo>
                      <a:lnTo>
                        <a:pt x="76" y="239"/>
                      </a:lnTo>
                      <a:lnTo>
                        <a:pt x="76" y="238"/>
                      </a:lnTo>
                      <a:lnTo>
                        <a:pt x="75" y="236"/>
                      </a:lnTo>
                      <a:lnTo>
                        <a:pt x="69" y="235"/>
                      </a:lnTo>
                      <a:lnTo>
                        <a:pt x="68" y="234"/>
                      </a:lnTo>
                      <a:lnTo>
                        <a:pt x="68" y="231"/>
                      </a:lnTo>
                      <a:lnTo>
                        <a:pt x="68" y="230"/>
                      </a:lnTo>
                      <a:lnTo>
                        <a:pt x="65" y="228"/>
                      </a:lnTo>
                      <a:lnTo>
                        <a:pt x="64" y="227"/>
                      </a:lnTo>
                      <a:lnTo>
                        <a:pt x="62" y="223"/>
                      </a:lnTo>
                      <a:lnTo>
                        <a:pt x="62" y="221"/>
                      </a:lnTo>
                      <a:lnTo>
                        <a:pt x="57" y="219"/>
                      </a:lnTo>
                      <a:lnTo>
                        <a:pt x="56" y="219"/>
                      </a:lnTo>
                      <a:lnTo>
                        <a:pt x="54" y="217"/>
                      </a:lnTo>
                      <a:lnTo>
                        <a:pt x="53" y="219"/>
                      </a:lnTo>
                      <a:lnTo>
                        <a:pt x="50" y="217"/>
                      </a:lnTo>
                      <a:lnTo>
                        <a:pt x="48" y="215"/>
                      </a:lnTo>
                      <a:lnTo>
                        <a:pt x="49" y="213"/>
                      </a:lnTo>
                      <a:lnTo>
                        <a:pt x="49" y="213"/>
                      </a:lnTo>
                      <a:lnTo>
                        <a:pt x="52" y="211"/>
                      </a:lnTo>
                      <a:lnTo>
                        <a:pt x="52" y="209"/>
                      </a:lnTo>
                      <a:lnTo>
                        <a:pt x="50" y="208"/>
                      </a:lnTo>
                      <a:lnTo>
                        <a:pt x="48" y="208"/>
                      </a:lnTo>
                      <a:lnTo>
                        <a:pt x="45" y="207"/>
                      </a:lnTo>
                      <a:lnTo>
                        <a:pt x="45" y="204"/>
                      </a:lnTo>
                      <a:lnTo>
                        <a:pt x="42" y="202"/>
                      </a:lnTo>
                      <a:lnTo>
                        <a:pt x="39" y="202"/>
                      </a:lnTo>
                      <a:lnTo>
                        <a:pt x="37" y="201"/>
                      </a:lnTo>
                      <a:lnTo>
                        <a:pt x="34" y="200"/>
                      </a:lnTo>
                      <a:lnTo>
                        <a:pt x="34" y="197"/>
                      </a:lnTo>
                      <a:lnTo>
                        <a:pt x="35" y="194"/>
                      </a:lnTo>
                      <a:lnTo>
                        <a:pt x="34" y="194"/>
                      </a:lnTo>
                      <a:lnTo>
                        <a:pt x="29" y="194"/>
                      </a:lnTo>
                      <a:lnTo>
                        <a:pt x="29" y="196"/>
                      </a:lnTo>
                      <a:lnTo>
                        <a:pt x="24" y="194"/>
                      </a:lnTo>
                      <a:lnTo>
                        <a:pt x="23" y="193"/>
                      </a:lnTo>
                      <a:lnTo>
                        <a:pt x="22" y="189"/>
                      </a:lnTo>
                      <a:lnTo>
                        <a:pt x="23" y="186"/>
                      </a:lnTo>
                      <a:lnTo>
                        <a:pt x="24" y="185"/>
                      </a:lnTo>
                      <a:lnTo>
                        <a:pt x="24" y="182"/>
                      </a:lnTo>
                      <a:lnTo>
                        <a:pt x="24" y="179"/>
                      </a:lnTo>
                      <a:lnTo>
                        <a:pt x="22" y="174"/>
                      </a:lnTo>
                      <a:lnTo>
                        <a:pt x="18" y="168"/>
                      </a:lnTo>
                      <a:lnTo>
                        <a:pt x="18" y="167"/>
                      </a:lnTo>
                      <a:lnTo>
                        <a:pt x="14" y="166"/>
                      </a:lnTo>
                      <a:lnTo>
                        <a:pt x="15" y="164"/>
                      </a:lnTo>
                      <a:lnTo>
                        <a:pt x="15" y="162"/>
                      </a:lnTo>
                      <a:lnTo>
                        <a:pt x="14" y="160"/>
                      </a:lnTo>
                      <a:lnTo>
                        <a:pt x="14" y="160"/>
                      </a:lnTo>
                      <a:lnTo>
                        <a:pt x="14" y="158"/>
                      </a:lnTo>
                      <a:lnTo>
                        <a:pt x="15" y="156"/>
                      </a:lnTo>
                      <a:lnTo>
                        <a:pt x="14" y="154"/>
                      </a:lnTo>
                      <a:lnTo>
                        <a:pt x="8" y="152"/>
                      </a:lnTo>
                      <a:lnTo>
                        <a:pt x="8" y="149"/>
                      </a:lnTo>
                      <a:lnTo>
                        <a:pt x="8" y="145"/>
                      </a:lnTo>
                      <a:lnTo>
                        <a:pt x="7" y="144"/>
                      </a:lnTo>
                      <a:lnTo>
                        <a:pt x="7" y="141"/>
                      </a:lnTo>
                      <a:lnTo>
                        <a:pt x="5" y="140"/>
                      </a:lnTo>
                      <a:lnTo>
                        <a:pt x="7" y="139"/>
                      </a:lnTo>
                      <a:lnTo>
                        <a:pt x="7" y="137"/>
                      </a:lnTo>
                      <a:lnTo>
                        <a:pt x="5" y="137"/>
                      </a:lnTo>
                      <a:lnTo>
                        <a:pt x="1" y="139"/>
                      </a:lnTo>
                      <a:lnTo>
                        <a:pt x="0" y="137"/>
                      </a:lnTo>
                      <a:lnTo>
                        <a:pt x="0" y="135"/>
                      </a:lnTo>
                      <a:lnTo>
                        <a:pt x="4" y="129"/>
                      </a:lnTo>
                      <a:lnTo>
                        <a:pt x="5" y="126"/>
                      </a:lnTo>
                      <a:lnTo>
                        <a:pt x="5" y="124"/>
                      </a:lnTo>
                      <a:lnTo>
                        <a:pt x="3" y="122"/>
                      </a:lnTo>
                      <a:lnTo>
                        <a:pt x="4" y="121"/>
                      </a:lnTo>
                      <a:lnTo>
                        <a:pt x="7" y="120"/>
                      </a:lnTo>
                      <a:lnTo>
                        <a:pt x="8" y="115"/>
                      </a:lnTo>
                      <a:lnTo>
                        <a:pt x="7" y="114"/>
                      </a:lnTo>
                      <a:lnTo>
                        <a:pt x="7" y="113"/>
                      </a:lnTo>
                      <a:lnTo>
                        <a:pt x="8" y="110"/>
                      </a:lnTo>
                      <a:lnTo>
                        <a:pt x="11" y="110"/>
                      </a:lnTo>
                      <a:lnTo>
                        <a:pt x="15" y="103"/>
                      </a:lnTo>
                      <a:lnTo>
                        <a:pt x="16" y="101"/>
                      </a:lnTo>
                      <a:lnTo>
                        <a:pt x="15" y="99"/>
                      </a:lnTo>
                      <a:lnTo>
                        <a:pt x="15" y="95"/>
                      </a:lnTo>
                      <a:lnTo>
                        <a:pt x="18" y="92"/>
                      </a:lnTo>
                      <a:lnTo>
                        <a:pt x="22" y="92"/>
                      </a:lnTo>
                      <a:lnTo>
                        <a:pt x="23" y="95"/>
                      </a:lnTo>
                      <a:lnTo>
                        <a:pt x="26" y="92"/>
                      </a:lnTo>
                      <a:lnTo>
                        <a:pt x="29" y="92"/>
                      </a:lnTo>
                      <a:lnTo>
                        <a:pt x="27" y="35"/>
                      </a:lnTo>
                      <a:lnTo>
                        <a:pt x="27" y="35"/>
                      </a:lnTo>
                      <a:lnTo>
                        <a:pt x="27" y="30"/>
                      </a:lnTo>
                      <a:lnTo>
                        <a:pt x="41" y="30"/>
                      </a:lnTo>
                      <a:lnTo>
                        <a:pt x="39"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905"/>
                <p:cNvSpPr>
                  <a:spLocks/>
                </p:cNvSpPr>
                <p:nvPr/>
              </p:nvSpPr>
              <p:spPr bwMode="auto">
                <a:xfrm>
                  <a:off x="5469434" y="4188374"/>
                  <a:ext cx="409051" cy="307726"/>
                </a:xfrm>
                <a:custGeom>
                  <a:avLst/>
                  <a:gdLst/>
                  <a:ahLst/>
                  <a:cxnLst>
                    <a:cxn ang="0">
                      <a:pos x="30" y="130"/>
                    </a:cxn>
                    <a:cxn ang="0">
                      <a:pos x="26" y="121"/>
                    </a:cxn>
                    <a:cxn ang="0">
                      <a:pos x="21" y="118"/>
                    </a:cxn>
                    <a:cxn ang="0">
                      <a:pos x="15" y="110"/>
                    </a:cxn>
                    <a:cxn ang="0">
                      <a:pos x="11" y="104"/>
                    </a:cxn>
                    <a:cxn ang="0">
                      <a:pos x="2" y="103"/>
                    </a:cxn>
                    <a:cxn ang="0">
                      <a:pos x="4" y="96"/>
                    </a:cxn>
                    <a:cxn ang="0">
                      <a:pos x="11" y="93"/>
                    </a:cxn>
                    <a:cxn ang="0">
                      <a:pos x="15" y="93"/>
                    </a:cxn>
                    <a:cxn ang="0">
                      <a:pos x="17" y="80"/>
                    </a:cxn>
                    <a:cxn ang="0">
                      <a:pos x="19" y="69"/>
                    </a:cxn>
                    <a:cxn ang="0">
                      <a:pos x="23" y="61"/>
                    </a:cxn>
                    <a:cxn ang="0">
                      <a:pos x="26" y="59"/>
                    </a:cxn>
                    <a:cxn ang="0">
                      <a:pos x="34" y="40"/>
                    </a:cxn>
                    <a:cxn ang="0">
                      <a:pos x="38" y="31"/>
                    </a:cxn>
                    <a:cxn ang="0">
                      <a:pos x="44" y="25"/>
                    </a:cxn>
                    <a:cxn ang="0">
                      <a:pos x="49" y="10"/>
                    </a:cxn>
                    <a:cxn ang="0">
                      <a:pos x="56" y="10"/>
                    </a:cxn>
                    <a:cxn ang="0">
                      <a:pos x="63" y="0"/>
                    </a:cxn>
                    <a:cxn ang="0">
                      <a:pos x="71" y="5"/>
                    </a:cxn>
                    <a:cxn ang="0">
                      <a:pos x="79" y="2"/>
                    </a:cxn>
                    <a:cxn ang="0">
                      <a:pos x="85" y="2"/>
                    </a:cxn>
                    <a:cxn ang="0">
                      <a:pos x="91" y="5"/>
                    </a:cxn>
                    <a:cxn ang="0">
                      <a:pos x="99" y="8"/>
                    </a:cxn>
                    <a:cxn ang="0">
                      <a:pos x="109" y="16"/>
                    </a:cxn>
                    <a:cxn ang="0">
                      <a:pos x="113" y="19"/>
                    </a:cxn>
                    <a:cxn ang="0">
                      <a:pos x="124" y="25"/>
                    </a:cxn>
                    <a:cxn ang="0">
                      <a:pos x="127" y="34"/>
                    </a:cxn>
                    <a:cxn ang="0">
                      <a:pos x="131" y="39"/>
                    </a:cxn>
                    <a:cxn ang="0">
                      <a:pos x="129" y="49"/>
                    </a:cxn>
                    <a:cxn ang="0">
                      <a:pos x="125" y="57"/>
                    </a:cxn>
                    <a:cxn ang="0">
                      <a:pos x="135" y="57"/>
                    </a:cxn>
                    <a:cxn ang="0">
                      <a:pos x="140" y="59"/>
                    </a:cxn>
                    <a:cxn ang="0">
                      <a:pos x="148" y="74"/>
                    </a:cxn>
                    <a:cxn ang="0">
                      <a:pos x="154" y="84"/>
                    </a:cxn>
                    <a:cxn ang="0">
                      <a:pos x="218" y="99"/>
                    </a:cxn>
                    <a:cxn ang="0">
                      <a:pos x="157" y="144"/>
                    </a:cxn>
                    <a:cxn ang="0">
                      <a:pos x="147" y="146"/>
                    </a:cxn>
                    <a:cxn ang="0">
                      <a:pos x="140" y="153"/>
                    </a:cxn>
                    <a:cxn ang="0">
                      <a:pos x="129" y="159"/>
                    </a:cxn>
                    <a:cxn ang="0">
                      <a:pos x="120" y="160"/>
                    </a:cxn>
                    <a:cxn ang="0">
                      <a:pos x="114" y="153"/>
                    </a:cxn>
                    <a:cxn ang="0">
                      <a:pos x="104" y="156"/>
                    </a:cxn>
                    <a:cxn ang="0">
                      <a:pos x="95" y="164"/>
                    </a:cxn>
                    <a:cxn ang="0">
                      <a:pos x="89" y="164"/>
                    </a:cxn>
                    <a:cxn ang="0">
                      <a:pos x="76" y="163"/>
                    </a:cxn>
                    <a:cxn ang="0">
                      <a:pos x="68" y="157"/>
                    </a:cxn>
                    <a:cxn ang="0">
                      <a:pos x="52" y="150"/>
                    </a:cxn>
                    <a:cxn ang="0">
                      <a:pos x="42" y="150"/>
                    </a:cxn>
                    <a:cxn ang="0">
                      <a:pos x="38" y="138"/>
                    </a:cxn>
                    <a:cxn ang="0">
                      <a:pos x="33" y="137"/>
                    </a:cxn>
                  </a:cxnLst>
                  <a:rect l="0" t="0" r="r" b="b"/>
                  <a:pathLst>
                    <a:path w="218" h="164">
                      <a:moveTo>
                        <a:pt x="33" y="137"/>
                      </a:moveTo>
                      <a:lnTo>
                        <a:pt x="32" y="133"/>
                      </a:lnTo>
                      <a:lnTo>
                        <a:pt x="30" y="130"/>
                      </a:lnTo>
                      <a:lnTo>
                        <a:pt x="30" y="126"/>
                      </a:lnTo>
                      <a:lnTo>
                        <a:pt x="27" y="123"/>
                      </a:lnTo>
                      <a:lnTo>
                        <a:pt x="26" y="121"/>
                      </a:lnTo>
                      <a:lnTo>
                        <a:pt x="25" y="118"/>
                      </a:lnTo>
                      <a:lnTo>
                        <a:pt x="22" y="118"/>
                      </a:lnTo>
                      <a:lnTo>
                        <a:pt x="21" y="118"/>
                      </a:lnTo>
                      <a:lnTo>
                        <a:pt x="21" y="116"/>
                      </a:lnTo>
                      <a:lnTo>
                        <a:pt x="18" y="115"/>
                      </a:lnTo>
                      <a:lnTo>
                        <a:pt x="15" y="110"/>
                      </a:lnTo>
                      <a:lnTo>
                        <a:pt x="15" y="110"/>
                      </a:lnTo>
                      <a:lnTo>
                        <a:pt x="14" y="107"/>
                      </a:lnTo>
                      <a:lnTo>
                        <a:pt x="11" y="104"/>
                      </a:lnTo>
                      <a:lnTo>
                        <a:pt x="10" y="103"/>
                      </a:lnTo>
                      <a:lnTo>
                        <a:pt x="4" y="103"/>
                      </a:lnTo>
                      <a:lnTo>
                        <a:pt x="2" y="103"/>
                      </a:lnTo>
                      <a:lnTo>
                        <a:pt x="0" y="100"/>
                      </a:lnTo>
                      <a:lnTo>
                        <a:pt x="3" y="97"/>
                      </a:lnTo>
                      <a:lnTo>
                        <a:pt x="4" y="96"/>
                      </a:lnTo>
                      <a:lnTo>
                        <a:pt x="4" y="93"/>
                      </a:lnTo>
                      <a:lnTo>
                        <a:pt x="8" y="93"/>
                      </a:lnTo>
                      <a:lnTo>
                        <a:pt x="11" y="93"/>
                      </a:lnTo>
                      <a:lnTo>
                        <a:pt x="13" y="95"/>
                      </a:lnTo>
                      <a:lnTo>
                        <a:pt x="14" y="95"/>
                      </a:lnTo>
                      <a:lnTo>
                        <a:pt x="15" y="93"/>
                      </a:lnTo>
                      <a:lnTo>
                        <a:pt x="17" y="92"/>
                      </a:lnTo>
                      <a:lnTo>
                        <a:pt x="17" y="85"/>
                      </a:lnTo>
                      <a:lnTo>
                        <a:pt x="17" y="80"/>
                      </a:lnTo>
                      <a:lnTo>
                        <a:pt x="18" y="76"/>
                      </a:lnTo>
                      <a:lnTo>
                        <a:pt x="21" y="72"/>
                      </a:lnTo>
                      <a:lnTo>
                        <a:pt x="19" y="69"/>
                      </a:lnTo>
                      <a:lnTo>
                        <a:pt x="19" y="68"/>
                      </a:lnTo>
                      <a:lnTo>
                        <a:pt x="21" y="65"/>
                      </a:lnTo>
                      <a:lnTo>
                        <a:pt x="23" y="61"/>
                      </a:lnTo>
                      <a:lnTo>
                        <a:pt x="23" y="58"/>
                      </a:lnTo>
                      <a:lnTo>
                        <a:pt x="25" y="58"/>
                      </a:lnTo>
                      <a:lnTo>
                        <a:pt x="26" y="59"/>
                      </a:lnTo>
                      <a:lnTo>
                        <a:pt x="29" y="49"/>
                      </a:lnTo>
                      <a:lnTo>
                        <a:pt x="32" y="44"/>
                      </a:lnTo>
                      <a:lnTo>
                        <a:pt x="34" y="40"/>
                      </a:lnTo>
                      <a:lnTo>
                        <a:pt x="36" y="39"/>
                      </a:lnTo>
                      <a:lnTo>
                        <a:pt x="38" y="34"/>
                      </a:lnTo>
                      <a:lnTo>
                        <a:pt x="38" y="31"/>
                      </a:lnTo>
                      <a:lnTo>
                        <a:pt x="41" y="30"/>
                      </a:lnTo>
                      <a:lnTo>
                        <a:pt x="42" y="31"/>
                      </a:lnTo>
                      <a:lnTo>
                        <a:pt x="44" y="25"/>
                      </a:lnTo>
                      <a:lnTo>
                        <a:pt x="48" y="19"/>
                      </a:lnTo>
                      <a:lnTo>
                        <a:pt x="48" y="15"/>
                      </a:lnTo>
                      <a:lnTo>
                        <a:pt x="49" y="10"/>
                      </a:lnTo>
                      <a:lnTo>
                        <a:pt x="51" y="9"/>
                      </a:lnTo>
                      <a:lnTo>
                        <a:pt x="52" y="9"/>
                      </a:lnTo>
                      <a:lnTo>
                        <a:pt x="56" y="10"/>
                      </a:lnTo>
                      <a:lnTo>
                        <a:pt x="56" y="8"/>
                      </a:lnTo>
                      <a:lnTo>
                        <a:pt x="59" y="8"/>
                      </a:lnTo>
                      <a:lnTo>
                        <a:pt x="63" y="0"/>
                      </a:lnTo>
                      <a:lnTo>
                        <a:pt x="64" y="1"/>
                      </a:lnTo>
                      <a:lnTo>
                        <a:pt x="66" y="2"/>
                      </a:lnTo>
                      <a:lnTo>
                        <a:pt x="71" y="5"/>
                      </a:lnTo>
                      <a:lnTo>
                        <a:pt x="74" y="5"/>
                      </a:lnTo>
                      <a:lnTo>
                        <a:pt x="76" y="2"/>
                      </a:lnTo>
                      <a:lnTo>
                        <a:pt x="79" y="2"/>
                      </a:lnTo>
                      <a:lnTo>
                        <a:pt x="80" y="4"/>
                      </a:lnTo>
                      <a:lnTo>
                        <a:pt x="82" y="2"/>
                      </a:lnTo>
                      <a:lnTo>
                        <a:pt x="85" y="2"/>
                      </a:lnTo>
                      <a:lnTo>
                        <a:pt x="89" y="6"/>
                      </a:lnTo>
                      <a:lnTo>
                        <a:pt x="89" y="5"/>
                      </a:lnTo>
                      <a:lnTo>
                        <a:pt x="91" y="5"/>
                      </a:lnTo>
                      <a:lnTo>
                        <a:pt x="94" y="5"/>
                      </a:lnTo>
                      <a:lnTo>
                        <a:pt x="97" y="8"/>
                      </a:lnTo>
                      <a:lnTo>
                        <a:pt x="99" y="8"/>
                      </a:lnTo>
                      <a:lnTo>
                        <a:pt x="104" y="13"/>
                      </a:lnTo>
                      <a:lnTo>
                        <a:pt x="105" y="15"/>
                      </a:lnTo>
                      <a:lnTo>
                        <a:pt x="109" y="16"/>
                      </a:lnTo>
                      <a:lnTo>
                        <a:pt x="110" y="16"/>
                      </a:lnTo>
                      <a:lnTo>
                        <a:pt x="113" y="17"/>
                      </a:lnTo>
                      <a:lnTo>
                        <a:pt x="113" y="19"/>
                      </a:lnTo>
                      <a:lnTo>
                        <a:pt x="117" y="20"/>
                      </a:lnTo>
                      <a:lnTo>
                        <a:pt x="121" y="24"/>
                      </a:lnTo>
                      <a:lnTo>
                        <a:pt x="124" y="25"/>
                      </a:lnTo>
                      <a:lnTo>
                        <a:pt x="127" y="28"/>
                      </a:lnTo>
                      <a:lnTo>
                        <a:pt x="127" y="31"/>
                      </a:lnTo>
                      <a:lnTo>
                        <a:pt x="127" y="34"/>
                      </a:lnTo>
                      <a:lnTo>
                        <a:pt x="129" y="34"/>
                      </a:lnTo>
                      <a:lnTo>
                        <a:pt x="133" y="39"/>
                      </a:lnTo>
                      <a:lnTo>
                        <a:pt x="131" y="39"/>
                      </a:lnTo>
                      <a:lnTo>
                        <a:pt x="129" y="43"/>
                      </a:lnTo>
                      <a:lnTo>
                        <a:pt x="128" y="46"/>
                      </a:lnTo>
                      <a:lnTo>
                        <a:pt x="129" y="49"/>
                      </a:lnTo>
                      <a:lnTo>
                        <a:pt x="128" y="51"/>
                      </a:lnTo>
                      <a:lnTo>
                        <a:pt x="127" y="54"/>
                      </a:lnTo>
                      <a:lnTo>
                        <a:pt x="125" y="57"/>
                      </a:lnTo>
                      <a:lnTo>
                        <a:pt x="127" y="59"/>
                      </a:lnTo>
                      <a:lnTo>
                        <a:pt x="132" y="58"/>
                      </a:lnTo>
                      <a:lnTo>
                        <a:pt x="135" y="57"/>
                      </a:lnTo>
                      <a:lnTo>
                        <a:pt x="139" y="55"/>
                      </a:lnTo>
                      <a:lnTo>
                        <a:pt x="142" y="57"/>
                      </a:lnTo>
                      <a:lnTo>
                        <a:pt x="140" y="59"/>
                      </a:lnTo>
                      <a:lnTo>
                        <a:pt x="142" y="65"/>
                      </a:lnTo>
                      <a:lnTo>
                        <a:pt x="144" y="72"/>
                      </a:lnTo>
                      <a:lnTo>
                        <a:pt x="148" y="74"/>
                      </a:lnTo>
                      <a:lnTo>
                        <a:pt x="147" y="78"/>
                      </a:lnTo>
                      <a:lnTo>
                        <a:pt x="150" y="82"/>
                      </a:lnTo>
                      <a:lnTo>
                        <a:pt x="154" y="84"/>
                      </a:lnTo>
                      <a:lnTo>
                        <a:pt x="158" y="87"/>
                      </a:lnTo>
                      <a:lnTo>
                        <a:pt x="200" y="99"/>
                      </a:lnTo>
                      <a:lnTo>
                        <a:pt x="218" y="99"/>
                      </a:lnTo>
                      <a:lnTo>
                        <a:pt x="174" y="144"/>
                      </a:lnTo>
                      <a:lnTo>
                        <a:pt x="165" y="142"/>
                      </a:lnTo>
                      <a:lnTo>
                        <a:pt x="157" y="144"/>
                      </a:lnTo>
                      <a:lnTo>
                        <a:pt x="154" y="145"/>
                      </a:lnTo>
                      <a:lnTo>
                        <a:pt x="151" y="145"/>
                      </a:lnTo>
                      <a:lnTo>
                        <a:pt x="147" y="146"/>
                      </a:lnTo>
                      <a:lnTo>
                        <a:pt x="146" y="150"/>
                      </a:lnTo>
                      <a:lnTo>
                        <a:pt x="143" y="152"/>
                      </a:lnTo>
                      <a:lnTo>
                        <a:pt x="140" y="153"/>
                      </a:lnTo>
                      <a:lnTo>
                        <a:pt x="135" y="154"/>
                      </a:lnTo>
                      <a:lnTo>
                        <a:pt x="131" y="156"/>
                      </a:lnTo>
                      <a:lnTo>
                        <a:pt x="129" y="159"/>
                      </a:lnTo>
                      <a:lnTo>
                        <a:pt x="129" y="159"/>
                      </a:lnTo>
                      <a:lnTo>
                        <a:pt x="125" y="159"/>
                      </a:lnTo>
                      <a:lnTo>
                        <a:pt x="120" y="160"/>
                      </a:lnTo>
                      <a:lnTo>
                        <a:pt x="117" y="159"/>
                      </a:lnTo>
                      <a:lnTo>
                        <a:pt x="116" y="154"/>
                      </a:lnTo>
                      <a:lnTo>
                        <a:pt x="114" y="153"/>
                      </a:lnTo>
                      <a:lnTo>
                        <a:pt x="108" y="154"/>
                      </a:lnTo>
                      <a:lnTo>
                        <a:pt x="106" y="156"/>
                      </a:lnTo>
                      <a:lnTo>
                        <a:pt x="104" y="156"/>
                      </a:lnTo>
                      <a:lnTo>
                        <a:pt x="101" y="157"/>
                      </a:lnTo>
                      <a:lnTo>
                        <a:pt x="99" y="159"/>
                      </a:lnTo>
                      <a:lnTo>
                        <a:pt x="95" y="164"/>
                      </a:lnTo>
                      <a:lnTo>
                        <a:pt x="93" y="164"/>
                      </a:lnTo>
                      <a:lnTo>
                        <a:pt x="91" y="164"/>
                      </a:lnTo>
                      <a:lnTo>
                        <a:pt x="89" y="164"/>
                      </a:lnTo>
                      <a:lnTo>
                        <a:pt x="85" y="164"/>
                      </a:lnTo>
                      <a:lnTo>
                        <a:pt x="82" y="163"/>
                      </a:lnTo>
                      <a:lnTo>
                        <a:pt x="76" y="163"/>
                      </a:lnTo>
                      <a:lnTo>
                        <a:pt x="74" y="163"/>
                      </a:lnTo>
                      <a:lnTo>
                        <a:pt x="71" y="160"/>
                      </a:lnTo>
                      <a:lnTo>
                        <a:pt x="68" y="157"/>
                      </a:lnTo>
                      <a:lnTo>
                        <a:pt x="63" y="152"/>
                      </a:lnTo>
                      <a:lnTo>
                        <a:pt x="60" y="149"/>
                      </a:lnTo>
                      <a:lnTo>
                        <a:pt x="52" y="150"/>
                      </a:lnTo>
                      <a:lnTo>
                        <a:pt x="49" y="149"/>
                      </a:lnTo>
                      <a:lnTo>
                        <a:pt x="45" y="150"/>
                      </a:lnTo>
                      <a:lnTo>
                        <a:pt x="42" y="150"/>
                      </a:lnTo>
                      <a:lnTo>
                        <a:pt x="41" y="146"/>
                      </a:lnTo>
                      <a:lnTo>
                        <a:pt x="41" y="138"/>
                      </a:lnTo>
                      <a:lnTo>
                        <a:pt x="38" y="138"/>
                      </a:lnTo>
                      <a:lnTo>
                        <a:pt x="36" y="138"/>
                      </a:lnTo>
                      <a:lnTo>
                        <a:pt x="34" y="135"/>
                      </a:lnTo>
                      <a:lnTo>
                        <a:pt x="33" y="1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906"/>
                <p:cNvSpPr>
                  <a:spLocks/>
                </p:cNvSpPr>
                <p:nvPr/>
              </p:nvSpPr>
              <p:spPr bwMode="auto">
                <a:xfrm>
                  <a:off x="5559500" y="4100185"/>
                  <a:ext cx="178257" cy="161368"/>
                </a:xfrm>
                <a:custGeom>
                  <a:avLst/>
                  <a:gdLst/>
                  <a:ahLst/>
                  <a:cxnLst>
                    <a:cxn ang="0">
                      <a:pos x="81" y="81"/>
                    </a:cxn>
                    <a:cxn ang="0">
                      <a:pos x="79" y="78"/>
                    </a:cxn>
                    <a:cxn ang="0">
                      <a:pos x="76" y="72"/>
                    </a:cxn>
                    <a:cxn ang="0">
                      <a:pos x="69" y="67"/>
                    </a:cxn>
                    <a:cxn ang="0">
                      <a:pos x="65" y="64"/>
                    </a:cxn>
                    <a:cxn ang="0">
                      <a:pos x="61" y="63"/>
                    </a:cxn>
                    <a:cxn ang="0">
                      <a:pos x="56" y="60"/>
                    </a:cxn>
                    <a:cxn ang="0">
                      <a:pos x="49" y="55"/>
                    </a:cxn>
                    <a:cxn ang="0">
                      <a:pos x="43" y="52"/>
                    </a:cxn>
                    <a:cxn ang="0">
                      <a:pos x="41" y="53"/>
                    </a:cxn>
                    <a:cxn ang="0">
                      <a:pos x="34" y="49"/>
                    </a:cxn>
                    <a:cxn ang="0">
                      <a:pos x="31" y="49"/>
                    </a:cxn>
                    <a:cxn ang="0">
                      <a:pos x="26" y="52"/>
                    </a:cxn>
                    <a:cxn ang="0">
                      <a:pos x="18" y="49"/>
                    </a:cxn>
                    <a:cxn ang="0">
                      <a:pos x="15" y="47"/>
                    </a:cxn>
                    <a:cxn ang="0">
                      <a:pos x="8" y="55"/>
                    </a:cxn>
                    <a:cxn ang="0">
                      <a:pos x="4" y="56"/>
                    </a:cxn>
                    <a:cxn ang="0">
                      <a:pos x="1" y="53"/>
                    </a:cxn>
                    <a:cxn ang="0">
                      <a:pos x="0" y="44"/>
                    </a:cxn>
                    <a:cxn ang="0">
                      <a:pos x="1" y="40"/>
                    </a:cxn>
                    <a:cxn ang="0">
                      <a:pos x="5" y="29"/>
                    </a:cxn>
                    <a:cxn ang="0">
                      <a:pos x="8" y="24"/>
                    </a:cxn>
                    <a:cxn ang="0">
                      <a:pos x="5" y="21"/>
                    </a:cxn>
                    <a:cxn ang="0">
                      <a:pos x="7" y="14"/>
                    </a:cxn>
                    <a:cxn ang="0">
                      <a:pos x="12" y="14"/>
                    </a:cxn>
                    <a:cxn ang="0">
                      <a:pos x="12" y="11"/>
                    </a:cxn>
                    <a:cxn ang="0">
                      <a:pos x="15" y="9"/>
                    </a:cxn>
                    <a:cxn ang="0">
                      <a:pos x="20" y="7"/>
                    </a:cxn>
                    <a:cxn ang="0">
                      <a:pos x="23" y="5"/>
                    </a:cxn>
                    <a:cxn ang="0">
                      <a:pos x="27" y="0"/>
                    </a:cxn>
                    <a:cxn ang="0">
                      <a:pos x="31" y="5"/>
                    </a:cxn>
                    <a:cxn ang="0">
                      <a:pos x="39" y="30"/>
                    </a:cxn>
                    <a:cxn ang="0">
                      <a:pos x="41" y="34"/>
                    </a:cxn>
                    <a:cxn ang="0">
                      <a:pos x="42" y="36"/>
                    </a:cxn>
                    <a:cxn ang="0">
                      <a:pos x="45" y="44"/>
                    </a:cxn>
                    <a:cxn ang="0">
                      <a:pos x="47" y="40"/>
                    </a:cxn>
                    <a:cxn ang="0">
                      <a:pos x="46" y="37"/>
                    </a:cxn>
                    <a:cxn ang="0">
                      <a:pos x="50" y="41"/>
                    </a:cxn>
                    <a:cxn ang="0">
                      <a:pos x="51" y="45"/>
                    </a:cxn>
                    <a:cxn ang="0">
                      <a:pos x="54" y="47"/>
                    </a:cxn>
                    <a:cxn ang="0">
                      <a:pos x="57" y="47"/>
                    </a:cxn>
                    <a:cxn ang="0">
                      <a:pos x="62" y="49"/>
                    </a:cxn>
                    <a:cxn ang="0">
                      <a:pos x="68" y="51"/>
                    </a:cxn>
                    <a:cxn ang="0">
                      <a:pos x="73" y="57"/>
                    </a:cxn>
                    <a:cxn ang="0">
                      <a:pos x="77" y="63"/>
                    </a:cxn>
                    <a:cxn ang="0">
                      <a:pos x="81" y="66"/>
                    </a:cxn>
                    <a:cxn ang="0">
                      <a:pos x="83" y="66"/>
                    </a:cxn>
                    <a:cxn ang="0">
                      <a:pos x="87" y="72"/>
                    </a:cxn>
                    <a:cxn ang="0">
                      <a:pos x="88" y="77"/>
                    </a:cxn>
                    <a:cxn ang="0">
                      <a:pos x="91" y="79"/>
                    </a:cxn>
                    <a:cxn ang="0">
                      <a:pos x="94" y="78"/>
                    </a:cxn>
                    <a:cxn ang="0">
                      <a:pos x="95" y="79"/>
                    </a:cxn>
                    <a:cxn ang="0">
                      <a:pos x="90" y="83"/>
                    </a:cxn>
                    <a:cxn ang="0">
                      <a:pos x="85" y="86"/>
                    </a:cxn>
                  </a:cxnLst>
                  <a:rect l="0" t="0" r="r" b="b"/>
                  <a:pathLst>
                    <a:path w="95" h="86">
                      <a:moveTo>
                        <a:pt x="85" y="86"/>
                      </a:moveTo>
                      <a:lnTo>
                        <a:pt x="81" y="81"/>
                      </a:lnTo>
                      <a:lnTo>
                        <a:pt x="79" y="81"/>
                      </a:lnTo>
                      <a:lnTo>
                        <a:pt x="79" y="78"/>
                      </a:lnTo>
                      <a:lnTo>
                        <a:pt x="79" y="75"/>
                      </a:lnTo>
                      <a:lnTo>
                        <a:pt x="76" y="72"/>
                      </a:lnTo>
                      <a:lnTo>
                        <a:pt x="73" y="71"/>
                      </a:lnTo>
                      <a:lnTo>
                        <a:pt x="69" y="67"/>
                      </a:lnTo>
                      <a:lnTo>
                        <a:pt x="65" y="66"/>
                      </a:lnTo>
                      <a:lnTo>
                        <a:pt x="65" y="64"/>
                      </a:lnTo>
                      <a:lnTo>
                        <a:pt x="62" y="63"/>
                      </a:lnTo>
                      <a:lnTo>
                        <a:pt x="61" y="63"/>
                      </a:lnTo>
                      <a:lnTo>
                        <a:pt x="57" y="62"/>
                      </a:lnTo>
                      <a:lnTo>
                        <a:pt x="56" y="60"/>
                      </a:lnTo>
                      <a:lnTo>
                        <a:pt x="51" y="55"/>
                      </a:lnTo>
                      <a:lnTo>
                        <a:pt x="49" y="55"/>
                      </a:lnTo>
                      <a:lnTo>
                        <a:pt x="46" y="52"/>
                      </a:lnTo>
                      <a:lnTo>
                        <a:pt x="43" y="52"/>
                      </a:lnTo>
                      <a:lnTo>
                        <a:pt x="41" y="52"/>
                      </a:lnTo>
                      <a:lnTo>
                        <a:pt x="41" y="53"/>
                      </a:lnTo>
                      <a:lnTo>
                        <a:pt x="37" y="49"/>
                      </a:lnTo>
                      <a:lnTo>
                        <a:pt x="34" y="49"/>
                      </a:lnTo>
                      <a:lnTo>
                        <a:pt x="32" y="51"/>
                      </a:lnTo>
                      <a:lnTo>
                        <a:pt x="31" y="49"/>
                      </a:lnTo>
                      <a:lnTo>
                        <a:pt x="28" y="49"/>
                      </a:lnTo>
                      <a:lnTo>
                        <a:pt x="26" y="52"/>
                      </a:lnTo>
                      <a:lnTo>
                        <a:pt x="23" y="52"/>
                      </a:lnTo>
                      <a:lnTo>
                        <a:pt x="18" y="49"/>
                      </a:lnTo>
                      <a:lnTo>
                        <a:pt x="16" y="48"/>
                      </a:lnTo>
                      <a:lnTo>
                        <a:pt x="15" y="47"/>
                      </a:lnTo>
                      <a:lnTo>
                        <a:pt x="11" y="55"/>
                      </a:lnTo>
                      <a:lnTo>
                        <a:pt x="8" y="55"/>
                      </a:lnTo>
                      <a:lnTo>
                        <a:pt x="8" y="57"/>
                      </a:lnTo>
                      <a:lnTo>
                        <a:pt x="4" y="56"/>
                      </a:lnTo>
                      <a:lnTo>
                        <a:pt x="1" y="56"/>
                      </a:lnTo>
                      <a:lnTo>
                        <a:pt x="1" y="53"/>
                      </a:lnTo>
                      <a:lnTo>
                        <a:pt x="0" y="47"/>
                      </a:lnTo>
                      <a:lnTo>
                        <a:pt x="0" y="44"/>
                      </a:lnTo>
                      <a:lnTo>
                        <a:pt x="1" y="41"/>
                      </a:lnTo>
                      <a:lnTo>
                        <a:pt x="1" y="40"/>
                      </a:lnTo>
                      <a:lnTo>
                        <a:pt x="4" y="36"/>
                      </a:lnTo>
                      <a:lnTo>
                        <a:pt x="5" y="29"/>
                      </a:lnTo>
                      <a:lnTo>
                        <a:pt x="7" y="25"/>
                      </a:lnTo>
                      <a:lnTo>
                        <a:pt x="8" y="24"/>
                      </a:lnTo>
                      <a:lnTo>
                        <a:pt x="7" y="22"/>
                      </a:lnTo>
                      <a:lnTo>
                        <a:pt x="5" y="21"/>
                      </a:lnTo>
                      <a:lnTo>
                        <a:pt x="7" y="18"/>
                      </a:lnTo>
                      <a:lnTo>
                        <a:pt x="7" y="14"/>
                      </a:lnTo>
                      <a:lnTo>
                        <a:pt x="8" y="14"/>
                      </a:lnTo>
                      <a:lnTo>
                        <a:pt x="12" y="14"/>
                      </a:lnTo>
                      <a:lnTo>
                        <a:pt x="12" y="13"/>
                      </a:lnTo>
                      <a:lnTo>
                        <a:pt x="12" y="11"/>
                      </a:lnTo>
                      <a:lnTo>
                        <a:pt x="12" y="9"/>
                      </a:lnTo>
                      <a:lnTo>
                        <a:pt x="15" y="9"/>
                      </a:lnTo>
                      <a:lnTo>
                        <a:pt x="16" y="7"/>
                      </a:lnTo>
                      <a:lnTo>
                        <a:pt x="20" y="7"/>
                      </a:lnTo>
                      <a:lnTo>
                        <a:pt x="22" y="6"/>
                      </a:lnTo>
                      <a:lnTo>
                        <a:pt x="23" y="5"/>
                      </a:lnTo>
                      <a:lnTo>
                        <a:pt x="26" y="3"/>
                      </a:lnTo>
                      <a:lnTo>
                        <a:pt x="27" y="0"/>
                      </a:lnTo>
                      <a:lnTo>
                        <a:pt x="27" y="0"/>
                      </a:lnTo>
                      <a:lnTo>
                        <a:pt x="31" y="5"/>
                      </a:lnTo>
                      <a:lnTo>
                        <a:pt x="37" y="19"/>
                      </a:lnTo>
                      <a:lnTo>
                        <a:pt x="39" y="30"/>
                      </a:lnTo>
                      <a:lnTo>
                        <a:pt x="41" y="30"/>
                      </a:lnTo>
                      <a:lnTo>
                        <a:pt x="41" y="34"/>
                      </a:lnTo>
                      <a:lnTo>
                        <a:pt x="41" y="36"/>
                      </a:lnTo>
                      <a:lnTo>
                        <a:pt x="42" y="36"/>
                      </a:lnTo>
                      <a:lnTo>
                        <a:pt x="43" y="40"/>
                      </a:lnTo>
                      <a:lnTo>
                        <a:pt x="45" y="44"/>
                      </a:lnTo>
                      <a:lnTo>
                        <a:pt x="47" y="44"/>
                      </a:lnTo>
                      <a:lnTo>
                        <a:pt x="47" y="40"/>
                      </a:lnTo>
                      <a:lnTo>
                        <a:pt x="46" y="40"/>
                      </a:lnTo>
                      <a:lnTo>
                        <a:pt x="46" y="37"/>
                      </a:lnTo>
                      <a:lnTo>
                        <a:pt x="47" y="37"/>
                      </a:lnTo>
                      <a:lnTo>
                        <a:pt x="50" y="41"/>
                      </a:lnTo>
                      <a:lnTo>
                        <a:pt x="49" y="43"/>
                      </a:lnTo>
                      <a:lnTo>
                        <a:pt x="51" y="45"/>
                      </a:lnTo>
                      <a:lnTo>
                        <a:pt x="53" y="47"/>
                      </a:lnTo>
                      <a:lnTo>
                        <a:pt x="54" y="47"/>
                      </a:lnTo>
                      <a:lnTo>
                        <a:pt x="57" y="45"/>
                      </a:lnTo>
                      <a:lnTo>
                        <a:pt x="57" y="47"/>
                      </a:lnTo>
                      <a:lnTo>
                        <a:pt x="60" y="45"/>
                      </a:lnTo>
                      <a:lnTo>
                        <a:pt x="62" y="49"/>
                      </a:lnTo>
                      <a:lnTo>
                        <a:pt x="64" y="51"/>
                      </a:lnTo>
                      <a:lnTo>
                        <a:pt x="68" y="51"/>
                      </a:lnTo>
                      <a:lnTo>
                        <a:pt x="68" y="53"/>
                      </a:lnTo>
                      <a:lnTo>
                        <a:pt x="73" y="57"/>
                      </a:lnTo>
                      <a:lnTo>
                        <a:pt x="75" y="62"/>
                      </a:lnTo>
                      <a:lnTo>
                        <a:pt x="77" y="63"/>
                      </a:lnTo>
                      <a:lnTo>
                        <a:pt x="80" y="66"/>
                      </a:lnTo>
                      <a:lnTo>
                        <a:pt x="81" y="66"/>
                      </a:lnTo>
                      <a:lnTo>
                        <a:pt x="81" y="64"/>
                      </a:lnTo>
                      <a:lnTo>
                        <a:pt x="83" y="66"/>
                      </a:lnTo>
                      <a:lnTo>
                        <a:pt x="84" y="72"/>
                      </a:lnTo>
                      <a:lnTo>
                        <a:pt x="87" y="72"/>
                      </a:lnTo>
                      <a:lnTo>
                        <a:pt x="88" y="75"/>
                      </a:lnTo>
                      <a:lnTo>
                        <a:pt x="88" y="77"/>
                      </a:lnTo>
                      <a:lnTo>
                        <a:pt x="90" y="79"/>
                      </a:lnTo>
                      <a:lnTo>
                        <a:pt x="91" y="79"/>
                      </a:lnTo>
                      <a:lnTo>
                        <a:pt x="92" y="79"/>
                      </a:lnTo>
                      <a:lnTo>
                        <a:pt x="94" y="78"/>
                      </a:lnTo>
                      <a:lnTo>
                        <a:pt x="94" y="79"/>
                      </a:lnTo>
                      <a:lnTo>
                        <a:pt x="95" y="79"/>
                      </a:lnTo>
                      <a:lnTo>
                        <a:pt x="92" y="82"/>
                      </a:lnTo>
                      <a:lnTo>
                        <a:pt x="90" y="83"/>
                      </a:lnTo>
                      <a:lnTo>
                        <a:pt x="88" y="85"/>
                      </a:lnTo>
                      <a:lnTo>
                        <a:pt x="85" y="8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907"/>
                <p:cNvSpPr>
                  <a:spLocks/>
                </p:cNvSpPr>
                <p:nvPr/>
              </p:nvSpPr>
              <p:spPr bwMode="auto">
                <a:xfrm>
                  <a:off x="5559500" y="4100185"/>
                  <a:ext cx="178257" cy="161368"/>
                </a:xfrm>
                <a:custGeom>
                  <a:avLst/>
                  <a:gdLst/>
                  <a:ahLst/>
                  <a:cxnLst>
                    <a:cxn ang="0">
                      <a:pos x="81" y="81"/>
                    </a:cxn>
                    <a:cxn ang="0">
                      <a:pos x="79" y="78"/>
                    </a:cxn>
                    <a:cxn ang="0">
                      <a:pos x="76" y="72"/>
                    </a:cxn>
                    <a:cxn ang="0">
                      <a:pos x="69" y="67"/>
                    </a:cxn>
                    <a:cxn ang="0">
                      <a:pos x="65" y="64"/>
                    </a:cxn>
                    <a:cxn ang="0">
                      <a:pos x="61" y="63"/>
                    </a:cxn>
                    <a:cxn ang="0">
                      <a:pos x="56" y="60"/>
                    </a:cxn>
                    <a:cxn ang="0">
                      <a:pos x="49" y="55"/>
                    </a:cxn>
                    <a:cxn ang="0">
                      <a:pos x="43" y="52"/>
                    </a:cxn>
                    <a:cxn ang="0">
                      <a:pos x="41" y="53"/>
                    </a:cxn>
                    <a:cxn ang="0">
                      <a:pos x="34" y="49"/>
                    </a:cxn>
                    <a:cxn ang="0">
                      <a:pos x="31" y="49"/>
                    </a:cxn>
                    <a:cxn ang="0">
                      <a:pos x="26" y="52"/>
                    </a:cxn>
                    <a:cxn ang="0">
                      <a:pos x="18" y="49"/>
                    </a:cxn>
                    <a:cxn ang="0">
                      <a:pos x="15" y="47"/>
                    </a:cxn>
                    <a:cxn ang="0">
                      <a:pos x="8" y="55"/>
                    </a:cxn>
                    <a:cxn ang="0">
                      <a:pos x="4" y="56"/>
                    </a:cxn>
                    <a:cxn ang="0">
                      <a:pos x="1" y="53"/>
                    </a:cxn>
                    <a:cxn ang="0">
                      <a:pos x="0" y="44"/>
                    </a:cxn>
                    <a:cxn ang="0">
                      <a:pos x="1" y="40"/>
                    </a:cxn>
                    <a:cxn ang="0">
                      <a:pos x="5" y="29"/>
                    </a:cxn>
                    <a:cxn ang="0">
                      <a:pos x="8" y="24"/>
                    </a:cxn>
                    <a:cxn ang="0">
                      <a:pos x="5" y="21"/>
                    </a:cxn>
                    <a:cxn ang="0">
                      <a:pos x="7" y="14"/>
                    </a:cxn>
                    <a:cxn ang="0">
                      <a:pos x="12" y="14"/>
                    </a:cxn>
                    <a:cxn ang="0">
                      <a:pos x="12" y="11"/>
                    </a:cxn>
                    <a:cxn ang="0">
                      <a:pos x="15" y="9"/>
                    </a:cxn>
                    <a:cxn ang="0">
                      <a:pos x="20" y="7"/>
                    </a:cxn>
                    <a:cxn ang="0">
                      <a:pos x="23" y="5"/>
                    </a:cxn>
                    <a:cxn ang="0">
                      <a:pos x="27" y="0"/>
                    </a:cxn>
                    <a:cxn ang="0">
                      <a:pos x="31" y="5"/>
                    </a:cxn>
                    <a:cxn ang="0">
                      <a:pos x="39" y="30"/>
                    </a:cxn>
                    <a:cxn ang="0">
                      <a:pos x="41" y="34"/>
                    </a:cxn>
                    <a:cxn ang="0">
                      <a:pos x="42" y="36"/>
                    </a:cxn>
                    <a:cxn ang="0">
                      <a:pos x="45" y="44"/>
                    </a:cxn>
                    <a:cxn ang="0">
                      <a:pos x="47" y="40"/>
                    </a:cxn>
                    <a:cxn ang="0">
                      <a:pos x="46" y="37"/>
                    </a:cxn>
                    <a:cxn ang="0">
                      <a:pos x="50" y="41"/>
                    </a:cxn>
                    <a:cxn ang="0">
                      <a:pos x="51" y="45"/>
                    </a:cxn>
                    <a:cxn ang="0">
                      <a:pos x="54" y="47"/>
                    </a:cxn>
                    <a:cxn ang="0">
                      <a:pos x="57" y="47"/>
                    </a:cxn>
                    <a:cxn ang="0">
                      <a:pos x="62" y="49"/>
                    </a:cxn>
                    <a:cxn ang="0">
                      <a:pos x="68" y="51"/>
                    </a:cxn>
                    <a:cxn ang="0">
                      <a:pos x="73" y="57"/>
                    </a:cxn>
                    <a:cxn ang="0">
                      <a:pos x="77" y="63"/>
                    </a:cxn>
                    <a:cxn ang="0">
                      <a:pos x="81" y="66"/>
                    </a:cxn>
                    <a:cxn ang="0">
                      <a:pos x="83" y="66"/>
                    </a:cxn>
                    <a:cxn ang="0">
                      <a:pos x="87" y="72"/>
                    </a:cxn>
                    <a:cxn ang="0">
                      <a:pos x="88" y="77"/>
                    </a:cxn>
                    <a:cxn ang="0">
                      <a:pos x="91" y="79"/>
                    </a:cxn>
                    <a:cxn ang="0">
                      <a:pos x="94" y="78"/>
                    </a:cxn>
                    <a:cxn ang="0">
                      <a:pos x="95" y="79"/>
                    </a:cxn>
                    <a:cxn ang="0">
                      <a:pos x="90" y="83"/>
                    </a:cxn>
                    <a:cxn ang="0">
                      <a:pos x="85" y="86"/>
                    </a:cxn>
                  </a:cxnLst>
                  <a:rect l="0" t="0" r="r" b="b"/>
                  <a:pathLst>
                    <a:path w="95" h="86">
                      <a:moveTo>
                        <a:pt x="85" y="86"/>
                      </a:moveTo>
                      <a:lnTo>
                        <a:pt x="81" y="81"/>
                      </a:lnTo>
                      <a:lnTo>
                        <a:pt x="79" y="81"/>
                      </a:lnTo>
                      <a:lnTo>
                        <a:pt x="79" y="78"/>
                      </a:lnTo>
                      <a:lnTo>
                        <a:pt x="79" y="75"/>
                      </a:lnTo>
                      <a:lnTo>
                        <a:pt x="76" y="72"/>
                      </a:lnTo>
                      <a:lnTo>
                        <a:pt x="73" y="71"/>
                      </a:lnTo>
                      <a:lnTo>
                        <a:pt x="69" y="67"/>
                      </a:lnTo>
                      <a:lnTo>
                        <a:pt x="65" y="66"/>
                      </a:lnTo>
                      <a:lnTo>
                        <a:pt x="65" y="64"/>
                      </a:lnTo>
                      <a:lnTo>
                        <a:pt x="62" y="63"/>
                      </a:lnTo>
                      <a:lnTo>
                        <a:pt x="61" y="63"/>
                      </a:lnTo>
                      <a:lnTo>
                        <a:pt x="57" y="62"/>
                      </a:lnTo>
                      <a:lnTo>
                        <a:pt x="56" y="60"/>
                      </a:lnTo>
                      <a:lnTo>
                        <a:pt x="51" y="55"/>
                      </a:lnTo>
                      <a:lnTo>
                        <a:pt x="49" y="55"/>
                      </a:lnTo>
                      <a:lnTo>
                        <a:pt x="46" y="52"/>
                      </a:lnTo>
                      <a:lnTo>
                        <a:pt x="43" y="52"/>
                      </a:lnTo>
                      <a:lnTo>
                        <a:pt x="41" y="52"/>
                      </a:lnTo>
                      <a:lnTo>
                        <a:pt x="41" y="53"/>
                      </a:lnTo>
                      <a:lnTo>
                        <a:pt x="37" y="49"/>
                      </a:lnTo>
                      <a:lnTo>
                        <a:pt x="34" y="49"/>
                      </a:lnTo>
                      <a:lnTo>
                        <a:pt x="32" y="51"/>
                      </a:lnTo>
                      <a:lnTo>
                        <a:pt x="31" y="49"/>
                      </a:lnTo>
                      <a:lnTo>
                        <a:pt x="28" y="49"/>
                      </a:lnTo>
                      <a:lnTo>
                        <a:pt x="26" y="52"/>
                      </a:lnTo>
                      <a:lnTo>
                        <a:pt x="23" y="52"/>
                      </a:lnTo>
                      <a:lnTo>
                        <a:pt x="18" y="49"/>
                      </a:lnTo>
                      <a:lnTo>
                        <a:pt x="16" y="48"/>
                      </a:lnTo>
                      <a:lnTo>
                        <a:pt x="15" y="47"/>
                      </a:lnTo>
                      <a:lnTo>
                        <a:pt x="11" y="55"/>
                      </a:lnTo>
                      <a:lnTo>
                        <a:pt x="8" y="55"/>
                      </a:lnTo>
                      <a:lnTo>
                        <a:pt x="8" y="57"/>
                      </a:lnTo>
                      <a:lnTo>
                        <a:pt x="4" y="56"/>
                      </a:lnTo>
                      <a:lnTo>
                        <a:pt x="1" y="56"/>
                      </a:lnTo>
                      <a:lnTo>
                        <a:pt x="1" y="53"/>
                      </a:lnTo>
                      <a:lnTo>
                        <a:pt x="0" y="47"/>
                      </a:lnTo>
                      <a:lnTo>
                        <a:pt x="0" y="44"/>
                      </a:lnTo>
                      <a:lnTo>
                        <a:pt x="1" y="41"/>
                      </a:lnTo>
                      <a:lnTo>
                        <a:pt x="1" y="40"/>
                      </a:lnTo>
                      <a:lnTo>
                        <a:pt x="4" y="36"/>
                      </a:lnTo>
                      <a:lnTo>
                        <a:pt x="5" y="29"/>
                      </a:lnTo>
                      <a:lnTo>
                        <a:pt x="7" y="25"/>
                      </a:lnTo>
                      <a:lnTo>
                        <a:pt x="8" y="24"/>
                      </a:lnTo>
                      <a:lnTo>
                        <a:pt x="7" y="22"/>
                      </a:lnTo>
                      <a:lnTo>
                        <a:pt x="5" y="21"/>
                      </a:lnTo>
                      <a:lnTo>
                        <a:pt x="7" y="18"/>
                      </a:lnTo>
                      <a:lnTo>
                        <a:pt x="7" y="14"/>
                      </a:lnTo>
                      <a:lnTo>
                        <a:pt x="8" y="14"/>
                      </a:lnTo>
                      <a:lnTo>
                        <a:pt x="12" y="14"/>
                      </a:lnTo>
                      <a:lnTo>
                        <a:pt x="12" y="13"/>
                      </a:lnTo>
                      <a:lnTo>
                        <a:pt x="12" y="11"/>
                      </a:lnTo>
                      <a:lnTo>
                        <a:pt x="12" y="9"/>
                      </a:lnTo>
                      <a:lnTo>
                        <a:pt x="15" y="9"/>
                      </a:lnTo>
                      <a:lnTo>
                        <a:pt x="16" y="7"/>
                      </a:lnTo>
                      <a:lnTo>
                        <a:pt x="20" y="7"/>
                      </a:lnTo>
                      <a:lnTo>
                        <a:pt x="22" y="6"/>
                      </a:lnTo>
                      <a:lnTo>
                        <a:pt x="23" y="5"/>
                      </a:lnTo>
                      <a:lnTo>
                        <a:pt x="26" y="3"/>
                      </a:lnTo>
                      <a:lnTo>
                        <a:pt x="27" y="0"/>
                      </a:lnTo>
                      <a:lnTo>
                        <a:pt x="27" y="0"/>
                      </a:lnTo>
                      <a:lnTo>
                        <a:pt x="31" y="5"/>
                      </a:lnTo>
                      <a:lnTo>
                        <a:pt x="37" y="19"/>
                      </a:lnTo>
                      <a:lnTo>
                        <a:pt x="39" y="30"/>
                      </a:lnTo>
                      <a:lnTo>
                        <a:pt x="41" y="30"/>
                      </a:lnTo>
                      <a:lnTo>
                        <a:pt x="41" y="34"/>
                      </a:lnTo>
                      <a:lnTo>
                        <a:pt x="41" y="36"/>
                      </a:lnTo>
                      <a:lnTo>
                        <a:pt x="42" y="36"/>
                      </a:lnTo>
                      <a:lnTo>
                        <a:pt x="43" y="40"/>
                      </a:lnTo>
                      <a:lnTo>
                        <a:pt x="45" y="44"/>
                      </a:lnTo>
                      <a:lnTo>
                        <a:pt x="47" y="44"/>
                      </a:lnTo>
                      <a:lnTo>
                        <a:pt x="47" y="40"/>
                      </a:lnTo>
                      <a:lnTo>
                        <a:pt x="46" y="40"/>
                      </a:lnTo>
                      <a:lnTo>
                        <a:pt x="46" y="37"/>
                      </a:lnTo>
                      <a:lnTo>
                        <a:pt x="47" y="37"/>
                      </a:lnTo>
                      <a:lnTo>
                        <a:pt x="50" y="41"/>
                      </a:lnTo>
                      <a:lnTo>
                        <a:pt x="49" y="43"/>
                      </a:lnTo>
                      <a:lnTo>
                        <a:pt x="51" y="45"/>
                      </a:lnTo>
                      <a:lnTo>
                        <a:pt x="53" y="47"/>
                      </a:lnTo>
                      <a:lnTo>
                        <a:pt x="54" y="47"/>
                      </a:lnTo>
                      <a:lnTo>
                        <a:pt x="57" y="45"/>
                      </a:lnTo>
                      <a:lnTo>
                        <a:pt x="57" y="47"/>
                      </a:lnTo>
                      <a:lnTo>
                        <a:pt x="60" y="45"/>
                      </a:lnTo>
                      <a:lnTo>
                        <a:pt x="62" y="49"/>
                      </a:lnTo>
                      <a:lnTo>
                        <a:pt x="64" y="51"/>
                      </a:lnTo>
                      <a:lnTo>
                        <a:pt x="68" y="51"/>
                      </a:lnTo>
                      <a:lnTo>
                        <a:pt x="68" y="53"/>
                      </a:lnTo>
                      <a:lnTo>
                        <a:pt x="73" y="57"/>
                      </a:lnTo>
                      <a:lnTo>
                        <a:pt x="75" y="62"/>
                      </a:lnTo>
                      <a:lnTo>
                        <a:pt x="77" y="63"/>
                      </a:lnTo>
                      <a:lnTo>
                        <a:pt x="80" y="66"/>
                      </a:lnTo>
                      <a:lnTo>
                        <a:pt x="81" y="66"/>
                      </a:lnTo>
                      <a:lnTo>
                        <a:pt x="81" y="64"/>
                      </a:lnTo>
                      <a:lnTo>
                        <a:pt x="83" y="66"/>
                      </a:lnTo>
                      <a:lnTo>
                        <a:pt x="84" y="72"/>
                      </a:lnTo>
                      <a:lnTo>
                        <a:pt x="87" y="72"/>
                      </a:lnTo>
                      <a:lnTo>
                        <a:pt x="88" y="75"/>
                      </a:lnTo>
                      <a:lnTo>
                        <a:pt x="88" y="77"/>
                      </a:lnTo>
                      <a:lnTo>
                        <a:pt x="90" y="79"/>
                      </a:lnTo>
                      <a:lnTo>
                        <a:pt x="91" y="79"/>
                      </a:lnTo>
                      <a:lnTo>
                        <a:pt x="92" y="79"/>
                      </a:lnTo>
                      <a:lnTo>
                        <a:pt x="94" y="78"/>
                      </a:lnTo>
                      <a:lnTo>
                        <a:pt x="94" y="79"/>
                      </a:lnTo>
                      <a:lnTo>
                        <a:pt x="95" y="79"/>
                      </a:lnTo>
                      <a:lnTo>
                        <a:pt x="92" y="82"/>
                      </a:lnTo>
                      <a:lnTo>
                        <a:pt x="90" y="83"/>
                      </a:lnTo>
                      <a:lnTo>
                        <a:pt x="88" y="85"/>
                      </a:lnTo>
                      <a:lnTo>
                        <a:pt x="85" y="8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908"/>
                <p:cNvSpPr>
                  <a:spLocks/>
                </p:cNvSpPr>
                <p:nvPr/>
              </p:nvSpPr>
              <p:spPr bwMode="auto">
                <a:xfrm>
                  <a:off x="5703980" y="4248418"/>
                  <a:ext cx="41280" cy="50663"/>
                </a:xfrm>
                <a:custGeom>
                  <a:avLst/>
                  <a:gdLst/>
                  <a:ahLst/>
                  <a:cxnLst>
                    <a:cxn ang="0">
                      <a:pos x="17" y="25"/>
                    </a:cxn>
                    <a:cxn ang="0">
                      <a:pos x="14" y="23"/>
                    </a:cxn>
                    <a:cxn ang="0">
                      <a:pos x="10" y="25"/>
                    </a:cxn>
                    <a:cxn ang="0">
                      <a:pos x="7" y="26"/>
                    </a:cxn>
                    <a:cxn ang="0">
                      <a:pos x="2" y="27"/>
                    </a:cxn>
                    <a:cxn ang="0">
                      <a:pos x="0" y="25"/>
                    </a:cxn>
                    <a:cxn ang="0">
                      <a:pos x="2" y="22"/>
                    </a:cxn>
                    <a:cxn ang="0">
                      <a:pos x="3" y="19"/>
                    </a:cxn>
                    <a:cxn ang="0">
                      <a:pos x="4" y="17"/>
                    </a:cxn>
                    <a:cxn ang="0">
                      <a:pos x="3" y="14"/>
                    </a:cxn>
                    <a:cxn ang="0">
                      <a:pos x="4" y="11"/>
                    </a:cxn>
                    <a:cxn ang="0">
                      <a:pos x="6" y="7"/>
                    </a:cxn>
                    <a:cxn ang="0">
                      <a:pos x="11" y="6"/>
                    </a:cxn>
                    <a:cxn ang="0">
                      <a:pos x="13" y="4"/>
                    </a:cxn>
                    <a:cxn ang="0">
                      <a:pos x="15" y="3"/>
                    </a:cxn>
                    <a:cxn ang="0">
                      <a:pos x="18" y="0"/>
                    </a:cxn>
                    <a:cxn ang="0">
                      <a:pos x="18" y="0"/>
                    </a:cxn>
                    <a:cxn ang="0">
                      <a:pos x="18" y="2"/>
                    </a:cxn>
                    <a:cxn ang="0">
                      <a:pos x="21" y="4"/>
                    </a:cxn>
                    <a:cxn ang="0">
                      <a:pos x="22" y="4"/>
                    </a:cxn>
                    <a:cxn ang="0">
                      <a:pos x="21" y="6"/>
                    </a:cxn>
                    <a:cxn ang="0">
                      <a:pos x="22" y="11"/>
                    </a:cxn>
                    <a:cxn ang="0">
                      <a:pos x="21" y="11"/>
                    </a:cxn>
                    <a:cxn ang="0">
                      <a:pos x="18" y="14"/>
                    </a:cxn>
                    <a:cxn ang="0">
                      <a:pos x="15" y="14"/>
                    </a:cxn>
                    <a:cxn ang="0">
                      <a:pos x="14" y="17"/>
                    </a:cxn>
                    <a:cxn ang="0">
                      <a:pos x="11" y="17"/>
                    </a:cxn>
                    <a:cxn ang="0">
                      <a:pos x="13" y="18"/>
                    </a:cxn>
                    <a:cxn ang="0">
                      <a:pos x="14" y="18"/>
                    </a:cxn>
                    <a:cxn ang="0">
                      <a:pos x="17" y="18"/>
                    </a:cxn>
                    <a:cxn ang="0">
                      <a:pos x="19" y="18"/>
                    </a:cxn>
                    <a:cxn ang="0">
                      <a:pos x="21" y="18"/>
                    </a:cxn>
                    <a:cxn ang="0">
                      <a:pos x="17" y="25"/>
                    </a:cxn>
                    <a:cxn ang="0">
                      <a:pos x="17" y="25"/>
                    </a:cxn>
                  </a:cxnLst>
                  <a:rect l="0" t="0" r="r" b="b"/>
                  <a:pathLst>
                    <a:path w="22" h="27">
                      <a:moveTo>
                        <a:pt x="17" y="25"/>
                      </a:moveTo>
                      <a:lnTo>
                        <a:pt x="14" y="23"/>
                      </a:lnTo>
                      <a:lnTo>
                        <a:pt x="10" y="25"/>
                      </a:lnTo>
                      <a:lnTo>
                        <a:pt x="7" y="26"/>
                      </a:lnTo>
                      <a:lnTo>
                        <a:pt x="2" y="27"/>
                      </a:lnTo>
                      <a:lnTo>
                        <a:pt x="0" y="25"/>
                      </a:lnTo>
                      <a:lnTo>
                        <a:pt x="2" y="22"/>
                      </a:lnTo>
                      <a:lnTo>
                        <a:pt x="3" y="19"/>
                      </a:lnTo>
                      <a:lnTo>
                        <a:pt x="4" y="17"/>
                      </a:lnTo>
                      <a:lnTo>
                        <a:pt x="3" y="14"/>
                      </a:lnTo>
                      <a:lnTo>
                        <a:pt x="4" y="11"/>
                      </a:lnTo>
                      <a:lnTo>
                        <a:pt x="6" y="7"/>
                      </a:lnTo>
                      <a:lnTo>
                        <a:pt x="11" y="6"/>
                      </a:lnTo>
                      <a:lnTo>
                        <a:pt x="13" y="4"/>
                      </a:lnTo>
                      <a:lnTo>
                        <a:pt x="15" y="3"/>
                      </a:lnTo>
                      <a:lnTo>
                        <a:pt x="18" y="0"/>
                      </a:lnTo>
                      <a:lnTo>
                        <a:pt x="18" y="0"/>
                      </a:lnTo>
                      <a:lnTo>
                        <a:pt x="18" y="2"/>
                      </a:lnTo>
                      <a:lnTo>
                        <a:pt x="21" y="4"/>
                      </a:lnTo>
                      <a:lnTo>
                        <a:pt x="22" y="4"/>
                      </a:lnTo>
                      <a:lnTo>
                        <a:pt x="21" y="6"/>
                      </a:lnTo>
                      <a:lnTo>
                        <a:pt x="22" y="11"/>
                      </a:lnTo>
                      <a:lnTo>
                        <a:pt x="21" y="11"/>
                      </a:lnTo>
                      <a:lnTo>
                        <a:pt x="18" y="14"/>
                      </a:lnTo>
                      <a:lnTo>
                        <a:pt x="15" y="14"/>
                      </a:lnTo>
                      <a:lnTo>
                        <a:pt x="14" y="17"/>
                      </a:lnTo>
                      <a:lnTo>
                        <a:pt x="11" y="17"/>
                      </a:lnTo>
                      <a:lnTo>
                        <a:pt x="13" y="18"/>
                      </a:lnTo>
                      <a:lnTo>
                        <a:pt x="14" y="18"/>
                      </a:lnTo>
                      <a:lnTo>
                        <a:pt x="17" y="18"/>
                      </a:lnTo>
                      <a:lnTo>
                        <a:pt x="19" y="18"/>
                      </a:lnTo>
                      <a:lnTo>
                        <a:pt x="21" y="18"/>
                      </a:lnTo>
                      <a:lnTo>
                        <a:pt x="17" y="25"/>
                      </a:lnTo>
                      <a:lnTo>
                        <a:pt x="17" y="2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909"/>
                <p:cNvSpPr>
                  <a:spLocks/>
                </p:cNvSpPr>
                <p:nvPr/>
              </p:nvSpPr>
              <p:spPr bwMode="auto">
                <a:xfrm>
                  <a:off x="5687094" y="4269059"/>
                  <a:ext cx="272075" cy="362141"/>
                </a:xfrm>
                <a:custGeom>
                  <a:avLst/>
                  <a:gdLst/>
                  <a:ahLst/>
                  <a:cxnLst>
                    <a:cxn ang="0">
                      <a:pos x="15" y="113"/>
                    </a:cxn>
                    <a:cxn ang="0">
                      <a:pos x="27" y="109"/>
                    </a:cxn>
                    <a:cxn ang="0">
                      <a:pos x="35" y="102"/>
                    </a:cxn>
                    <a:cxn ang="0">
                      <a:pos x="49" y="99"/>
                    </a:cxn>
                    <a:cxn ang="0">
                      <a:pos x="84" y="56"/>
                    </a:cxn>
                    <a:cxn ang="0">
                      <a:pos x="34" y="39"/>
                    </a:cxn>
                    <a:cxn ang="0">
                      <a:pos x="28" y="29"/>
                    </a:cxn>
                    <a:cxn ang="0">
                      <a:pos x="26" y="14"/>
                    </a:cxn>
                    <a:cxn ang="0">
                      <a:pos x="31" y="10"/>
                    </a:cxn>
                    <a:cxn ang="0">
                      <a:pos x="42" y="22"/>
                    </a:cxn>
                    <a:cxn ang="0">
                      <a:pos x="53" y="25"/>
                    </a:cxn>
                    <a:cxn ang="0">
                      <a:pos x="61" y="22"/>
                    </a:cxn>
                    <a:cxn ang="0">
                      <a:pos x="68" y="18"/>
                    </a:cxn>
                    <a:cxn ang="0">
                      <a:pos x="76" y="19"/>
                    </a:cxn>
                    <a:cxn ang="0">
                      <a:pos x="91" y="12"/>
                    </a:cxn>
                    <a:cxn ang="0">
                      <a:pos x="100" y="14"/>
                    </a:cxn>
                    <a:cxn ang="0">
                      <a:pos x="110" y="12"/>
                    </a:cxn>
                    <a:cxn ang="0">
                      <a:pos x="121" y="8"/>
                    </a:cxn>
                    <a:cxn ang="0">
                      <a:pos x="126" y="8"/>
                    </a:cxn>
                    <a:cxn ang="0">
                      <a:pos x="134" y="6"/>
                    </a:cxn>
                    <a:cxn ang="0">
                      <a:pos x="136" y="1"/>
                    </a:cxn>
                    <a:cxn ang="0">
                      <a:pos x="138" y="1"/>
                    </a:cxn>
                    <a:cxn ang="0">
                      <a:pos x="145" y="3"/>
                    </a:cxn>
                    <a:cxn ang="0">
                      <a:pos x="142" y="10"/>
                    </a:cxn>
                    <a:cxn ang="0">
                      <a:pos x="144" y="12"/>
                    </a:cxn>
                    <a:cxn ang="0">
                      <a:pos x="141" y="18"/>
                    </a:cxn>
                    <a:cxn ang="0">
                      <a:pos x="142" y="25"/>
                    </a:cxn>
                    <a:cxn ang="0">
                      <a:pos x="145" y="23"/>
                    </a:cxn>
                    <a:cxn ang="0">
                      <a:pos x="144" y="25"/>
                    </a:cxn>
                    <a:cxn ang="0">
                      <a:pos x="140" y="29"/>
                    </a:cxn>
                    <a:cxn ang="0">
                      <a:pos x="138" y="35"/>
                    </a:cxn>
                    <a:cxn ang="0">
                      <a:pos x="130" y="53"/>
                    </a:cxn>
                    <a:cxn ang="0">
                      <a:pos x="125" y="59"/>
                    </a:cxn>
                    <a:cxn ang="0">
                      <a:pos x="123" y="64"/>
                    </a:cxn>
                    <a:cxn ang="0">
                      <a:pos x="110" y="91"/>
                    </a:cxn>
                    <a:cxn ang="0">
                      <a:pos x="99" y="110"/>
                    </a:cxn>
                    <a:cxn ang="0">
                      <a:pos x="72" y="137"/>
                    </a:cxn>
                    <a:cxn ang="0">
                      <a:pos x="57" y="147"/>
                    </a:cxn>
                    <a:cxn ang="0">
                      <a:pos x="39" y="162"/>
                    </a:cxn>
                    <a:cxn ang="0">
                      <a:pos x="28" y="173"/>
                    </a:cxn>
                    <a:cxn ang="0">
                      <a:pos x="22" y="179"/>
                    </a:cxn>
                    <a:cxn ang="0">
                      <a:pos x="0" y="185"/>
                    </a:cxn>
                    <a:cxn ang="0">
                      <a:pos x="13" y="116"/>
                    </a:cxn>
                  </a:cxnLst>
                  <a:rect l="0" t="0" r="r" b="b"/>
                  <a:pathLst>
                    <a:path w="145" h="193">
                      <a:moveTo>
                        <a:pt x="13" y="116"/>
                      </a:moveTo>
                      <a:lnTo>
                        <a:pt x="13" y="116"/>
                      </a:lnTo>
                      <a:lnTo>
                        <a:pt x="15" y="113"/>
                      </a:lnTo>
                      <a:lnTo>
                        <a:pt x="19" y="111"/>
                      </a:lnTo>
                      <a:lnTo>
                        <a:pt x="24" y="110"/>
                      </a:lnTo>
                      <a:lnTo>
                        <a:pt x="27" y="109"/>
                      </a:lnTo>
                      <a:lnTo>
                        <a:pt x="30" y="107"/>
                      </a:lnTo>
                      <a:lnTo>
                        <a:pt x="31" y="103"/>
                      </a:lnTo>
                      <a:lnTo>
                        <a:pt x="35" y="102"/>
                      </a:lnTo>
                      <a:lnTo>
                        <a:pt x="38" y="102"/>
                      </a:lnTo>
                      <a:lnTo>
                        <a:pt x="41" y="101"/>
                      </a:lnTo>
                      <a:lnTo>
                        <a:pt x="49" y="99"/>
                      </a:lnTo>
                      <a:lnTo>
                        <a:pt x="58" y="101"/>
                      </a:lnTo>
                      <a:lnTo>
                        <a:pt x="102" y="56"/>
                      </a:lnTo>
                      <a:lnTo>
                        <a:pt x="84" y="56"/>
                      </a:lnTo>
                      <a:lnTo>
                        <a:pt x="42" y="44"/>
                      </a:lnTo>
                      <a:lnTo>
                        <a:pt x="38" y="41"/>
                      </a:lnTo>
                      <a:lnTo>
                        <a:pt x="34" y="39"/>
                      </a:lnTo>
                      <a:lnTo>
                        <a:pt x="31" y="35"/>
                      </a:lnTo>
                      <a:lnTo>
                        <a:pt x="32" y="31"/>
                      </a:lnTo>
                      <a:lnTo>
                        <a:pt x="28" y="29"/>
                      </a:lnTo>
                      <a:lnTo>
                        <a:pt x="26" y="22"/>
                      </a:lnTo>
                      <a:lnTo>
                        <a:pt x="24" y="16"/>
                      </a:lnTo>
                      <a:lnTo>
                        <a:pt x="26" y="14"/>
                      </a:lnTo>
                      <a:lnTo>
                        <a:pt x="30" y="7"/>
                      </a:lnTo>
                      <a:lnTo>
                        <a:pt x="30" y="10"/>
                      </a:lnTo>
                      <a:lnTo>
                        <a:pt x="31" y="10"/>
                      </a:lnTo>
                      <a:lnTo>
                        <a:pt x="39" y="19"/>
                      </a:lnTo>
                      <a:lnTo>
                        <a:pt x="41" y="20"/>
                      </a:lnTo>
                      <a:lnTo>
                        <a:pt x="42" y="22"/>
                      </a:lnTo>
                      <a:lnTo>
                        <a:pt x="46" y="25"/>
                      </a:lnTo>
                      <a:lnTo>
                        <a:pt x="49" y="26"/>
                      </a:lnTo>
                      <a:lnTo>
                        <a:pt x="53" y="25"/>
                      </a:lnTo>
                      <a:lnTo>
                        <a:pt x="54" y="23"/>
                      </a:lnTo>
                      <a:lnTo>
                        <a:pt x="58" y="22"/>
                      </a:lnTo>
                      <a:lnTo>
                        <a:pt x="61" y="22"/>
                      </a:lnTo>
                      <a:lnTo>
                        <a:pt x="65" y="18"/>
                      </a:lnTo>
                      <a:lnTo>
                        <a:pt x="66" y="18"/>
                      </a:lnTo>
                      <a:lnTo>
                        <a:pt x="68" y="18"/>
                      </a:lnTo>
                      <a:lnTo>
                        <a:pt x="72" y="18"/>
                      </a:lnTo>
                      <a:lnTo>
                        <a:pt x="73" y="18"/>
                      </a:lnTo>
                      <a:lnTo>
                        <a:pt x="76" y="19"/>
                      </a:lnTo>
                      <a:lnTo>
                        <a:pt x="80" y="18"/>
                      </a:lnTo>
                      <a:lnTo>
                        <a:pt x="88" y="12"/>
                      </a:lnTo>
                      <a:lnTo>
                        <a:pt x="91" y="12"/>
                      </a:lnTo>
                      <a:lnTo>
                        <a:pt x="94" y="14"/>
                      </a:lnTo>
                      <a:lnTo>
                        <a:pt x="96" y="12"/>
                      </a:lnTo>
                      <a:lnTo>
                        <a:pt x="100" y="14"/>
                      </a:lnTo>
                      <a:lnTo>
                        <a:pt x="104" y="11"/>
                      </a:lnTo>
                      <a:lnTo>
                        <a:pt x="108" y="11"/>
                      </a:lnTo>
                      <a:lnTo>
                        <a:pt x="110" y="12"/>
                      </a:lnTo>
                      <a:lnTo>
                        <a:pt x="111" y="12"/>
                      </a:lnTo>
                      <a:lnTo>
                        <a:pt x="118" y="11"/>
                      </a:lnTo>
                      <a:lnTo>
                        <a:pt x="121" y="8"/>
                      </a:lnTo>
                      <a:lnTo>
                        <a:pt x="125" y="8"/>
                      </a:lnTo>
                      <a:lnTo>
                        <a:pt x="126" y="8"/>
                      </a:lnTo>
                      <a:lnTo>
                        <a:pt x="126" y="8"/>
                      </a:lnTo>
                      <a:lnTo>
                        <a:pt x="130" y="7"/>
                      </a:lnTo>
                      <a:lnTo>
                        <a:pt x="133" y="4"/>
                      </a:lnTo>
                      <a:lnTo>
                        <a:pt x="134" y="6"/>
                      </a:lnTo>
                      <a:lnTo>
                        <a:pt x="134" y="3"/>
                      </a:lnTo>
                      <a:lnTo>
                        <a:pt x="134" y="3"/>
                      </a:lnTo>
                      <a:lnTo>
                        <a:pt x="136" y="1"/>
                      </a:lnTo>
                      <a:lnTo>
                        <a:pt x="137" y="1"/>
                      </a:lnTo>
                      <a:lnTo>
                        <a:pt x="137" y="0"/>
                      </a:lnTo>
                      <a:lnTo>
                        <a:pt x="138" y="1"/>
                      </a:lnTo>
                      <a:lnTo>
                        <a:pt x="142" y="3"/>
                      </a:lnTo>
                      <a:lnTo>
                        <a:pt x="144" y="3"/>
                      </a:lnTo>
                      <a:lnTo>
                        <a:pt x="145" y="3"/>
                      </a:lnTo>
                      <a:lnTo>
                        <a:pt x="144" y="6"/>
                      </a:lnTo>
                      <a:lnTo>
                        <a:pt x="142" y="7"/>
                      </a:lnTo>
                      <a:lnTo>
                        <a:pt x="142" y="10"/>
                      </a:lnTo>
                      <a:lnTo>
                        <a:pt x="141" y="11"/>
                      </a:lnTo>
                      <a:lnTo>
                        <a:pt x="142" y="12"/>
                      </a:lnTo>
                      <a:lnTo>
                        <a:pt x="144" y="12"/>
                      </a:lnTo>
                      <a:lnTo>
                        <a:pt x="144" y="14"/>
                      </a:lnTo>
                      <a:lnTo>
                        <a:pt x="142" y="15"/>
                      </a:lnTo>
                      <a:lnTo>
                        <a:pt x="141" y="18"/>
                      </a:lnTo>
                      <a:lnTo>
                        <a:pt x="142" y="19"/>
                      </a:lnTo>
                      <a:lnTo>
                        <a:pt x="144" y="22"/>
                      </a:lnTo>
                      <a:lnTo>
                        <a:pt x="142" y="25"/>
                      </a:lnTo>
                      <a:lnTo>
                        <a:pt x="144" y="23"/>
                      </a:lnTo>
                      <a:lnTo>
                        <a:pt x="144" y="23"/>
                      </a:lnTo>
                      <a:lnTo>
                        <a:pt x="145" y="23"/>
                      </a:lnTo>
                      <a:lnTo>
                        <a:pt x="145" y="25"/>
                      </a:lnTo>
                      <a:lnTo>
                        <a:pt x="145" y="26"/>
                      </a:lnTo>
                      <a:lnTo>
                        <a:pt x="144" y="25"/>
                      </a:lnTo>
                      <a:lnTo>
                        <a:pt x="142" y="25"/>
                      </a:lnTo>
                      <a:lnTo>
                        <a:pt x="141" y="25"/>
                      </a:lnTo>
                      <a:lnTo>
                        <a:pt x="140" y="29"/>
                      </a:lnTo>
                      <a:lnTo>
                        <a:pt x="140" y="30"/>
                      </a:lnTo>
                      <a:lnTo>
                        <a:pt x="140" y="34"/>
                      </a:lnTo>
                      <a:lnTo>
                        <a:pt x="138" y="35"/>
                      </a:lnTo>
                      <a:lnTo>
                        <a:pt x="140" y="39"/>
                      </a:lnTo>
                      <a:lnTo>
                        <a:pt x="134" y="46"/>
                      </a:lnTo>
                      <a:lnTo>
                        <a:pt x="130" y="53"/>
                      </a:lnTo>
                      <a:lnTo>
                        <a:pt x="129" y="56"/>
                      </a:lnTo>
                      <a:lnTo>
                        <a:pt x="127" y="56"/>
                      </a:lnTo>
                      <a:lnTo>
                        <a:pt x="125" y="59"/>
                      </a:lnTo>
                      <a:lnTo>
                        <a:pt x="125" y="60"/>
                      </a:lnTo>
                      <a:lnTo>
                        <a:pt x="126" y="63"/>
                      </a:lnTo>
                      <a:lnTo>
                        <a:pt x="123" y="64"/>
                      </a:lnTo>
                      <a:lnTo>
                        <a:pt x="115" y="79"/>
                      </a:lnTo>
                      <a:lnTo>
                        <a:pt x="115" y="84"/>
                      </a:lnTo>
                      <a:lnTo>
                        <a:pt x="110" y="91"/>
                      </a:lnTo>
                      <a:lnTo>
                        <a:pt x="110" y="94"/>
                      </a:lnTo>
                      <a:lnTo>
                        <a:pt x="100" y="106"/>
                      </a:lnTo>
                      <a:lnTo>
                        <a:pt x="99" y="110"/>
                      </a:lnTo>
                      <a:lnTo>
                        <a:pt x="95" y="114"/>
                      </a:lnTo>
                      <a:lnTo>
                        <a:pt x="88" y="124"/>
                      </a:lnTo>
                      <a:lnTo>
                        <a:pt x="72" y="137"/>
                      </a:lnTo>
                      <a:lnTo>
                        <a:pt x="65" y="143"/>
                      </a:lnTo>
                      <a:lnTo>
                        <a:pt x="61" y="144"/>
                      </a:lnTo>
                      <a:lnTo>
                        <a:pt x="57" y="147"/>
                      </a:lnTo>
                      <a:lnTo>
                        <a:pt x="51" y="151"/>
                      </a:lnTo>
                      <a:lnTo>
                        <a:pt x="42" y="160"/>
                      </a:lnTo>
                      <a:lnTo>
                        <a:pt x="39" y="162"/>
                      </a:lnTo>
                      <a:lnTo>
                        <a:pt x="31" y="170"/>
                      </a:lnTo>
                      <a:lnTo>
                        <a:pt x="30" y="171"/>
                      </a:lnTo>
                      <a:lnTo>
                        <a:pt x="28" y="173"/>
                      </a:lnTo>
                      <a:lnTo>
                        <a:pt x="26" y="174"/>
                      </a:lnTo>
                      <a:lnTo>
                        <a:pt x="23" y="177"/>
                      </a:lnTo>
                      <a:lnTo>
                        <a:pt x="22" y="179"/>
                      </a:lnTo>
                      <a:lnTo>
                        <a:pt x="11" y="193"/>
                      </a:lnTo>
                      <a:lnTo>
                        <a:pt x="9" y="193"/>
                      </a:lnTo>
                      <a:lnTo>
                        <a:pt x="0" y="185"/>
                      </a:lnTo>
                      <a:lnTo>
                        <a:pt x="0" y="128"/>
                      </a:lnTo>
                      <a:lnTo>
                        <a:pt x="13" y="116"/>
                      </a:lnTo>
                      <a:lnTo>
                        <a:pt x="13" y="11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910"/>
                <p:cNvSpPr>
                  <a:spLocks noEditPoints="1"/>
                </p:cNvSpPr>
                <p:nvPr/>
              </p:nvSpPr>
              <p:spPr bwMode="auto">
                <a:xfrm>
                  <a:off x="5431906" y="4441685"/>
                  <a:ext cx="279581" cy="273951"/>
                </a:xfrm>
                <a:custGeom>
                  <a:avLst/>
                  <a:gdLst/>
                  <a:ahLst/>
                  <a:cxnLst>
                    <a:cxn ang="0">
                      <a:pos x="38" y="17"/>
                    </a:cxn>
                    <a:cxn ang="0">
                      <a:pos x="41" y="15"/>
                    </a:cxn>
                    <a:cxn ang="0">
                      <a:pos x="45" y="13"/>
                    </a:cxn>
                    <a:cxn ang="0">
                      <a:pos x="54" y="0"/>
                    </a:cxn>
                    <a:cxn ang="0">
                      <a:pos x="58" y="3"/>
                    </a:cxn>
                    <a:cxn ang="0">
                      <a:pos x="61" y="11"/>
                    </a:cxn>
                    <a:cxn ang="0">
                      <a:pos x="65" y="15"/>
                    </a:cxn>
                    <a:cxn ang="0">
                      <a:pos x="72" y="15"/>
                    </a:cxn>
                    <a:cxn ang="0">
                      <a:pos x="83" y="17"/>
                    </a:cxn>
                    <a:cxn ang="0">
                      <a:pos x="91" y="25"/>
                    </a:cxn>
                    <a:cxn ang="0">
                      <a:pos x="96" y="28"/>
                    </a:cxn>
                    <a:cxn ang="0">
                      <a:pos x="105" y="29"/>
                    </a:cxn>
                    <a:cxn ang="0">
                      <a:pos x="111" y="29"/>
                    </a:cxn>
                    <a:cxn ang="0">
                      <a:pos x="115" y="29"/>
                    </a:cxn>
                    <a:cxn ang="0">
                      <a:pos x="121" y="22"/>
                    </a:cxn>
                    <a:cxn ang="0">
                      <a:pos x="126" y="21"/>
                    </a:cxn>
                    <a:cxn ang="0">
                      <a:pos x="134" y="18"/>
                    </a:cxn>
                    <a:cxn ang="0">
                      <a:pos x="137" y="24"/>
                    </a:cxn>
                    <a:cxn ang="0">
                      <a:pos x="145" y="24"/>
                    </a:cxn>
                    <a:cxn ang="0">
                      <a:pos x="136" y="36"/>
                    </a:cxn>
                    <a:cxn ang="0">
                      <a:pos x="145" y="101"/>
                    </a:cxn>
                    <a:cxn ang="0">
                      <a:pos x="141" y="108"/>
                    </a:cxn>
                    <a:cxn ang="0">
                      <a:pos x="139" y="111"/>
                    </a:cxn>
                    <a:cxn ang="0">
                      <a:pos x="134" y="113"/>
                    </a:cxn>
                    <a:cxn ang="0">
                      <a:pos x="128" y="117"/>
                    </a:cxn>
                    <a:cxn ang="0">
                      <a:pos x="125" y="119"/>
                    </a:cxn>
                    <a:cxn ang="0">
                      <a:pos x="124" y="123"/>
                    </a:cxn>
                    <a:cxn ang="0">
                      <a:pos x="122" y="127"/>
                    </a:cxn>
                    <a:cxn ang="0">
                      <a:pos x="119" y="134"/>
                    </a:cxn>
                    <a:cxn ang="0">
                      <a:pos x="113" y="144"/>
                    </a:cxn>
                    <a:cxn ang="0">
                      <a:pos x="109" y="146"/>
                    </a:cxn>
                    <a:cxn ang="0">
                      <a:pos x="90" y="132"/>
                    </a:cxn>
                    <a:cxn ang="0">
                      <a:pos x="90" y="130"/>
                    </a:cxn>
                    <a:cxn ang="0">
                      <a:pos x="34" y="94"/>
                    </a:cxn>
                    <a:cxn ang="0">
                      <a:pos x="34" y="81"/>
                    </a:cxn>
                    <a:cxn ang="0">
                      <a:pos x="37" y="74"/>
                    </a:cxn>
                    <a:cxn ang="0">
                      <a:pos x="41" y="68"/>
                    </a:cxn>
                    <a:cxn ang="0">
                      <a:pos x="43" y="64"/>
                    </a:cxn>
                    <a:cxn ang="0">
                      <a:pos x="49" y="63"/>
                    </a:cxn>
                    <a:cxn ang="0">
                      <a:pos x="50" y="58"/>
                    </a:cxn>
                    <a:cxn ang="0">
                      <a:pos x="53" y="51"/>
                    </a:cxn>
                    <a:cxn ang="0">
                      <a:pos x="50" y="45"/>
                    </a:cxn>
                    <a:cxn ang="0">
                      <a:pos x="50" y="43"/>
                    </a:cxn>
                    <a:cxn ang="0">
                      <a:pos x="46" y="37"/>
                    </a:cxn>
                    <a:cxn ang="0">
                      <a:pos x="43" y="32"/>
                    </a:cxn>
                    <a:cxn ang="0">
                      <a:pos x="41" y="28"/>
                    </a:cxn>
                    <a:cxn ang="0">
                      <a:pos x="39" y="25"/>
                    </a:cxn>
                    <a:cxn ang="0">
                      <a:pos x="37" y="19"/>
                    </a:cxn>
                    <a:cxn ang="0">
                      <a:pos x="37" y="19"/>
                    </a:cxn>
                    <a:cxn ang="0">
                      <a:pos x="0" y="96"/>
                    </a:cxn>
                    <a:cxn ang="0">
                      <a:pos x="11" y="96"/>
                    </a:cxn>
                    <a:cxn ang="0">
                      <a:pos x="0" y="96"/>
                    </a:cxn>
                  </a:cxnLst>
                  <a:rect l="0" t="0" r="r" b="b"/>
                  <a:pathLst>
                    <a:path w="149" h="146">
                      <a:moveTo>
                        <a:pt x="37" y="19"/>
                      </a:moveTo>
                      <a:lnTo>
                        <a:pt x="38" y="17"/>
                      </a:lnTo>
                      <a:lnTo>
                        <a:pt x="39" y="17"/>
                      </a:lnTo>
                      <a:lnTo>
                        <a:pt x="41" y="15"/>
                      </a:lnTo>
                      <a:lnTo>
                        <a:pt x="43" y="13"/>
                      </a:lnTo>
                      <a:lnTo>
                        <a:pt x="45" y="13"/>
                      </a:lnTo>
                      <a:lnTo>
                        <a:pt x="49" y="7"/>
                      </a:lnTo>
                      <a:lnTo>
                        <a:pt x="54" y="0"/>
                      </a:lnTo>
                      <a:lnTo>
                        <a:pt x="56" y="3"/>
                      </a:lnTo>
                      <a:lnTo>
                        <a:pt x="58" y="3"/>
                      </a:lnTo>
                      <a:lnTo>
                        <a:pt x="61" y="3"/>
                      </a:lnTo>
                      <a:lnTo>
                        <a:pt x="61" y="11"/>
                      </a:lnTo>
                      <a:lnTo>
                        <a:pt x="62" y="15"/>
                      </a:lnTo>
                      <a:lnTo>
                        <a:pt x="65" y="15"/>
                      </a:lnTo>
                      <a:lnTo>
                        <a:pt x="69" y="14"/>
                      </a:lnTo>
                      <a:lnTo>
                        <a:pt x="72" y="15"/>
                      </a:lnTo>
                      <a:lnTo>
                        <a:pt x="80" y="14"/>
                      </a:lnTo>
                      <a:lnTo>
                        <a:pt x="83" y="17"/>
                      </a:lnTo>
                      <a:lnTo>
                        <a:pt x="88" y="22"/>
                      </a:lnTo>
                      <a:lnTo>
                        <a:pt x="91" y="25"/>
                      </a:lnTo>
                      <a:lnTo>
                        <a:pt x="94" y="28"/>
                      </a:lnTo>
                      <a:lnTo>
                        <a:pt x="96" y="28"/>
                      </a:lnTo>
                      <a:lnTo>
                        <a:pt x="102" y="28"/>
                      </a:lnTo>
                      <a:lnTo>
                        <a:pt x="105" y="29"/>
                      </a:lnTo>
                      <a:lnTo>
                        <a:pt x="109" y="29"/>
                      </a:lnTo>
                      <a:lnTo>
                        <a:pt x="111" y="29"/>
                      </a:lnTo>
                      <a:lnTo>
                        <a:pt x="113" y="29"/>
                      </a:lnTo>
                      <a:lnTo>
                        <a:pt x="115" y="29"/>
                      </a:lnTo>
                      <a:lnTo>
                        <a:pt x="119" y="24"/>
                      </a:lnTo>
                      <a:lnTo>
                        <a:pt x="121" y="22"/>
                      </a:lnTo>
                      <a:lnTo>
                        <a:pt x="124" y="21"/>
                      </a:lnTo>
                      <a:lnTo>
                        <a:pt x="126" y="21"/>
                      </a:lnTo>
                      <a:lnTo>
                        <a:pt x="128" y="19"/>
                      </a:lnTo>
                      <a:lnTo>
                        <a:pt x="134" y="18"/>
                      </a:lnTo>
                      <a:lnTo>
                        <a:pt x="136" y="19"/>
                      </a:lnTo>
                      <a:lnTo>
                        <a:pt x="137" y="24"/>
                      </a:lnTo>
                      <a:lnTo>
                        <a:pt x="140" y="25"/>
                      </a:lnTo>
                      <a:lnTo>
                        <a:pt x="145" y="24"/>
                      </a:lnTo>
                      <a:lnTo>
                        <a:pt x="149" y="24"/>
                      </a:lnTo>
                      <a:lnTo>
                        <a:pt x="136" y="36"/>
                      </a:lnTo>
                      <a:lnTo>
                        <a:pt x="136" y="93"/>
                      </a:lnTo>
                      <a:lnTo>
                        <a:pt x="145" y="101"/>
                      </a:lnTo>
                      <a:lnTo>
                        <a:pt x="145" y="102"/>
                      </a:lnTo>
                      <a:lnTo>
                        <a:pt x="141" y="108"/>
                      </a:lnTo>
                      <a:lnTo>
                        <a:pt x="140" y="108"/>
                      </a:lnTo>
                      <a:lnTo>
                        <a:pt x="139" y="111"/>
                      </a:lnTo>
                      <a:lnTo>
                        <a:pt x="139" y="112"/>
                      </a:lnTo>
                      <a:lnTo>
                        <a:pt x="134" y="113"/>
                      </a:lnTo>
                      <a:lnTo>
                        <a:pt x="132" y="117"/>
                      </a:lnTo>
                      <a:lnTo>
                        <a:pt x="128" y="117"/>
                      </a:lnTo>
                      <a:lnTo>
                        <a:pt x="126" y="117"/>
                      </a:lnTo>
                      <a:lnTo>
                        <a:pt x="125" y="119"/>
                      </a:lnTo>
                      <a:lnTo>
                        <a:pt x="124" y="121"/>
                      </a:lnTo>
                      <a:lnTo>
                        <a:pt x="124" y="123"/>
                      </a:lnTo>
                      <a:lnTo>
                        <a:pt x="124" y="123"/>
                      </a:lnTo>
                      <a:lnTo>
                        <a:pt x="122" y="127"/>
                      </a:lnTo>
                      <a:lnTo>
                        <a:pt x="119" y="130"/>
                      </a:lnTo>
                      <a:lnTo>
                        <a:pt x="119" y="134"/>
                      </a:lnTo>
                      <a:lnTo>
                        <a:pt x="117" y="138"/>
                      </a:lnTo>
                      <a:lnTo>
                        <a:pt x="113" y="144"/>
                      </a:lnTo>
                      <a:lnTo>
                        <a:pt x="109" y="146"/>
                      </a:lnTo>
                      <a:lnTo>
                        <a:pt x="109" y="146"/>
                      </a:lnTo>
                      <a:lnTo>
                        <a:pt x="91" y="134"/>
                      </a:lnTo>
                      <a:lnTo>
                        <a:pt x="90" y="132"/>
                      </a:lnTo>
                      <a:lnTo>
                        <a:pt x="88" y="131"/>
                      </a:lnTo>
                      <a:lnTo>
                        <a:pt x="90" y="130"/>
                      </a:lnTo>
                      <a:lnTo>
                        <a:pt x="87" y="124"/>
                      </a:lnTo>
                      <a:lnTo>
                        <a:pt x="34" y="94"/>
                      </a:lnTo>
                      <a:lnTo>
                        <a:pt x="30" y="94"/>
                      </a:lnTo>
                      <a:lnTo>
                        <a:pt x="34" y="81"/>
                      </a:lnTo>
                      <a:lnTo>
                        <a:pt x="34" y="77"/>
                      </a:lnTo>
                      <a:lnTo>
                        <a:pt x="37" y="74"/>
                      </a:lnTo>
                      <a:lnTo>
                        <a:pt x="39" y="70"/>
                      </a:lnTo>
                      <a:lnTo>
                        <a:pt x="41" y="68"/>
                      </a:lnTo>
                      <a:lnTo>
                        <a:pt x="42" y="66"/>
                      </a:lnTo>
                      <a:lnTo>
                        <a:pt x="43" y="64"/>
                      </a:lnTo>
                      <a:lnTo>
                        <a:pt x="43" y="63"/>
                      </a:lnTo>
                      <a:lnTo>
                        <a:pt x="49" y="63"/>
                      </a:lnTo>
                      <a:lnTo>
                        <a:pt x="50" y="59"/>
                      </a:lnTo>
                      <a:lnTo>
                        <a:pt x="50" y="58"/>
                      </a:lnTo>
                      <a:lnTo>
                        <a:pt x="53" y="53"/>
                      </a:lnTo>
                      <a:lnTo>
                        <a:pt x="53" y="51"/>
                      </a:lnTo>
                      <a:lnTo>
                        <a:pt x="53" y="48"/>
                      </a:lnTo>
                      <a:lnTo>
                        <a:pt x="50" y="45"/>
                      </a:lnTo>
                      <a:lnTo>
                        <a:pt x="52" y="44"/>
                      </a:lnTo>
                      <a:lnTo>
                        <a:pt x="50" y="43"/>
                      </a:lnTo>
                      <a:lnTo>
                        <a:pt x="47" y="41"/>
                      </a:lnTo>
                      <a:lnTo>
                        <a:pt x="46" y="37"/>
                      </a:lnTo>
                      <a:lnTo>
                        <a:pt x="43" y="34"/>
                      </a:lnTo>
                      <a:lnTo>
                        <a:pt x="43" y="32"/>
                      </a:lnTo>
                      <a:lnTo>
                        <a:pt x="42" y="29"/>
                      </a:lnTo>
                      <a:lnTo>
                        <a:pt x="41" y="28"/>
                      </a:lnTo>
                      <a:lnTo>
                        <a:pt x="41" y="25"/>
                      </a:lnTo>
                      <a:lnTo>
                        <a:pt x="39" y="25"/>
                      </a:lnTo>
                      <a:lnTo>
                        <a:pt x="38" y="21"/>
                      </a:lnTo>
                      <a:lnTo>
                        <a:pt x="37" y="19"/>
                      </a:lnTo>
                      <a:lnTo>
                        <a:pt x="37" y="19"/>
                      </a:lnTo>
                      <a:lnTo>
                        <a:pt x="37" y="19"/>
                      </a:lnTo>
                      <a:lnTo>
                        <a:pt x="37" y="19"/>
                      </a:lnTo>
                      <a:close/>
                      <a:moveTo>
                        <a:pt x="0" y="96"/>
                      </a:moveTo>
                      <a:lnTo>
                        <a:pt x="5" y="96"/>
                      </a:lnTo>
                      <a:lnTo>
                        <a:pt x="11" y="96"/>
                      </a:lnTo>
                      <a:lnTo>
                        <a:pt x="0" y="96"/>
                      </a:lnTo>
                      <a:lnTo>
                        <a:pt x="0"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911"/>
                <p:cNvSpPr>
                  <a:spLocks/>
                </p:cNvSpPr>
                <p:nvPr/>
              </p:nvSpPr>
              <p:spPr bwMode="auto">
                <a:xfrm>
                  <a:off x="5375615" y="4477336"/>
                  <a:ext cx="155740" cy="153863"/>
                </a:xfrm>
                <a:custGeom>
                  <a:avLst/>
                  <a:gdLst/>
                  <a:ahLst/>
                  <a:cxnLst>
                    <a:cxn ang="0">
                      <a:pos x="64" y="58"/>
                    </a:cxn>
                    <a:cxn ang="0">
                      <a:pos x="69" y="51"/>
                    </a:cxn>
                    <a:cxn ang="0">
                      <a:pos x="72" y="47"/>
                    </a:cxn>
                    <a:cxn ang="0">
                      <a:pos x="73" y="44"/>
                    </a:cxn>
                    <a:cxn ang="0">
                      <a:pos x="80" y="40"/>
                    </a:cxn>
                    <a:cxn ang="0">
                      <a:pos x="83" y="34"/>
                    </a:cxn>
                    <a:cxn ang="0">
                      <a:pos x="83" y="29"/>
                    </a:cxn>
                    <a:cxn ang="0">
                      <a:pos x="82" y="25"/>
                    </a:cxn>
                    <a:cxn ang="0">
                      <a:pos x="77" y="22"/>
                    </a:cxn>
                    <a:cxn ang="0">
                      <a:pos x="73" y="15"/>
                    </a:cxn>
                    <a:cxn ang="0">
                      <a:pos x="72" y="10"/>
                    </a:cxn>
                    <a:cxn ang="0">
                      <a:pos x="71" y="6"/>
                    </a:cxn>
                    <a:cxn ang="0">
                      <a:pos x="68" y="2"/>
                    </a:cxn>
                    <a:cxn ang="0">
                      <a:pos x="64" y="3"/>
                    </a:cxn>
                    <a:cxn ang="0">
                      <a:pos x="58" y="6"/>
                    </a:cxn>
                    <a:cxn ang="0">
                      <a:pos x="50" y="6"/>
                    </a:cxn>
                    <a:cxn ang="0">
                      <a:pos x="45" y="7"/>
                    </a:cxn>
                    <a:cxn ang="0">
                      <a:pos x="42" y="7"/>
                    </a:cxn>
                    <a:cxn ang="0">
                      <a:pos x="39" y="11"/>
                    </a:cxn>
                    <a:cxn ang="0">
                      <a:pos x="35" y="10"/>
                    </a:cxn>
                    <a:cxn ang="0">
                      <a:pos x="33" y="7"/>
                    </a:cxn>
                    <a:cxn ang="0">
                      <a:pos x="26" y="7"/>
                    </a:cxn>
                    <a:cxn ang="0">
                      <a:pos x="22" y="7"/>
                    </a:cxn>
                    <a:cxn ang="0">
                      <a:pos x="22" y="10"/>
                    </a:cxn>
                    <a:cxn ang="0">
                      <a:pos x="22" y="11"/>
                    </a:cxn>
                    <a:cxn ang="0">
                      <a:pos x="20" y="15"/>
                    </a:cxn>
                    <a:cxn ang="0">
                      <a:pos x="19" y="25"/>
                    </a:cxn>
                    <a:cxn ang="0">
                      <a:pos x="20" y="29"/>
                    </a:cxn>
                    <a:cxn ang="0">
                      <a:pos x="23" y="33"/>
                    </a:cxn>
                    <a:cxn ang="0">
                      <a:pos x="15" y="44"/>
                    </a:cxn>
                    <a:cxn ang="0">
                      <a:pos x="10" y="52"/>
                    </a:cxn>
                    <a:cxn ang="0">
                      <a:pos x="3" y="63"/>
                    </a:cxn>
                    <a:cxn ang="0">
                      <a:pos x="3" y="72"/>
                    </a:cxn>
                    <a:cxn ang="0">
                      <a:pos x="1" y="81"/>
                    </a:cxn>
                    <a:cxn ang="0">
                      <a:pos x="1" y="82"/>
                    </a:cxn>
                    <a:cxn ang="0">
                      <a:pos x="5" y="79"/>
                    </a:cxn>
                    <a:cxn ang="0">
                      <a:pos x="8" y="81"/>
                    </a:cxn>
                    <a:cxn ang="0">
                      <a:pos x="11" y="81"/>
                    </a:cxn>
                    <a:cxn ang="0">
                      <a:pos x="14" y="78"/>
                    </a:cxn>
                    <a:cxn ang="0">
                      <a:pos x="15" y="78"/>
                    </a:cxn>
                    <a:cxn ang="0">
                      <a:pos x="18" y="77"/>
                    </a:cxn>
                    <a:cxn ang="0">
                      <a:pos x="30" y="77"/>
                    </a:cxn>
                    <a:cxn ang="0">
                      <a:pos x="60" y="75"/>
                    </a:cxn>
                  </a:cxnLst>
                  <a:rect l="0" t="0" r="r" b="b"/>
                  <a:pathLst>
                    <a:path w="83" h="82">
                      <a:moveTo>
                        <a:pt x="64" y="62"/>
                      </a:moveTo>
                      <a:lnTo>
                        <a:pt x="64" y="58"/>
                      </a:lnTo>
                      <a:lnTo>
                        <a:pt x="67" y="55"/>
                      </a:lnTo>
                      <a:lnTo>
                        <a:pt x="69" y="51"/>
                      </a:lnTo>
                      <a:lnTo>
                        <a:pt x="71" y="49"/>
                      </a:lnTo>
                      <a:lnTo>
                        <a:pt x="72" y="47"/>
                      </a:lnTo>
                      <a:lnTo>
                        <a:pt x="73" y="45"/>
                      </a:lnTo>
                      <a:lnTo>
                        <a:pt x="73" y="44"/>
                      </a:lnTo>
                      <a:lnTo>
                        <a:pt x="79" y="44"/>
                      </a:lnTo>
                      <a:lnTo>
                        <a:pt x="80" y="40"/>
                      </a:lnTo>
                      <a:lnTo>
                        <a:pt x="80" y="39"/>
                      </a:lnTo>
                      <a:lnTo>
                        <a:pt x="83" y="34"/>
                      </a:lnTo>
                      <a:lnTo>
                        <a:pt x="83" y="32"/>
                      </a:lnTo>
                      <a:lnTo>
                        <a:pt x="83" y="29"/>
                      </a:lnTo>
                      <a:lnTo>
                        <a:pt x="80" y="26"/>
                      </a:lnTo>
                      <a:lnTo>
                        <a:pt x="82" y="25"/>
                      </a:lnTo>
                      <a:lnTo>
                        <a:pt x="80" y="24"/>
                      </a:lnTo>
                      <a:lnTo>
                        <a:pt x="77" y="22"/>
                      </a:lnTo>
                      <a:lnTo>
                        <a:pt x="76" y="18"/>
                      </a:lnTo>
                      <a:lnTo>
                        <a:pt x="73" y="15"/>
                      </a:lnTo>
                      <a:lnTo>
                        <a:pt x="73" y="13"/>
                      </a:lnTo>
                      <a:lnTo>
                        <a:pt x="72" y="10"/>
                      </a:lnTo>
                      <a:lnTo>
                        <a:pt x="71" y="9"/>
                      </a:lnTo>
                      <a:lnTo>
                        <a:pt x="71" y="6"/>
                      </a:lnTo>
                      <a:lnTo>
                        <a:pt x="69" y="6"/>
                      </a:lnTo>
                      <a:lnTo>
                        <a:pt x="68" y="2"/>
                      </a:lnTo>
                      <a:lnTo>
                        <a:pt x="67" y="0"/>
                      </a:lnTo>
                      <a:lnTo>
                        <a:pt x="64" y="3"/>
                      </a:lnTo>
                      <a:lnTo>
                        <a:pt x="61" y="5"/>
                      </a:lnTo>
                      <a:lnTo>
                        <a:pt x="58" y="6"/>
                      </a:lnTo>
                      <a:lnTo>
                        <a:pt x="56" y="6"/>
                      </a:lnTo>
                      <a:lnTo>
                        <a:pt x="50" y="6"/>
                      </a:lnTo>
                      <a:lnTo>
                        <a:pt x="48" y="7"/>
                      </a:lnTo>
                      <a:lnTo>
                        <a:pt x="45" y="7"/>
                      </a:lnTo>
                      <a:lnTo>
                        <a:pt x="44" y="7"/>
                      </a:lnTo>
                      <a:lnTo>
                        <a:pt x="42" y="7"/>
                      </a:lnTo>
                      <a:lnTo>
                        <a:pt x="39" y="9"/>
                      </a:lnTo>
                      <a:lnTo>
                        <a:pt x="39" y="11"/>
                      </a:lnTo>
                      <a:lnTo>
                        <a:pt x="38" y="11"/>
                      </a:lnTo>
                      <a:lnTo>
                        <a:pt x="35" y="10"/>
                      </a:lnTo>
                      <a:lnTo>
                        <a:pt x="35" y="9"/>
                      </a:lnTo>
                      <a:lnTo>
                        <a:pt x="33" y="7"/>
                      </a:lnTo>
                      <a:lnTo>
                        <a:pt x="30" y="9"/>
                      </a:lnTo>
                      <a:lnTo>
                        <a:pt x="26" y="7"/>
                      </a:lnTo>
                      <a:lnTo>
                        <a:pt x="23" y="6"/>
                      </a:lnTo>
                      <a:lnTo>
                        <a:pt x="22" y="7"/>
                      </a:lnTo>
                      <a:lnTo>
                        <a:pt x="22" y="9"/>
                      </a:lnTo>
                      <a:lnTo>
                        <a:pt x="22" y="10"/>
                      </a:lnTo>
                      <a:lnTo>
                        <a:pt x="22" y="11"/>
                      </a:lnTo>
                      <a:lnTo>
                        <a:pt x="22" y="11"/>
                      </a:lnTo>
                      <a:lnTo>
                        <a:pt x="22" y="14"/>
                      </a:lnTo>
                      <a:lnTo>
                        <a:pt x="20" y="15"/>
                      </a:lnTo>
                      <a:lnTo>
                        <a:pt x="20" y="20"/>
                      </a:lnTo>
                      <a:lnTo>
                        <a:pt x="19" y="25"/>
                      </a:lnTo>
                      <a:lnTo>
                        <a:pt x="19" y="28"/>
                      </a:lnTo>
                      <a:lnTo>
                        <a:pt x="20" y="29"/>
                      </a:lnTo>
                      <a:lnTo>
                        <a:pt x="22" y="30"/>
                      </a:lnTo>
                      <a:lnTo>
                        <a:pt x="23" y="33"/>
                      </a:lnTo>
                      <a:lnTo>
                        <a:pt x="23" y="34"/>
                      </a:lnTo>
                      <a:lnTo>
                        <a:pt x="15" y="44"/>
                      </a:lnTo>
                      <a:lnTo>
                        <a:pt x="11" y="49"/>
                      </a:lnTo>
                      <a:lnTo>
                        <a:pt x="10" y="52"/>
                      </a:lnTo>
                      <a:lnTo>
                        <a:pt x="4" y="62"/>
                      </a:lnTo>
                      <a:lnTo>
                        <a:pt x="3" y="63"/>
                      </a:lnTo>
                      <a:lnTo>
                        <a:pt x="3" y="67"/>
                      </a:lnTo>
                      <a:lnTo>
                        <a:pt x="3" y="72"/>
                      </a:lnTo>
                      <a:lnTo>
                        <a:pt x="0" y="78"/>
                      </a:lnTo>
                      <a:lnTo>
                        <a:pt x="1" y="81"/>
                      </a:lnTo>
                      <a:lnTo>
                        <a:pt x="0" y="82"/>
                      </a:lnTo>
                      <a:lnTo>
                        <a:pt x="1" y="82"/>
                      </a:lnTo>
                      <a:lnTo>
                        <a:pt x="3" y="81"/>
                      </a:lnTo>
                      <a:lnTo>
                        <a:pt x="5" y="79"/>
                      </a:lnTo>
                      <a:lnTo>
                        <a:pt x="7" y="81"/>
                      </a:lnTo>
                      <a:lnTo>
                        <a:pt x="8" y="81"/>
                      </a:lnTo>
                      <a:lnTo>
                        <a:pt x="11" y="81"/>
                      </a:lnTo>
                      <a:lnTo>
                        <a:pt x="11" y="81"/>
                      </a:lnTo>
                      <a:lnTo>
                        <a:pt x="12" y="78"/>
                      </a:lnTo>
                      <a:lnTo>
                        <a:pt x="14" y="78"/>
                      </a:lnTo>
                      <a:lnTo>
                        <a:pt x="15" y="78"/>
                      </a:lnTo>
                      <a:lnTo>
                        <a:pt x="15" y="78"/>
                      </a:lnTo>
                      <a:lnTo>
                        <a:pt x="16" y="78"/>
                      </a:lnTo>
                      <a:lnTo>
                        <a:pt x="18" y="77"/>
                      </a:lnTo>
                      <a:lnTo>
                        <a:pt x="30" y="77"/>
                      </a:lnTo>
                      <a:lnTo>
                        <a:pt x="30" y="77"/>
                      </a:lnTo>
                      <a:lnTo>
                        <a:pt x="41" y="77"/>
                      </a:lnTo>
                      <a:lnTo>
                        <a:pt x="60" y="75"/>
                      </a:lnTo>
                      <a:lnTo>
                        <a:pt x="64" y="6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912"/>
                <p:cNvSpPr>
                  <a:spLocks/>
                </p:cNvSpPr>
                <p:nvPr/>
              </p:nvSpPr>
              <p:spPr bwMode="auto">
                <a:xfrm>
                  <a:off x="5375615" y="4477336"/>
                  <a:ext cx="155740" cy="153863"/>
                </a:xfrm>
                <a:custGeom>
                  <a:avLst/>
                  <a:gdLst/>
                  <a:ahLst/>
                  <a:cxnLst>
                    <a:cxn ang="0">
                      <a:pos x="64" y="58"/>
                    </a:cxn>
                    <a:cxn ang="0">
                      <a:pos x="69" y="51"/>
                    </a:cxn>
                    <a:cxn ang="0">
                      <a:pos x="72" y="47"/>
                    </a:cxn>
                    <a:cxn ang="0">
                      <a:pos x="73" y="44"/>
                    </a:cxn>
                    <a:cxn ang="0">
                      <a:pos x="80" y="40"/>
                    </a:cxn>
                    <a:cxn ang="0">
                      <a:pos x="83" y="34"/>
                    </a:cxn>
                    <a:cxn ang="0">
                      <a:pos x="83" y="29"/>
                    </a:cxn>
                    <a:cxn ang="0">
                      <a:pos x="82" y="25"/>
                    </a:cxn>
                    <a:cxn ang="0">
                      <a:pos x="77" y="22"/>
                    </a:cxn>
                    <a:cxn ang="0">
                      <a:pos x="73" y="15"/>
                    </a:cxn>
                    <a:cxn ang="0">
                      <a:pos x="72" y="10"/>
                    </a:cxn>
                    <a:cxn ang="0">
                      <a:pos x="71" y="6"/>
                    </a:cxn>
                    <a:cxn ang="0">
                      <a:pos x="68" y="2"/>
                    </a:cxn>
                    <a:cxn ang="0">
                      <a:pos x="64" y="3"/>
                    </a:cxn>
                    <a:cxn ang="0">
                      <a:pos x="58" y="6"/>
                    </a:cxn>
                    <a:cxn ang="0">
                      <a:pos x="50" y="6"/>
                    </a:cxn>
                    <a:cxn ang="0">
                      <a:pos x="45" y="7"/>
                    </a:cxn>
                    <a:cxn ang="0">
                      <a:pos x="42" y="7"/>
                    </a:cxn>
                    <a:cxn ang="0">
                      <a:pos x="39" y="11"/>
                    </a:cxn>
                    <a:cxn ang="0">
                      <a:pos x="35" y="10"/>
                    </a:cxn>
                    <a:cxn ang="0">
                      <a:pos x="33" y="7"/>
                    </a:cxn>
                    <a:cxn ang="0">
                      <a:pos x="26" y="7"/>
                    </a:cxn>
                    <a:cxn ang="0">
                      <a:pos x="22" y="7"/>
                    </a:cxn>
                    <a:cxn ang="0">
                      <a:pos x="22" y="10"/>
                    </a:cxn>
                    <a:cxn ang="0">
                      <a:pos x="22" y="11"/>
                    </a:cxn>
                    <a:cxn ang="0">
                      <a:pos x="20" y="15"/>
                    </a:cxn>
                    <a:cxn ang="0">
                      <a:pos x="19" y="25"/>
                    </a:cxn>
                    <a:cxn ang="0">
                      <a:pos x="20" y="29"/>
                    </a:cxn>
                    <a:cxn ang="0">
                      <a:pos x="23" y="33"/>
                    </a:cxn>
                    <a:cxn ang="0">
                      <a:pos x="15" y="44"/>
                    </a:cxn>
                    <a:cxn ang="0">
                      <a:pos x="10" y="52"/>
                    </a:cxn>
                    <a:cxn ang="0">
                      <a:pos x="3" y="63"/>
                    </a:cxn>
                    <a:cxn ang="0">
                      <a:pos x="3" y="72"/>
                    </a:cxn>
                    <a:cxn ang="0">
                      <a:pos x="1" y="81"/>
                    </a:cxn>
                    <a:cxn ang="0">
                      <a:pos x="1" y="82"/>
                    </a:cxn>
                    <a:cxn ang="0">
                      <a:pos x="5" y="79"/>
                    </a:cxn>
                    <a:cxn ang="0">
                      <a:pos x="8" y="81"/>
                    </a:cxn>
                    <a:cxn ang="0">
                      <a:pos x="11" y="81"/>
                    </a:cxn>
                    <a:cxn ang="0">
                      <a:pos x="14" y="78"/>
                    </a:cxn>
                    <a:cxn ang="0">
                      <a:pos x="15" y="78"/>
                    </a:cxn>
                    <a:cxn ang="0">
                      <a:pos x="18" y="77"/>
                    </a:cxn>
                    <a:cxn ang="0">
                      <a:pos x="30" y="77"/>
                    </a:cxn>
                    <a:cxn ang="0">
                      <a:pos x="60" y="75"/>
                    </a:cxn>
                  </a:cxnLst>
                  <a:rect l="0" t="0" r="r" b="b"/>
                  <a:pathLst>
                    <a:path w="83" h="82">
                      <a:moveTo>
                        <a:pt x="64" y="62"/>
                      </a:moveTo>
                      <a:lnTo>
                        <a:pt x="64" y="58"/>
                      </a:lnTo>
                      <a:lnTo>
                        <a:pt x="67" y="55"/>
                      </a:lnTo>
                      <a:lnTo>
                        <a:pt x="69" y="51"/>
                      </a:lnTo>
                      <a:lnTo>
                        <a:pt x="71" y="49"/>
                      </a:lnTo>
                      <a:lnTo>
                        <a:pt x="72" y="47"/>
                      </a:lnTo>
                      <a:lnTo>
                        <a:pt x="73" y="45"/>
                      </a:lnTo>
                      <a:lnTo>
                        <a:pt x="73" y="44"/>
                      </a:lnTo>
                      <a:lnTo>
                        <a:pt x="79" y="44"/>
                      </a:lnTo>
                      <a:lnTo>
                        <a:pt x="80" y="40"/>
                      </a:lnTo>
                      <a:lnTo>
                        <a:pt x="80" y="39"/>
                      </a:lnTo>
                      <a:lnTo>
                        <a:pt x="83" y="34"/>
                      </a:lnTo>
                      <a:lnTo>
                        <a:pt x="83" y="32"/>
                      </a:lnTo>
                      <a:lnTo>
                        <a:pt x="83" y="29"/>
                      </a:lnTo>
                      <a:lnTo>
                        <a:pt x="80" y="26"/>
                      </a:lnTo>
                      <a:lnTo>
                        <a:pt x="82" y="25"/>
                      </a:lnTo>
                      <a:lnTo>
                        <a:pt x="80" y="24"/>
                      </a:lnTo>
                      <a:lnTo>
                        <a:pt x="77" y="22"/>
                      </a:lnTo>
                      <a:lnTo>
                        <a:pt x="76" y="18"/>
                      </a:lnTo>
                      <a:lnTo>
                        <a:pt x="73" y="15"/>
                      </a:lnTo>
                      <a:lnTo>
                        <a:pt x="73" y="13"/>
                      </a:lnTo>
                      <a:lnTo>
                        <a:pt x="72" y="10"/>
                      </a:lnTo>
                      <a:lnTo>
                        <a:pt x="71" y="9"/>
                      </a:lnTo>
                      <a:lnTo>
                        <a:pt x="71" y="6"/>
                      </a:lnTo>
                      <a:lnTo>
                        <a:pt x="69" y="6"/>
                      </a:lnTo>
                      <a:lnTo>
                        <a:pt x="68" y="2"/>
                      </a:lnTo>
                      <a:lnTo>
                        <a:pt x="67" y="0"/>
                      </a:lnTo>
                      <a:lnTo>
                        <a:pt x="64" y="3"/>
                      </a:lnTo>
                      <a:lnTo>
                        <a:pt x="61" y="5"/>
                      </a:lnTo>
                      <a:lnTo>
                        <a:pt x="58" y="6"/>
                      </a:lnTo>
                      <a:lnTo>
                        <a:pt x="56" y="6"/>
                      </a:lnTo>
                      <a:lnTo>
                        <a:pt x="50" y="6"/>
                      </a:lnTo>
                      <a:lnTo>
                        <a:pt x="48" y="7"/>
                      </a:lnTo>
                      <a:lnTo>
                        <a:pt x="45" y="7"/>
                      </a:lnTo>
                      <a:lnTo>
                        <a:pt x="44" y="7"/>
                      </a:lnTo>
                      <a:lnTo>
                        <a:pt x="42" y="7"/>
                      </a:lnTo>
                      <a:lnTo>
                        <a:pt x="39" y="9"/>
                      </a:lnTo>
                      <a:lnTo>
                        <a:pt x="39" y="11"/>
                      </a:lnTo>
                      <a:lnTo>
                        <a:pt x="38" y="11"/>
                      </a:lnTo>
                      <a:lnTo>
                        <a:pt x="35" y="10"/>
                      </a:lnTo>
                      <a:lnTo>
                        <a:pt x="35" y="9"/>
                      </a:lnTo>
                      <a:lnTo>
                        <a:pt x="33" y="7"/>
                      </a:lnTo>
                      <a:lnTo>
                        <a:pt x="30" y="9"/>
                      </a:lnTo>
                      <a:lnTo>
                        <a:pt x="26" y="7"/>
                      </a:lnTo>
                      <a:lnTo>
                        <a:pt x="23" y="6"/>
                      </a:lnTo>
                      <a:lnTo>
                        <a:pt x="22" y="7"/>
                      </a:lnTo>
                      <a:lnTo>
                        <a:pt x="22" y="9"/>
                      </a:lnTo>
                      <a:lnTo>
                        <a:pt x="22" y="10"/>
                      </a:lnTo>
                      <a:lnTo>
                        <a:pt x="22" y="11"/>
                      </a:lnTo>
                      <a:lnTo>
                        <a:pt x="22" y="11"/>
                      </a:lnTo>
                      <a:lnTo>
                        <a:pt x="22" y="14"/>
                      </a:lnTo>
                      <a:lnTo>
                        <a:pt x="20" y="15"/>
                      </a:lnTo>
                      <a:lnTo>
                        <a:pt x="20" y="20"/>
                      </a:lnTo>
                      <a:lnTo>
                        <a:pt x="19" y="25"/>
                      </a:lnTo>
                      <a:lnTo>
                        <a:pt x="19" y="28"/>
                      </a:lnTo>
                      <a:lnTo>
                        <a:pt x="20" y="29"/>
                      </a:lnTo>
                      <a:lnTo>
                        <a:pt x="22" y="30"/>
                      </a:lnTo>
                      <a:lnTo>
                        <a:pt x="23" y="33"/>
                      </a:lnTo>
                      <a:lnTo>
                        <a:pt x="23" y="34"/>
                      </a:lnTo>
                      <a:lnTo>
                        <a:pt x="15" y="44"/>
                      </a:lnTo>
                      <a:lnTo>
                        <a:pt x="11" y="49"/>
                      </a:lnTo>
                      <a:lnTo>
                        <a:pt x="10" y="52"/>
                      </a:lnTo>
                      <a:lnTo>
                        <a:pt x="4" y="62"/>
                      </a:lnTo>
                      <a:lnTo>
                        <a:pt x="3" y="63"/>
                      </a:lnTo>
                      <a:lnTo>
                        <a:pt x="3" y="67"/>
                      </a:lnTo>
                      <a:lnTo>
                        <a:pt x="3" y="72"/>
                      </a:lnTo>
                      <a:lnTo>
                        <a:pt x="0" y="78"/>
                      </a:lnTo>
                      <a:lnTo>
                        <a:pt x="1" y="81"/>
                      </a:lnTo>
                      <a:lnTo>
                        <a:pt x="0" y="82"/>
                      </a:lnTo>
                      <a:lnTo>
                        <a:pt x="1" y="82"/>
                      </a:lnTo>
                      <a:lnTo>
                        <a:pt x="3" y="81"/>
                      </a:lnTo>
                      <a:lnTo>
                        <a:pt x="5" y="79"/>
                      </a:lnTo>
                      <a:lnTo>
                        <a:pt x="7" y="81"/>
                      </a:lnTo>
                      <a:lnTo>
                        <a:pt x="8" y="81"/>
                      </a:lnTo>
                      <a:lnTo>
                        <a:pt x="11" y="81"/>
                      </a:lnTo>
                      <a:lnTo>
                        <a:pt x="11" y="81"/>
                      </a:lnTo>
                      <a:lnTo>
                        <a:pt x="12" y="78"/>
                      </a:lnTo>
                      <a:lnTo>
                        <a:pt x="14" y="78"/>
                      </a:lnTo>
                      <a:lnTo>
                        <a:pt x="15" y="78"/>
                      </a:lnTo>
                      <a:lnTo>
                        <a:pt x="15" y="78"/>
                      </a:lnTo>
                      <a:lnTo>
                        <a:pt x="16" y="78"/>
                      </a:lnTo>
                      <a:lnTo>
                        <a:pt x="18" y="77"/>
                      </a:lnTo>
                      <a:lnTo>
                        <a:pt x="30" y="77"/>
                      </a:lnTo>
                      <a:lnTo>
                        <a:pt x="30" y="77"/>
                      </a:lnTo>
                      <a:lnTo>
                        <a:pt x="41" y="77"/>
                      </a:lnTo>
                      <a:lnTo>
                        <a:pt x="60" y="75"/>
                      </a:lnTo>
                      <a:lnTo>
                        <a:pt x="64" y="6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913"/>
                <p:cNvSpPr>
                  <a:spLocks/>
                </p:cNvSpPr>
                <p:nvPr/>
              </p:nvSpPr>
              <p:spPr bwMode="auto">
                <a:xfrm>
                  <a:off x="4975945" y="4291575"/>
                  <a:ext cx="347131" cy="234548"/>
                </a:xfrm>
                <a:custGeom>
                  <a:avLst/>
                  <a:gdLst/>
                  <a:ahLst/>
                  <a:cxnLst>
                    <a:cxn ang="0">
                      <a:pos x="117" y="6"/>
                    </a:cxn>
                    <a:cxn ang="0">
                      <a:pos x="127" y="19"/>
                    </a:cxn>
                    <a:cxn ang="0">
                      <a:pos x="125" y="29"/>
                    </a:cxn>
                    <a:cxn ang="0">
                      <a:pos x="132" y="34"/>
                    </a:cxn>
                    <a:cxn ang="0">
                      <a:pos x="137" y="40"/>
                    </a:cxn>
                    <a:cxn ang="0">
                      <a:pos x="148" y="44"/>
                    </a:cxn>
                    <a:cxn ang="0">
                      <a:pos x="155" y="49"/>
                    </a:cxn>
                    <a:cxn ang="0">
                      <a:pos x="151" y="55"/>
                    </a:cxn>
                    <a:cxn ang="0">
                      <a:pos x="159" y="59"/>
                    </a:cxn>
                    <a:cxn ang="0">
                      <a:pos x="167" y="67"/>
                    </a:cxn>
                    <a:cxn ang="0">
                      <a:pos x="171" y="74"/>
                    </a:cxn>
                    <a:cxn ang="0">
                      <a:pos x="179" y="79"/>
                    </a:cxn>
                    <a:cxn ang="0">
                      <a:pos x="185" y="89"/>
                    </a:cxn>
                    <a:cxn ang="0">
                      <a:pos x="179" y="86"/>
                    </a:cxn>
                    <a:cxn ang="0">
                      <a:pos x="165" y="87"/>
                    </a:cxn>
                    <a:cxn ang="0">
                      <a:pos x="157" y="86"/>
                    </a:cxn>
                    <a:cxn ang="0">
                      <a:pos x="155" y="86"/>
                    </a:cxn>
                    <a:cxn ang="0">
                      <a:pos x="146" y="90"/>
                    </a:cxn>
                    <a:cxn ang="0">
                      <a:pos x="141" y="89"/>
                    </a:cxn>
                    <a:cxn ang="0">
                      <a:pos x="132" y="91"/>
                    </a:cxn>
                    <a:cxn ang="0">
                      <a:pos x="121" y="93"/>
                    </a:cxn>
                    <a:cxn ang="0">
                      <a:pos x="111" y="97"/>
                    </a:cxn>
                    <a:cxn ang="0">
                      <a:pos x="108" y="101"/>
                    </a:cxn>
                    <a:cxn ang="0">
                      <a:pos x="99" y="98"/>
                    </a:cxn>
                    <a:cxn ang="0">
                      <a:pos x="89" y="97"/>
                    </a:cxn>
                    <a:cxn ang="0">
                      <a:pos x="80" y="93"/>
                    </a:cxn>
                    <a:cxn ang="0">
                      <a:pos x="70" y="87"/>
                    </a:cxn>
                    <a:cxn ang="0">
                      <a:pos x="64" y="90"/>
                    </a:cxn>
                    <a:cxn ang="0">
                      <a:pos x="61" y="97"/>
                    </a:cxn>
                    <a:cxn ang="0">
                      <a:pos x="60" y="102"/>
                    </a:cxn>
                    <a:cxn ang="0">
                      <a:pos x="57" y="108"/>
                    </a:cxn>
                    <a:cxn ang="0">
                      <a:pos x="50" y="106"/>
                    </a:cxn>
                    <a:cxn ang="0">
                      <a:pos x="38" y="109"/>
                    </a:cxn>
                    <a:cxn ang="0">
                      <a:pos x="24" y="125"/>
                    </a:cxn>
                    <a:cxn ang="0">
                      <a:pos x="23" y="119"/>
                    </a:cxn>
                    <a:cxn ang="0">
                      <a:pos x="11" y="105"/>
                    </a:cxn>
                    <a:cxn ang="0">
                      <a:pos x="2" y="95"/>
                    </a:cxn>
                    <a:cxn ang="0">
                      <a:pos x="1" y="79"/>
                    </a:cxn>
                    <a:cxn ang="0">
                      <a:pos x="2" y="71"/>
                    </a:cxn>
                    <a:cxn ang="0">
                      <a:pos x="11" y="55"/>
                    </a:cxn>
                    <a:cxn ang="0">
                      <a:pos x="17" y="52"/>
                    </a:cxn>
                    <a:cxn ang="0">
                      <a:pos x="26" y="53"/>
                    </a:cxn>
                    <a:cxn ang="0">
                      <a:pos x="31" y="48"/>
                    </a:cxn>
                    <a:cxn ang="0">
                      <a:pos x="39" y="49"/>
                    </a:cxn>
                    <a:cxn ang="0">
                      <a:pos x="60" y="42"/>
                    </a:cxn>
                    <a:cxn ang="0">
                      <a:pos x="64" y="36"/>
                    </a:cxn>
                    <a:cxn ang="0">
                      <a:pos x="65" y="30"/>
                    </a:cxn>
                    <a:cxn ang="0">
                      <a:pos x="79" y="30"/>
                    </a:cxn>
                    <a:cxn ang="0">
                      <a:pos x="89" y="25"/>
                    </a:cxn>
                    <a:cxn ang="0">
                      <a:pos x="92" y="17"/>
                    </a:cxn>
                    <a:cxn ang="0">
                      <a:pos x="99" y="11"/>
                    </a:cxn>
                    <a:cxn ang="0">
                      <a:pos x="104" y="4"/>
                    </a:cxn>
                    <a:cxn ang="0">
                      <a:pos x="115" y="2"/>
                    </a:cxn>
                  </a:cxnLst>
                  <a:rect l="0" t="0" r="r" b="b"/>
                  <a:pathLst>
                    <a:path w="185" h="125">
                      <a:moveTo>
                        <a:pt x="117" y="0"/>
                      </a:moveTo>
                      <a:lnTo>
                        <a:pt x="118" y="2"/>
                      </a:lnTo>
                      <a:lnTo>
                        <a:pt x="118" y="4"/>
                      </a:lnTo>
                      <a:lnTo>
                        <a:pt x="117" y="6"/>
                      </a:lnTo>
                      <a:lnTo>
                        <a:pt x="121" y="7"/>
                      </a:lnTo>
                      <a:lnTo>
                        <a:pt x="121" y="8"/>
                      </a:lnTo>
                      <a:lnTo>
                        <a:pt x="125" y="14"/>
                      </a:lnTo>
                      <a:lnTo>
                        <a:pt x="127" y="19"/>
                      </a:lnTo>
                      <a:lnTo>
                        <a:pt x="127" y="22"/>
                      </a:lnTo>
                      <a:lnTo>
                        <a:pt x="127" y="25"/>
                      </a:lnTo>
                      <a:lnTo>
                        <a:pt x="126" y="26"/>
                      </a:lnTo>
                      <a:lnTo>
                        <a:pt x="125" y="29"/>
                      </a:lnTo>
                      <a:lnTo>
                        <a:pt x="126" y="33"/>
                      </a:lnTo>
                      <a:lnTo>
                        <a:pt x="127" y="34"/>
                      </a:lnTo>
                      <a:lnTo>
                        <a:pt x="132" y="36"/>
                      </a:lnTo>
                      <a:lnTo>
                        <a:pt x="132" y="34"/>
                      </a:lnTo>
                      <a:lnTo>
                        <a:pt x="137" y="34"/>
                      </a:lnTo>
                      <a:lnTo>
                        <a:pt x="138" y="34"/>
                      </a:lnTo>
                      <a:lnTo>
                        <a:pt x="137" y="37"/>
                      </a:lnTo>
                      <a:lnTo>
                        <a:pt x="137" y="40"/>
                      </a:lnTo>
                      <a:lnTo>
                        <a:pt x="140" y="41"/>
                      </a:lnTo>
                      <a:lnTo>
                        <a:pt x="142" y="42"/>
                      </a:lnTo>
                      <a:lnTo>
                        <a:pt x="145" y="42"/>
                      </a:lnTo>
                      <a:lnTo>
                        <a:pt x="148" y="44"/>
                      </a:lnTo>
                      <a:lnTo>
                        <a:pt x="148" y="47"/>
                      </a:lnTo>
                      <a:lnTo>
                        <a:pt x="151" y="48"/>
                      </a:lnTo>
                      <a:lnTo>
                        <a:pt x="153" y="48"/>
                      </a:lnTo>
                      <a:lnTo>
                        <a:pt x="155" y="49"/>
                      </a:lnTo>
                      <a:lnTo>
                        <a:pt x="155" y="51"/>
                      </a:lnTo>
                      <a:lnTo>
                        <a:pt x="152" y="53"/>
                      </a:lnTo>
                      <a:lnTo>
                        <a:pt x="152" y="53"/>
                      </a:lnTo>
                      <a:lnTo>
                        <a:pt x="151" y="55"/>
                      </a:lnTo>
                      <a:lnTo>
                        <a:pt x="153" y="57"/>
                      </a:lnTo>
                      <a:lnTo>
                        <a:pt x="156" y="59"/>
                      </a:lnTo>
                      <a:lnTo>
                        <a:pt x="157" y="57"/>
                      </a:lnTo>
                      <a:lnTo>
                        <a:pt x="159" y="59"/>
                      </a:lnTo>
                      <a:lnTo>
                        <a:pt x="160" y="59"/>
                      </a:lnTo>
                      <a:lnTo>
                        <a:pt x="165" y="61"/>
                      </a:lnTo>
                      <a:lnTo>
                        <a:pt x="165" y="63"/>
                      </a:lnTo>
                      <a:lnTo>
                        <a:pt x="167" y="67"/>
                      </a:lnTo>
                      <a:lnTo>
                        <a:pt x="168" y="68"/>
                      </a:lnTo>
                      <a:lnTo>
                        <a:pt x="171" y="70"/>
                      </a:lnTo>
                      <a:lnTo>
                        <a:pt x="171" y="71"/>
                      </a:lnTo>
                      <a:lnTo>
                        <a:pt x="171" y="74"/>
                      </a:lnTo>
                      <a:lnTo>
                        <a:pt x="172" y="75"/>
                      </a:lnTo>
                      <a:lnTo>
                        <a:pt x="178" y="76"/>
                      </a:lnTo>
                      <a:lnTo>
                        <a:pt x="179" y="78"/>
                      </a:lnTo>
                      <a:lnTo>
                        <a:pt x="179" y="79"/>
                      </a:lnTo>
                      <a:lnTo>
                        <a:pt x="179" y="83"/>
                      </a:lnTo>
                      <a:lnTo>
                        <a:pt x="182" y="85"/>
                      </a:lnTo>
                      <a:lnTo>
                        <a:pt x="183" y="86"/>
                      </a:lnTo>
                      <a:lnTo>
                        <a:pt x="185" y="89"/>
                      </a:lnTo>
                      <a:lnTo>
                        <a:pt x="185" y="89"/>
                      </a:lnTo>
                      <a:lnTo>
                        <a:pt x="185" y="89"/>
                      </a:lnTo>
                      <a:lnTo>
                        <a:pt x="182" y="87"/>
                      </a:lnTo>
                      <a:lnTo>
                        <a:pt x="179" y="86"/>
                      </a:lnTo>
                      <a:lnTo>
                        <a:pt x="174" y="89"/>
                      </a:lnTo>
                      <a:lnTo>
                        <a:pt x="174" y="89"/>
                      </a:lnTo>
                      <a:lnTo>
                        <a:pt x="168" y="89"/>
                      </a:lnTo>
                      <a:lnTo>
                        <a:pt x="165" y="87"/>
                      </a:lnTo>
                      <a:lnTo>
                        <a:pt x="164" y="86"/>
                      </a:lnTo>
                      <a:lnTo>
                        <a:pt x="163" y="86"/>
                      </a:lnTo>
                      <a:lnTo>
                        <a:pt x="161" y="86"/>
                      </a:lnTo>
                      <a:lnTo>
                        <a:pt x="157" y="86"/>
                      </a:lnTo>
                      <a:lnTo>
                        <a:pt x="156" y="85"/>
                      </a:lnTo>
                      <a:lnTo>
                        <a:pt x="155" y="85"/>
                      </a:lnTo>
                      <a:lnTo>
                        <a:pt x="155" y="85"/>
                      </a:lnTo>
                      <a:lnTo>
                        <a:pt x="155" y="86"/>
                      </a:lnTo>
                      <a:lnTo>
                        <a:pt x="153" y="89"/>
                      </a:lnTo>
                      <a:lnTo>
                        <a:pt x="152" y="89"/>
                      </a:lnTo>
                      <a:lnTo>
                        <a:pt x="149" y="90"/>
                      </a:lnTo>
                      <a:lnTo>
                        <a:pt x="146" y="90"/>
                      </a:lnTo>
                      <a:lnTo>
                        <a:pt x="144" y="91"/>
                      </a:lnTo>
                      <a:lnTo>
                        <a:pt x="142" y="91"/>
                      </a:lnTo>
                      <a:lnTo>
                        <a:pt x="142" y="89"/>
                      </a:lnTo>
                      <a:lnTo>
                        <a:pt x="141" y="89"/>
                      </a:lnTo>
                      <a:lnTo>
                        <a:pt x="141" y="87"/>
                      </a:lnTo>
                      <a:lnTo>
                        <a:pt x="140" y="87"/>
                      </a:lnTo>
                      <a:lnTo>
                        <a:pt x="133" y="90"/>
                      </a:lnTo>
                      <a:lnTo>
                        <a:pt x="132" y="91"/>
                      </a:lnTo>
                      <a:lnTo>
                        <a:pt x="130" y="93"/>
                      </a:lnTo>
                      <a:lnTo>
                        <a:pt x="123" y="93"/>
                      </a:lnTo>
                      <a:lnTo>
                        <a:pt x="122" y="94"/>
                      </a:lnTo>
                      <a:lnTo>
                        <a:pt x="121" y="93"/>
                      </a:lnTo>
                      <a:lnTo>
                        <a:pt x="118" y="91"/>
                      </a:lnTo>
                      <a:lnTo>
                        <a:pt x="115" y="91"/>
                      </a:lnTo>
                      <a:lnTo>
                        <a:pt x="113" y="94"/>
                      </a:lnTo>
                      <a:lnTo>
                        <a:pt x="111" y="97"/>
                      </a:lnTo>
                      <a:lnTo>
                        <a:pt x="111" y="98"/>
                      </a:lnTo>
                      <a:lnTo>
                        <a:pt x="113" y="99"/>
                      </a:lnTo>
                      <a:lnTo>
                        <a:pt x="111" y="101"/>
                      </a:lnTo>
                      <a:lnTo>
                        <a:pt x="108" y="101"/>
                      </a:lnTo>
                      <a:lnTo>
                        <a:pt x="107" y="101"/>
                      </a:lnTo>
                      <a:lnTo>
                        <a:pt x="104" y="99"/>
                      </a:lnTo>
                      <a:lnTo>
                        <a:pt x="102" y="98"/>
                      </a:lnTo>
                      <a:lnTo>
                        <a:pt x="99" y="98"/>
                      </a:lnTo>
                      <a:lnTo>
                        <a:pt x="98" y="99"/>
                      </a:lnTo>
                      <a:lnTo>
                        <a:pt x="95" y="99"/>
                      </a:lnTo>
                      <a:lnTo>
                        <a:pt x="92" y="99"/>
                      </a:lnTo>
                      <a:lnTo>
                        <a:pt x="89" y="97"/>
                      </a:lnTo>
                      <a:lnTo>
                        <a:pt x="85" y="98"/>
                      </a:lnTo>
                      <a:lnTo>
                        <a:pt x="85" y="97"/>
                      </a:lnTo>
                      <a:lnTo>
                        <a:pt x="81" y="94"/>
                      </a:lnTo>
                      <a:lnTo>
                        <a:pt x="80" y="93"/>
                      </a:lnTo>
                      <a:lnTo>
                        <a:pt x="74" y="89"/>
                      </a:lnTo>
                      <a:lnTo>
                        <a:pt x="73" y="89"/>
                      </a:lnTo>
                      <a:lnTo>
                        <a:pt x="72" y="87"/>
                      </a:lnTo>
                      <a:lnTo>
                        <a:pt x="70" y="87"/>
                      </a:lnTo>
                      <a:lnTo>
                        <a:pt x="69" y="89"/>
                      </a:lnTo>
                      <a:lnTo>
                        <a:pt x="68" y="89"/>
                      </a:lnTo>
                      <a:lnTo>
                        <a:pt x="65" y="90"/>
                      </a:lnTo>
                      <a:lnTo>
                        <a:pt x="64" y="90"/>
                      </a:lnTo>
                      <a:lnTo>
                        <a:pt x="62" y="91"/>
                      </a:lnTo>
                      <a:lnTo>
                        <a:pt x="62" y="93"/>
                      </a:lnTo>
                      <a:lnTo>
                        <a:pt x="61" y="95"/>
                      </a:lnTo>
                      <a:lnTo>
                        <a:pt x="61" y="97"/>
                      </a:lnTo>
                      <a:lnTo>
                        <a:pt x="60" y="98"/>
                      </a:lnTo>
                      <a:lnTo>
                        <a:pt x="58" y="98"/>
                      </a:lnTo>
                      <a:lnTo>
                        <a:pt x="58" y="99"/>
                      </a:lnTo>
                      <a:lnTo>
                        <a:pt x="60" y="102"/>
                      </a:lnTo>
                      <a:lnTo>
                        <a:pt x="58" y="104"/>
                      </a:lnTo>
                      <a:lnTo>
                        <a:pt x="58" y="105"/>
                      </a:lnTo>
                      <a:lnTo>
                        <a:pt x="58" y="108"/>
                      </a:lnTo>
                      <a:lnTo>
                        <a:pt x="57" y="108"/>
                      </a:lnTo>
                      <a:lnTo>
                        <a:pt x="55" y="109"/>
                      </a:lnTo>
                      <a:lnTo>
                        <a:pt x="53" y="108"/>
                      </a:lnTo>
                      <a:lnTo>
                        <a:pt x="51" y="106"/>
                      </a:lnTo>
                      <a:lnTo>
                        <a:pt x="50" y="106"/>
                      </a:lnTo>
                      <a:lnTo>
                        <a:pt x="47" y="106"/>
                      </a:lnTo>
                      <a:lnTo>
                        <a:pt x="46" y="108"/>
                      </a:lnTo>
                      <a:lnTo>
                        <a:pt x="43" y="106"/>
                      </a:lnTo>
                      <a:lnTo>
                        <a:pt x="38" y="109"/>
                      </a:lnTo>
                      <a:lnTo>
                        <a:pt x="36" y="110"/>
                      </a:lnTo>
                      <a:lnTo>
                        <a:pt x="34" y="112"/>
                      </a:lnTo>
                      <a:lnTo>
                        <a:pt x="30" y="114"/>
                      </a:lnTo>
                      <a:lnTo>
                        <a:pt x="24" y="125"/>
                      </a:lnTo>
                      <a:lnTo>
                        <a:pt x="23" y="125"/>
                      </a:lnTo>
                      <a:lnTo>
                        <a:pt x="23" y="124"/>
                      </a:lnTo>
                      <a:lnTo>
                        <a:pt x="23" y="123"/>
                      </a:lnTo>
                      <a:lnTo>
                        <a:pt x="23" y="119"/>
                      </a:lnTo>
                      <a:lnTo>
                        <a:pt x="17" y="116"/>
                      </a:lnTo>
                      <a:lnTo>
                        <a:pt x="16" y="114"/>
                      </a:lnTo>
                      <a:lnTo>
                        <a:pt x="15" y="110"/>
                      </a:lnTo>
                      <a:lnTo>
                        <a:pt x="11" y="105"/>
                      </a:lnTo>
                      <a:lnTo>
                        <a:pt x="9" y="102"/>
                      </a:lnTo>
                      <a:lnTo>
                        <a:pt x="8" y="98"/>
                      </a:lnTo>
                      <a:lnTo>
                        <a:pt x="4" y="97"/>
                      </a:lnTo>
                      <a:lnTo>
                        <a:pt x="2" y="95"/>
                      </a:lnTo>
                      <a:lnTo>
                        <a:pt x="2" y="90"/>
                      </a:lnTo>
                      <a:lnTo>
                        <a:pt x="1" y="87"/>
                      </a:lnTo>
                      <a:lnTo>
                        <a:pt x="1" y="83"/>
                      </a:lnTo>
                      <a:lnTo>
                        <a:pt x="1" y="79"/>
                      </a:lnTo>
                      <a:lnTo>
                        <a:pt x="0" y="76"/>
                      </a:lnTo>
                      <a:lnTo>
                        <a:pt x="0" y="72"/>
                      </a:lnTo>
                      <a:lnTo>
                        <a:pt x="1" y="71"/>
                      </a:lnTo>
                      <a:lnTo>
                        <a:pt x="2" y="71"/>
                      </a:lnTo>
                      <a:lnTo>
                        <a:pt x="5" y="67"/>
                      </a:lnTo>
                      <a:lnTo>
                        <a:pt x="7" y="63"/>
                      </a:lnTo>
                      <a:lnTo>
                        <a:pt x="9" y="59"/>
                      </a:lnTo>
                      <a:lnTo>
                        <a:pt x="11" y="55"/>
                      </a:lnTo>
                      <a:lnTo>
                        <a:pt x="13" y="55"/>
                      </a:lnTo>
                      <a:lnTo>
                        <a:pt x="15" y="51"/>
                      </a:lnTo>
                      <a:lnTo>
                        <a:pt x="15" y="49"/>
                      </a:lnTo>
                      <a:lnTo>
                        <a:pt x="17" y="52"/>
                      </a:lnTo>
                      <a:lnTo>
                        <a:pt x="17" y="55"/>
                      </a:lnTo>
                      <a:lnTo>
                        <a:pt x="20" y="55"/>
                      </a:lnTo>
                      <a:lnTo>
                        <a:pt x="23" y="53"/>
                      </a:lnTo>
                      <a:lnTo>
                        <a:pt x="26" y="53"/>
                      </a:lnTo>
                      <a:lnTo>
                        <a:pt x="28" y="51"/>
                      </a:lnTo>
                      <a:lnTo>
                        <a:pt x="28" y="48"/>
                      </a:lnTo>
                      <a:lnTo>
                        <a:pt x="30" y="47"/>
                      </a:lnTo>
                      <a:lnTo>
                        <a:pt x="31" y="48"/>
                      </a:lnTo>
                      <a:lnTo>
                        <a:pt x="32" y="51"/>
                      </a:lnTo>
                      <a:lnTo>
                        <a:pt x="34" y="52"/>
                      </a:lnTo>
                      <a:lnTo>
                        <a:pt x="36" y="52"/>
                      </a:lnTo>
                      <a:lnTo>
                        <a:pt x="39" y="49"/>
                      </a:lnTo>
                      <a:lnTo>
                        <a:pt x="43" y="47"/>
                      </a:lnTo>
                      <a:lnTo>
                        <a:pt x="47" y="45"/>
                      </a:lnTo>
                      <a:lnTo>
                        <a:pt x="55" y="42"/>
                      </a:lnTo>
                      <a:lnTo>
                        <a:pt x="60" y="42"/>
                      </a:lnTo>
                      <a:lnTo>
                        <a:pt x="61" y="41"/>
                      </a:lnTo>
                      <a:lnTo>
                        <a:pt x="65" y="38"/>
                      </a:lnTo>
                      <a:lnTo>
                        <a:pt x="65" y="36"/>
                      </a:lnTo>
                      <a:lnTo>
                        <a:pt x="64" y="36"/>
                      </a:lnTo>
                      <a:lnTo>
                        <a:pt x="61" y="33"/>
                      </a:lnTo>
                      <a:lnTo>
                        <a:pt x="61" y="30"/>
                      </a:lnTo>
                      <a:lnTo>
                        <a:pt x="64" y="29"/>
                      </a:lnTo>
                      <a:lnTo>
                        <a:pt x="65" y="30"/>
                      </a:lnTo>
                      <a:lnTo>
                        <a:pt x="69" y="30"/>
                      </a:lnTo>
                      <a:lnTo>
                        <a:pt x="70" y="30"/>
                      </a:lnTo>
                      <a:lnTo>
                        <a:pt x="74" y="32"/>
                      </a:lnTo>
                      <a:lnTo>
                        <a:pt x="79" y="30"/>
                      </a:lnTo>
                      <a:lnTo>
                        <a:pt x="84" y="30"/>
                      </a:lnTo>
                      <a:lnTo>
                        <a:pt x="87" y="27"/>
                      </a:lnTo>
                      <a:lnTo>
                        <a:pt x="89" y="26"/>
                      </a:lnTo>
                      <a:lnTo>
                        <a:pt x="89" y="25"/>
                      </a:lnTo>
                      <a:lnTo>
                        <a:pt x="89" y="22"/>
                      </a:lnTo>
                      <a:lnTo>
                        <a:pt x="89" y="19"/>
                      </a:lnTo>
                      <a:lnTo>
                        <a:pt x="92" y="18"/>
                      </a:lnTo>
                      <a:lnTo>
                        <a:pt x="92" y="17"/>
                      </a:lnTo>
                      <a:lnTo>
                        <a:pt x="93" y="14"/>
                      </a:lnTo>
                      <a:lnTo>
                        <a:pt x="95" y="15"/>
                      </a:lnTo>
                      <a:lnTo>
                        <a:pt x="96" y="15"/>
                      </a:lnTo>
                      <a:lnTo>
                        <a:pt x="99" y="11"/>
                      </a:lnTo>
                      <a:lnTo>
                        <a:pt x="100" y="10"/>
                      </a:lnTo>
                      <a:lnTo>
                        <a:pt x="100" y="8"/>
                      </a:lnTo>
                      <a:lnTo>
                        <a:pt x="100" y="6"/>
                      </a:lnTo>
                      <a:lnTo>
                        <a:pt x="104" y="4"/>
                      </a:lnTo>
                      <a:lnTo>
                        <a:pt x="107" y="2"/>
                      </a:lnTo>
                      <a:lnTo>
                        <a:pt x="110" y="2"/>
                      </a:lnTo>
                      <a:lnTo>
                        <a:pt x="113" y="3"/>
                      </a:lnTo>
                      <a:lnTo>
                        <a:pt x="115" y="2"/>
                      </a:lnTo>
                      <a:lnTo>
                        <a:pt x="11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914"/>
                <p:cNvSpPr>
                  <a:spLocks/>
                </p:cNvSpPr>
                <p:nvPr/>
              </p:nvSpPr>
              <p:spPr bwMode="auto">
                <a:xfrm>
                  <a:off x="4833341" y="3672371"/>
                  <a:ext cx="412803" cy="384658"/>
                </a:xfrm>
                <a:custGeom>
                  <a:avLst/>
                  <a:gdLst/>
                  <a:ahLst/>
                  <a:cxnLst>
                    <a:cxn ang="0">
                      <a:pos x="206" y="200"/>
                    </a:cxn>
                    <a:cxn ang="0">
                      <a:pos x="214" y="59"/>
                    </a:cxn>
                    <a:cxn ang="0">
                      <a:pos x="210" y="48"/>
                    </a:cxn>
                    <a:cxn ang="0">
                      <a:pos x="214" y="38"/>
                    </a:cxn>
                    <a:cxn ang="0">
                      <a:pos x="213" y="31"/>
                    </a:cxn>
                    <a:cxn ang="0">
                      <a:pos x="214" y="23"/>
                    </a:cxn>
                    <a:cxn ang="0">
                      <a:pos x="212" y="16"/>
                    </a:cxn>
                    <a:cxn ang="0">
                      <a:pos x="206" y="16"/>
                    </a:cxn>
                    <a:cxn ang="0">
                      <a:pos x="195" y="14"/>
                    </a:cxn>
                    <a:cxn ang="0">
                      <a:pos x="186" y="12"/>
                    </a:cxn>
                    <a:cxn ang="0">
                      <a:pos x="186" y="10"/>
                    </a:cxn>
                    <a:cxn ang="0">
                      <a:pos x="180" y="4"/>
                    </a:cxn>
                    <a:cxn ang="0">
                      <a:pos x="172" y="3"/>
                    </a:cxn>
                    <a:cxn ang="0">
                      <a:pos x="169" y="4"/>
                    </a:cxn>
                    <a:cxn ang="0">
                      <a:pos x="165" y="3"/>
                    </a:cxn>
                    <a:cxn ang="0">
                      <a:pos x="153" y="6"/>
                    </a:cxn>
                    <a:cxn ang="0">
                      <a:pos x="144" y="12"/>
                    </a:cxn>
                    <a:cxn ang="0">
                      <a:pos x="141" y="16"/>
                    </a:cxn>
                    <a:cxn ang="0">
                      <a:pos x="144" y="29"/>
                    </a:cxn>
                    <a:cxn ang="0">
                      <a:pos x="144" y="37"/>
                    </a:cxn>
                    <a:cxn ang="0">
                      <a:pos x="140" y="42"/>
                    </a:cxn>
                    <a:cxn ang="0">
                      <a:pos x="133" y="48"/>
                    </a:cxn>
                    <a:cxn ang="0">
                      <a:pos x="121" y="41"/>
                    </a:cxn>
                    <a:cxn ang="0">
                      <a:pos x="110" y="34"/>
                    </a:cxn>
                    <a:cxn ang="0">
                      <a:pos x="95" y="29"/>
                    </a:cxn>
                    <a:cxn ang="0">
                      <a:pos x="88" y="30"/>
                    </a:cxn>
                    <a:cxn ang="0">
                      <a:pos x="78" y="19"/>
                    </a:cxn>
                    <a:cxn ang="0">
                      <a:pos x="74" y="10"/>
                    </a:cxn>
                    <a:cxn ang="0">
                      <a:pos x="61" y="6"/>
                    </a:cxn>
                    <a:cxn ang="0">
                      <a:pos x="49" y="3"/>
                    </a:cxn>
                    <a:cxn ang="0">
                      <a:pos x="32" y="4"/>
                    </a:cxn>
                    <a:cxn ang="0">
                      <a:pos x="25" y="0"/>
                    </a:cxn>
                    <a:cxn ang="0">
                      <a:pos x="27" y="7"/>
                    </a:cxn>
                    <a:cxn ang="0">
                      <a:pos x="24" y="12"/>
                    </a:cxn>
                    <a:cxn ang="0">
                      <a:pos x="16" y="21"/>
                    </a:cxn>
                    <a:cxn ang="0">
                      <a:pos x="11" y="23"/>
                    </a:cxn>
                    <a:cxn ang="0">
                      <a:pos x="8" y="26"/>
                    </a:cxn>
                    <a:cxn ang="0">
                      <a:pos x="9" y="33"/>
                    </a:cxn>
                    <a:cxn ang="0">
                      <a:pos x="8" y="37"/>
                    </a:cxn>
                    <a:cxn ang="0">
                      <a:pos x="8" y="40"/>
                    </a:cxn>
                    <a:cxn ang="0">
                      <a:pos x="4" y="44"/>
                    </a:cxn>
                    <a:cxn ang="0">
                      <a:pos x="1" y="44"/>
                    </a:cxn>
                    <a:cxn ang="0">
                      <a:pos x="0" y="45"/>
                    </a:cxn>
                    <a:cxn ang="0">
                      <a:pos x="1" y="50"/>
                    </a:cxn>
                    <a:cxn ang="0">
                      <a:pos x="4" y="64"/>
                    </a:cxn>
                    <a:cxn ang="0">
                      <a:pos x="4" y="71"/>
                    </a:cxn>
                    <a:cxn ang="0">
                      <a:pos x="6" y="82"/>
                    </a:cxn>
                    <a:cxn ang="0">
                      <a:pos x="4" y="91"/>
                    </a:cxn>
                    <a:cxn ang="0">
                      <a:pos x="6" y="99"/>
                    </a:cxn>
                    <a:cxn ang="0">
                      <a:pos x="1" y="103"/>
                    </a:cxn>
                    <a:cxn ang="0">
                      <a:pos x="0" y="106"/>
                    </a:cxn>
                    <a:cxn ang="0">
                      <a:pos x="5" y="113"/>
                    </a:cxn>
                    <a:cxn ang="0">
                      <a:pos x="8" y="120"/>
                    </a:cxn>
                    <a:cxn ang="0">
                      <a:pos x="8" y="125"/>
                    </a:cxn>
                    <a:cxn ang="0">
                      <a:pos x="11" y="131"/>
                    </a:cxn>
                    <a:cxn ang="0">
                      <a:pos x="13" y="135"/>
                    </a:cxn>
                    <a:cxn ang="0">
                      <a:pos x="24" y="135"/>
                    </a:cxn>
                    <a:cxn ang="0">
                      <a:pos x="28" y="140"/>
                    </a:cxn>
                    <a:cxn ang="0">
                      <a:pos x="32" y="147"/>
                    </a:cxn>
                    <a:cxn ang="0">
                      <a:pos x="36" y="151"/>
                    </a:cxn>
                    <a:cxn ang="0">
                      <a:pos x="64" y="159"/>
                    </a:cxn>
                    <a:cxn ang="0">
                      <a:pos x="206" y="205"/>
                    </a:cxn>
                    <a:cxn ang="0">
                      <a:pos x="206" y="205"/>
                    </a:cxn>
                  </a:cxnLst>
                  <a:rect l="0" t="0" r="r" b="b"/>
                  <a:pathLst>
                    <a:path w="220" h="205">
                      <a:moveTo>
                        <a:pt x="206" y="205"/>
                      </a:moveTo>
                      <a:lnTo>
                        <a:pt x="206" y="200"/>
                      </a:lnTo>
                      <a:lnTo>
                        <a:pt x="220" y="200"/>
                      </a:lnTo>
                      <a:lnTo>
                        <a:pt x="214" y="59"/>
                      </a:lnTo>
                      <a:lnTo>
                        <a:pt x="213" y="52"/>
                      </a:lnTo>
                      <a:lnTo>
                        <a:pt x="210" y="48"/>
                      </a:lnTo>
                      <a:lnTo>
                        <a:pt x="213" y="44"/>
                      </a:lnTo>
                      <a:lnTo>
                        <a:pt x="214" y="38"/>
                      </a:lnTo>
                      <a:lnTo>
                        <a:pt x="214" y="36"/>
                      </a:lnTo>
                      <a:lnTo>
                        <a:pt x="213" y="31"/>
                      </a:lnTo>
                      <a:lnTo>
                        <a:pt x="214" y="25"/>
                      </a:lnTo>
                      <a:lnTo>
                        <a:pt x="214" y="23"/>
                      </a:lnTo>
                      <a:lnTo>
                        <a:pt x="213" y="19"/>
                      </a:lnTo>
                      <a:lnTo>
                        <a:pt x="212" y="16"/>
                      </a:lnTo>
                      <a:lnTo>
                        <a:pt x="209" y="16"/>
                      </a:lnTo>
                      <a:lnTo>
                        <a:pt x="206" y="16"/>
                      </a:lnTo>
                      <a:lnTo>
                        <a:pt x="197" y="15"/>
                      </a:lnTo>
                      <a:lnTo>
                        <a:pt x="195" y="14"/>
                      </a:lnTo>
                      <a:lnTo>
                        <a:pt x="191" y="14"/>
                      </a:lnTo>
                      <a:lnTo>
                        <a:pt x="186" y="12"/>
                      </a:lnTo>
                      <a:lnTo>
                        <a:pt x="184" y="10"/>
                      </a:lnTo>
                      <a:lnTo>
                        <a:pt x="186" y="10"/>
                      </a:lnTo>
                      <a:lnTo>
                        <a:pt x="186" y="8"/>
                      </a:lnTo>
                      <a:lnTo>
                        <a:pt x="180" y="4"/>
                      </a:lnTo>
                      <a:lnTo>
                        <a:pt x="176" y="4"/>
                      </a:lnTo>
                      <a:lnTo>
                        <a:pt x="172" y="3"/>
                      </a:lnTo>
                      <a:lnTo>
                        <a:pt x="171" y="3"/>
                      </a:lnTo>
                      <a:lnTo>
                        <a:pt x="169" y="4"/>
                      </a:lnTo>
                      <a:lnTo>
                        <a:pt x="167" y="3"/>
                      </a:lnTo>
                      <a:lnTo>
                        <a:pt x="165" y="3"/>
                      </a:lnTo>
                      <a:lnTo>
                        <a:pt x="161" y="4"/>
                      </a:lnTo>
                      <a:lnTo>
                        <a:pt x="153" y="6"/>
                      </a:lnTo>
                      <a:lnTo>
                        <a:pt x="148" y="8"/>
                      </a:lnTo>
                      <a:lnTo>
                        <a:pt x="144" y="12"/>
                      </a:lnTo>
                      <a:lnTo>
                        <a:pt x="144" y="15"/>
                      </a:lnTo>
                      <a:lnTo>
                        <a:pt x="141" y="16"/>
                      </a:lnTo>
                      <a:lnTo>
                        <a:pt x="141" y="25"/>
                      </a:lnTo>
                      <a:lnTo>
                        <a:pt x="144" y="29"/>
                      </a:lnTo>
                      <a:lnTo>
                        <a:pt x="145" y="34"/>
                      </a:lnTo>
                      <a:lnTo>
                        <a:pt x="144" y="37"/>
                      </a:lnTo>
                      <a:lnTo>
                        <a:pt x="141" y="41"/>
                      </a:lnTo>
                      <a:lnTo>
                        <a:pt x="140" y="42"/>
                      </a:lnTo>
                      <a:lnTo>
                        <a:pt x="136" y="46"/>
                      </a:lnTo>
                      <a:lnTo>
                        <a:pt x="133" y="48"/>
                      </a:lnTo>
                      <a:lnTo>
                        <a:pt x="126" y="45"/>
                      </a:lnTo>
                      <a:lnTo>
                        <a:pt x="121" y="41"/>
                      </a:lnTo>
                      <a:lnTo>
                        <a:pt x="116" y="37"/>
                      </a:lnTo>
                      <a:lnTo>
                        <a:pt x="110" y="34"/>
                      </a:lnTo>
                      <a:lnTo>
                        <a:pt x="99" y="29"/>
                      </a:lnTo>
                      <a:lnTo>
                        <a:pt x="95" y="29"/>
                      </a:lnTo>
                      <a:lnTo>
                        <a:pt x="93" y="30"/>
                      </a:lnTo>
                      <a:lnTo>
                        <a:pt x="88" y="30"/>
                      </a:lnTo>
                      <a:lnTo>
                        <a:pt x="83" y="27"/>
                      </a:lnTo>
                      <a:lnTo>
                        <a:pt x="78" y="19"/>
                      </a:lnTo>
                      <a:lnTo>
                        <a:pt x="78" y="14"/>
                      </a:lnTo>
                      <a:lnTo>
                        <a:pt x="74" y="10"/>
                      </a:lnTo>
                      <a:lnTo>
                        <a:pt x="66" y="8"/>
                      </a:lnTo>
                      <a:lnTo>
                        <a:pt x="61" y="6"/>
                      </a:lnTo>
                      <a:lnTo>
                        <a:pt x="53" y="6"/>
                      </a:lnTo>
                      <a:lnTo>
                        <a:pt x="49" y="3"/>
                      </a:lnTo>
                      <a:lnTo>
                        <a:pt x="39" y="6"/>
                      </a:lnTo>
                      <a:lnTo>
                        <a:pt x="32" y="4"/>
                      </a:lnTo>
                      <a:lnTo>
                        <a:pt x="30" y="2"/>
                      </a:lnTo>
                      <a:lnTo>
                        <a:pt x="25" y="0"/>
                      </a:lnTo>
                      <a:lnTo>
                        <a:pt x="25" y="2"/>
                      </a:lnTo>
                      <a:lnTo>
                        <a:pt x="27" y="7"/>
                      </a:lnTo>
                      <a:lnTo>
                        <a:pt x="27" y="8"/>
                      </a:lnTo>
                      <a:lnTo>
                        <a:pt x="24" y="12"/>
                      </a:lnTo>
                      <a:lnTo>
                        <a:pt x="16" y="18"/>
                      </a:lnTo>
                      <a:lnTo>
                        <a:pt x="16" y="21"/>
                      </a:lnTo>
                      <a:lnTo>
                        <a:pt x="13" y="23"/>
                      </a:lnTo>
                      <a:lnTo>
                        <a:pt x="11" y="23"/>
                      </a:lnTo>
                      <a:lnTo>
                        <a:pt x="8" y="25"/>
                      </a:lnTo>
                      <a:lnTo>
                        <a:pt x="8" y="26"/>
                      </a:lnTo>
                      <a:lnTo>
                        <a:pt x="8" y="29"/>
                      </a:lnTo>
                      <a:lnTo>
                        <a:pt x="9" y="33"/>
                      </a:lnTo>
                      <a:lnTo>
                        <a:pt x="9" y="36"/>
                      </a:lnTo>
                      <a:lnTo>
                        <a:pt x="8" y="37"/>
                      </a:lnTo>
                      <a:lnTo>
                        <a:pt x="8" y="38"/>
                      </a:lnTo>
                      <a:lnTo>
                        <a:pt x="8" y="40"/>
                      </a:lnTo>
                      <a:lnTo>
                        <a:pt x="6" y="42"/>
                      </a:lnTo>
                      <a:lnTo>
                        <a:pt x="4" y="44"/>
                      </a:lnTo>
                      <a:lnTo>
                        <a:pt x="2" y="44"/>
                      </a:lnTo>
                      <a:lnTo>
                        <a:pt x="1" y="44"/>
                      </a:lnTo>
                      <a:lnTo>
                        <a:pt x="1" y="44"/>
                      </a:lnTo>
                      <a:lnTo>
                        <a:pt x="0" y="45"/>
                      </a:lnTo>
                      <a:lnTo>
                        <a:pt x="0" y="50"/>
                      </a:lnTo>
                      <a:lnTo>
                        <a:pt x="1" y="50"/>
                      </a:lnTo>
                      <a:lnTo>
                        <a:pt x="4" y="55"/>
                      </a:lnTo>
                      <a:lnTo>
                        <a:pt x="4" y="64"/>
                      </a:lnTo>
                      <a:lnTo>
                        <a:pt x="4" y="69"/>
                      </a:lnTo>
                      <a:lnTo>
                        <a:pt x="4" y="71"/>
                      </a:lnTo>
                      <a:lnTo>
                        <a:pt x="4" y="78"/>
                      </a:lnTo>
                      <a:lnTo>
                        <a:pt x="6" y="82"/>
                      </a:lnTo>
                      <a:lnTo>
                        <a:pt x="5" y="90"/>
                      </a:lnTo>
                      <a:lnTo>
                        <a:pt x="4" y="91"/>
                      </a:lnTo>
                      <a:lnTo>
                        <a:pt x="5" y="94"/>
                      </a:lnTo>
                      <a:lnTo>
                        <a:pt x="6" y="99"/>
                      </a:lnTo>
                      <a:lnTo>
                        <a:pt x="5" y="101"/>
                      </a:lnTo>
                      <a:lnTo>
                        <a:pt x="1" y="103"/>
                      </a:lnTo>
                      <a:lnTo>
                        <a:pt x="0" y="105"/>
                      </a:lnTo>
                      <a:lnTo>
                        <a:pt x="0" y="106"/>
                      </a:lnTo>
                      <a:lnTo>
                        <a:pt x="1" y="109"/>
                      </a:lnTo>
                      <a:lnTo>
                        <a:pt x="5" y="113"/>
                      </a:lnTo>
                      <a:lnTo>
                        <a:pt x="8" y="118"/>
                      </a:lnTo>
                      <a:lnTo>
                        <a:pt x="8" y="120"/>
                      </a:lnTo>
                      <a:lnTo>
                        <a:pt x="9" y="122"/>
                      </a:lnTo>
                      <a:lnTo>
                        <a:pt x="8" y="125"/>
                      </a:lnTo>
                      <a:lnTo>
                        <a:pt x="9" y="128"/>
                      </a:lnTo>
                      <a:lnTo>
                        <a:pt x="11" y="131"/>
                      </a:lnTo>
                      <a:lnTo>
                        <a:pt x="11" y="133"/>
                      </a:lnTo>
                      <a:lnTo>
                        <a:pt x="13" y="135"/>
                      </a:lnTo>
                      <a:lnTo>
                        <a:pt x="19" y="135"/>
                      </a:lnTo>
                      <a:lnTo>
                        <a:pt x="24" y="135"/>
                      </a:lnTo>
                      <a:lnTo>
                        <a:pt x="25" y="136"/>
                      </a:lnTo>
                      <a:lnTo>
                        <a:pt x="28" y="140"/>
                      </a:lnTo>
                      <a:lnTo>
                        <a:pt x="31" y="146"/>
                      </a:lnTo>
                      <a:lnTo>
                        <a:pt x="32" y="147"/>
                      </a:lnTo>
                      <a:lnTo>
                        <a:pt x="34" y="150"/>
                      </a:lnTo>
                      <a:lnTo>
                        <a:pt x="36" y="151"/>
                      </a:lnTo>
                      <a:lnTo>
                        <a:pt x="61" y="156"/>
                      </a:lnTo>
                      <a:lnTo>
                        <a:pt x="64" y="159"/>
                      </a:lnTo>
                      <a:lnTo>
                        <a:pt x="92" y="147"/>
                      </a:lnTo>
                      <a:lnTo>
                        <a:pt x="206" y="205"/>
                      </a:lnTo>
                      <a:lnTo>
                        <a:pt x="206" y="205"/>
                      </a:lnTo>
                      <a:lnTo>
                        <a:pt x="206" y="20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915"/>
                <p:cNvSpPr>
                  <a:spLocks noEditPoints="1"/>
                </p:cNvSpPr>
                <p:nvPr/>
              </p:nvSpPr>
              <p:spPr bwMode="auto">
                <a:xfrm>
                  <a:off x="4778926" y="3548530"/>
                  <a:ext cx="105077" cy="206401"/>
                </a:xfrm>
                <a:custGeom>
                  <a:avLst/>
                  <a:gdLst/>
                  <a:ahLst/>
                  <a:cxnLst>
                    <a:cxn ang="0">
                      <a:pos x="31" y="110"/>
                    </a:cxn>
                    <a:cxn ang="0">
                      <a:pos x="35" y="108"/>
                    </a:cxn>
                    <a:cxn ang="0">
                      <a:pos x="37" y="104"/>
                    </a:cxn>
                    <a:cxn ang="0">
                      <a:pos x="38" y="102"/>
                    </a:cxn>
                    <a:cxn ang="0">
                      <a:pos x="37" y="95"/>
                    </a:cxn>
                    <a:cxn ang="0">
                      <a:pos x="37" y="91"/>
                    </a:cxn>
                    <a:cxn ang="0">
                      <a:pos x="42" y="89"/>
                    </a:cxn>
                    <a:cxn ang="0">
                      <a:pos x="45" y="84"/>
                    </a:cxn>
                    <a:cxn ang="0">
                      <a:pos x="56" y="74"/>
                    </a:cxn>
                    <a:cxn ang="0">
                      <a:pos x="54" y="68"/>
                    </a:cxn>
                    <a:cxn ang="0">
                      <a:pos x="53" y="66"/>
                    </a:cxn>
                    <a:cxn ang="0">
                      <a:pos x="49" y="62"/>
                    </a:cxn>
                    <a:cxn ang="0">
                      <a:pos x="46" y="59"/>
                    </a:cxn>
                    <a:cxn ang="0">
                      <a:pos x="45" y="61"/>
                    </a:cxn>
                    <a:cxn ang="0">
                      <a:pos x="42" y="61"/>
                    </a:cxn>
                    <a:cxn ang="0">
                      <a:pos x="40" y="59"/>
                    </a:cxn>
                    <a:cxn ang="0">
                      <a:pos x="33" y="51"/>
                    </a:cxn>
                    <a:cxn ang="0">
                      <a:pos x="42" y="43"/>
                    </a:cxn>
                    <a:cxn ang="0">
                      <a:pos x="46" y="38"/>
                    </a:cxn>
                    <a:cxn ang="0">
                      <a:pos x="48" y="34"/>
                    </a:cxn>
                    <a:cxn ang="0">
                      <a:pos x="45" y="31"/>
                    </a:cxn>
                    <a:cxn ang="0">
                      <a:pos x="41" y="25"/>
                    </a:cxn>
                    <a:cxn ang="0">
                      <a:pos x="38" y="16"/>
                    </a:cxn>
                    <a:cxn ang="0">
                      <a:pos x="42" y="12"/>
                    </a:cxn>
                    <a:cxn ang="0">
                      <a:pos x="45" y="5"/>
                    </a:cxn>
                    <a:cxn ang="0">
                      <a:pos x="38" y="8"/>
                    </a:cxn>
                    <a:cxn ang="0">
                      <a:pos x="35" y="9"/>
                    </a:cxn>
                    <a:cxn ang="0">
                      <a:pos x="31" y="4"/>
                    </a:cxn>
                    <a:cxn ang="0">
                      <a:pos x="30" y="0"/>
                    </a:cxn>
                    <a:cxn ang="0">
                      <a:pos x="27" y="2"/>
                    </a:cxn>
                    <a:cxn ang="0">
                      <a:pos x="22" y="1"/>
                    </a:cxn>
                    <a:cxn ang="0">
                      <a:pos x="14" y="6"/>
                    </a:cxn>
                    <a:cxn ang="0">
                      <a:pos x="12" y="9"/>
                    </a:cxn>
                    <a:cxn ang="0">
                      <a:pos x="12" y="15"/>
                    </a:cxn>
                    <a:cxn ang="0">
                      <a:pos x="10" y="25"/>
                    </a:cxn>
                    <a:cxn ang="0">
                      <a:pos x="12" y="32"/>
                    </a:cxn>
                    <a:cxn ang="0">
                      <a:pos x="12" y="34"/>
                    </a:cxn>
                    <a:cxn ang="0">
                      <a:pos x="12" y="38"/>
                    </a:cxn>
                    <a:cxn ang="0">
                      <a:pos x="11" y="44"/>
                    </a:cxn>
                    <a:cxn ang="0">
                      <a:pos x="7" y="47"/>
                    </a:cxn>
                    <a:cxn ang="0">
                      <a:pos x="3" y="51"/>
                    </a:cxn>
                    <a:cxn ang="0">
                      <a:pos x="1" y="59"/>
                    </a:cxn>
                    <a:cxn ang="0">
                      <a:pos x="3" y="65"/>
                    </a:cxn>
                    <a:cxn ang="0">
                      <a:pos x="6" y="68"/>
                    </a:cxn>
                    <a:cxn ang="0">
                      <a:pos x="11" y="74"/>
                    </a:cxn>
                    <a:cxn ang="0">
                      <a:pos x="15" y="77"/>
                    </a:cxn>
                    <a:cxn ang="0">
                      <a:pos x="22" y="81"/>
                    </a:cxn>
                    <a:cxn ang="0">
                      <a:pos x="30" y="110"/>
                    </a:cxn>
                    <a:cxn ang="0">
                      <a:pos x="44" y="55"/>
                    </a:cxn>
                    <a:cxn ang="0">
                      <a:pos x="46" y="57"/>
                    </a:cxn>
                    <a:cxn ang="0">
                      <a:pos x="42" y="57"/>
                    </a:cxn>
                  </a:cxnLst>
                  <a:rect l="0" t="0" r="r" b="b"/>
                  <a:pathLst>
                    <a:path w="56" h="110">
                      <a:moveTo>
                        <a:pt x="30" y="110"/>
                      </a:moveTo>
                      <a:lnTo>
                        <a:pt x="31" y="110"/>
                      </a:lnTo>
                      <a:lnTo>
                        <a:pt x="33" y="110"/>
                      </a:lnTo>
                      <a:lnTo>
                        <a:pt x="35" y="108"/>
                      </a:lnTo>
                      <a:lnTo>
                        <a:pt x="37" y="106"/>
                      </a:lnTo>
                      <a:lnTo>
                        <a:pt x="37" y="104"/>
                      </a:lnTo>
                      <a:lnTo>
                        <a:pt x="37" y="103"/>
                      </a:lnTo>
                      <a:lnTo>
                        <a:pt x="38" y="102"/>
                      </a:lnTo>
                      <a:lnTo>
                        <a:pt x="38" y="99"/>
                      </a:lnTo>
                      <a:lnTo>
                        <a:pt x="37" y="95"/>
                      </a:lnTo>
                      <a:lnTo>
                        <a:pt x="37" y="92"/>
                      </a:lnTo>
                      <a:lnTo>
                        <a:pt x="37" y="91"/>
                      </a:lnTo>
                      <a:lnTo>
                        <a:pt x="40" y="89"/>
                      </a:lnTo>
                      <a:lnTo>
                        <a:pt x="42" y="89"/>
                      </a:lnTo>
                      <a:lnTo>
                        <a:pt x="45" y="87"/>
                      </a:lnTo>
                      <a:lnTo>
                        <a:pt x="45" y="84"/>
                      </a:lnTo>
                      <a:lnTo>
                        <a:pt x="53" y="78"/>
                      </a:lnTo>
                      <a:lnTo>
                        <a:pt x="56" y="74"/>
                      </a:lnTo>
                      <a:lnTo>
                        <a:pt x="56" y="73"/>
                      </a:lnTo>
                      <a:lnTo>
                        <a:pt x="54" y="68"/>
                      </a:lnTo>
                      <a:lnTo>
                        <a:pt x="54" y="66"/>
                      </a:lnTo>
                      <a:lnTo>
                        <a:pt x="53" y="66"/>
                      </a:lnTo>
                      <a:lnTo>
                        <a:pt x="49" y="63"/>
                      </a:lnTo>
                      <a:lnTo>
                        <a:pt x="49" y="62"/>
                      </a:lnTo>
                      <a:lnTo>
                        <a:pt x="49" y="59"/>
                      </a:lnTo>
                      <a:lnTo>
                        <a:pt x="46" y="59"/>
                      </a:lnTo>
                      <a:lnTo>
                        <a:pt x="45" y="59"/>
                      </a:lnTo>
                      <a:lnTo>
                        <a:pt x="45" y="61"/>
                      </a:lnTo>
                      <a:lnTo>
                        <a:pt x="45" y="61"/>
                      </a:lnTo>
                      <a:lnTo>
                        <a:pt x="42" y="61"/>
                      </a:lnTo>
                      <a:lnTo>
                        <a:pt x="42" y="58"/>
                      </a:lnTo>
                      <a:lnTo>
                        <a:pt x="40" y="59"/>
                      </a:lnTo>
                      <a:lnTo>
                        <a:pt x="35" y="55"/>
                      </a:lnTo>
                      <a:lnTo>
                        <a:pt x="33" y="51"/>
                      </a:lnTo>
                      <a:lnTo>
                        <a:pt x="34" y="47"/>
                      </a:lnTo>
                      <a:lnTo>
                        <a:pt x="42" y="43"/>
                      </a:lnTo>
                      <a:lnTo>
                        <a:pt x="46" y="38"/>
                      </a:lnTo>
                      <a:lnTo>
                        <a:pt x="46" y="38"/>
                      </a:lnTo>
                      <a:lnTo>
                        <a:pt x="45" y="35"/>
                      </a:lnTo>
                      <a:lnTo>
                        <a:pt x="48" y="34"/>
                      </a:lnTo>
                      <a:lnTo>
                        <a:pt x="46" y="32"/>
                      </a:lnTo>
                      <a:lnTo>
                        <a:pt x="45" y="31"/>
                      </a:lnTo>
                      <a:lnTo>
                        <a:pt x="45" y="27"/>
                      </a:lnTo>
                      <a:lnTo>
                        <a:pt x="41" y="25"/>
                      </a:lnTo>
                      <a:lnTo>
                        <a:pt x="38" y="20"/>
                      </a:lnTo>
                      <a:lnTo>
                        <a:pt x="38" y="16"/>
                      </a:lnTo>
                      <a:lnTo>
                        <a:pt x="42" y="15"/>
                      </a:lnTo>
                      <a:lnTo>
                        <a:pt x="42" y="12"/>
                      </a:lnTo>
                      <a:lnTo>
                        <a:pt x="45" y="8"/>
                      </a:lnTo>
                      <a:lnTo>
                        <a:pt x="45" y="5"/>
                      </a:lnTo>
                      <a:lnTo>
                        <a:pt x="44" y="4"/>
                      </a:lnTo>
                      <a:lnTo>
                        <a:pt x="38" y="8"/>
                      </a:lnTo>
                      <a:lnTo>
                        <a:pt x="37" y="10"/>
                      </a:lnTo>
                      <a:lnTo>
                        <a:pt x="35" y="9"/>
                      </a:lnTo>
                      <a:lnTo>
                        <a:pt x="33" y="4"/>
                      </a:lnTo>
                      <a:lnTo>
                        <a:pt x="31" y="4"/>
                      </a:lnTo>
                      <a:lnTo>
                        <a:pt x="33" y="1"/>
                      </a:lnTo>
                      <a:lnTo>
                        <a:pt x="30" y="0"/>
                      </a:lnTo>
                      <a:lnTo>
                        <a:pt x="27" y="0"/>
                      </a:lnTo>
                      <a:lnTo>
                        <a:pt x="27" y="2"/>
                      </a:lnTo>
                      <a:lnTo>
                        <a:pt x="26" y="0"/>
                      </a:lnTo>
                      <a:lnTo>
                        <a:pt x="22" y="1"/>
                      </a:lnTo>
                      <a:lnTo>
                        <a:pt x="16" y="4"/>
                      </a:lnTo>
                      <a:lnTo>
                        <a:pt x="14" y="6"/>
                      </a:lnTo>
                      <a:lnTo>
                        <a:pt x="14" y="6"/>
                      </a:lnTo>
                      <a:lnTo>
                        <a:pt x="12" y="9"/>
                      </a:lnTo>
                      <a:lnTo>
                        <a:pt x="14" y="10"/>
                      </a:lnTo>
                      <a:lnTo>
                        <a:pt x="12" y="15"/>
                      </a:lnTo>
                      <a:lnTo>
                        <a:pt x="12" y="19"/>
                      </a:lnTo>
                      <a:lnTo>
                        <a:pt x="10" y="25"/>
                      </a:lnTo>
                      <a:lnTo>
                        <a:pt x="11" y="30"/>
                      </a:lnTo>
                      <a:lnTo>
                        <a:pt x="12" y="32"/>
                      </a:lnTo>
                      <a:lnTo>
                        <a:pt x="14" y="32"/>
                      </a:lnTo>
                      <a:lnTo>
                        <a:pt x="12" y="34"/>
                      </a:lnTo>
                      <a:lnTo>
                        <a:pt x="11" y="35"/>
                      </a:lnTo>
                      <a:lnTo>
                        <a:pt x="12" y="38"/>
                      </a:lnTo>
                      <a:lnTo>
                        <a:pt x="11" y="39"/>
                      </a:lnTo>
                      <a:lnTo>
                        <a:pt x="11" y="44"/>
                      </a:lnTo>
                      <a:lnTo>
                        <a:pt x="8" y="46"/>
                      </a:lnTo>
                      <a:lnTo>
                        <a:pt x="7" y="47"/>
                      </a:lnTo>
                      <a:lnTo>
                        <a:pt x="6" y="47"/>
                      </a:lnTo>
                      <a:lnTo>
                        <a:pt x="3" y="51"/>
                      </a:lnTo>
                      <a:lnTo>
                        <a:pt x="0" y="58"/>
                      </a:lnTo>
                      <a:lnTo>
                        <a:pt x="1" y="59"/>
                      </a:lnTo>
                      <a:lnTo>
                        <a:pt x="3" y="62"/>
                      </a:lnTo>
                      <a:lnTo>
                        <a:pt x="3" y="65"/>
                      </a:lnTo>
                      <a:lnTo>
                        <a:pt x="4" y="68"/>
                      </a:lnTo>
                      <a:lnTo>
                        <a:pt x="6" y="68"/>
                      </a:lnTo>
                      <a:lnTo>
                        <a:pt x="10" y="70"/>
                      </a:lnTo>
                      <a:lnTo>
                        <a:pt x="11" y="74"/>
                      </a:lnTo>
                      <a:lnTo>
                        <a:pt x="14" y="76"/>
                      </a:lnTo>
                      <a:lnTo>
                        <a:pt x="15" y="77"/>
                      </a:lnTo>
                      <a:lnTo>
                        <a:pt x="18" y="78"/>
                      </a:lnTo>
                      <a:lnTo>
                        <a:pt x="22" y="81"/>
                      </a:lnTo>
                      <a:lnTo>
                        <a:pt x="30" y="110"/>
                      </a:lnTo>
                      <a:lnTo>
                        <a:pt x="30" y="110"/>
                      </a:lnTo>
                      <a:close/>
                      <a:moveTo>
                        <a:pt x="42" y="57"/>
                      </a:moveTo>
                      <a:lnTo>
                        <a:pt x="44" y="55"/>
                      </a:lnTo>
                      <a:lnTo>
                        <a:pt x="46" y="55"/>
                      </a:lnTo>
                      <a:lnTo>
                        <a:pt x="46" y="57"/>
                      </a:lnTo>
                      <a:lnTo>
                        <a:pt x="45" y="58"/>
                      </a:lnTo>
                      <a:lnTo>
                        <a:pt x="42" y="5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916"/>
                <p:cNvSpPr>
                  <a:spLocks/>
                </p:cNvSpPr>
                <p:nvPr/>
              </p:nvSpPr>
              <p:spPr bwMode="auto">
                <a:xfrm>
                  <a:off x="4366123" y="3556036"/>
                  <a:ext cx="534769" cy="516004"/>
                </a:xfrm>
                <a:custGeom>
                  <a:avLst/>
                  <a:gdLst/>
                  <a:ahLst/>
                  <a:cxnLst>
                    <a:cxn ang="0">
                      <a:pos x="281" y="209"/>
                    </a:cxn>
                    <a:cxn ang="0">
                      <a:pos x="274" y="198"/>
                    </a:cxn>
                    <a:cxn ang="0">
                      <a:pos x="262" y="197"/>
                    </a:cxn>
                    <a:cxn ang="0">
                      <a:pos x="258" y="190"/>
                    </a:cxn>
                    <a:cxn ang="0">
                      <a:pos x="257" y="182"/>
                    </a:cxn>
                    <a:cxn ang="0">
                      <a:pos x="250" y="171"/>
                    </a:cxn>
                    <a:cxn ang="0">
                      <a:pos x="250" y="165"/>
                    </a:cxn>
                    <a:cxn ang="0">
                      <a:pos x="254" y="156"/>
                    </a:cxn>
                    <a:cxn ang="0">
                      <a:pos x="255" y="144"/>
                    </a:cxn>
                    <a:cxn ang="0">
                      <a:pos x="253" y="131"/>
                    </a:cxn>
                    <a:cxn ang="0">
                      <a:pos x="250" y="112"/>
                    </a:cxn>
                    <a:cxn ang="0">
                      <a:pos x="250" y="106"/>
                    </a:cxn>
                    <a:cxn ang="0">
                      <a:pos x="235" y="73"/>
                    </a:cxn>
                    <a:cxn ang="0">
                      <a:pos x="230" y="66"/>
                    </a:cxn>
                    <a:cxn ang="0">
                      <a:pos x="223" y="61"/>
                    </a:cxn>
                    <a:cxn ang="0">
                      <a:pos x="220" y="54"/>
                    </a:cxn>
                    <a:cxn ang="0">
                      <a:pos x="227" y="43"/>
                    </a:cxn>
                    <a:cxn ang="0">
                      <a:pos x="231" y="35"/>
                    </a:cxn>
                    <a:cxn ang="0">
                      <a:pos x="232" y="30"/>
                    </a:cxn>
                    <a:cxn ang="0">
                      <a:pos x="231" y="26"/>
                    </a:cxn>
                    <a:cxn ang="0">
                      <a:pos x="232" y="11"/>
                    </a:cxn>
                    <a:cxn ang="0">
                      <a:pos x="234" y="2"/>
                    </a:cxn>
                    <a:cxn ang="0">
                      <a:pos x="227" y="2"/>
                    </a:cxn>
                    <a:cxn ang="0">
                      <a:pos x="213" y="0"/>
                    </a:cxn>
                    <a:cxn ang="0">
                      <a:pos x="207" y="2"/>
                    </a:cxn>
                    <a:cxn ang="0">
                      <a:pos x="200" y="0"/>
                    </a:cxn>
                    <a:cxn ang="0">
                      <a:pos x="196" y="5"/>
                    </a:cxn>
                    <a:cxn ang="0">
                      <a:pos x="189" y="6"/>
                    </a:cxn>
                    <a:cxn ang="0">
                      <a:pos x="179" y="2"/>
                    </a:cxn>
                    <a:cxn ang="0">
                      <a:pos x="171" y="2"/>
                    </a:cxn>
                    <a:cxn ang="0">
                      <a:pos x="166" y="2"/>
                    </a:cxn>
                    <a:cxn ang="0">
                      <a:pos x="159" y="4"/>
                    </a:cxn>
                    <a:cxn ang="0">
                      <a:pos x="149" y="6"/>
                    </a:cxn>
                    <a:cxn ang="0">
                      <a:pos x="137" y="6"/>
                    </a:cxn>
                    <a:cxn ang="0">
                      <a:pos x="125" y="13"/>
                    </a:cxn>
                    <a:cxn ang="0">
                      <a:pos x="120" y="19"/>
                    </a:cxn>
                    <a:cxn ang="0">
                      <a:pos x="116" y="19"/>
                    </a:cxn>
                    <a:cxn ang="0">
                      <a:pos x="109" y="21"/>
                    </a:cxn>
                    <a:cxn ang="0">
                      <a:pos x="103" y="26"/>
                    </a:cxn>
                    <a:cxn ang="0">
                      <a:pos x="92" y="31"/>
                    </a:cxn>
                    <a:cxn ang="0">
                      <a:pos x="95" y="36"/>
                    </a:cxn>
                    <a:cxn ang="0">
                      <a:pos x="96" y="45"/>
                    </a:cxn>
                    <a:cxn ang="0">
                      <a:pos x="98" y="62"/>
                    </a:cxn>
                    <a:cxn ang="0">
                      <a:pos x="103" y="70"/>
                    </a:cxn>
                    <a:cxn ang="0">
                      <a:pos x="107" y="72"/>
                    </a:cxn>
                    <a:cxn ang="0">
                      <a:pos x="105" y="80"/>
                    </a:cxn>
                    <a:cxn ang="0">
                      <a:pos x="80" y="87"/>
                    </a:cxn>
                    <a:cxn ang="0">
                      <a:pos x="76" y="96"/>
                    </a:cxn>
                    <a:cxn ang="0">
                      <a:pos x="50" y="115"/>
                    </a:cxn>
                    <a:cxn ang="0">
                      <a:pos x="27" y="123"/>
                    </a:cxn>
                    <a:cxn ang="0">
                      <a:pos x="14" y="125"/>
                    </a:cxn>
                    <a:cxn ang="0">
                      <a:pos x="0" y="137"/>
                    </a:cxn>
                    <a:cxn ang="0">
                      <a:pos x="0" y="152"/>
                    </a:cxn>
                    <a:cxn ang="0">
                      <a:pos x="52" y="187"/>
                    </a:cxn>
                    <a:cxn ang="0">
                      <a:pos x="145" y="255"/>
                    </a:cxn>
                    <a:cxn ang="0">
                      <a:pos x="158" y="259"/>
                    </a:cxn>
                    <a:cxn ang="0">
                      <a:pos x="167" y="266"/>
                    </a:cxn>
                    <a:cxn ang="0">
                      <a:pos x="166" y="275"/>
                    </a:cxn>
                    <a:cxn ang="0">
                      <a:pos x="182" y="274"/>
                    </a:cxn>
                    <a:cxn ang="0">
                      <a:pos x="204" y="269"/>
                    </a:cxn>
                    <a:cxn ang="0">
                      <a:pos x="285" y="213"/>
                    </a:cxn>
                  </a:cxnLst>
                  <a:rect l="0" t="0" r="r" b="b"/>
                  <a:pathLst>
                    <a:path w="285" h="275">
                      <a:moveTo>
                        <a:pt x="285" y="213"/>
                      </a:moveTo>
                      <a:lnTo>
                        <a:pt x="283" y="212"/>
                      </a:lnTo>
                      <a:lnTo>
                        <a:pt x="281" y="209"/>
                      </a:lnTo>
                      <a:lnTo>
                        <a:pt x="280" y="208"/>
                      </a:lnTo>
                      <a:lnTo>
                        <a:pt x="277" y="202"/>
                      </a:lnTo>
                      <a:lnTo>
                        <a:pt x="274" y="198"/>
                      </a:lnTo>
                      <a:lnTo>
                        <a:pt x="273" y="197"/>
                      </a:lnTo>
                      <a:lnTo>
                        <a:pt x="268" y="197"/>
                      </a:lnTo>
                      <a:lnTo>
                        <a:pt x="262" y="197"/>
                      </a:lnTo>
                      <a:lnTo>
                        <a:pt x="260" y="195"/>
                      </a:lnTo>
                      <a:lnTo>
                        <a:pt x="260" y="193"/>
                      </a:lnTo>
                      <a:lnTo>
                        <a:pt x="258" y="190"/>
                      </a:lnTo>
                      <a:lnTo>
                        <a:pt x="257" y="187"/>
                      </a:lnTo>
                      <a:lnTo>
                        <a:pt x="258" y="184"/>
                      </a:lnTo>
                      <a:lnTo>
                        <a:pt x="257" y="182"/>
                      </a:lnTo>
                      <a:lnTo>
                        <a:pt x="257" y="180"/>
                      </a:lnTo>
                      <a:lnTo>
                        <a:pt x="254" y="175"/>
                      </a:lnTo>
                      <a:lnTo>
                        <a:pt x="250" y="171"/>
                      </a:lnTo>
                      <a:lnTo>
                        <a:pt x="249" y="168"/>
                      </a:lnTo>
                      <a:lnTo>
                        <a:pt x="249" y="167"/>
                      </a:lnTo>
                      <a:lnTo>
                        <a:pt x="250" y="165"/>
                      </a:lnTo>
                      <a:lnTo>
                        <a:pt x="254" y="163"/>
                      </a:lnTo>
                      <a:lnTo>
                        <a:pt x="255" y="161"/>
                      </a:lnTo>
                      <a:lnTo>
                        <a:pt x="254" y="156"/>
                      </a:lnTo>
                      <a:lnTo>
                        <a:pt x="253" y="153"/>
                      </a:lnTo>
                      <a:lnTo>
                        <a:pt x="254" y="152"/>
                      </a:lnTo>
                      <a:lnTo>
                        <a:pt x="255" y="144"/>
                      </a:lnTo>
                      <a:lnTo>
                        <a:pt x="253" y="140"/>
                      </a:lnTo>
                      <a:lnTo>
                        <a:pt x="253" y="133"/>
                      </a:lnTo>
                      <a:lnTo>
                        <a:pt x="253" y="131"/>
                      </a:lnTo>
                      <a:lnTo>
                        <a:pt x="253" y="126"/>
                      </a:lnTo>
                      <a:lnTo>
                        <a:pt x="253" y="117"/>
                      </a:lnTo>
                      <a:lnTo>
                        <a:pt x="250" y="112"/>
                      </a:lnTo>
                      <a:lnTo>
                        <a:pt x="249" y="112"/>
                      </a:lnTo>
                      <a:lnTo>
                        <a:pt x="249" y="107"/>
                      </a:lnTo>
                      <a:lnTo>
                        <a:pt x="250" y="106"/>
                      </a:lnTo>
                      <a:lnTo>
                        <a:pt x="242" y="77"/>
                      </a:lnTo>
                      <a:lnTo>
                        <a:pt x="238" y="74"/>
                      </a:lnTo>
                      <a:lnTo>
                        <a:pt x="235" y="73"/>
                      </a:lnTo>
                      <a:lnTo>
                        <a:pt x="234" y="72"/>
                      </a:lnTo>
                      <a:lnTo>
                        <a:pt x="231" y="70"/>
                      </a:lnTo>
                      <a:lnTo>
                        <a:pt x="230" y="66"/>
                      </a:lnTo>
                      <a:lnTo>
                        <a:pt x="226" y="64"/>
                      </a:lnTo>
                      <a:lnTo>
                        <a:pt x="224" y="64"/>
                      </a:lnTo>
                      <a:lnTo>
                        <a:pt x="223" y="61"/>
                      </a:lnTo>
                      <a:lnTo>
                        <a:pt x="223" y="58"/>
                      </a:lnTo>
                      <a:lnTo>
                        <a:pt x="221" y="55"/>
                      </a:lnTo>
                      <a:lnTo>
                        <a:pt x="220" y="54"/>
                      </a:lnTo>
                      <a:lnTo>
                        <a:pt x="223" y="47"/>
                      </a:lnTo>
                      <a:lnTo>
                        <a:pt x="226" y="43"/>
                      </a:lnTo>
                      <a:lnTo>
                        <a:pt x="227" y="43"/>
                      </a:lnTo>
                      <a:lnTo>
                        <a:pt x="228" y="42"/>
                      </a:lnTo>
                      <a:lnTo>
                        <a:pt x="231" y="40"/>
                      </a:lnTo>
                      <a:lnTo>
                        <a:pt x="231" y="35"/>
                      </a:lnTo>
                      <a:lnTo>
                        <a:pt x="232" y="34"/>
                      </a:lnTo>
                      <a:lnTo>
                        <a:pt x="231" y="31"/>
                      </a:lnTo>
                      <a:lnTo>
                        <a:pt x="232" y="30"/>
                      </a:lnTo>
                      <a:lnTo>
                        <a:pt x="234" y="28"/>
                      </a:lnTo>
                      <a:lnTo>
                        <a:pt x="232" y="28"/>
                      </a:lnTo>
                      <a:lnTo>
                        <a:pt x="231" y="26"/>
                      </a:lnTo>
                      <a:lnTo>
                        <a:pt x="230" y="21"/>
                      </a:lnTo>
                      <a:lnTo>
                        <a:pt x="232" y="15"/>
                      </a:lnTo>
                      <a:lnTo>
                        <a:pt x="232" y="11"/>
                      </a:lnTo>
                      <a:lnTo>
                        <a:pt x="234" y="6"/>
                      </a:lnTo>
                      <a:lnTo>
                        <a:pt x="232" y="5"/>
                      </a:lnTo>
                      <a:lnTo>
                        <a:pt x="234" y="2"/>
                      </a:lnTo>
                      <a:lnTo>
                        <a:pt x="232" y="2"/>
                      </a:lnTo>
                      <a:lnTo>
                        <a:pt x="228" y="2"/>
                      </a:lnTo>
                      <a:lnTo>
                        <a:pt x="227" y="2"/>
                      </a:lnTo>
                      <a:lnTo>
                        <a:pt x="220" y="4"/>
                      </a:lnTo>
                      <a:lnTo>
                        <a:pt x="217" y="1"/>
                      </a:lnTo>
                      <a:lnTo>
                        <a:pt x="213" y="0"/>
                      </a:lnTo>
                      <a:lnTo>
                        <a:pt x="213" y="1"/>
                      </a:lnTo>
                      <a:lnTo>
                        <a:pt x="211" y="4"/>
                      </a:lnTo>
                      <a:lnTo>
                        <a:pt x="207" y="2"/>
                      </a:lnTo>
                      <a:lnTo>
                        <a:pt x="205" y="1"/>
                      </a:lnTo>
                      <a:lnTo>
                        <a:pt x="204" y="0"/>
                      </a:lnTo>
                      <a:lnTo>
                        <a:pt x="200" y="0"/>
                      </a:lnTo>
                      <a:lnTo>
                        <a:pt x="200" y="2"/>
                      </a:lnTo>
                      <a:lnTo>
                        <a:pt x="197" y="2"/>
                      </a:lnTo>
                      <a:lnTo>
                        <a:pt x="196" y="5"/>
                      </a:lnTo>
                      <a:lnTo>
                        <a:pt x="194" y="4"/>
                      </a:lnTo>
                      <a:lnTo>
                        <a:pt x="192" y="4"/>
                      </a:lnTo>
                      <a:lnTo>
                        <a:pt x="189" y="6"/>
                      </a:lnTo>
                      <a:lnTo>
                        <a:pt x="186" y="6"/>
                      </a:lnTo>
                      <a:lnTo>
                        <a:pt x="183" y="4"/>
                      </a:lnTo>
                      <a:lnTo>
                        <a:pt x="179" y="2"/>
                      </a:lnTo>
                      <a:lnTo>
                        <a:pt x="178" y="2"/>
                      </a:lnTo>
                      <a:lnTo>
                        <a:pt x="174" y="4"/>
                      </a:lnTo>
                      <a:lnTo>
                        <a:pt x="171" y="2"/>
                      </a:lnTo>
                      <a:lnTo>
                        <a:pt x="170" y="2"/>
                      </a:lnTo>
                      <a:lnTo>
                        <a:pt x="167" y="2"/>
                      </a:lnTo>
                      <a:lnTo>
                        <a:pt x="166" y="2"/>
                      </a:lnTo>
                      <a:lnTo>
                        <a:pt x="164" y="5"/>
                      </a:lnTo>
                      <a:lnTo>
                        <a:pt x="162" y="5"/>
                      </a:lnTo>
                      <a:lnTo>
                        <a:pt x="159" y="4"/>
                      </a:lnTo>
                      <a:lnTo>
                        <a:pt x="155" y="8"/>
                      </a:lnTo>
                      <a:lnTo>
                        <a:pt x="152" y="8"/>
                      </a:lnTo>
                      <a:lnTo>
                        <a:pt x="149" y="6"/>
                      </a:lnTo>
                      <a:lnTo>
                        <a:pt x="147" y="6"/>
                      </a:lnTo>
                      <a:lnTo>
                        <a:pt x="141" y="8"/>
                      </a:lnTo>
                      <a:lnTo>
                        <a:pt x="137" y="6"/>
                      </a:lnTo>
                      <a:lnTo>
                        <a:pt x="130" y="12"/>
                      </a:lnTo>
                      <a:lnTo>
                        <a:pt x="126" y="13"/>
                      </a:lnTo>
                      <a:lnTo>
                        <a:pt x="125" y="13"/>
                      </a:lnTo>
                      <a:lnTo>
                        <a:pt x="121" y="15"/>
                      </a:lnTo>
                      <a:lnTo>
                        <a:pt x="121" y="17"/>
                      </a:lnTo>
                      <a:lnTo>
                        <a:pt x="120" y="19"/>
                      </a:lnTo>
                      <a:lnTo>
                        <a:pt x="118" y="19"/>
                      </a:lnTo>
                      <a:lnTo>
                        <a:pt x="117" y="19"/>
                      </a:lnTo>
                      <a:lnTo>
                        <a:pt x="116" y="19"/>
                      </a:lnTo>
                      <a:lnTo>
                        <a:pt x="114" y="20"/>
                      </a:lnTo>
                      <a:lnTo>
                        <a:pt x="113" y="21"/>
                      </a:lnTo>
                      <a:lnTo>
                        <a:pt x="109" y="21"/>
                      </a:lnTo>
                      <a:lnTo>
                        <a:pt x="105" y="23"/>
                      </a:lnTo>
                      <a:lnTo>
                        <a:pt x="103" y="24"/>
                      </a:lnTo>
                      <a:lnTo>
                        <a:pt x="103" y="26"/>
                      </a:lnTo>
                      <a:lnTo>
                        <a:pt x="101" y="30"/>
                      </a:lnTo>
                      <a:lnTo>
                        <a:pt x="96" y="31"/>
                      </a:lnTo>
                      <a:lnTo>
                        <a:pt x="92" y="31"/>
                      </a:lnTo>
                      <a:lnTo>
                        <a:pt x="94" y="32"/>
                      </a:lnTo>
                      <a:lnTo>
                        <a:pt x="94" y="34"/>
                      </a:lnTo>
                      <a:lnTo>
                        <a:pt x="95" y="36"/>
                      </a:lnTo>
                      <a:lnTo>
                        <a:pt x="96" y="39"/>
                      </a:lnTo>
                      <a:lnTo>
                        <a:pt x="96" y="39"/>
                      </a:lnTo>
                      <a:lnTo>
                        <a:pt x="96" y="45"/>
                      </a:lnTo>
                      <a:lnTo>
                        <a:pt x="96" y="50"/>
                      </a:lnTo>
                      <a:lnTo>
                        <a:pt x="96" y="51"/>
                      </a:lnTo>
                      <a:lnTo>
                        <a:pt x="98" y="62"/>
                      </a:lnTo>
                      <a:lnTo>
                        <a:pt x="101" y="66"/>
                      </a:lnTo>
                      <a:lnTo>
                        <a:pt x="101" y="69"/>
                      </a:lnTo>
                      <a:lnTo>
                        <a:pt x="103" y="70"/>
                      </a:lnTo>
                      <a:lnTo>
                        <a:pt x="105" y="72"/>
                      </a:lnTo>
                      <a:lnTo>
                        <a:pt x="106" y="72"/>
                      </a:lnTo>
                      <a:lnTo>
                        <a:pt x="107" y="72"/>
                      </a:lnTo>
                      <a:lnTo>
                        <a:pt x="106" y="76"/>
                      </a:lnTo>
                      <a:lnTo>
                        <a:pt x="106" y="77"/>
                      </a:lnTo>
                      <a:lnTo>
                        <a:pt x="105" y="80"/>
                      </a:lnTo>
                      <a:lnTo>
                        <a:pt x="87" y="80"/>
                      </a:lnTo>
                      <a:lnTo>
                        <a:pt x="84" y="81"/>
                      </a:lnTo>
                      <a:lnTo>
                        <a:pt x="80" y="87"/>
                      </a:lnTo>
                      <a:lnTo>
                        <a:pt x="77" y="88"/>
                      </a:lnTo>
                      <a:lnTo>
                        <a:pt x="76" y="92"/>
                      </a:lnTo>
                      <a:lnTo>
                        <a:pt x="76" y="96"/>
                      </a:lnTo>
                      <a:lnTo>
                        <a:pt x="75" y="99"/>
                      </a:lnTo>
                      <a:lnTo>
                        <a:pt x="65" y="106"/>
                      </a:lnTo>
                      <a:lnTo>
                        <a:pt x="50" y="115"/>
                      </a:lnTo>
                      <a:lnTo>
                        <a:pt x="38" y="122"/>
                      </a:lnTo>
                      <a:lnTo>
                        <a:pt x="33" y="123"/>
                      </a:lnTo>
                      <a:lnTo>
                        <a:pt x="27" y="123"/>
                      </a:lnTo>
                      <a:lnTo>
                        <a:pt x="24" y="123"/>
                      </a:lnTo>
                      <a:lnTo>
                        <a:pt x="20" y="123"/>
                      </a:lnTo>
                      <a:lnTo>
                        <a:pt x="14" y="125"/>
                      </a:lnTo>
                      <a:lnTo>
                        <a:pt x="10" y="127"/>
                      </a:lnTo>
                      <a:lnTo>
                        <a:pt x="7" y="131"/>
                      </a:lnTo>
                      <a:lnTo>
                        <a:pt x="0" y="137"/>
                      </a:lnTo>
                      <a:lnTo>
                        <a:pt x="0" y="148"/>
                      </a:lnTo>
                      <a:lnTo>
                        <a:pt x="0" y="149"/>
                      </a:lnTo>
                      <a:lnTo>
                        <a:pt x="0" y="152"/>
                      </a:lnTo>
                      <a:lnTo>
                        <a:pt x="0" y="153"/>
                      </a:lnTo>
                      <a:lnTo>
                        <a:pt x="0" y="152"/>
                      </a:lnTo>
                      <a:lnTo>
                        <a:pt x="52" y="187"/>
                      </a:lnTo>
                      <a:lnTo>
                        <a:pt x="52" y="187"/>
                      </a:lnTo>
                      <a:lnTo>
                        <a:pt x="144" y="248"/>
                      </a:lnTo>
                      <a:lnTo>
                        <a:pt x="145" y="255"/>
                      </a:lnTo>
                      <a:lnTo>
                        <a:pt x="148" y="258"/>
                      </a:lnTo>
                      <a:lnTo>
                        <a:pt x="154" y="258"/>
                      </a:lnTo>
                      <a:lnTo>
                        <a:pt x="158" y="259"/>
                      </a:lnTo>
                      <a:lnTo>
                        <a:pt x="160" y="263"/>
                      </a:lnTo>
                      <a:lnTo>
                        <a:pt x="164" y="263"/>
                      </a:lnTo>
                      <a:lnTo>
                        <a:pt x="167" y="266"/>
                      </a:lnTo>
                      <a:lnTo>
                        <a:pt x="167" y="269"/>
                      </a:lnTo>
                      <a:lnTo>
                        <a:pt x="166" y="273"/>
                      </a:lnTo>
                      <a:lnTo>
                        <a:pt x="166" y="275"/>
                      </a:lnTo>
                      <a:lnTo>
                        <a:pt x="170" y="275"/>
                      </a:lnTo>
                      <a:lnTo>
                        <a:pt x="177" y="275"/>
                      </a:lnTo>
                      <a:lnTo>
                        <a:pt x="182" y="274"/>
                      </a:lnTo>
                      <a:lnTo>
                        <a:pt x="182" y="274"/>
                      </a:lnTo>
                      <a:lnTo>
                        <a:pt x="182" y="274"/>
                      </a:lnTo>
                      <a:lnTo>
                        <a:pt x="204" y="269"/>
                      </a:lnTo>
                      <a:lnTo>
                        <a:pt x="221" y="252"/>
                      </a:lnTo>
                      <a:lnTo>
                        <a:pt x="285" y="213"/>
                      </a:lnTo>
                      <a:lnTo>
                        <a:pt x="285" y="2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917"/>
                <p:cNvSpPr>
                  <a:spLocks/>
                </p:cNvSpPr>
                <p:nvPr/>
              </p:nvSpPr>
              <p:spPr bwMode="auto">
                <a:xfrm>
                  <a:off x="4144710" y="3841245"/>
                  <a:ext cx="318984" cy="349006"/>
                </a:xfrm>
                <a:custGeom>
                  <a:avLst/>
                  <a:gdLst/>
                  <a:ahLst/>
                  <a:cxnLst>
                    <a:cxn ang="0">
                      <a:pos x="58" y="90"/>
                    </a:cxn>
                    <a:cxn ang="0">
                      <a:pos x="60" y="60"/>
                    </a:cxn>
                    <a:cxn ang="0">
                      <a:pos x="66" y="57"/>
                    </a:cxn>
                    <a:cxn ang="0">
                      <a:pos x="72" y="20"/>
                    </a:cxn>
                    <a:cxn ang="0">
                      <a:pos x="118" y="0"/>
                    </a:cxn>
                    <a:cxn ang="0">
                      <a:pos x="170" y="35"/>
                    </a:cxn>
                    <a:cxn ang="0">
                      <a:pos x="152" y="35"/>
                    </a:cxn>
                    <a:cxn ang="0">
                      <a:pos x="167" y="164"/>
                    </a:cxn>
                    <a:cxn ang="0">
                      <a:pos x="111" y="176"/>
                    </a:cxn>
                    <a:cxn ang="0">
                      <a:pos x="109" y="174"/>
                    </a:cxn>
                    <a:cxn ang="0">
                      <a:pos x="104" y="176"/>
                    </a:cxn>
                    <a:cxn ang="0">
                      <a:pos x="103" y="171"/>
                    </a:cxn>
                    <a:cxn ang="0">
                      <a:pos x="92" y="172"/>
                    </a:cxn>
                    <a:cxn ang="0">
                      <a:pos x="87" y="178"/>
                    </a:cxn>
                    <a:cxn ang="0">
                      <a:pos x="84" y="170"/>
                    </a:cxn>
                    <a:cxn ang="0">
                      <a:pos x="76" y="171"/>
                    </a:cxn>
                    <a:cxn ang="0">
                      <a:pos x="76" y="179"/>
                    </a:cxn>
                    <a:cxn ang="0">
                      <a:pos x="70" y="183"/>
                    </a:cxn>
                    <a:cxn ang="0">
                      <a:pos x="68" y="186"/>
                    </a:cxn>
                    <a:cxn ang="0">
                      <a:pos x="62" y="181"/>
                    </a:cxn>
                    <a:cxn ang="0">
                      <a:pos x="60" y="178"/>
                    </a:cxn>
                    <a:cxn ang="0">
                      <a:pos x="57" y="174"/>
                    </a:cxn>
                    <a:cxn ang="0">
                      <a:pos x="53" y="167"/>
                    </a:cxn>
                    <a:cxn ang="0">
                      <a:pos x="49" y="167"/>
                    </a:cxn>
                    <a:cxn ang="0">
                      <a:pos x="46" y="167"/>
                    </a:cxn>
                    <a:cxn ang="0">
                      <a:pos x="43" y="164"/>
                    </a:cxn>
                    <a:cxn ang="0">
                      <a:pos x="38" y="160"/>
                    </a:cxn>
                    <a:cxn ang="0">
                      <a:pos x="28" y="157"/>
                    </a:cxn>
                    <a:cxn ang="0">
                      <a:pos x="13" y="162"/>
                    </a:cxn>
                    <a:cxn ang="0">
                      <a:pos x="8" y="164"/>
                    </a:cxn>
                    <a:cxn ang="0">
                      <a:pos x="7" y="160"/>
                    </a:cxn>
                    <a:cxn ang="0">
                      <a:pos x="12" y="147"/>
                    </a:cxn>
                    <a:cxn ang="0">
                      <a:pos x="11" y="122"/>
                    </a:cxn>
                    <a:cxn ang="0">
                      <a:pos x="8" y="114"/>
                    </a:cxn>
                    <a:cxn ang="0">
                      <a:pos x="11" y="110"/>
                    </a:cxn>
                    <a:cxn ang="0">
                      <a:pos x="12" y="104"/>
                    </a:cxn>
                    <a:cxn ang="0">
                      <a:pos x="5" y="100"/>
                    </a:cxn>
                    <a:cxn ang="0">
                      <a:pos x="4" y="96"/>
                    </a:cxn>
                    <a:cxn ang="0">
                      <a:pos x="0" y="94"/>
                    </a:cxn>
                    <a:cxn ang="0">
                      <a:pos x="1" y="91"/>
                    </a:cxn>
                  </a:cxnLst>
                  <a:rect l="0" t="0" r="r" b="b"/>
                  <a:pathLst>
                    <a:path w="170" h="186">
                      <a:moveTo>
                        <a:pt x="1" y="91"/>
                      </a:moveTo>
                      <a:lnTo>
                        <a:pt x="58" y="90"/>
                      </a:lnTo>
                      <a:lnTo>
                        <a:pt x="58" y="64"/>
                      </a:lnTo>
                      <a:lnTo>
                        <a:pt x="60" y="60"/>
                      </a:lnTo>
                      <a:lnTo>
                        <a:pt x="62" y="58"/>
                      </a:lnTo>
                      <a:lnTo>
                        <a:pt x="66" y="57"/>
                      </a:lnTo>
                      <a:lnTo>
                        <a:pt x="72" y="57"/>
                      </a:lnTo>
                      <a:lnTo>
                        <a:pt x="72" y="20"/>
                      </a:lnTo>
                      <a:lnTo>
                        <a:pt x="117" y="20"/>
                      </a:lnTo>
                      <a:lnTo>
                        <a:pt x="118" y="0"/>
                      </a:lnTo>
                      <a:lnTo>
                        <a:pt x="170" y="35"/>
                      </a:lnTo>
                      <a:lnTo>
                        <a:pt x="170" y="35"/>
                      </a:lnTo>
                      <a:lnTo>
                        <a:pt x="168" y="35"/>
                      </a:lnTo>
                      <a:lnTo>
                        <a:pt x="152" y="35"/>
                      </a:lnTo>
                      <a:lnTo>
                        <a:pt x="163" y="160"/>
                      </a:lnTo>
                      <a:lnTo>
                        <a:pt x="167" y="164"/>
                      </a:lnTo>
                      <a:lnTo>
                        <a:pt x="163" y="176"/>
                      </a:lnTo>
                      <a:lnTo>
                        <a:pt x="111" y="176"/>
                      </a:lnTo>
                      <a:lnTo>
                        <a:pt x="110" y="176"/>
                      </a:lnTo>
                      <a:lnTo>
                        <a:pt x="109" y="174"/>
                      </a:lnTo>
                      <a:lnTo>
                        <a:pt x="107" y="174"/>
                      </a:lnTo>
                      <a:lnTo>
                        <a:pt x="104" y="176"/>
                      </a:lnTo>
                      <a:lnTo>
                        <a:pt x="103" y="175"/>
                      </a:lnTo>
                      <a:lnTo>
                        <a:pt x="103" y="171"/>
                      </a:lnTo>
                      <a:lnTo>
                        <a:pt x="99" y="170"/>
                      </a:lnTo>
                      <a:lnTo>
                        <a:pt x="92" y="172"/>
                      </a:lnTo>
                      <a:lnTo>
                        <a:pt x="88" y="179"/>
                      </a:lnTo>
                      <a:lnTo>
                        <a:pt x="87" y="178"/>
                      </a:lnTo>
                      <a:lnTo>
                        <a:pt x="84" y="174"/>
                      </a:lnTo>
                      <a:lnTo>
                        <a:pt x="84" y="170"/>
                      </a:lnTo>
                      <a:lnTo>
                        <a:pt x="81" y="170"/>
                      </a:lnTo>
                      <a:lnTo>
                        <a:pt x="76" y="171"/>
                      </a:lnTo>
                      <a:lnTo>
                        <a:pt x="76" y="176"/>
                      </a:lnTo>
                      <a:lnTo>
                        <a:pt x="76" y="179"/>
                      </a:lnTo>
                      <a:lnTo>
                        <a:pt x="75" y="183"/>
                      </a:lnTo>
                      <a:lnTo>
                        <a:pt x="70" y="183"/>
                      </a:lnTo>
                      <a:lnTo>
                        <a:pt x="68" y="186"/>
                      </a:lnTo>
                      <a:lnTo>
                        <a:pt x="68" y="186"/>
                      </a:lnTo>
                      <a:lnTo>
                        <a:pt x="66" y="183"/>
                      </a:lnTo>
                      <a:lnTo>
                        <a:pt x="62" y="181"/>
                      </a:lnTo>
                      <a:lnTo>
                        <a:pt x="61" y="181"/>
                      </a:lnTo>
                      <a:lnTo>
                        <a:pt x="60" y="178"/>
                      </a:lnTo>
                      <a:lnTo>
                        <a:pt x="57" y="176"/>
                      </a:lnTo>
                      <a:lnTo>
                        <a:pt x="57" y="174"/>
                      </a:lnTo>
                      <a:lnTo>
                        <a:pt x="53" y="171"/>
                      </a:lnTo>
                      <a:lnTo>
                        <a:pt x="53" y="167"/>
                      </a:lnTo>
                      <a:lnTo>
                        <a:pt x="51" y="166"/>
                      </a:lnTo>
                      <a:lnTo>
                        <a:pt x="49" y="167"/>
                      </a:lnTo>
                      <a:lnTo>
                        <a:pt x="49" y="166"/>
                      </a:lnTo>
                      <a:lnTo>
                        <a:pt x="46" y="167"/>
                      </a:lnTo>
                      <a:lnTo>
                        <a:pt x="43" y="166"/>
                      </a:lnTo>
                      <a:lnTo>
                        <a:pt x="43" y="164"/>
                      </a:lnTo>
                      <a:lnTo>
                        <a:pt x="41" y="160"/>
                      </a:lnTo>
                      <a:lnTo>
                        <a:pt x="38" y="160"/>
                      </a:lnTo>
                      <a:lnTo>
                        <a:pt x="31" y="157"/>
                      </a:lnTo>
                      <a:lnTo>
                        <a:pt x="28" y="157"/>
                      </a:lnTo>
                      <a:lnTo>
                        <a:pt x="20" y="160"/>
                      </a:lnTo>
                      <a:lnTo>
                        <a:pt x="13" y="162"/>
                      </a:lnTo>
                      <a:lnTo>
                        <a:pt x="11" y="164"/>
                      </a:lnTo>
                      <a:lnTo>
                        <a:pt x="8" y="164"/>
                      </a:lnTo>
                      <a:lnTo>
                        <a:pt x="5" y="166"/>
                      </a:lnTo>
                      <a:lnTo>
                        <a:pt x="7" y="160"/>
                      </a:lnTo>
                      <a:lnTo>
                        <a:pt x="9" y="152"/>
                      </a:lnTo>
                      <a:lnTo>
                        <a:pt x="12" y="147"/>
                      </a:lnTo>
                      <a:lnTo>
                        <a:pt x="13" y="137"/>
                      </a:lnTo>
                      <a:lnTo>
                        <a:pt x="11" y="122"/>
                      </a:lnTo>
                      <a:lnTo>
                        <a:pt x="7" y="115"/>
                      </a:lnTo>
                      <a:lnTo>
                        <a:pt x="8" y="114"/>
                      </a:lnTo>
                      <a:lnTo>
                        <a:pt x="9" y="114"/>
                      </a:lnTo>
                      <a:lnTo>
                        <a:pt x="11" y="110"/>
                      </a:lnTo>
                      <a:lnTo>
                        <a:pt x="9" y="107"/>
                      </a:lnTo>
                      <a:lnTo>
                        <a:pt x="12" y="104"/>
                      </a:lnTo>
                      <a:lnTo>
                        <a:pt x="8" y="99"/>
                      </a:lnTo>
                      <a:lnTo>
                        <a:pt x="5" y="100"/>
                      </a:lnTo>
                      <a:lnTo>
                        <a:pt x="4" y="99"/>
                      </a:lnTo>
                      <a:lnTo>
                        <a:pt x="4" y="96"/>
                      </a:lnTo>
                      <a:lnTo>
                        <a:pt x="0" y="99"/>
                      </a:lnTo>
                      <a:lnTo>
                        <a:pt x="0" y="94"/>
                      </a:lnTo>
                      <a:lnTo>
                        <a:pt x="1" y="91"/>
                      </a:lnTo>
                      <a:lnTo>
                        <a:pt x="1" y="9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918"/>
                <p:cNvSpPr>
                  <a:spLocks/>
                </p:cNvSpPr>
                <p:nvPr/>
              </p:nvSpPr>
              <p:spPr bwMode="auto">
                <a:xfrm>
                  <a:off x="4272304" y="3906917"/>
                  <a:ext cx="435320" cy="405297"/>
                </a:xfrm>
                <a:custGeom>
                  <a:avLst/>
                  <a:gdLst/>
                  <a:ahLst/>
                  <a:cxnLst>
                    <a:cxn ang="0">
                      <a:pos x="7" y="148"/>
                    </a:cxn>
                    <a:cxn ang="0">
                      <a:pos x="8" y="136"/>
                    </a:cxn>
                    <a:cxn ang="0">
                      <a:pos x="16" y="139"/>
                    </a:cxn>
                    <a:cxn ang="0">
                      <a:pos x="24" y="137"/>
                    </a:cxn>
                    <a:cxn ang="0">
                      <a:pos x="35" y="140"/>
                    </a:cxn>
                    <a:cxn ang="0">
                      <a:pos x="41" y="139"/>
                    </a:cxn>
                    <a:cxn ang="0">
                      <a:pos x="95" y="141"/>
                    </a:cxn>
                    <a:cxn ang="0">
                      <a:pos x="84" y="0"/>
                    </a:cxn>
                    <a:cxn ang="0">
                      <a:pos x="195" y="68"/>
                    </a:cxn>
                    <a:cxn ang="0">
                      <a:pos x="208" y="72"/>
                    </a:cxn>
                    <a:cxn ang="0">
                      <a:pos x="217" y="79"/>
                    </a:cxn>
                    <a:cxn ang="0">
                      <a:pos x="216" y="88"/>
                    </a:cxn>
                    <a:cxn ang="0">
                      <a:pos x="232" y="87"/>
                    </a:cxn>
                    <a:cxn ang="0">
                      <a:pos x="229" y="127"/>
                    </a:cxn>
                    <a:cxn ang="0">
                      <a:pos x="227" y="136"/>
                    </a:cxn>
                    <a:cxn ang="0">
                      <a:pos x="210" y="143"/>
                    </a:cxn>
                    <a:cxn ang="0">
                      <a:pos x="198" y="146"/>
                    </a:cxn>
                    <a:cxn ang="0">
                      <a:pos x="180" y="148"/>
                    </a:cxn>
                    <a:cxn ang="0">
                      <a:pos x="176" y="147"/>
                    </a:cxn>
                    <a:cxn ang="0">
                      <a:pos x="166" y="146"/>
                    </a:cxn>
                    <a:cxn ang="0">
                      <a:pos x="151" y="152"/>
                    </a:cxn>
                    <a:cxn ang="0">
                      <a:pos x="132" y="166"/>
                    </a:cxn>
                    <a:cxn ang="0">
                      <a:pos x="118" y="169"/>
                    </a:cxn>
                    <a:cxn ang="0">
                      <a:pos x="113" y="177"/>
                    </a:cxn>
                    <a:cxn ang="0">
                      <a:pos x="104" y="190"/>
                    </a:cxn>
                    <a:cxn ang="0">
                      <a:pos x="100" y="197"/>
                    </a:cxn>
                    <a:cxn ang="0">
                      <a:pos x="98" y="205"/>
                    </a:cxn>
                    <a:cxn ang="0">
                      <a:pos x="96" y="212"/>
                    </a:cxn>
                    <a:cxn ang="0">
                      <a:pos x="88" y="213"/>
                    </a:cxn>
                    <a:cxn ang="0">
                      <a:pos x="80" y="212"/>
                    </a:cxn>
                    <a:cxn ang="0">
                      <a:pos x="73" y="215"/>
                    </a:cxn>
                    <a:cxn ang="0">
                      <a:pos x="64" y="215"/>
                    </a:cxn>
                    <a:cxn ang="0">
                      <a:pos x="58" y="212"/>
                    </a:cxn>
                    <a:cxn ang="0">
                      <a:pos x="57" y="205"/>
                    </a:cxn>
                    <a:cxn ang="0">
                      <a:pos x="51" y="208"/>
                    </a:cxn>
                    <a:cxn ang="0">
                      <a:pos x="55" y="199"/>
                    </a:cxn>
                    <a:cxn ang="0">
                      <a:pos x="51" y="193"/>
                    </a:cxn>
                    <a:cxn ang="0">
                      <a:pos x="47" y="186"/>
                    </a:cxn>
                    <a:cxn ang="0">
                      <a:pos x="39" y="186"/>
                    </a:cxn>
                    <a:cxn ang="0">
                      <a:pos x="32" y="190"/>
                    </a:cxn>
                    <a:cxn ang="0">
                      <a:pos x="23" y="190"/>
                    </a:cxn>
                    <a:cxn ang="0">
                      <a:pos x="16" y="190"/>
                    </a:cxn>
                    <a:cxn ang="0">
                      <a:pos x="16" y="185"/>
                    </a:cxn>
                    <a:cxn ang="0">
                      <a:pos x="13" y="180"/>
                    </a:cxn>
                    <a:cxn ang="0">
                      <a:pos x="11" y="174"/>
                    </a:cxn>
                    <a:cxn ang="0">
                      <a:pos x="7" y="171"/>
                    </a:cxn>
                    <a:cxn ang="0">
                      <a:pos x="1" y="163"/>
                    </a:cxn>
                    <a:cxn ang="0">
                      <a:pos x="1" y="152"/>
                    </a:cxn>
                  </a:cxnLst>
                  <a:rect l="0" t="0" r="r" b="b"/>
                  <a:pathLst>
                    <a:path w="232" h="216">
                      <a:moveTo>
                        <a:pt x="0" y="151"/>
                      </a:moveTo>
                      <a:lnTo>
                        <a:pt x="2" y="148"/>
                      </a:lnTo>
                      <a:lnTo>
                        <a:pt x="7" y="148"/>
                      </a:lnTo>
                      <a:lnTo>
                        <a:pt x="8" y="144"/>
                      </a:lnTo>
                      <a:lnTo>
                        <a:pt x="8" y="141"/>
                      </a:lnTo>
                      <a:lnTo>
                        <a:pt x="8" y="136"/>
                      </a:lnTo>
                      <a:lnTo>
                        <a:pt x="13" y="135"/>
                      </a:lnTo>
                      <a:lnTo>
                        <a:pt x="16" y="135"/>
                      </a:lnTo>
                      <a:lnTo>
                        <a:pt x="16" y="139"/>
                      </a:lnTo>
                      <a:lnTo>
                        <a:pt x="19" y="143"/>
                      </a:lnTo>
                      <a:lnTo>
                        <a:pt x="20" y="144"/>
                      </a:lnTo>
                      <a:lnTo>
                        <a:pt x="24" y="137"/>
                      </a:lnTo>
                      <a:lnTo>
                        <a:pt x="31" y="135"/>
                      </a:lnTo>
                      <a:lnTo>
                        <a:pt x="35" y="136"/>
                      </a:lnTo>
                      <a:lnTo>
                        <a:pt x="35" y="140"/>
                      </a:lnTo>
                      <a:lnTo>
                        <a:pt x="36" y="141"/>
                      </a:lnTo>
                      <a:lnTo>
                        <a:pt x="39" y="139"/>
                      </a:lnTo>
                      <a:lnTo>
                        <a:pt x="41" y="139"/>
                      </a:lnTo>
                      <a:lnTo>
                        <a:pt x="42" y="141"/>
                      </a:lnTo>
                      <a:lnTo>
                        <a:pt x="43" y="141"/>
                      </a:lnTo>
                      <a:lnTo>
                        <a:pt x="95" y="141"/>
                      </a:lnTo>
                      <a:lnTo>
                        <a:pt x="99" y="129"/>
                      </a:lnTo>
                      <a:lnTo>
                        <a:pt x="95" y="125"/>
                      </a:lnTo>
                      <a:lnTo>
                        <a:pt x="84" y="0"/>
                      </a:lnTo>
                      <a:lnTo>
                        <a:pt x="100" y="0"/>
                      </a:lnTo>
                      <a:lnTo>
                        <a:pt x="194" y="61"/>
                      </a:lnTo>
                      <a:lnTo>
                        <a:pt x="195" y="68"/>
                      </a:lnTo>
                      <a:lnTo>
                        <a:pt x="198" y="71"/>
                      </a:lnTo>
                      <a:lnTo>
                        <a:pt x="204" y="71"/>
                      </a:lnTo>
                      <a:lnTo>
                        <a:pt x="208" y="72"/>
                      </a:lnTo>
                      <a:lnTo>
                        <a:pt x="210" y="76"/>
                      </a:lnTo>
                      <a:lnTo>
                        <a:pt x="214" y="76"/>
                      </a:lnTo>
                      <a:lnTo>
                        <a:pt x="217" y="79"/>
                      </a:lnTo>
                      <a:lnTo>
                        <a:pt x="217" y="82"/>
                      </a:lnTo>
                      <a:lnTo>
                        <a:pt x="216" y="86"/>
                      </a:lnTo>
                      <a:lnTo>
                        <a:pt x="216" y="88"/>
                      </a:lnTo>
                      <a:lnTo>
                        <a:pt x="220" y="88"/>
                      </a:lnTo>
                      <a:lnTo>
                        <a:pt x="227" y="88"/>
                      </a:lnTo>
                      <a:lnTo>
                        <a:pt x="232" y="87"/>
                      </a:lnTo>
                      <a:lnTo>
                        <a:pt x="232" y="87"/>
                      </a:lnTo>
                      <a:lnTo>
                        <a:pt x="231" y="114"/>
                      </a:lnTo>
                      <a:lnTo>
                        <a:pt x="229" y="127"/>
                      </a:lnTo>
                      <a:lnTo>
                        <a:pt x="228" y="128"/>
                      </a:lnTo>
                      <a:lnTo>
                        <a:pt x="227" y="133"/>
                      </a:lnTo>
                      <a:lnTo>
                        <a:pt x="227" y="136"/>
                      </a:lnTo>
                      <a:lnTo>
                        <a:pt x="219" y="140"/>
                      </a:lnTo>
                      <a:lnTo>
                        <a:pt x="214" y="143"/>
                      </a:lnTo>
                      <a:lnTo>
                        <a:pt x="210" y="143"/>
                      </a:lnTo>
                      <a:lnTo>
                        <a:pt x="206" y="146"/>
                      </a:lnTo>
                      <a:lnTo>
                        <a:pt x="204" y="146"/>
                      </a:lnTo>
                      <a:lnTo>
                        <a:pt x="198" y="146"/>
                      </a:lnTo>
                      <a:lnTo>
                        <a:pt x="194" y="147"/>
                      </a:lnTo>
                      <a:lnTo>
                        <a:pt x="190" y="147"/>
                      </a:lnTo>
                      <a:lnTo>
                        <a:pt x="180" y="148"/>
                      </a:lnTo>
                      <a:lnTo>
                        <a:pt x="178" y="147"/>
                      </a:lnTo>
                      <a:lnTo>
                        <a:pt x="176" y="148"/>
                      </a:lnTo>
                      <a:lnTo>
                        <a:pt x="176" y="147"/>
                      </a:lnTo>
                      <a:lnTo>
                        <a:pt x="174" y="147"/>
                      </a:lnTo>
                      <a:lnTo>
                        <a:pt x="170" y="146"/>
                      </a:lnTo>
                      <a:lnTo>
                        <a:pt x="166" y="146"/>
                      </a:lnTo>
                      <a:lnTo>
                        <a:pt x="159" y="147"/>
                      </a:lnTo>
                      <a:lnTo>
                        <a:pt x="155" y="150"/>
                      </a:lnTo>
                      <a:lnTo>
                        <a:pt x="151" y="152"/>
                      </a:lnTo>
                      <a:lnTo>
                        <a:pt x="140" y="158"/>
                      </a:lnTo>
                      <a:lnTo>
                        <a:pt x="133" y="163"/>
                      </a:lnTo>
                      <a:lnTo>
                        <a:pt x="132" y="166"/>
                      </a:lnTo>
                      <a:lnTo>
                        <a:pt x="123" y="169"/>
                      </a:lnTo>
                      <a:lnTo>
                        <a:pt x="122" y="169"/>
                      </a:lnTo>
                      <a:lnTo>
                        <a:pt x="118" y="169"/>
                      </a:lnTo>
                      <a:lnTo>
                        <a:pt x="118" y="170"/>
                      </a:lnTo>
                      <a:lnTo>
                        <a:pt x="115" y="171"/>
                      </a:lnTo>
                      <a:lnTo>
                        <a:pt x="113" y="177"/>
                      </a:lnTo>
                      <a:lnTo>
                        <a:pt x="113" y="178"/>
                      </a:lnTo>
                      <a:lnTo>
                        <a:pt x="108" y="182"/>
                      </a:lnTo>
                      <a:lnTo>
                        <a:pt x="104" y="190"/>
                      </a:lnTo>
                      <a:lnTo>
                        <a:pt x="102" y="193"/>
                      </a:lnTo>
                      <a:lnTo>
                        <a:pt x="99" y="194"/>
                      </a:lnTo>
                      <a:lnTo>
                        <a:pt x="100" y="197"/>
                      </a:lnTo>
                      <a:lnTo>
                        <a:pt x="100" y="201"/>
                      </a:lnTo>
                      <a:lnTo>
                        <a:pt x="98" y="203"/>
                      </a:lnTo>
                      <a:lnTo>
                        <a:pt x="98" y="205"/>
                      </a:lnTo>
                      <a:lnTo>
                        <a:pt x="99" y="207"/>
                      </a:lnTo>
                      <a:lnTo>
                        <a:pt x="98" y="211"/>
                      </a:lnTo>
                      <a:lnTo>
                        <a:pt x="96" y="212"/>
                      </a:lnTo>
                      <a:lnTo>
                        <a:pt x="94" y="216"/>
                      </a:lnTo>
                      <a:lnTo>
                        <a:pt x="89" y="215"/>
                      </a:lnTo>
                      <a:lnTo>
                        <a:pt x="88" y="213"/>
                      </a:lnTo>
                      <a:lnTo>
                        <a:pt x="88" y="212"/>
                      </a:lnTo>
                      <a:lnTo>
                        <a:pt x="85" y="211"/>
                      </a:lnTo>
                      <a:lnTo>
                        <a:pt x="80" y="212"/>
                      </a:lnTo>
                      <a:lnTo>
                        <a:pt x="80" y="213"/>
                      </a:lnTo>
                      <a:lnTo>
                        <a:pt x="79" y="215"/>
                      </a:lnTo>
                      <a:lnTo>
                        <a:pt x="73" y="215"/>
                      </a:lnTo>
                      <a:lnTo>
                        <a:pt x="69" y="212"/>
                      </a:lnTo>
                      <a:lnTo>
                        <a:pt x="68" y="212"/>
                      </a:lnTo>
                      <a:lnTo>
                        <a:pt x="64" y="215"/>
                      </a:lnTo>
                      <a:lnTo>
                        <a:pt x="64" y="213"/>
                      </a:lnTo>
                      <a:lnTo>
                        <a:pt x="62" y="212"/>
                      </a:lnTo>
                      <a:lnTo>
                        <a:pt x="58" y="212"/>
                      </a:lnTo>
                      <a:lnTo>
                        <a:pt x="58" y="209"/>
                      </a:lnTo>
                      <a:lnTo>
                        <a:pt x="57" y="208"/>
                      </a:lnTo>
                      <a:lnTo>
                        <a:pt x="57" y="205"/>
                      </a:lnTo>
                      <a:lnTo>
                        <a:pt x="55" y="205"/>
                      </a:lnTo>
                      <a:lnTo>
                        <a:pt x="54" y="208"/>
                      </a:lnTo>
                      <a:lnTo>
                        <a:pt x="51" y="208"/>
                      </a:lnTo>
                      <a:lnTo>
                        <a:pt x="53" y="204"/>
                      </a:lnTo>
                      <a:lnTo>
                        <a:pt x="55" y="200"/>
                      </a:lnTo>
                      <a:lnTo>
                        <a:pt x="55" y="199"/>
                      </a:lnTo>
                      <a:lnTo>
                        <a:pt x="53" y="199"/>
                      </a:lnTo>
                      <a:lnTo>
                        <a:pt x="51" y="197"/>
                      </a:lnTo>
                      <a:lnTo>
                        <a:pt x="51" y="193"/>
                      </a:lnTo>
                      <a:lnTo>
                        <a:pt x="50" y="190"/>
                      </a:lnTo>
                      <a:lnTo>
                        <a:pt x="47" y="188"/>
                      </a:lnTo>
                      <a:lnTo>
                        <a:pt x="47" y="186"/>
                      </a:lnTo>
                      <a:lnTo>
                        <a:pt x="45" y="186"/>
                      </a:lnTo>
                      <a:lnTo>
                        <a:pt x="43" y="188"/>
                      </a:lnTo>
                      <a:lnTo>
                        <a:pt x="39" y="186"/>
                      </a:lnTo>
                      <a:lnTo>
                        <a:pt x="36" y="186"/>
                      </a:lnTo>
                      <a:lnTo>
                        <a:pt x="34" y="190"/>
                      </a:lnTo>
                      <a:lnTo>
                        <a:pt x="32" y="190"/>
                      </a:lnTo>
                      <a:lnTo>
                        <a:pt x="28" y="192"/>
                      </a:lnTo>
                      <a:lnTo>
                        <a:pt x="26" y="192"/>
                      </a:lnTo>
                      <a:lnTo>
                        <a:pt x="23" y="190"/>
                      </a:lnTo>
                      <a:lnTo>
                        <a:pt x="20" y="189"/>
                      </a:lnTo>
                      <a:lnTo>
                        <a:pt x="17" y="190"/>
                      </a:lnTo>
                      <a:lnTo>
                        <a:pt x="16" y="190"/>
                      </a:lnTo>
                      <a:lnTo>
                        <a:pt x="16" y="190"/>
                      </a:lnTo>
                      <a:lnTo>
                        <a:pt x="16" y="188"/>
                      </a:lnTo>
                      <a:lnTo>
                        <a:pt x="16" y="185"/>
                      </a:lnTo>
                      <a:lnTo>
                        <a:pt x="13" y="184"/>
                      </a:lnTo>
                      <a:lnTo>
                        <a:pt x="12" y="181"/>
                      </a:lnTo>
                      <a:lnTo>
                        <a:pt x="13" y="180"/>
                      </a:lnTo>
                      <a:lnTo>
                        <a:pt x="13" y="178"/>
                      </a:lnTo>
                      <a:lnTo>
                        <a:pt x="12" y="175"/>
                      </a:lnTo>
                      <a:lnTo>
                        <a:pt x="11" y="174"/>
                      </a:lnTo>
                      <a:lnTo>
                        <a:pt x="9" y="173"/>
                      </a:lnTo>
                      <a:lnTo>
                        <a:pt x="8" y="173"/>
                      </a:lnTo>
                      <a:lnTo>
                        <a:pt x="7" y="171"/>
                      </a:lnTo>
                      <a:lnTo>
                        <a:pt x="4" y="167"/>
                      </a:lnTo>
                      <a:lnTo>
                        <a:pt x="1" y="165"/>
                      </a:lnTo>
                      <a:lnTo>
                        <a:pt x="1" y="163"/>
                      </a:lnTo>
                      <a:lnTo>
                        <a:pt x="2" y="156"/>
                      </a:lnTo>
                      <a:lnTo>
                        <a:pt x="1" y="155"/>
                      </a:lnTo>
                      <a:lnTo>
                        <a:pt x="1" y="152"/>
                      </a:lnTo>
                      <a:lnTo>
                        <a:pt x="0" y="15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919"/>
                <p:cNvSpPr>
                  <a:spLocks/>
                </p:cNvSpPr>
                <p:nvPr/>
              </p:nvSpPr>
              <p:spPr bwMode="auto">
                <a:xfrm>
                  <a:off x="4456189" y="4180868"/>
                  <a:ext cx="200773" cy="144482"/>
                </a:xfrm>
                <a:custGeom>
                  <a:avLst/>
                  <a:gdLst/>
                  <a:ahLst/>
                  <a:cxnLst>
                    <a:cxn ang="0">
                      <a:pos x="1" y="61"/>
                    </a:cxn>
                    <a:cxn ang="0">
                      <a:pos x="0" y="57"/>
                    </a:cxn>
                    <a:cxn ang="0">
                      <a:pos x="2" y="51"/>
                    </a:cxn>
                    <a:cxn ang="0">
                      <a:pos x="4" y="47"/>
                    </a:cxn>
                    <a:cxn ang="0">
                      <a:pos x="10" y="36"/>
                    </a:cxn>
                    <a:cxn ang="0">
                      <a:pos x="15" y="31"/>
                    </a:cxn>
                    <a:cxn ang="0">
                      <a:pos x="20" y="24"/>
                    </a:cxn>
                    <a:cxn ang="0">
                      <a:pos x="24" y="23"/>
                    </a:cxn>
                    <a:cxn ang="0">
                      <a:pos x="34" y="20"/>
                    </a:cxn>
                    <a:cxn ang="0">
                      <a:pos x="42" y="12"/>
                    </a:cxn>
                    <a:cxn ang="0">
                      <a:pos x="57" y="4"/>
                    </a:cxn>
                    <a:cxn ang="0">
                      <a:pos x="68" y="0"/>
                    </a:cxn>
                    <a:cxn ang="0">
                      <a:pos x="76" y="1"/>
                    </a:cxn>
                    <a:cxn ang="0">
                      <a:pos x="78" y="2"/>
                    </a:cxn>
                    <a:cxn ang="0">
                      <a:pos x="78" y="6"/>
                    </a:cxn>
                    <a:cxn ang="0">
                      <a:pos x="76" y="14"/>
                    </a:cxn>
                    <a:cxn ang="0">
                      <a:pos x="91" y="28"/>
                    </a:cxn>
                    <a:cxn ang="0">
                      <a:pos x="101" y="29"/>
                    </a:cxn>
                    <a:cxn ang="0">
                      <a:pos x="103" y="32"/>
                    </a:cxn>
                    <a:cxn ang="0">
                      <a:pos x="104" y="36"/>
                    </a:cxn>
                    <a:cxn ang="0">
                      <a:pos x="106" y="42"/>
                    </a:cxn>
                    <a:cxn ang="0">
                      <a:pos x="107" y="44"/>
                    </a:cxn>
                    <a:cxn ang="0">
                      <a:pos x="101" y="48"/>
                    </a:cxn>
                    <a:cxn ang="0">
                      <a:pos x="95" y="50"/>
                    </a:cxn>
                    <a:cxn ang="0">
                      <a:pos x="92" y="54"/>
                    </a:cxn>
                    <a:cxn ang="0">
                      <a:pos x="91" y="58"/>
                    </a:cxn>
                    <a:cxn ang="0">
                      <a:pos x="87" y="61"/>
                    </a:cxn>
                    <a:cxn ang="0">
                      <a:pos x="70" y="57"/>
                    </a:cxn>
                    <a:cxn ang="0">
                      <a:pos x="70" y="57"/>
                    </a:cxn>
                    <a:cxn ang="0">
                      <a:pos x="63" y="58"/>
                    </a:cxn>
                    <a:cxn ang="0">
                      <a:pos x="50" y="59"/>
                    </a:cxn>
                    <a:cxn ang="0">
                      <a:pos x="39" y="59"/>
                    </a:cxn>
                    <a:cxn ang="0">
                      <a:pos x="34" y="63"/>
                    </a:cxn>
                    <a:cxn ang="0">
                      <a:pos x="36" y="69"/>
                    </a:cxn>
                    <a:cxn ang="0">
                      <a:pos x="38" y="77"/>
                    </a:cxn>
                    <a:cxn ang="0">
                      <a:pos x="32" y="76"/>
                    </a:cxn>
                    <a:cxn ang="0">
                      <a:pos x="28" y="77"/>
                    </a:cxn>
                    <a:cxn ang="0">
                      <a:pos x="20" y="76"/>
                    </a:cxn>
                    <a:cxn ang="0">
                      <a:pos x="16" y="72"/>
                    </a:cxn>
                    <a:cxn ang="0">
                      <a:pos x="12" y="70"/>
                    </a:cxn>
                    <a:cxn ang="0">
                      <a:pos x="4" y="67"/>
                    </a:cxn>
                    <a:cxn ang="0">
                      <a:pos x="0" y="65"/>
                    </a:cxn>
                  </a:cxnLst>
                  <a:rect l="0" t="0" r="r" b="b"/>
                  <a:pathLst>
                    <a:path w="107" h="77">
                      <a:moveTo>
                        <a:pt x="0" y="65"/>
                      </a:moveTo>
                      <a:lnTo>
                        <a:pt x="1" y="61"/>
                      </a:lnTo>
                      <a:lnTo>
                        <a:pt x="0" y="59"/>
                      </a:lnTo>
                      <a:lnTo>
                        <a:pt x="0" y="57"/>
                      </a:lnTo>
                      <a:lnTo>
                        <a:pt x="2" y="55"/>
                      </a:lnTo>
                      <a:lnTo>
                        <a:pt x="2" y="51"/>
                      </a:lnTo>
                      <a:lnTo>
                        <a:pt x="1" y="48"/>
                      </a:lnTo>
                      <a:lnTo>
                        <a:pt x="4" y="47"/>
                      </a:lnTo>
                      <a:lnTo>
                        <a:pt x="6" y="44"/>
                      </a:lnTo>
                      <a:lnTo>
                        <a:pt x="10" y="36"/>
                      </a:lnTo>
                      <a:lnTo>
                        <a:pt x="15" y="32"/>
                      </a:lnTo>
                      <a:lnTo>
                        <a:pt x="15" y="31"/>
                      </a:lnTo>
                      <a:lnTo>
                        <a:pt x="17" y="25"/>
                      </a:lnTo>
                      <a:lnTo>
                        <a:pt x="20" y="24"/>
                      </a:lnTo>
                      <a:lnTo>
                        <a:pt x="20" y="23"/>
                      </a:lnTo>
                      <a:lnTo>
                        <a:pt x="24" y="23"/>
                      </a:lnTo>
                      <a:lnTo>
                        <a:pt x="25" y="23"/>
                      </a:lnTo>
                      <a:lnTo>
                        <a:pt x="34" y="20"/>
                      </a:lnTo>
                      <a:lnTo>
                        <a:pt x="35" y="17"/>
                      </a:lnTo>
                      <a:lnTo>
                        <a:pt x="42" y="12"/>
                      </a:lnTo>
                      <a:lnTo>
                        <a:pt x="53" y="6"/>
                      </a:lnTo>
                      <a:lnTo>
                        <a:pt x="57" y="4"/>
                      </a:lnTo>
                      <a:lnTo>
                        <a:pt x="61" y="1"/>
                      </a:lnTo>
                      <a:lnTo>
                        <a:pt x="68" y="0"/>
                      </a:lnTo>
                      <a:lnTo>
                        <a:pt x="72" y="0"/>
                      </a:lnTo>
                      <a:lnTo>
                        <a:pt x="76" y="1"/>
                      </a:lnTo>
                      <a:lnTo>
                        <a:pt x="78" y="1"/>
                      </a:lnTo>
                      <a:lnTo>
                        <a:pt x="78" y="2"/>
                      </a:lnTo>
                      <a:lnTo>
                        <a:pt x="78" y="4"/>
                      </a:lnTo>
                      <a:lnTo>
                        <a:pt x="78" y="6"/>
                      </a:lnTo>
                      <a:lnTo>
                        <a:pt x="76" y="10"/>
                      </a:lnTo>
                      <a:lnTo>
                        <a:pt x="76" y="14"/>
                      </a:lnTo>
                      <a:lnTo>
                        <a:pt x="89" y="23"/>
                      </a:lnTo>
                      <a:lnTo>
                        <a:pt x="91" y="28"/>
                      </a:lnTo>
                      <a:lnTo>
                        <a:pt x="95" y="32"/>
                      </a:lnTo>
                      <a:lnTo>
                        <a:pt x="101" y="29"/>
                      </a:lnTo>
                      <a:lnTo>
                        <a:pt x="103" y="29"/>
                      </a:lnTo>
                      <a:lnTo>
                        <a:pt x="103" y="32"/>
                      </a:lnTo>
                      <a:lnTo>
                        <a:pt x="104" y="34"/>
                      </a:lnTo>
                      <a:lnTo>
                        <a:pt x="104" y="36"/>
                      </a:lnTo>
                      <a:lnTo>
                        <a:pt x="103" y="38"/>
                      </a:lnTo>
                      <a:lnTo>
                        <a:pt x="106" y="42"/>
                      </a:lnTo>
                      <a:lnTo>
                        <a:pt x="107" y="42"/>
                      </a:lnTo>
                      <a:lnTo>
                        <a:pt x="107" y="44"/>
                      </a:lnTo>
                      <a:lnTo>
                        <a:pt x="104" y="48"/>
                      </a:lnTo>
                      <a:lnTo>
                        <a:pt x="101" y="48"/>
                      </a:lnTo>
                      <a:lnTo>
                        <a:pt x="96" y="50"/>
                      </a:lnTo>
                      <a:lnTo>
                        <a:pt x="95" y="50"/>
                      </a:lnTo>
                      <a:lnTo>
                        <a:pt x="92" y="51"/>
                      </a:lnTo>
                      <a:lnTo>
                        <a:pt x="92" y="54"/>
                      </a:lnTo>
                      <a:lnTo>
                        <a:pt x="91" y="55"/>
                      </a:lnTo>
                      <a:lnTo>
                        <a:pt x="91" y="58"/>
                      </a:lnTo>
                      <a:lnTo>
                        <a:pt x="87" y="59"/>
                      </a:lnTo>
                      <a:lnTo>
                        <a:pt x="87" y="61"/>
                      </a:lnTo>
                      <a:lnTo>
                        <a:pt x="72" y="57"/>
                      </a:lnTo>
                      <a:lnTo>
                        <a:pt x="70" y="57"/>
                      </a:lnTo>
                      <a:lnTo>
                        <a:pt x="70" y="57"/>
                      </a:lnTo>
                      <a:lnTo>
                        <a:pt x="70" y="57"/>
                      </a:lnTo>
                      <a:lnTo>
                        <a:pt x="66" y="58"/>
                      </a:lnTo>
                      <a:lnTo>
                        <a:pt x="63" y="58"/>
                      </a:lnTo>
                      <a:lnTo>
                        <a:pt x="58" y="59"/>
                      </a:lnTo>
                      <a:lnTo>
                        <a:pt x="50" y="59"/>
                      </a:lnTo>
                      <a:lnTo>
                        <a:pt x="48" y="59"/>
                      </a:lnTo>
                      <a:lnTo>
                        <a:pt x="39" y="59"/>
                      </a:lnTo>
                      <a:lnTo>
                        <a:pt x="34" y="59"/>
                      </a:lnTo>
                      <a:lnTo>
                        <a:pt x="34" y="63"/>
                      </a:lnTo>
                      <a:lnTo>
                        <a:pt x="34" y="67"/>
                      </a:lnTo>
                      <a:lnTo>
                        <a:pt x="36" y="69"/>
                      </a:lnTo>
                      <a:lnTo>
                        <a:pt x="38" y="73"/>
                      </a:lnTo>
                      <a:lnTo>
                        <a:pt x="38" y="77"/>
                      </a:lnTo>
                      <a:lnTo>
                        <a:pt x="35" y="77"/>
                      </a:lnTo>
                      <a:lnTo>
                        <a:pt x="32" y="76"/>
                      </a:lnTo>
                      <a:lnTo>
                        <a:pt x="31" y="74"/>
                      </a:lnTo>
                      <a:lnTo>
                        <a:pt x="28" y="77"/>
                      </a:lnTo>
                      <a:lnTo>
                        <a:pt x="24" y="77"/>
                      </a:lnTo>
                      <a:lnTo>
                        <a:pt x="20" y="76"/>
                      </a:lnTo>
                      <a:lnTo>
                        <a:pt x="19" y="73"/>
                      </a:lnTo>
                      <a:lnTo>
                        <a:pt x="16" y="72"/>
                      </a:lnTo>
                      <a:lnTo>
                        <a:pt x="13" y="72"/>
                      </a:lnTo>
                      <a:lnTo>
                        <a:pt x="12" y="70"/>
                      </a:lnTo>
                      <a:lnTo>
                        <a:pt x="9" y="70"/>
                      </a:lnTo>
                      <a:lnTo>
                        <a:pt x="4" y="67"/>
                      </a:lnTo>
                      <a:lnTo>
                        <a:pt x="0" y="65"/>
                      </a:lnTo>
                      <a:lnTo>
                        <a:pt x="0" y="6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920"/>
                <p:cNvSpPr>
                  <a:spLocks/>
                </p:cNvSpPr>
                <p:nvPr/>
              </p:nvSpPr>
              <p:spPr bwMode="auto">
                <a:xfrm>
                  <a:off x="4456189" y="4180868"/>
                  <a:ext cx="200773" cy="144482"/>
                </a:xfrm>
                <a:custGeom>
                  <a:avLst/>
                  <a:gdLst/>
                  <a:ahLst/>
                  <a:cxnLst>
                    <a:cxn ang="0">
                      <a:pos x="1" y="61"/>
                    </a:cxn>
                    <a:cxn ang="0">
                      <a:pos x="0" y="57"/>
                    </a:cxn>
                    <a:cxn ang="0">
                      <a:pos x="2" y="51"/>
                    </a:cxn>
                    <a:cxn ang="0">
                      <a:pos x="4" y="47"/>
                    </a:cxn>
                    <a:cxn ang="0">
                      <a:pos x="10" y="36"/>
                    </a:cxn>
                    <a:cxn ang="0">
                      <a:pos x="15" y="31"/>
                    </a:cxn>
                    <a:cxn ang="0">
                      <a:pos x="20" y="24"/>
                    </a:cxn>
                    <a:cxn ang="0">
                      <a:pos x="24" y="23"/>
                    </a:cxn>
                    <a:cxn ang="0">
                      <a:pos x="34" y="20"/>
                    </a:cxn>
                    <a:cxn ang="0">
                      <a:pos x="42" y="12"/>
                    </a:cxn>
                    <a:cxn ang="0">
                      <a:pos x="57" y="4"/>
                    </a:cxn>
                    <a:cxn ang="0">
                      <a:pos x="68" y="0"/>
                    </a:cxn>
                    <a:cxn ang="0">
                      <a:pos x="76" y="1"/>
                    </a:cxn>
                    <a:cxn ang="0">
                      <a:pos x="78" y="2"/>
                    </a:cxn>
                    <a:cxn ang="0">
                      <a:pos x="78" y="6"/>
                    </a:cxn>
                    <a:cxn ang="0">
                      <a:pos x="76" y="14"/>
                    </a:cxn>
                    <a:cxn ang="0">
                      <a:pos x="91" y="28"/>
                    </a:cxn>
                    <a:cxn ang="0">
                      <a:pos x="101" y="29"/>
                    </a:cxn>
                    <a:cxn ang="0">
                      <a:pos x="103" y="32"/>
                    </a:cxn>
                    <a:cxn ang="0">
                      <a:pos x="104" y="36"/>
                    </a:cxn>
                    <a:cxn ang="0">
                      <a:pos x="106" y="42"/>
                    </a:cxn>
                    <a:cxn ang="0">
                      <a:pos x="107" y="44"/>
                    </a:cxn>
                    <a:cxn ang="0">
                      <a:pos x="101" y="48"/>
                    </a:cxn>
                    <a:cxn ang="0">
                      <a:pos x="95" y="50"/>
                    </a:cxn>
                    <a:cxn ang="0">
                      <a:pos x="92" y="54"/>
                    </a:cxn>
                    <a:cxn ang="0">
                      <a:pos x="91" y="58"/>
                    </a:cxn>
                    <a:cxn ang="0">
                      <a:pos x="87" y="61"/>
                    </a:cxn>
                    <a:cxn ang="0">
                      <a:pos x="70" y="57"/>
                    </a:cxn>
                    <a:cxn ang="0">
                      <a:pos x="70" y="57"/>
                    </a:cxn>
                    <a:cxn ang="0">
                      <a:pos x="63" y="58"/>
                    </a:cxn>
                    <a:cxn ang="0">
                      <a:pos x="50" y="59"/>
                    </a:cxn>
                    <a:cxn ang="0">
                      <a:pos x="39" y="59"/>
                    </a:cxn>
                    <a:cxn ang="0">
                      <a:pos x="34" y="63"/>
                    </a:cxn>
                    <a:cxn ang="0">
                      <a:pos x="36" y="69"/>
                    </a:cxn>
                    <a:cxn ang="0">
                      <a:pos x="38" y="77"/>
                    </a:cxn>
                    <a:cxn ang="0">
                      <a:pos x="32" y="76"/>
                    </a:cxn>
                    <a:cxn ang="0">
                      <a:pos x="28" y="77"/>
                    </a:cxn>
                    <a:cxn ang="0">
                      <a:pos x="20" y="76"/>
                    </a:cxn>
                    <a:cxn ang="0">
                      <a:pos x="16" y="72"/>
                    </a:cxn>
                    <a:cxn ang="0">
                      <a:pos x="12" y="70"/>
                    </a:cxn>
                    <a:cxn ang="0">
                      <a:pos x="4" y="67"/>
                    </a:cxn>
                    <a:cxn ang="0">
                      <a:pos x="0" y="65"/>
                    </a:cxn>
                  </a:cxnLst>
                  <a:rect l="0" t="0" r="r" b="b"/>
                  <a:pathLst>
                    <a:path w="107" h="77">
                      <a:moveTo>
                        <a:pt x="0" y="65"/>
                      </a:moveTo>
                      <a:lnTo>
                        <a:pt x="1" y="61"/>
                      </a:lnTo>
                      <a:lnTo>
                        <a:pt x="0" y="59"/>
                      </a:lnTo>
                      <a:lnTo>
                        <a:pt x="0" y="57"/>
                      </a:lnTo>
                      <a:lnTo>
                        <a:pt x="2" y="55"/>
                      </a:lnTo>
                      <a:lnTo>
                        <a:pt x="2" y="51"/>
                      </a:lnTo>
                      <a:lnTo>
                        <a:pt x="1" y="48"/>
                      </a:lnTo>
                      <a:lnTo>
                        <a:pt x="4" y="47"/>
                      </a:lnTo>
                      <a:lnTo>
                        <a:pt x="6" y="44"/>
                      </a:lnTo>
                      <a:lnTo>
                        <a:pt x="10" y="36"/>
                      </a:lnTo>
                      <a:lnTo>
                        <a:pt x="15" y="32"/>
                      </a:lnTo>
                      <a:lnTo>
                        <a:pt x="15" y="31"/>
                      </a:lnTo>
                      <a:lnTo>
                        <a:pt x="17" y="25"/>
                      </a:lnTo>
                      <a:lnTo>
                        <a:pt x="20" y="24"/>
                      </a:lnTo>
                      <a:lnTo>
                        <a:pt x="20" y="23"/>
                      </a:lnTo>
                      <a:lnTo>
                        <a:pt x="24" y="23"/>
                      </a:lnTo>
                      <a:lnTo>
                        <a:pt x="25" y="23"/>
                      </a:lnTo>
                      <a:lnTo>
                        <a:pt x="34" y="20"/>
                      </a:lnTo>
                      <a:lnTo>
                        <a:pt x="35" y="17"/>
                      </a:lnTo>
                      <a:lnTo>
                        <a:pt x="42" y="12"/>
                      </a:lnTo>
                      <a:lnTo>
                        <a:pt x="53" y="6"/>
                      </a:lnTo>
                      <a:lnTo>
                        <a:pt x="57" y="4"/>
                      </a:lnTo>
                      <a:lnTo>
                        <a:pt x="61" y="1"/>
                      </a:lnTo>
                      <a:lnTo>
                        <a:pt x="68" y="0"/>
                      </a:lnTo>
                      <a:lnTo>
                        <a:pt x="72" y="0"/>
                      </a:lnTo>
                      <a:lnTo>
                        <a:pt x="76" y="1"/>
                      </a:lnTo>
                      <a:lnTo>
                        <a:pt x="78" y="1"/>
                      </a:lnTo>
                      <a:lnTo>
                        <a:pt x="78" y="2"/>
                      </a:lnTo>
                      <a:lnTo>
                        <a:pt x="78" y="4"/>
                      </a:lnTo>
                      <a:lnTo>
                        <a:pt x="78" y="6"/>
                      </a:lnTo>
                      <a:lnTo>
                        <a:pt x="76" y="10"/>
                      </a:lnTo>
                      <a:lnTo>
                        <a:pt x="76" y="14"/>
                      </a:lnTo>
                      <a:lnTo>
                        <a:pt x="89" y="23"/>
                      </a:lnTo>
                      <a:lnTo>
                        <a:pt x="91" y="28"/>
                      </a:lnTo>
                      <a:lnTo>
                        <a:pt x="95" y="32"/>
                      </a:lnTo>
                      <a:lnTo>
                        <a:pt x="101" y="29"/>
                      </a:lnTo>
                      <a:lnTo>
                        <a:pt x="103" y="29"/>
                      </a:lnTo>
                      <a:lnTo>
                        <a:pt x="103" y="32"/>
                      </a:lnTo>
                      <a:lnTo>
                        <a:pt x="104" y="34"/>
                      </a:lnTo>
                      <a:lnTo>
                        <a:pt x="104" y="36"/>
                      </a:lnTo>
                      <a:lnTo>
                        <a:pt x="103" y="38"/>
                      </a:lnTo>
                      <a:lnTo>
                        <a:pt x="106" y="42"/>
                      </a:lnTo>
                      <a:lnTo>
                        <a:pt x="107" y="42"/>
                      </a:lnTo>
                      <a:lnTo>
                        <a:pt x="107" y="44"/>
                      </a:lnTo>
                      <a:lnTo>
                        <a:pt x="104" y="48"/>
                      </a:lnTo>
                      <a:lnTo>
                        <a:pt x="101" y="48"/>
                      </a:lnTo>
                      <a:lnTo>
                        <a:pt x="96" y="50"/>
                      </a:lnTo>
                      <a:lnTo>
                        <a:pt x="95" y="50"/>
                      </a:lnTo>
                      <a:lnTo>
                        <a:pt x="92" y="51"/>
                      </a:lnTo>
                      <a:lnTo>
                        <a:pt x="92" y="54"/>
                      </a:lnTo>
                      <a:lnTo>
                        <a:pt x="91" y="55"/>
                      </a:lnTo>
                      <a:lnTo>
                        <a:pt x="91" y="58"/>
                      </a:lnTo>
                      <a:lnTo>
                        <a:pt x="87" y="59"/>
                      </a:lnTo>
                      <a:lnTo>
                        <a:pt x="87" y="61"/>
                      </a:lnTo>
                      <a:lnTo>
                        <a:pt x="72" y="57"/>
                      </a:lnTo>
                      <a:lnTo>
                        <a:pt x="70" y="57"/>
                      </a:lnTo>
                      <a:lnTo>
                        <a:pt x="70" y="57"/>
                      </a:lnTo>
                      <a:lnTo>
                        <a:pt x="70" y="57"/>
                      </a:lnTo>
                      <a:lnTo>
                        <a:pt x="66" y="58"/>
                      </a:lnTo>
                      <a:lnTo>
                        <a:pt x="63" y="58"/>
                      </a:lnTo>
                      <a:lnTo>
                        <a:pt x="58" y="59"/>
                      </a:lnTo>
                      <a:lnTo>
                        <a:pt x="50" y="59"/>
                      </a:lnTo>
                      <a:lnTo>
                        <a:pt x="48" y="59"/>
                      </a:lnTo>
                      <a:lnTo>
                        <a:pt x="39" y="59"/>
                      </a:lnTo>
                      <a:lnTo>
                        <a:pt x="34" y="59"/>
                      </a:lnTo>
                      <a:lnTo>
                        <a:pt x="34" y="63"/>
                      </a:lnTo>
                      <a:lnTo>
                        <a:pt x="34" y="67"/>
                      </a:lnTo>
                      <a:lnTo>
                        <a:pt x="36" y="69"/>
                      </a:lnTo>
                      <a:lnTo>
                        <a:pt x="38" y="73"/>
                      </a:lnTo>
                      <a:lnTo>
                        <a:pt x="38" y="77"/>
                      </a:lnTo>
                      <a:lnTo>
                        <a:pt x="35" y="77"/>
                      </a:lnTo>
                      <a:lnTo>
                        <a:pt x="32" y="76"/>
                      </a:lnTo>
                      <a:lnTo>
                        <a:pt x="31" y="74"/>
                      </a:lnTo>
                      <a:lnTo>
                        <a:pt x="28" y="77"/>
                      </a:lnTo>
                      <a:lnTo>
                        <a:pt x="24" y="77"/>
                      </a:lnTo>
                      <a:lnTo>
                        <a:pt x="20" y="76"/>
                      </a:lnTo>
                      <a:lnTo>
                        <a:pt x="19" y="73"/>
                      </a:lnTo>
                      <a:lnTo>
                        <a:pt x="16" y="72"/>
                      </a:lnTo>
                      <a:lnTo>
                        <a:pt x="13" y="72"/>
                      </a:lnTo>
                      <a:lnTo>
                        <a:pt x="12" y="70"/>
                      </a:lnTo>
                      <a:lnTo>
                        <a:pt x="9" y="70"/>
                      </a:lnTo>
                      <a:lnTo>
                        <a:pt x="4" y="67"/>
                      </a:lnTo>
                      <a:lnTo>
                        <a:pt x="0" y="65"/>
                      </a:lnTo>
                      <a:lnTo>
                        <a:pt x="0" y="6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921"/>
                <p:cNvSpPr>
                  <a:spLocks/>
                </p:cNvSpPr>
                <p:nvPr/>
              </p:nvSpPr>
              <p:spPr bwMode="auto">
                <a:xfrm>
                  <a:off x="4131575" y="4135835"/>
                  <a:ext cx="170751" cy="127594"/>
                </a:xfrm>
                <a:custGeom>
                  <a:avLst/>
                  <a:gdLst/>
                  <a:ahLst/>
                  <a:cxnLst>
                    <a:cxn ang="0">
                      <a:pos x="15" y="7"/>
                    </a:cxn>
                    <a:cxn ang="0">
                      <a:pos x="20" y="5"/>
                    </a:cxn>
                    <a:cxn ang="0">
                      <a:pos x="35" y="0"/>
                    </a:cxn>
                    <a:cxn ang="0">
                      <a:pos x="45" y="3"/>
                    </a:cxn>
                    <a:cxn ang="0">
                      <a:pos x="50" y="7"/>
                    </a:cxn>
                    <a:cxn ang="0">
                      <a:pos x="53" y="10"/>
                    </a:cxn>
                    <a:cxn ang="0">
                      <a:pos x="56" y="10"/>
                    </a:cxn>
                    <a:cxn ang="0">
                      <a:pos x="60" y="10"/>
                    </a:cxn>
                    <a:cxn ang="0">
                      <a:pos x="64" y="17"/>
                    </a:cxn>
                    <a:cxn ang="0">
                      <a:pos x="67" y="21"/>
                    </a:cxn>
                    <a:cxn ang="0">
                      <a:pos x="69" y="24"/>
                    </a:cxn>
                    <a:cxn ang="0">
                      <a:pos x="75" y="29"/>
                    </a:cxn>
                    <a:cxn ang="0">
                      <a:pos x="76" y="33"/>
                    </a:cxn>
                    <a:cxn ang="0">
                      <a:pos x="76" y="41"/>
                    </a:cxn>
                    <a:cxn ang="0">
                      <a:pos x="79" y="45"/>
                    </a:cxn>
                    <a:cxn ang="0">
                      <a:pos x="83" y="51"/>
                    </a:cxn>
                    <a:cxn ang="0">
                      <a:pos x="86" y="52"/>
                    </a:cxn>
                    <a:cxn ang="0">
                      <a:pos x="88" y="56"/>
                    </a:cxn>
                    <a:cxn ang="0">
                      <a:pos x="87" y="59"/>
                    </a:cxn>
                    <a:cxn ang="0">
                      <a:pos x="91" y="63"/>
                    </a:cxn>
                    <a:cxn ang="0">
                      <a:pos x="91" y="68"/>
                    </a:cxn>
                    <a:cxn ang="0">
                      <a:pos x="87" y="66"/>
                    </a:cxn>
                    <a:cxn ang="0">
                      <a:pos x="83" y="64"/>
                    </a:cxn>
                    <a:cxn ang="0">
                      <a:pos x="76" y="63"/>
                    </a:cxn>
                    <a:cxn ang="0">
                      <a:pos x="69" y="62"/>
                    </a:cxn>
                    <a:cxn ang="0">
                      <a:pos x="54" y="59"/>
                    </a:cxn>
                    <a:cxn ang="0">
                      <a:pos x="52" y="59"/>
                    </a:cxn>
                    <a:cxn ang="0">
                      <a:pos x="35" y="58"/>
                    </a:cxn>
                    <a:cxn ang="0">
                      <a:pos x="27" y="63"/>
                    </a:cxn>
                    <a:cxn ang="0">
                      <a:pos x="14" y="66"/>
                    </a:cxn>
                    <a:cxn ang="0">
                      <a:pos x="11" y="62"/>
                    </a:cxn>
                    <a:cxn ang="0">
                      <a:pos x="11" y="60"/>
                    </a:cxn>
                    <a:cxn ang="0">
                      <a:pos x="16" y="59"/>
                    </a:cxn>
                    <a:cxn ang="0">
                      <a:pos x="8" y="59"/>
                    </a:cxn>
                    <a:cxn ang="0">
                      <a:pos x="8" y="58"/>
                    </a:cxn>
                    <a:cxn ang="0">
                      <a:pos x="10" y="52"/>
                    </a:cxn>
                    <a:cxn ang="0">
                      <a:pos x="22" y="49"/>
                    </a:cxn>
                    <a:cxn ang="0">
                      <a:pos x="27" y="47"/>
                    </a:cxn>
                    <a:cxn ang="0">
                      <a:pos x="30" y="48"/>
                    </a:cxn>
                    <a:cxn ang="0">
                      <a:pos x="34" y="45"/>
                    </a:cxn>
                    <a:cxn ang="0">
                      <a:pos x="39" y="48"/>
                    </a:cxn>
                    <a:cxn ang="0">
                      <a:pos x="48" y="51"/>
                    </a:cxn>
                    <a:cxn ang="0">
                      <a:pos x="52" y="49"/>
                    </a:cxn>
                    <a:cxn ang="0">
                      <a:pos x="50" y="48"/>
                    </a:cxn>
                    <a:cxn ang="0">
                      <a:pos x="41" y="44"/>
                    </a:cxn>
                    <a:cxn ang="0">
                      <a:pos x="33" y="41"/>
                    </a:cxn>
                    <a:cxn ang="0">
                      <a:pos x="27" y="41"/>
                    </a:cxn>
                    <a:cxn ang="0">
                      <a:pos x="19" y="45"/>
                    </a:cxn>
                    <a:cxn ang="0">
                      <a:pos x="11" y="47"/>
                    </a:cxn>
                    <a:cxn ang="0">
                      <a:pos x="12" y="44"/>
                    </a:cxn>
                    <a:cxn ang="0">
                      <a:pos x="10" y="41"/>
                    </a:cxn>
                    <a:cxn ang="0">
                      <a:pos x="7" y="38"/>
                    </a:cxn>
                    <a:cxn ang="0">
                      <a:pos x="0" y="29"/>
                    </a:cxn>
                    <a:cxn ang="0">
                      <a:pos x="12" y="14"/>
                    </a:cxn>
                  </a:cxnLst>
                  <a:rect l="0" t="0" r="r" b="b"/>
                  <a:pathLst>
                    <a:path w="91" h="68">
                      <a:moveTo>
                        <a:pt x="12" y="9"/>
                      </a:moveTo>
                      <a:lnTo>
                        <a:pt x="15" y="7"/>
                      </a:lnTo>
                      <a:lnTo>
                        <a:pt x="18" y="7"/>
                      </a:lnTo>
                      <a:lnTo>
                        <a:pt x="20" y="5"/>
                      </a:lnTo>
                      <a:lnTo>
                        <a:pt x="27" y="3"/>
                      </a:lnTo>
                      <a:lnTo>
                        <a:pt x="35" y="0"/>
                      </a:lnTo>
                      <a:lnTo>
                        <a:pt x="38" y="0"/>
                      </a:lnTo>
                      <a:lnTo>
                        <a:pt x="45" y="3"/>
                      </a:lnTo>
                      <a:lnTo>
                        <a:pt x="48" y="3"/>
                      </a:lnTo>
                      <a:lnTo>
                        <a:pt x="50" y="7"/>
                      </a:lnTo>
                      <a:lnTo>
                        <a:pt x="50" y="9"/>
                      </a:lnTo>
                      <a:lnTo>
                        <a:pt x="53" y="10"/>
                      </a:lnTo>
                      <a:lnTo>
                        <a:pt x="56" y="9"/>
                      </a:lnTo>
                      <a:lnTo>
                        <a:pt x="56" y="10"/>
                      </a:lnTo>
                      <a:lnTo>
                        <a:pt x="58" y="9"/>
                      </a:lnTo>
                      <a:lnTo>
                        <a:pt x="60" y="10"/>
                      </a:lnTo>
                      <a:lnTo>
                        <a:pt x="60" y="14"/>
                      </a:lnTo>
                      <a:lnTo>
                        <a:pt x="64" y="17"/>
                      </a:lnTo>
                      <a:lnTo>
                        <a:pt x="64" y="19"/>
                      </a:lnTo>
                      <a:lnTo>
                        <a:pt x="67" y="21"/>
                      </a:lnTo>
                      <a:lnTo>
                        <a:pt x="68" y="24"/>
                      </a:lnTo>
                      <a:lnTo>
                        <a:pt x="69" y="24"/>
                      </a:lnTo>
                      <a:lnTo>
                        <a:pt x="73" y="26"/>
                      </a:lnTo>
                      <a:lnTo>
                        <a:pt x="75" y="29"/>
                      </a:lnTo>
                      <a:lnTo>
                        <a:pt x="76" y="30"/>
                      </a:lnTo>
                      <a:lnTo>
                        <a:pt x="76" y="33"/>
                      </a:lnTo>
                      <a:lnTo>
                        <a:pt x="77" y="34"/>
                      </a:lnTo>
                      <a:lnTo>
                        <a:pt x="76" y="41"/>
                      </a:lnTo>
                      <a:lnTo>
                        <a:pt x="76" y="43"/>
                      </a:lnTo>
                      <a:lnTo>
                        <a:pt x="79" y="45"/>
                      </a:lnTo>
                      <a:lnTo>
                        <a:pt x="82" y="49"/>
                      </a:lnTo>
                      <a:lnTo>
                        <a:pt x="83" y="51"/>
                      </a:lnTo>
                      <a:lnTo>
                        <a:pt x="84" y="51"/>
                      </a:lnTo>
                      <a:lnTo>
                        <a:pt x="86" y="52"/>
                      </a:lnTo>
                      <a:lnTo>
                        <a:pt x="87" y="53"/>
                      </a:lnTo>
                      <a:lnTo>
                        <a:pt x="88" y="56"/>
                      </a:lnTo>
                      <a:lnTo>
                        <a:pt x="88" y="58"/>
                      </a:lnTo>
                      <a:lnTo>
                        <a:pt x="87" y="59"/>
                      </a:lnTo>
                      <a:lnTo>
                        <a:pt x="88" y="62"/>
                      </a:lnTo>
                      <a:lnTo>
                        <a:pt x="91" y="63"/>
                      </a:lnTo>
                      <a:lnTo>
                        <a:pt x="91" y="66"/>
                      </a:lnTo>
                      <a:lnTo>
                        <a:pt x="91" y="68"/>
                      </a:lnTo>
                      <a:lnTo>
                        <a:pt x="90" y="66"/>
                      </a:lnTo>
                      <a:lnTo>
                        <a:pt x="87" y="66"/>
                      </a:lnTo>
                      <a:lnTo>
                        <a:pt x="86" y="64"/>
                      </a:lnTo>
                      <a:lnTo>
                        <a:pt x="83" y="64"/>
                      </a:lnTo>
                      <a:lnTo>
                        <a:pt x="80" y="66"/>
                      </a:lnTo>
                      <a:lnTo>
                        <a:pt x="76" y="63"/>
                      </a:lnTo>
                      <a:lnTo>
                        <a:pt x="72" y="63"/>
                      </a:lnTo>
                      <a:lnTo>
                        <a:pt x="69" y="62"/>
                      </a:lnTo>
                      <a:lnTo>
                        <a:pt x="64" y="59"/>
                      </a:lnTo>
                      <a:lnTo>
                        <a:pt x="54" y="59"/>
                      </a:lnTo>
                      <a:lnTo>
                        <a:pt x="52" y="59"/>
                      </a:lnTo>
                      <a:lnTo>
                        <a:pt x="52" y="59"/>
                      </a:lnTo>
                      <a:lnTo>
                        <a:pt x="49" y="58"/>
                      </a:lnTo>
                      <a:lnTo>
                        <a:pt x="35" y="58"/>
                      </a:lnTo>
                      <a:lnTo>
                        <a:pt x="30" y="60"/>
                      </a:lnTo>
                      <a:lnTo>
                        <a:pt x="27" y="63"/>
                      </a:lnTo>
                      <a:lnTo>
                        <a:pt x="18" y="63"/>
                      </a:lnTo>
                      <a:lnTo>
                        <a:pt x="14" y="66"/>
                      </a:lnTo>
                      <a:lnTo>
                        <a:pt x="10" y="64"/>
                      </a:lnTo>
                      <a:lnTo>
                        <a:pt x="11" y="62"/>
                      </a:lnTo>
                      <a:lnTo>
                        <a:pt x="10" y="60"/>
                      </a:lnTo>
                      <a:lnTo>
                        <a:pt x="11" y="60"/>
                      </a:lnTo>
                      <a:lnTo>
                        <a:pt x="14" y="62"/>
                      </a:lnTo>
                      <a:lnTo>
                        <a:pt x="16" y="59"/>
                      </a:lnTo>
                      <a:lnTo>
                        <a:pt x="11" y="58"/>
                      </a:lnTo>
                      <a:lnTo>
                        <a:pt x="8" y="59"/>
                      </a:lnTo>
                      <a:lnTo>
                        <a:pt x="7" y="59"/>
                      </a:lnTo>
                      <a:lnTo>
                        <a:pt x="8" y="58"/>
                      </a:lnTo>
                      <a:lnTo>
                        <a:pt x="8" y="53"/>
                      </a:lnTo>
                      <a:lnTo>
                        <a:pt x="10" y="52"/>
                      </a:lnTo>
                      <a:lnTo>
                        <a:pt x="19" y="52"/>
                      </a:lnTo>
                      <a:lnTo>
                        <a:pt x="22" y="49"/>
                      </a:lnTo>
                      <a:lnTo>
                        <a:pt x="25" y="49"/>
                      </a:lnTo>
                      <a:lnTo>
                        <a:pt x="27" y="47"/>
                      </a:lnTo>
                      <a:lnTo>
                        <a:pt x="29" y="47"/>
                      </a:lnTo>
                      <a:lnTo>
                        <a:pt x="30" y="48"/>
                      </a:lnTo>
                      <a:lnTo>
                        <a:pt x="33" y="47"/>
                      </a:lnTo>
                      <a:lnTo>
                        <a:pt x="34" y="45"/>
                      </a:lnTo>
                      <a:lnTo>
                        <a:pt x="37" y="48"/>
                      </a:lnTo>
                      <a:lnTo>
                        <a:pt x="39" y="48"/>
                      </a:lnTo>
                      <a:lnTo>
                        <a:pt x="44" y="49"/>
                      </a:lnTo>
                      <a:lnTo>
                        <a:pt x="48" y="51"/>
                      </a:lnTo>
                      <a:lnTo>
                        <a:pt x="52" y="51"/>
                      </a:lnTo>
                      <a:lnTo>
                        <a:pt x="52" y="49"/>
                      </a:lnTo>
                      <a:lnTo>
                        <a:pt x="52" y="48"/>
                      </a:lnTo>
                      <a:lnTo>
                        <a:pt x="50" y="48"/>
                      </a:lnTo>
                      <a:lnTo>
                        <a:pt x="44" y="44"/>
                      </a:lnTo>
                      <a:lnTo>
                        <a:pt x="41" y="44"/>
                      </a:lnTo>
                      <a:lnTo>
                        <a:pt x="37" y="41"/>
                      </a:lnTo>
                      <a:lnTo>
                        <a:pt x="33" y="41"/>
                      </a:lnTo>
                      <a:lnTo>
                        <a:pt x="31" y="40"/>
                      </a:lnTo>
                      <a:lnTo>
                        <a:pt x="27" y="41"/>
                      </a:lnTo>
                      <a:lnTo>
                        <a:pt x="22" y="45"/>
                      </a:lnTo>
                      <a:lnTo>
                        <a:pt x="19" y="45"/>
                      </a:lnTo>
                      <a:lnTo>
                        <a:pt x="18" y="47"/>
                      </a:lnTo>
                      <a:lnTo>
                        <a:pt x="11" y="47"/>
                      </a:lnTo>
                      <a:lnTo>
                        <a:pt x="11" y="45"/>
                      </a:lnTo>
                      <a:lnTo>
                        <a:pt x="12" y="44"/>
                      </a:lnTo>
                      <a:lnTo>
                        <a:pt x="10" y="41"/>
                      </a:lnTo>
                      <a:lnTo>
                        <a:pt x="10" y="41"/>
                      </a:lnTo>
                      <a:lnTo>
                        <a:pt x="10" y="38"/>
                      </a:lnTo>
                      <a:lnTo>
                        <a:pt x="7" y="38"/>
                      </a:lnTo>
                      <a:lnTo>
                        <a:pt x="4" y="33"/>
                      </a:lnTo>
                      <a:lnTo>
                        <a:pt x="0" y="29"/>
                      </a:lnTo>
                      <a:lnTo>
                        <a:pt x="8" y="21"/>
                      </a:lnTo>
                      <a:lnTo>
                        <a:pt x="12" y="14"/>
                      </a:lnTo>
                      <a:lnTo>
                        <a:pt x="12" y="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923"/>
                <p:cNvSpPr>
                  <a:spLocks/>
                </p:cNvSpPr>
                <p:nvPr/>
              </p:nvSpPr>
              <p:spPr bwMode="auto">
                <a:xfrm>
                  <a:off x="4144710" y="4210890"/>
                  <a:ext cx="84438" cy="24393"/>
                </a:xfrm>
                <a:custGeom>
                  <a:avLst/>
                  <a:gdLst/>
                  <a:ahLst/>
                  <a:cxnLst>
                    <a:cxn ang="0">
                      <a:pos x="1" y="13"/>
                    </a:cxn>
                    <a:cxn ang="0">
                      <a:pos x="3" y="12"/>
                    </a:cxn>
                    <a:cxn ang="0">
                      <a:pos x="12" y="12"/>
                    </a:cxn>
                    <a:cxn ang="0">
                      <a:pos x="15" y="9"/>
                    </a:cxn>
                    <a:cxn ang="0">
                      <a:pos x="18" y="9"/>
                    </a:cxn>
                    <a:cxn ang="0">
                      <a:pos x="20" y="7"/>
                    </a:cxn>
                    <a:cxn ang="0">
                      <a:pos x="22" y="7"/>
                    </a:cxn>
                    <a:cxn ang="0">
                      <a:pos x="23" y="8"/>
                    </a:cxn>
                    <a:cxn ang="0">
                      <a:pos x="26" y="7"/>
                    </a:cxn>
                    <a:cxn ang="0">
                      <a:pos x="27" y="5"/>
                    </a:cxn>
                    <a:cxn ang="0">
                      <a:pos x="30" y="8"/>
                    </a:cxn>
                    <a:cxn ang="0">
                      <a:pos x="32" y="8"/>
                    </a:cxn>
                    <a:cxn ang="0">
                      <a:pos x="37" y="9"/>
                    </a:cxn>
                    <a:cxn ang="0">
                      <a:pos x="41" y="11"/>
                    </a:cxn>
                    <a:cxn ang="0">
                      <a:pos x="45" y="11"/>
                    </a:cxn>
                    <a:cxn ang="0">
                      <a:pos x="45" y="9"/>
                    </a:cxn>
                    <a:cxn ang="0">
                      <a:pos x="45" y="8"/>
                    </a:cxn>
                    <a:cxn ang="0">
                      <a:pos x="43" y="8"/>
                    </a:cxn>
                    <a:cxn ang="0">
                      <a:pos x="37" y="4"/>
                    </a:cxn>
                    <a:cxn ang="0">
                      <a:pos x="34" y="4"/>
                    </a:cxn>
                    <a:cxn ang="0">
                      <a:pos x="30" y="1"/>
                    </a:cxn>
                    <a:cxn ang="0">
                      <a:pos x="26" y="1"/>
                    </a:cxn>
                    <a:cxn ang="0">
                      <a:pos x="24" y="0"/>
                    </a:cxn>
                    <a:cxn ang="0">
                      <a:pos x="20" y="1"/>
                    </a:cxn>
                    <a:cxn ang="0">
                      <a:pos x="15" y="5"/>
                    </a:cxn>
                    <a:cxn ang="0">
                      <a:pos x="12" y="5"/>
                    </a:cxn>
                    <a:cxn ang="0">
                      <a:pos x="11" y="7"/>
                    </a:cxn>
                    <a:cxn ang="0">
                      <a:pos x="4" y="7"/>
                    </a:cxn>
                    <a:cxn ang="0">
                      <a:pos x="5" y="8"/>
                    </a:cxn>
                    <a:cxn ang="0">
                      <a:pos x="8" y="11"/>
                    </a:cxn>
                    <a:cxn ang="0">
                      <a:pos x="12" y="9"/>
                    </a:cxn>
                    <a:cxn ang="0">
                      <a:pos x="9" y="12"/>
                    </a:cxn>
                    <a:cxn ang="0">
                      <a:pos x="5" y="12"/>
                    </a:cxn>
                    <a:cxn ang="0">
                      <a:pos x="3" y="8"/>
                    </a:cxn>
                    <a:cxn ang="0">
                      <a:pos x="0" y="11"/>
                    </a:cxn>
                    <a:cxn ang="0">
                      <a:pos x="1" y="12"/>
                    </a:cxn>
                    <a:cxn ang="0">
                      <a:pos x="1" y="13"/>
                    </a:cxn>
                  </a:cxnLst>
                  <a:rect l="0" t="0" r="r" b="b"/>
                  <a:pathLst>
                    <a:path w="45" h="13">
                      <a:moveTo>
                        <a:pt x="1" y="13"/>
                      </a:moveTo>
                      <a:lnTo>
                        <a:pt x="3" y="12"/>
                      </a:lnTo>
                      <a:lnTo>
                        <a:pt x="12" y="12"/>
                      </a:lnTo>
                      <a:lnTo>
                        <a:pt x="15" y="9"/>
                      </a:lnTo>
                      <a:lnTo>
                        <a:pt x="18" y="9"/>
                      </a:lnTo>
                      <a:lnTo>
                        <a:pt x="20" y="7"/>
                      </a:lnTo>
                      <a:lnTo>
                        <a:pt x="22" y="7"/>
                      </a:lnTo>
                      <a:lnTo>
                        <a:pt x="23" y="8"/>
                      </a:lnTo>
                      <a:lnTo>
                        <a:pt x="26" y="7"/>
                      </a:lnTo>
                      <a:lnTo>
                        <a:pt x="27" y="5"/>
                      </a:lnTo>
                      <a:lnTo>
                        <a:pt x="30" y="8"/>
                      </a:lnTo>
                      <a:lnTo>
                        <a:pt x="32" y="8"/>
                      </a:lnTo>
                      <a:lnTo>
                        <a:pt x="37" y="9"/>
                      </a:lnTo>
                      <a:lnTo>
                        <a:pt x="41" y="11"/>
                      </a:lnTo>
                      <a:lnTo>
                        <a:pt x="45" y="11"/>
                      </a:lnTo>
                      <a:lnTo>
                        <a:pt x="45" y="9"/>
                      </a:lnTo>
                      <a:lnTo>
                        <a:pt x="45" y="8"/>
                      </a:lnTo>
                      <a:lnTo>
                        <a:pt x="43" y="8"/>
                      </a:lnTo>
                      <a:lnTo>
                        <a:pt x="37" y="4"/>
                      </a:lnTo>
                      <a:lnTo>
                        <a:pt x="34" y="4"/>
                      </a:lnTo>
                      <a:lnTo>
                        <a:pt x="30" y="1"/>
                      </a:lnTo>
                      <a:lnTo>
                        <a:pt x="26" y="1"/>
                      </a:lnTo>
                      <a:lnTo>
                        <a:pt x="24" y="0"/>
                      </a:lnTo>
                      <a:lnTo>
                        <a:pt x="20" y="1"/>
                      </a:lnTo>
                      <a:lnTo>
                        <a:pt x="15" y="5"/>
                      </a:lnTo>
                      <a:lnTo>
                        <a:pt x="12" y="5"/>
                      </a:lnTo>
                      <a:lnTo>
                        <a:pt x="11" y="7"/>
                      </a:lnTo>
                      <a:lnTo>
                        <a:pt x="4" y="7"/>
                      </a:lnTo>
                      <a:lnTo>
                        <a:pt x="5" y="8"/>
                      </a:lnTo>
                      <a:lnTo>
                        <a:pt x="8" y="11"/>
                      </a:lnTo>
                      <a:lnTo>
                        <a:pt x="12" y="9"/>
                      </a:lnTo>
                      <a:lnTo>
                        <a:pt x="9" y="12"/>
                      </a:lnTo>
                      <a:lnTo>
                        <a:pt x="5" y="12"/>
                      </a:lnTo>
                      <a:lnTo>
                        <a:pt x="3" y="8"/>
                      </a:lnTo>
                      <a:lnTo>
                        <a:pt x="0" y="11"/>
                      </a:lnTo>
                      <a:lnTo>
                        <a:pt x="1" y="12"/>
                      </a:lnTo>
                      <a:lnTo>
                        <a:pt x="1" y="1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925"/>
                <p:cNvSpPr>
                  <a:spLocks/>
                </p:cNvSpPr>
                <p:nvPr/>
              </p:nvSpPr>
              <p:spPr bwMode="auto">
                <a:xfrm>
                  <a:off x="4150339" y="4244665"/>
                  <a:ext cx="80685" cy="50663"/>
                </a:xfrm>
                <a:custGeom>
                  <a:avLst/>
                  <a:gdLst/>
                  <a:ahLst/>
                  <a:cxnLst>
                    <a:cxn ang="0">
                      <a:pos x="0" y="6"/>
                    </a:cxn>
                    <a:cxn ang="0">
                      <a:pos x="4" y="8"/>
                    </a:cxn>
                    <a:cxn ang="0">
                      <a:pos x="8" y="5"/>
                    </a:cxn>
                    <a:cxn ang="0">
                      <a:pos x="17" y="5"/>
                    </a:cxn>
                    <a:cxn ang="0">
                      <a:pos x="20" y="2"/>
                    </a:cxn>
                    <a:cxn ang="0">
                      <a:pos x="25" y="0"/>
                    </a:cxn>
                    <a:cxn ang="0">
                      <a:pos x="39" y="0"/>
                    </a:cxn>
                    <a:cxn ang="0">
                      <a:pos x="42" y="1"/>
                    </a:cxn>
                    <a:cxn ang="0">
                      <a:pos x="43" y="5"/>
                    </a:cxn>
                    <a:cxn ang="0">
                      <a:pos x="42" y="8"/>
                    </a:cxn>
                    <a:cxn ang="0">
                      <a:pos x="42" y="13"/>
                    </a:cxn>
                    <a:cxn ang="0">
                      <a:pos x="43" y="14"/>
                    </a:cxn>
                    <a:cxn ang="0">
                      <a:pos x="43" y="17"/>
                    </a:cxn>
                    <a:cxn ang="0">
                      <a:pos x="42" y="19"/>
                    </a:cxn>
                    <a:cxn ang="0">
                      <a:pos x="36" y="20"/>
                    </a:cxn>
                    <a:cxn ang="0">
                      <a:pos x="32" y="21"/>
                    </a:cxn>
                    <a:cxn ang="0">
                      <a:pos x="29" y="23"/>
                    </a:cxn>
                    <a:cxn ang="0">
                      <a:pos x="28" y="25"/>
                    </a:cxn>
                    <a:cxn ang="0">
                      <a:pos x="24" y="27"/>
                    </a:cxn>
                    <a:cxn ang="0">
                      <a:pos x="24" y="25"/>
                    </a:cxn>
                    <a:cxn ang="0">
                      <a:pos x="24" y="24"/>
                    </a:cxn>
                    <a:cxn ang="0">
                      <a:pos x="19" y="24"/>
                    </a:cxn>
                    <a:cxn ang="0">
                      <a:pos x="21" y="20"/>
                    </a:cxn>
                    <a:cxn ang="0">
                      <a:pos x="20" y="20"/>
                    </a:cxn>
                    <a:cxn ang="0">
                      <a:pos x="20" y="19"/>
                    </a:cxn>
                    <a:cxn ang="0">
                      <a:pos x="19" y="17"/>
                    </a:cxn>
                    <a:cxn ang="0">
                      <a:pos x="17" y="17"/>
                    </a:cxn>
                    <a:cxn ang="0">
                      <a:pos x="16" y="16"/>
                    </a:cxn>
                    <a:cxn ang="0">
                      <a:pos x="23" y="16"/>
                    </a:cxn>
                    <a:cxn ang="0">
                      <a:pos x="24" y="16"/>
                    </a:cxn>
                    <a:cxn ang="0">
                      <a:pos x="20" y="13"/>
                    </a:cxn>
                    <a:cxn ang="0">
                      <a:pos x="17" y="14"/>
                    </a:cxn>
                    <a:cxn ang="0">
                      <a:pos x="13" y="14"/>
                    </a:cxn>
                    <a:cxn ang="0">
                      <a:pos x="12" y="14"/>
                    </a:cxn>
                    <a:cxn ang="0">
                      <a:pos x="10" y="13"/>
                    </a:cxn>
                    <a:cxn ang="0">
                      <a:pos x="8" y="13"/>
                    </a:cxn>
                    <a:cxn ang="0">
                      <a:pos x="5" y="10"/>
                    </a:cxn>
                    <a:cxn ang="0">
                      <a:pos x="8" y="9"/>
                    </a:cxn>
                    <a:cxn ang="0">
                      <a:pos x="6" y="8"/>
                    </a:cxn>
                    <a:cxn ang="0">
                      <a:pos x="1" y="8"/>
                    </a:cxn>
                    <a:cxn ang="0">
                      <a:pos x="0" y="6"/>
                    </a:cxn>
                    <a:cxn ang="0">
                      <a:pos x="0" y="6"/>
                    </a:cxn>
                  </a:cxnLst>
                  <a:rect l="0" t="0" r="r" b="b"/>
                  <a:pathLst>
                    <a:path w="43" h="27">
                      <a:moveTo>
                        <a:pt x="0" y="6"/>
                      </a:moveTo>
                      <a:lnTo>
                        <a:pt x="4" y="8"/>
                      </a:lnTo>
                      <a:lnTo>
                        <a:pt x="8" y="5"/>
                      </a:lnTo>
                      <a:lnTo>
                        <a:pt x="17" y="5"/>
                      </a:lnTo>
                      <a:lnTo>
                        <a:pt x="20" y="2"/>
                      </a:lnTo>
                      <a:lnTo>
                        <a:pt x="25" y="0"/>
                      </a:lnTo>
                      <a:lnTo>
                        <a:pt x="39" y="0"/>
                      </a:lnTo>
                      <a:lnTo>
                        <a:pt x="42" y="1"/>
                      </a:lnTo>
                      <a:lnTo>
                        <a:pt x="43" y="5"/>
                      </a:lnTo>
                      <a:lnTo>
                        <a:pt x="42" y="8"/>
                      </a:lnTo>
                      <a:lnTo>
                        <a:pt x="42" y="13"/>
                      </a:lnTo>
                      <a:lnTo>
                        <a:pt x="43" y="14"/>
                      </a:lnTo>
                      <a:lnTo>
                        <a:pt x="43" y="17"/>
                      </a:lnTo>
                      <a:lnTo>
                        <a:pt x="42" y="19"/>
                      </a:lnTo>
                      <a:lnTo>
                        <a:pt x="36" y="20"/>
                      </a:lnTo>
                      <a:lnTo>
                        <a:pt x="32" y="21"/>
                      </a:lnTo>
                      <a:lnTo>
                        <a:pt x="29" y="23"/>
                      </a:lnTo>
                      <a:lnTo>
                        <a:pt x="28" y="25"/>
                      </a:lnTo>
                      <a:lnTo>
                        <a:pt x="24" y="27"/>
                      </a:lnTo>
                      <a:lnTo>
                        <a:pt x="24" y="25"/>
                      </a:lnTo>
                      <a:lnTo>
                        <a:pt x="24" y="24"/>
                      </a:lnTo>
                      <a:lnTo>
                        <a:pt x="19" y="24"/>
                      </a:lnTo>
                      <a:lnTo>
                        <a:pt x="21" y="20"/>
                      </a:lnTo>
                      <a:lnTo>
                        <a:pt x="20" y="20"/>
                      </a:lnTo>
                      <a:lnTo>
                        <a:pt x="20" y="19"/>
                      </a:lnTo>
                      <a:lnTo>
                        <a:pt x="19" y="17"/>
                      </a:lnTo>
                      <a:lnTo>
                        <a:pt x="17" y="17"/>
                      </a:lnTo>
                      <a:lnTo>
                        <a:pt x="16" y="16"/>
                      </a:lnTo>
                      <a:lnTo>
                        <a:pt x="23" y="16"/>
                      </a:lnTo>
                      <a:lnTo>
                        <a:pt x="24" y="16"/>
                      </a:lnTo>
                      <a:lnTo>
                        <a:pt x="20" y="13"/>
                      </a:lnTo>
                      <a:lnTo>
                        <a:pt x="17" y="14"/>
                      </a:lnTo>
                      <a:lnTo>
                        <a:pt x="13" y="14"/>
                      </a:lnTo>
                      <a:lnTo>
                        <a:pt x="12" y="14"/>
                      </a:lnTo>
                      <a:lnTo>
                        <a:pt x="10" y="13"/>
                      </a:lnTo>
                      <a:lnTo>
                        <a:pt x="8" y="13"/>
                      </a:lnTo>
                      <a:lnTo>
                        <a:pt x="5" y="10"/>
                      </a:lnTo>
                      <a:lnTo>
                        <a:pt x="8" y="9"/>
                      </a:lnTo>
                      <a:lnTo>
                        <a:pt x="6" y="8"/>
                      </a:lnTo>
                      <a:lnTo>
                        <a:pt x="1" y="8"/>
                      </a:lnTo>
                      <a:lnTo>
                        <a:pt x="0" y="6"/>
                      </a:lnTo>
                      <a:lnTo>
                        <a:pt x="0" y="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927"/>
                <p:cNvSpPr>
                  <a:spLocks/>
                </p:cNvSpPr>
                <p:nvPr/>
              </p:nvSpPr>
              <p:spPr bwMode="auto">
                <a:xfrm>
                  <a:off x="4202877" y="4246542"/>
                  <a:ext cx="189515" cy="185762"/>
                </a:xfrm>
                <a:custGeom>
                  <a:avLst/>
                  <a:gdLst/>
                  <a:ahLst/>
                  <a:cxnLst>
                    <a:cxn ang="0">
                      <a:pos x="1" y="22"/>
                    </a:cxn>
                    <a:cxn ang="0">
                      <a:pos x="8" y="19"/>
                    </a:cxn>
                    <a:cxn ang="0">
                      <a:pos x="15" y="16"/>
                    </a:cxn>
                    <a:cxn ang="0">
                      <a:pos x="14" y="12"/>
                    </a:cxn>
                    <a:cxn ang="0">
                      <a:pos x="15" y="4"/>
                    </a:cxn>
                    <a:cxn ang="0">
                      <a:pos x="16" y="0"/>
                    </a:cxn>
                    <a:cxn ang="0">
                      <a:pos x="31" y="3"/>
                    </a:cxn>
                    <a:cxn ang="0">
                      <a:pos x="38" y="4"/>
                    </a:cxn>
                    <a:cxn ang="0">
                      <a:pos x="45" y="5"/>
                    </a:cxn>
                    <a:cxn ang="0">
                      <a:pos x="49" y="7"/>
                    </a:cxn>
                    <a:cxn ang="0">
                      <a:pos x="53" y="9"/>
                    </a:cxn>
                    <a:cxn ang="0">
                      <a:pos x="57" y="8"/>
                    </a:cxn>
                    <a:cxn ang="0">
                      <a:pos x="63" y="11"/>
                    </a:cxn>
                    <a:cxn ang="0">
                      <a:pos x="69" y="9"/>
                    </a:cxn>
                    <a:cxn ang="0">
                      <a:pos x="73" y="5"/>
                    </a:cxn>
                    <a:cxn ang="0">
                      <a:pos x="80" y="7"/>
                    </a:cxn>
                    <a:cxn ang="0">
                      <a:pos x="84" y="5"/>
                    </a:cxn>
                    <a:cxn ang="0">
                      <a:pos x="87" y="9"/>
                    </a:cxn>
                    <a:cxn ang="0">
                      <a:pos x="88" y="16"/>
                    </a:cxn>
                    <a:cxn ang="0">
                      <a:pos x="92" y="18"/>
                    </a:cxn>
                    <a:cxn ang="0">
                      <a:pos x="90" y="23"/>
                    </a:cxn>
                    <a:cxn ang="0">
                      <a:pos x="91" y="27"/>
                    </a:cxn>
                    <a:cxn ang="0">
                      <a:pos x="94" y="24"/>
                    </a:cxn>
                    <a:cxn ang="0">
                      <a:pos x="95" y="28"/>
                    </a:cxn>
                    <a:cxn ang="0">
                      <a:pos x="99" y="31"/>
                    </a:cxn>
                    <a:cxn ang="0">
                      <a:pos x="101" y="34"/>
                    </a:cxn>
                    <a:cxn ang="0">
                      <a:pos x="94" y="37"/>
                    </a:cxn>
                    <a:cxn ang="0">
                      <a:pos x="95" y="41"/>
                    </a:cxn>
                    <a:cxn ang="0">
                      <a:pos x="95" y="49"/>
                    </a:cxn>
                    <a:cxn ang="0">
                      <a:pos x="97" y="56"/>
                    </a:cxn>
                    <a:cxn ang="0">
                      <a:pos x="98" y="60"/>
                    </a:cxn>
                    <a:cxn ang="0">
                      <a:pos x="94" y="61"/>
                    </a:cxn>
                    <a:cxn ang="0">
                      <a:pos x="97" y="65"/>
                    </a:cxn>
                    <a:cxn ang="0">
                      <a:pos x="98" y="69"/>
                    </a:cxn>
                    <a:cxn ang="0">
                      <a:pos x="91" y="79"/>
                    </a:cxn>
                    <a:cxn ang="0">
                      <a:pos x="91" y="83"/>
                    </a:cxn>
                    <a:cxn ang="0">
                      <a:pos x="87" y="91"/>
                    </a:cxn>
                    <a:cxn ang="0">
                      <a:pos x="65" y="99"/>
                    </a:cxn>
                    <a:cxn ang="0">
                      <a:pos x="59" y="95"/>
                    </a:cxn>
                    <a:cxn ang="0">
                      <a:pos x="53" y="90"/>
                    </a:cxn>
                    <a:cxn ang="0">
                      <a:pos x="53" y="87"/>
                    </a:cxn>
                    <a:cxn ang="0">
                      <a:pos x="60" y="64"/>
                    </a:cxn>
                    <a:cxn ang="0">
                      <a:pos x="59" y="61"/>
                    </a:cxn>
                    <a:cxn ang="0">
                      <a:pos x="61" y="58"/>
                    </a:cxn>
                    <a:cxn ang="0">
                      <a:pos x="59" y="53"/>
                    </a:cxn>
                    <a:cxn ang="0">
                      <a:pos x="56" y="45"/>
                    </a:cxn>
                    <a:cxn ang="0">
                      <a:pos x="52" y="38"/>
                    </a:cxn>
                    <a:cxn ang="0">
                      <a:pos x="37" y="39"/>
                    </a:cxn>
                    <a:cxn ang="0">
                      <a:pos x="30" y="46"/>
                    </a:cxn>
                    <a:cxn ang="0">
                      <a:pos x="26" y="50"/>
                    </a:cxn>
                    <a:cxn ang="0">
                      <a:pos x="22" y="49"/>
                    </a:cxn>
                    <a:cxn ang="0">
                      <a:pos x="16" y="42"/>
                    </a:cxn>
                    <a:cxn ang="0">
                      <a:pos x="12" y="41"/>
                    </a:cxn>
                    <a:cxn ang="0">
                      <a:pos x="14" y="37"/>
                    </a:cxn>
                    <a:cxn ang="0">
                      <a:pos x="10" y="38"/>
                    </a:cxn>
                    <a:cxn ang="0">
                      <a:pos x="4" y="37"/>
                    </a:cxn>
                    <a:cxn ang="0">
                      <a:pos x="3" y="27"/>
                    </a:cxn>
                    <a:cxn ang="0">
                      <a:pos x="0" y="24"/>
                    </a:cxn>
                  </a:cxnLst>
                  <a:rect l="0" t="0" r="r" b="b"/>
                  <a:pathLst>
                    <a:path w="101" h="99">
                      <a:moveTo>
                        <a:pt x="0" y="24"/>
                      </a:moveTo>
                      <a:lnTo>
                        <a:pt x="1" y="22"/>
                      </a:lnTo>
                      <a:lnTo>
                        <a:pt x="4" y="20"/>
                      </a:lnTo>
                      <a:lnTo>
                        <a:pt x="8" y="19"/>
                      </a:lnTo>
                      <a:lnTo>
                        <a:pt x="14" y="18"/>
                      </a:lnTo>
                      <a:lnTo>
                        <a:pt x="15" y="16"/>
                      </a:lnTo>
                      <a:lnTo>
                        <a:pt x="15" y="13"/>
                      </a:lnTo>
                      <a:lnTo>
                        <a:pt x="14" y="12"/>
                      </a:lnTo>
                      <a:lnTo>
                        <a:pt x="14" y="7"/>
                      </a:lnTo>
                      <a:lnTo>
                        <a:pt x="15" y="4"/>
                      </a:lnTo>
                      <a:lnTo>
                        <a:pt x="14" y="0"/>
                      </a:lnTo>
                      <a:lnTo>
                        <a:pt x="16" y="0"/>
                      </a:lnTo>
                      <a:lnTo>
                        <a:pt x="26" y="0"/>
                      </a:lnTo>
                      <a:lnTo>
                        <a:pt x="31" y="3"/>
                      </a:lnTo>
                      <a:lnTo>
                        <a:pt x="34" y="4"/>
                      </a:lnTo>
                      <a:lnTo>
                        <a:pt x="38" y="4"/>
                      </a:lnTo>
                      <a:lnTo>
                        <a:pt x="42" y="7"/>
                      </a:lnTo>
                      <a:lnTo>
                        <a:pt x="45" y="5"/>
                      </a:lnTo>
                      <a:lnTo>
                        <a:pt x="48" y="5"/>
                      </a:lnTo>
                      <a:lnTo>
                        <a:pt x="49" y="7"/>
                      </a:lnTo>
                      <a:lnTo>
                        <a:pt x="52" y="7"/>
                      </a:lnTo>
                      <a:lnTo>
                        <a:pt x="53" y="9"/>
                      </a:lnTo>
                      <a:lnTo>
                        <a:pt x="54" y="9"/>
                      </a:lnTo>
                      <a:lnTo>
                        <a:pt x="57" y="8"/>
                      </a:lnTo>
                      <a:lnTo>
                        <a:pt x="60" y="9"/>
                      </a:lnTo>
                      <a:lnTo>
                        <a:pt x="63" y="11"/>
                      </a:lnTo>
                      <a:lnTo>
                        <a:pt x="65" y="11"/>
                      </a:lnTo>
                      <a:lnTo>
                        <a:pt x="69" y="9"/>
                      </a:lnTo>
                      <a:lnTo>
                        <a:pt x="71" y="9"/>
                      </a:lnTo>
                      <a:lnTo>
                        <a:pt x="73" y="5"/>
                      </a:lnTo>
                      <a:lnTo>
                        <a:pt x="76" y="5"/>
                      </a:lnTo>
                      <a:lnTo>
                        <a:pt x="80" y="7"/>
                      </a:lnTo>
                      <a:lnTo>
                        <a:pt x="82" y="5"/>
                      </a:lnTo>
                      <a:lnTo>
                        <a:pt x="84" y="5"/>
                      </a:lnTo>
                      <a:lnTo>
                        <a:pt x="84" y="7"/>
                      </a:lnTo>
                      <a:lnTo>
                        <a:pt x="87" y="9"/>
                      </a:lnTo>
                      <a:lnTo>
                        <a:pt x="88" y="12"/>
                      </a:lnTo>
                      <a:lnTo>
                        <a:pt x="88" y="16"/>
                      </a:lnTo>
                      <a:lnTo>
                        <a:pt x="90" y="18"/>
                      </a:lnTo>
                      <a:lnTo>
                        <a:pt x="92" y="18"/>
                      </a:lnTo>
                      <a:lnTo>
                        <a:pt x="92" y="19"/>
                      </a:lnTo>
                      <a:lnTo>
                        <a:pt x="90" y="23"/>
                      </a:lnTo>
                      <a:lnTo>
                        <a:pt x="88" y="27"/>
                      </a:lnTo>
                      <a:lnTo>
                        <a:pt x="91" y="27"/>
                      </a:lnTo>
                      <a:lnTo>
                        <a:pt x="92" y="24"/>
                      </a:lnTo>
                      <a:lnTo>
                        <a:pt x="94" y="24"/>
                      </a:lnTo>
                      <a:lnTo>
                        <a:pt x="94" y="27"/>
                      </a:lnTo>
                      <a:lnTo>
                        <a:pt x="95" y="28"/>
                      </a:lnTo>
                      <a:lnTo>
                        <a:pt x="95" y="31"/>
                      </a:lnTo>
                      <a:lnTo>
                        <a:pt x="99" y="31"/>
                      </a:lnTo>
                      <a:lnTo>
                        <a:pt x="101" y="32"/>
                      </a:lnTo>
                      <a:lnTo>
                        <a:pt x="101" y="34"/>
                      </a:lnTo>
                      <a:lnTo>
                        <a:pt x="99" y="35"/>
                      </a:lnTo>
                      <a:lnTo>
                        <a:pt x="94" y="37"/>
                      </a:lnTo>
                      <a:lnTo>
                        <a:pt x="94" y="39"/>
                      </a:lnTo>
                      <a:lnTo>
                        <a:pt x="95" y="41"/>
                      </a:lnTo>
                      <a:lnTo>
                        <a:pt x="95" y="46"/>
                      </a:lnTo>
                      <a:lnTo>
                        <a:pt x="95" y="49"/>
                      </a:lnTo>
                      <a:lnTo>
                        <a:pt x="95" y="54"/>
                      </a:lnTo>
                      <a:lnTo>
                        <a:pt x="97" y="56"/>
                      </a:lnTo>
                      <a:lnTo>
                        <a:pt x="99" y="58"/>
                      </a:lnTo>
                      <a:lnTo>
                        <a:pt x="98" y="60"/>
                      </a:lnTo>
                      <a:lnTo>
                        <a:pt x="97" y="60"/>
                      </a:lnTo>
                      <a:lnTo>
                        <a:pt x="94" y="61"/>
                      </a:lnTo>
                      <a:lnTo>
                        <a:pt x="94" y="62"/>
                      </a:lnTo>
                      <a:lnTo>
                        <a:pt x="97" y="65"/>
                      </a:lnTo>
                      <a:lnTo>
                        <a:pt x="98" y="66"/>
                      </a:lnTo>
                      <a:lnTo>
                        <a:pt x="98" y="69"/>
                      </a:lnTo>
                      <a:lnTo>
                        <a:pt x="94" y="77"/>
                      </a:lnTo>
                      <a:lnTo>
                        <a:pt x="91" y="79"/>
                      </a:lnTo>
                      <a:lnTo>
                        <a:pt x="91" y="80"/>
                      </a:lnTo>
                      <a:lnTo>
                        <a:pt x="91" y="83"/>
                      </a:lnTo>
                      <a:lnTo>
                        <a:pt x="90" y="88"/>
                      </a:lnTo>
                      <a:lnTo>
                        <a:pt x="87" y="91"/>
                      </a:lnTo>
                      <a:lnTo>
                        <a:pt x="87" y="92"/>
                      </a:lnTo>
                      <a:lnTo>
                        <a:pt x="65" y="99"/>
                      </a:lnTo>
                      <a:lnTo>
                        <a:pt x="61" y="95"/>
                      </a:lnTo>
                      <a:lnTo>
                        <a:pt x="59" y="95"/>
                      </a:lnTo>
                      <a:lnTo>
                        <a:pt x="54" y="91"/>
                      </a:lnTo>
                      <a:lnTo>
                        <a:pt x="53" y="90"/>
                      </a:lnTo>
                      <a:lnTo>
                        <a:pt x="53" y="87"/>
                      </a:lnTo>
                      <a:lnTo>
                        <a:pt x="53" y="87"/>
                      </a:lnTo>
                      <a:lnTo>
                        <a:pt x="59" y="83"/>
                      </a:lnTo>
                      <a:lnTo>
                        <a:pt x="60" y="64"/>
                      </a:lnTo>
                      <a:lnTo>
                        <a:pt x="61" y="61"/>
                      </a:lnTo>
                      <a:lnTo>
                        <a:pt x="59" y="61"/>
                      </a:lnTo>
                      <a:lnTo>
                        <a:pt x="60" y="58"/>
                      </a:lnTo>
                      <a:lnTo>
                        <a:pt x="61" y="58"/>
                      </a:lnTo>
                      <a:lnTo>
                        <a:pt x="61" y="56"/>
                      </a:lnTo>
                      <a:lnTo>
                        <a:pt x="59" y="53"/>
                      </a:lnTo>
                      <a:lnTo>
                        <a:pt x="59" y="50"/>
                      </a:lnTo>
                      <a:lnTo>
                        <a:pt x="56" y="45"/>
                      </a:lnTo>
                      <a:lnTo>
                        <a:pt x="54" y="42"/>
                      </a:lnTo>
                      <a:lnTo>
                        <a:pt x="52" y="38"/>
                      </a:lnTo>
                      <a:lnTo>
                        <a:pt x="39" y="38"/>
                      </a:lnTo>
                      <a:lnTo>
                        <a:pt x="37" y="39"/>
                      </a:lnTo>
                      <a:lnTo>
                        <a:pt x="34" y="42"/>
                      </a:lnTo>
                      <a:lnTo>
                        <a:pt x="30" y="46"/>
                      </a:lnTo>
                      <a:lnTo>
                        <a:pt x="30" y="47"/>
                      </a:lnTo>
                      <a:lnTo>
                        <a:pt x="26" y="50"/>
                      </a:lnTo>
                      <a:lnTo>
                        <a:pt x="23" y="50"/>
                      </a:lnTo>
                      <a:lnTo>
                        <a:pt x="22" y="49"/>
                      </a:lnTo>
                      <a:lnTo>
                        <a:pt x="18" y="46"/>
                      </a:lnTo>
                      <a:lnTo>
                        <a:pt x="16" y="42"/>
                      </a:lnTo>
                      <a:lnTo>
                        <a:pt x="14" y="42"/>
                      </a:lnTo>
                      <a:lnTo>
                        <a:pt x="12" y="41"/>
                      </a:lnTo>
                      <a:lnTo>
                        <a:pt x="12" y="38"/>
                      </a:lnTo>
                      <a:lnTo>
                        <a:pt x="14" y="37"/>
                      </a:lnTo>
                      <a:lnTo>
                        <a:pt x="11" y="37"/>
                      </a:lnTo>
                      <a:lnTo>
                        <a:pt x="10" y="38"/>
                      </a:lnTo>
                      <a:lnTo>
                        <a:pt x="7" y="37"/>
                      </a:lnTo>
                      <a:lnTo>
                        <a:pt x="4" y="37"/>
                      </a:lnTo>
                      <a:lnTo>
                        <a:pt x="1" y="32"/>
                      </a:lnTo>
                      <a:lnTo>
                        <a:pt x="3" y="27"/>
                      </a:lnTo>
                      <a:lnTo>
                        <a:pt x="0" y="24"/>
                      </a:lnTo>
                      <a:lnTo>
                        <a:pt x="0" y="2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929"/>
                <p:cNvSpPr>
                  <a:spLocks noEditPoints="1"/>
                </p:cNvSpPr>
                <p:nvPr/>
              </p:nvSpPr>
              <p:spPr bwMode="auto">
                <a:xfrm>
                  <a:off x="4244158" y="4317845"/>
                  <a:ext cx="73179" cy="91943"/>
                </a:xfrm>
                <a:custGeom>
                  <a:avLst/>
                  <a:gdLst/>
                  <a:ahLst/>
                  <a:cxnLst>
                    <a:cxn ang="0">
                      <a:pos x="11" y="42"/>
                    </a:cxn>
                    <a:cxn ang="0">
                      <a:pos x="11" y="39"/>
                    </a:cxn>
                    <a:cxn ang="0">
                      <a:pos x="9" y="38"/>
                    </a:cxn>
                    <a:cxn ang="0">
                      <a:pos x="8" y="38"/>
                    </a:cxn>
                    <a:cxn ang="0">
                      <a:pos x="7" y="39"/>
                    </a:cxn>
                    <a:cxn ang="0">
                      <a:pos x="8" y="41"/>
                    </a:cxn>
                    <a:cxn ang="0">
                      <a:pos x="9" y="42"/>
                    </a:cxn>
                    <a:cxn ang="0">
                      <a:pos x="11" y="42"/>
                    </a:cxn>
                    <a:cxn ang="0">
                      <a:pos x="11" y="42"/>
                    </a:cxn>
                    <a:cxn ang="0">
                      <a:pos x="1" y="12"/>
                    </a:cxn>
                    <a:cxn ang="0">
                      <a:pos x="4" y="12"/>
                    </a:cxn>
                    <a:cxn ang="0">
                      <a:pos x="8" y="9"/>
                    </a:cxn>
                    <a:cxn ang="0">
                      <a:pos x="8" y="8"/>
                    </a:cxn>
                    <a:cxn ang="0">
                      <a:pos x="12" y="4"/>
                    </a:cxn>
                    <a:cxn ang="0">
                      <a:pos x="15" y="1"/>
                    </a:cxn>
                    <a:cxn ang="0">
                      <a:pos x="17" y="0"/>
                    </a:cxn>
                    <a:cxn ang="0">
                      <a:pos x="30" y="0"/>
                    </a:cxn>
                    <a:cxn ang="0">
                      <a:pos x="32" y="4"/>
                    </a:cxn>
                    <a:cxn ang="0">
                      <a:pos x="34" y="7"/>
                    </a:cxn>
                    <a:cxn ang="0">
                      <a:pos x="37" y="12"/>
                    </a:cxn>
                    <a:cxn ang="0">
                      <a:pos x="37" y="15"/>
                    </a:cxn>
                    <a:cxn ang="0">
                      <a:pos x="39" y="18"/>
                    </a:cxn>
                    <a:cxn ang="0">
                      <a:pos x="39" y="20"/>
                    </a:cxn>
                    <a:cxn ang="0">
                      <a:pos x="38" y="20"/>
                    </a:cxn>
                    <a:cxn ang="0">
                      <a:pos x="37" y="23"/>
                    </a:cxn>
                    <a:cxn ang="0">
                      <a:pos x="39" y="23"/>
                    </a:cxn>
                    <a:cxn ang="0">
                      <a:pos x="38" y="26"/>
                    </a:cxn>
                    <a:cxn ang="0">
                      <a:pos x="37" y="45"/>
                    </a:cxn>
                    <a:cxn ang="0">
                      <a:pos x="31" y="49"/>
                    </a:cxn>
                    <a:cxn ang="0">
                      <a:pos x="30" y="47"/>
                    </a:cxn>
                    <a:cxn ang="0">
                      <a:pos x="24" y="47"/>
                    </a:cxn>
                    <a:cxn ang="0">
                      <a:pos x="16" y="43"/>
                    </a:cxn>
                    <a:cxn ang="0">
                      <a:pos x="13" y="43"/>
                    </a:cxn>
                    <a:cxn ang="0">
                      <a:pos x="13" y="42"/>
                    </a:cxn>
                    <a:cxn ang="0">
                      <a:pos x="12" y="39"/>
                    </a:cxn>
                    <a:cxn ang="0">
                      <a:pos x="11" y="38"/>
                    </a:cxn>
                    <a:cxn ang="0">
                      <a:pos x="11" y="35"/>
                    </a:cxn>
                    <a:cxn ang="0">
                      <a:pos x="11" y="34"/>
                    </a:cxn>
                    <a:cxn ang="0">
                      <a:pos x="8" y="35"/>
                    </a:cxn>
                    <a:cxn ang="0">
                      <a:pos x="5" y="33"/>
                    </a:cxn>
                    <a:cxn ang="0">
                      <a:pos x="5" y="28"/>
                    </a:cxn>
                    <a:cxn ang="0">
                      <a:pos x="4" y="24"/>
                    </a:cxn>
                    <a:cxn ang="0">
                      <a:pos x="1" y="24"/>
                    </a:cxn>
                    <a:cxn ang="0">
                      <a:pos x="0" y="22"/>
                    </a:cxn>
                    <a:cxn ang="0">
                      <a:pos x="3" y="18"/>
                    </a:cxn>
                    <a:cxn ang="0">
                      <a:pos x="0" y="16"/>
                    </a:cxn>
                    <a:cxn ang="0">
                      <a:pos x="0" y="15"/>
                    </a:cxn>
                    <a:cxn ang="0">
                      <a:pos x="1" y="12"/>
                    </a:cxn>
                    <a:cxn ang="0">
                      <a:pos x="1" y="12"/>
                    </a:cxn>
                  </a:cxnLst>
                  <a:rect l="0" t="0" r="r" b="b"/>
                  <a:pathLst>
                    <a:path w="39" h="49">
                      <a:moveTo>
                        <a:pt x="11" y="42"/>
                      </a:moveTo>
                      <a:lnTo>
                        <a:pt x="11" y="39"/>
                      </a:lnTo>
                      <a:lnTo>
                        <a:pt x="9" y="38"/>
                      </a:lnTo>
                      <a:lnTo>
                        <a:pt x="8" y="38"/>
                      </a:lnTo>
                      <a:lnTo>
                        <a:pt x="7" y="39"/>
                      </a:lnTo>
                      <a:lnTo>
                        <a:pt x="8" y="41"/>
                      </a:lnTo>
                      <a:lnTo>
                        <a:pt x="9" y="42"/>
                      </a:lnTo>
                      <a:lnTo>
                        <a:pt x="11" y="42"/>
                      </a:lnTo>
                      <a:lnTo>
                        <a:pt x="11" y="42"/>
                      </a:lnTo>
                      <a:close/>
                      <a:moveTo>
                        <a:pt x="1" y="12"/>
                      </a:moveTo>
                      <a:lnTo>
                        <a:pt x="4" y="12"/>
                      </a:lnTo>
                      <a:lnTo>
                        <a:pt x="8" y="9"/>
                      </a:lnTo>
                      <a:lnTo>
                        <a:pt x="8" y="8"/>
                      </a:lnTo>
                      <a:lnTo>
                        <a:pt x="12" y="4"/>
                      </a:lnTo>
                      <a:lnTo>
                        <a:pt x="15" y="1"/>
                      </a:lnTo>
                      <a:lnTo>
                        <a:pt x="17" y="0"/>
                      </a:lnTo>
                      <a:lnTo>
                        <a:pt x="30" y="0"/>
                      </a:lnTo>
                      <a:lnTo>
                        <a:pt x="32" y="4"/>
                      </a:lnTo>
                      <a:lnTo>
                        <a:pt x="34" y="7"/>
                      </a:lnTo>
                      <a:lnTo>
                        <a:pt x="37" y="12"/>
                      </a:lnTo>
                      <a:lnTo>
                        <a:pt x="37" y="15"/>
                      </a:lnTo>
                      <a:lnTo>
                        <a:pt x="39" y="18"/>
                      </a:lnTo>
                      <a:lnTo>
                        <a:pt x="39" y="20"/>
                      </a:lnTo>
                      <a:lnTo>
                        <a:pt x="38" y="20"/>
                      </a:lnTo>
                      <a:lnTo>
                        <a:pt x="37" y="23"/>
                      </a:lnTo>
                      <a:lnTo>
                        <a:pt x="39" y="23"/>
                      </a:lnTo>
                      <a:lnTo>
                        <a:pt x="38" y="26"/>
                      </a:lnTo>
                      <a:lnTo>
                        <a:pt x="37" y="45"/>
                      </a:lnTo>
                      <a:lnTo>
                        <a:pt x="31" y="49"/>
                      </a:lnTo>
                      <a:lnTo>
                        <a:pt x="30" y="47"/>
                      </a:lnTo>
                      <a:lnTo>
                        <a:pt x="24" y="47"/>
                      </a:lnTo>
                      <a:lnTo>
                        <a:pt x="16" y="43"/>
                      </a:lnTo>
                      <a:lnTo>
                        <a:pt x="13" y="43"/>
                      </a:lnTo>
                      <a:lnTo>
                        <a:pt x="13" y="42"/>
                      </a:lnTo>
                      <a:lnTo>
                        <a:pt x="12" y="39"/>
                      </a:lnTo>
                      <a:lnTo>
                        <a:pt x="11" y="38"/>
                      </a:lnTo>
                      <a:lnTo>
                        <a:pt x="11" y="35"/>
                      </a:lnTo>
                      <a:lnTo>
                        <a:pt x="11" y="34"/>
                      </a:lnTo>
                      <a:lnTo>
                        <a:pt x="8" y="35"/>
                      </a:lnTo>
                      <a:lnTo>
                        <a:pt x="5" y="33"/>
                      </a:lnTo>
                      <a:lnTo>
                        <a:pt x="5" y="28"/>
                      </a:lnTo>
                      <a:lnTo>
                        <a:pt x="4" y="24"/>
                      </a:lnTo>
                      <a:lnTo>
                        <a:pt x="1" y="24"/>
                      </a:lnTo>
                      <a:lnTo>
                        <a:pt x="0" y="22"/>
                      </a:lnTo>
                      <a:lnTo>
                        <a:pt x="3" y="18"/>
                      </a:lnTo>
                      <a:lnTo>
                        <a:pt x="0" y="16"/>
                      </a:lnTo>
                      <a:lnTo>
                        <a:pt x="0" y="15"/>
                      </a:lnTo>
                      <a:lnTo>
                        <a:pt x="1" y="12"/>
                      </a:lnTo>
                      <a:lnTo>
                        <a:pt x="1" y="1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932"/>
                <p:cNvSpPr>
                  <a:spLocks/>
                </p:cNvSpPr>
                <p:nvPr/>
              </p:nvSpPr>
              <p:spPr bwMode="auto">
                <a:xfrm>
                  <a:off x="4366123" y="4302834"/>
                  <a:ext cx="165121" cy="172627"/>
                </a:xfrm>
                <a:custGeom>
                  <a:avLst/>
                  <a:gdLst/>
                  <a:ahLst/>
                  <a:cxnLst>
                    <a:cxn ang="0">
                      <a:pos x="16" y="88"/>
                    </a:cxn>
                    <a:cxn ang="0">
                      <a:pos x="16" y="83"/>
                    </a:cxn>
                    <a:cxn ang="0">
                      <a:pos x="16" y="79"/>
                    </a:cxn>
                    <a:cxn ang="0">
                      <a:pos x="16" y="74"/>
                    </a:cxn>
                    <a:cxn ang="0">
                      <a:pos x="18" y="70"/>
                    </a:cxn>
                    <a:cxn ang="0">
                      <a:pos x="14" y="69"/>
                    </a:cxn>
                    <a:cxn ang="0">
                      <a:pos x="11" y="65"/>
                    </a:cxn>
                    <a:cxn ang="0">
                      <a:pos x="7" y="64"/>
                    </a:cxn>
                    <a:cxn ang="0">
                      <a:pos x="3" y="64"/>
                    </a:cxn>
                    <a:cxn ang="0">
                      <a:pos x="0" y="61"/>
                    </a:cxn>
                    <a:cxn ang="0">
                      <a:pos x="4" y="53"/>
                    </a:cxn>
                    <a:cxn ang="0">
                      <a:pos x="4" y="49"/>
                    </a:cxn>
                    <a:cxn ang="0">
                      <a:pos x="11" y="39"/>
                    </a:cxn>
                    <a:cxn ang="0">
                      <a:pos x="10" y="35"/>
                    </a:cxn>
                    <a:cxn ang="0">
                      <a:pos x="7" y="31"/>
                    </a:cxn>
                    <a:cxn ang="0">
                      <a:pos x="11" y="30"/>
                    </a:cxn>
                    <a:cxn ang="0">
                      <a:pos x="10" y="26"/>
                    </a:cxn>
                    <a:cxn ang="0">
                      <a:pos x="8" y="19"/>
                    </a:cxn>
                    <a:cxn ang="0">
                      <a:pos x="8" y="11"/>
                    </a:cxn>
                    <a:cxn ang="0">
                      <a:pos x="7" y="7"/>
                    </a:cxn>
                    <a:cxn ang="0">
                      <a:pos x="18" y="1"/>
                    </a:cxn>
                    <a:cxn ang="0">
                      <a:pos x="23" y="4"/>
                    </a:cxn>
                    <a:cxn ang="0">
                      <a:pos x="30" y="2"/>
                    </a:cxn>
                    <a:cxn ang="0">
                      <a:pos x="35" y="0"/>
                    </a:cxn>
                    <a:cxn ang="0">
                      <a:pos x="38" y="2"/>
                    </a:cxn>
                    <a:cxn ang="0">
                      <a:pos x="44" y="5"/>
                    </a:cxn>
                    <a:cxn ang="0">
                      <a:pos x="48" y="0"/>
                    </a:cxn>
                    <a:cxn ang="0">
                      <a:pos x="57" y="5"/>
                    </a:cxn>
                    <a:cxn ang="0">
                      <a:pos x="61" y="7"/>
                    </a:cxn>
                    <a:cxn ang="0">
                      <a:pos x="67" y="8"/>
                    </a:cxn>
                    <a:cxn ang="0">
                      <a:pos x="72" y="12"/>
                    </a:cxn>
                    <a:cxn ang="0">
                      <a:pos x="79" y="9"/>
                    </a:cxn>
                    <a:cxn ang="0">
                      <a:pos x="83" y="12"/>
                    </a:cxn>
                    <a:cxn ang="0">
                      <a:pos x="86" y="13"/>
                    </a:cxn>
                    <a:cxn ang="0">
                      <a:pos x="86" y="20"/>
                    </a:cxn>
                    <a:cxn ang="0">
                      <a:pos x="88" y="26"/>
                    </a:cxn>
                    <a:cxn ang="0">
                      <a:pos x="88" y="31"/>
                    </a:cxn>
                    <a:cxn ang="0">
                      <a:pos x="84" y="36"/>
                    </a:cxn>
                    <a:cxn ang="0">
                      <a:pos x="80" y="46"/>
                    </a:cxn>
                    <a:cxn ang="0">
                      <a:pos x="79" y="51"/>
                    </a:cxn>
                    <a:cxn ang="0">
                      <a:pos x="79" y="60"/>
                    </a:cxn>
                    <a:cxn ang="0">
                      <a:pos x="77" y="62"/>
                    </a:cxn>
                    <a:cxn ang="0">
                      <a:pos x="80" y="69"/>
                    </a:cxn>
                    <a:cxn ang="0">
                      <a:pos x="84" y="73"/>
                    </a:cxn>
                    <a:cxn ang="0">
                      <a:pos x="86" y="80"/>
                    </a:cxn>
                    <a:cxn ang="0">
                      <a:pos x="80" y="80"/>
                    </a:cxn>
                    <a:cxn ang="0">
                      <a:pos x="77" y="77"/>
                    </a:cxn>
                    <a:cxn ang="0">
                      <a:pos x="75" y="81"/>
                    </a:cxn>
                    <a:cxn ang="0">
                      <a:pos x="61" y="81"/>
                    </a:cxn>
                    <a:cxn ang="0">
                      <a:pos x="37" y="81"/>
                    </a:cxn>
                    <a:cxn ang="0">
                      <a:pos x="27" y="87"/>
                    </a:cxn>
                    <a:cxn ang="0">
                      <a:pos x="23" y="88"/>
                    </a:cxn>
                    <a:cxn ang="0">
                      <a:pos x="16" y="92"/>
                    </a:cxn>
                  </a:cxnLst>
                  <a:rect l="0" t="0" r="r" b="b"/>
                  <a:pathLst>
                    <a:path w="88" h="92">
                      <a:moveTo>
                        <a:pt x="16" y="92"/>
                      </a:moveTo>
                      <a:lnTo>
                        <a:pt x="16" y="88"/>
                      </a:lnTo>
                      <a:lnTo>
                        <a:pt x="15" y="87"/>
                      </a:lnTo>
                      <a:lnTo>
                        <a:pt x="16" y="83"/>
                      </a:lnTo>
                      <a:lnTo>
                        <a:pt x="15" y="81"/>
                      </a:lnTo>
                      <a:lnTo>
                        <a:pt x="16" y="79"/>
                      </a:lnTo>
                      <a:lnTo>
                        <a:pt x="16" y="76"/>
                      </a:lnTo>
                      <a:lnTo>
                        <a:pt x="16" y="74"/>
                      </a:lnTo>
                      <a:lnTo>
                        <a:pt x="18" y="73"/>
                      </a:lnTo>
                      <a:lnTo>
                        <a:pt x="18" y="70"/>
                      </a:lnTo>
                      <a:lnTo>
                        <a:pt x="15" y="70"/>
                      </a:lnTo>
                      <a:lnTo>
                        <a:pt x="14" y="69"/>
                      </a:lnTo>
                      <a:lnTo>
                        <a:pt x="12" y="66"/>
                      </a:lnTo>
                      <a:lnTo>
                        <a:pt x="11" y="65"/>
                      </a:lnTo>
                      <a:lnTo>
                        <a:pt x="8" y="65"/>
                      </a:lnTo>
                      <a:lnTo>
                        <a:pt x="7" y="64"/>
                      </a:lnTo>
                      <a:lnTo>
                        <a:pt x="4" y="64"/>
                      </a:lnTo>
                      <a:lnTo>
                        <a:pt x="3" y="64"/>
                      </a:lnTo>
                      <a:lnTo>
                        <a:pt x="1" y="64"/>
                      </a:lnTo>
                      <a:lnTo>
                        <a:pt x="0" y="61"/>
                      </a:lnTo>
                      <a:lnTo>
                        <a:pt x="3" y="58"/>
                      </a:lnTo>
                      <a:lnTo>
                        <a:pt x="4" y="53"/>
                      </a:lnTo>
                      <a:lnTo>
                        <a:pt x="4" y="50"/>
                      </a:lnTo>
                      <a:lnTo>
                        <a:pt x="4" y="49"/>
                      </a:lnTo>
                      <a:lnTo>
                        <a:pt x="7" y="47"/>
                      </a:lnTo>
                      <a:lnTo>
                        <a:pt x="11" y="39"/>
                      </a:lnTo>
                      <a:lnTo>
                        <a:pt x="11" y="36"/>
                      </a:lnTo>
                      <a:lnTo>
                        <a:pt x="10" y="35"/>
                      </a:lnTo>
                      <a:lnTo>
                        <a:pt x="7" y="32"/>
                      </a:lnTo>
                      <a:lnTo>
                        <a:pt x="7" y="31"/>
                      </a:lnTo>
                      <a:lnTo>
                        <a:pt x="10" y="30"/>
                      </a:lnTo>
                      <a:lnTo>
                        <a:pt x="11" y="30"/>
                      </a:lnTo>
                      <a:lnTo>
                        <a:pt x="12" y="28"/>
                      </a:lnTo>
                      <a:lnTo>
                        <a:pt x="10" y="26"/>
                      </a:lnTo>
                      <a:lnTo>
                        <a:pt x="8" y="24"/>
                      </a:lnTo>
                      <a:lnTo>
                        <a:pt x="8" y="19"/>
                      </a:lnTo>
                      <a:lnTo>
                        <a:pt x="8" y="16"/>
                      </a:lnTo>
                      <a:lnTo>
                        <a:pt x="8" y="11"/>
                      </a:lnTo>
                      <a:lnTo>
                        <a:pt x="7" y="9"/>
                      </a:lnTo>
                      <a:lnTo>
                        <a:pt x="7" y="7"/>
                      </a:lnTo>
                      <a:lnTo>
                        <a:pt x="12" y="5"/>
                      </a:lnTo>
                      <a:lnTo>
                        <a:pt x="18" y="1"/>
                      </a:lnTo>
                      <a:lnTo>
                        <a:pt x="19" y="1"/>
                      </a:lnTo>
                      <a:lnTo>
                        <a:pt x="23" y="4"/>
                      </a:lnTo>
                      <a:lnTo>
                        <a:pt x="29" y="4"/>
                      </a:lnTo>
                      <a:lnTo>
                        <a:pt x="30" y="2"/>
                      </a:lnTo>
                      <a:lnTo>
                        <a:pt x="30" y="1"/>
                      </a:lnTo>
                      <a:lnTo>
                        <a:pt x="35" y="0"/>
                      </a:lnTo>
                      <a:lnTo>
                        <a:pt x="38" y="1"/>
                      </a:lnTo>
                      <a:lnTo>
                        <a:pt x="38" y="2"/>
                      </a:lnTo>
                      <a:lnTo>
                        <a:pt x="39" y="4"/>
                      </a:lnTo>
                      <a:lnTo>
                        <a:pt x="44" y="5"/>
                      </a:lnTo>
                      <a:lnTo>
                        <a:pt x="46" y="1"/>
                      </a:lnTo>
                      <a:lnTo>
                        <a:pt x="48" y="0"/>
                      </a:lnTo>
                      <a:lnTo>
                        <a:pt x="52" y="2"/>
                      </a:lnTo>
                      <a:lnTo>
                        <a:pt x="57" y="5"/>
                      </a:lnTo>
                      <a:lnTo>
                        <a:pt x="60" y="5"/>
                      </a:lnTo>
                      <a:lnTo>
                        <a:pt x="61" y="7"/>
                      </a:lnTo>
                      <a:lnTo>
                        <a:pt x="64" y="7"/>
                      </a:lnTo>
                      <a:lnTo>
                        <a:pt x="67" y="8"/>
                      </a:lnTo>
                      <a:lnTo>
                        <a:pt x="68" y="11"/>
                      </a:lnTo>
                      <a:lnTo>
                        <a:pt x="72" y="12"/>
                      </a:lnTo>
                      <a:lnTo>
                        <a:pt x="76" y="12"/>
                      </a:lnTo>
                      <a:lnTo>
                        <a:pt x="79" y="9"/>
                      </a:lnTo>
                      <a:lnTo>
                        <a:pt x="80" y="11"/>
                      </a:lnTo>
                      <a:lnTo>
                        <a:pt x="83" y="12"/>
                      </a:lnTo>
                      <a:lnTo>
                        <a:pt x="86" y="12"/>
                      </a:lnTo>
                      <a:lnTo>
                        <a:pt x="86" y="13"/>
                      </a:lnTo>
                      <a:lnTo>
                        <a:pt x="84" y="17"/>
                      </a:lnTo>
                      <a:lnTo>
                        <a:pt x="86" y="20"/>
                      </a:lnTo>
                      <a:lnTo>
                        <a:pt x="86" y="23"/>
                      </a:lnTo>
                      <a:lnTo>
                        <a:pt x="88" y="26"/>
                      </a:lnTo>
                      <a:lnTo>
                        <a:pt x="88" y="28"/>
                      </a:lnTo>
                      <a:lnTo>
                        <a:pt x="88" y="31"/>
                      </a:lnTo>
                      <a:lnTo>
                        <a:pt x="88" y="35"/>
                      </a:lnTo>
                      <a:lnTo>
                        <a:pt x="84" y="36"/>
                      </a:lnTo>
                      <a:lnTo>
                        <a:pt x="80" y="43"/>
                      </a:lnTo>
                      <a:lnTo>
                        <a:pt x="80" y="46"/>
                      </a:lnTo>
                      <a:lnTo>
                        <a:pt x="79" y="49"/>
                      </a:lnTo>
                      <a:lnTo>
                        <a:pt x="79" y="51"/>
                      </a:lnTo>
                      <a:lnTo>
                        <a:pt x="77" y="53"/>
                      </a:lnTo>
                      <a:lnTo>
                        <a:pt x="79" y="60"/>
                      </a:lnTo>
                      <a:lnTo>
                        <a:pt x="77" y="61"/>
                      </a:lnTo>
                      <a:lnTo>
                        <a:pt x="77" y="62"/>
                      </a:lnTo>
                      <a:lnTo>
                        <a:pt x="79" y="64"/>
                      </a:lnTo>
                      <a:lnTo>
                        <a:pt x="80" y="69"/>
                      </a:lnTo>
                      <a:lnTo>
                        <a:pt x="82" y="72"/>
                      </a:lnTo>
                      <a:lnTo>
                        <a:pt x="84" y="73"/>
                      </a:lnTo>
                      <a:lnTo>
                        <a:pt x="86" y="76"/>
                      </a:lnTo>
                      <a:lnTo>
                        <a:pt x="86" y="80"/>
                      </a:lnTo>
                      <a:lnTo>
                        <a:pt x="83" y="80"/>
                      </a:lnTo>
                      <a:lnTo>
                        <a:pt x="80" y="80"/>
                      </a:lnTo>
                      <a:lnTo>
                        <a:pt x="80" y="81"/>
                      </a:lnTo>
                      <a:lnTo>
                        <a:pt x="77" y="77"/>
                      </a:lnTo>
                      <a:lnTo>
                        <a:pt x="75" y="79"/>
                      </a:lnTo>
                      <a:lnTo>
                        <a:pt x="75" y="81"/>
                      </a:lnTo>
                      <a:lnTo>
                        <a:pt x="68" y="79"/>
                      </a:lnTo>
                      <a:lnTo>
                        <a:pt x="61" y="81"/>
                      </a:lnTo>
                      <a:lnTo>
                        <a:pt x="42" y="81"/>
                      </a:lnTo>
                      <a:lnTo>
                        <a:pt x="37" y="81"/>
                      </a:lnTo>
                      <a:lnTo>
                        <a:pt x="37" y="83"/>
                      </a:lnTo>
                      <a:lnTo>
                        <a:pt x="27" y="87"/>
                      </a:lnTo>
                      <a:lnTo>
                        <a:pt x="26" y="88"/>
                      </a:lnTo>
                      <a:lnTo>
                        <a:pt x="23" y="88"/>
                      </a:lnTo>
                      <a:lnTo>
                        <a:pt x="18" y="92"/>
                      </a:lnTo>
                      <a:lnTo>
                        <a:pt x="16" y="9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933"/>
                <p:cNvSpPr>
                  <a:spLocks/>
                </p:cNvSpPr>
                <p:nvPr/>
              </p:nvSpPr>
              <p:spPr bwMode="auto">
                <a:xfrm>
                  <a:off x="4510603" y="4287823"/>
                  <a:ext cx="112583" cy="174504"/>
                </a:xfrm>
                <a:custGeom>
                  <a:avLst/>
                  <a:gdLst/>
                  <a:ahLst/>
                  <a:cxnLst>
                    <a:cxn ang="0">
                      <a:pos x="3" y="88"/>
                    </a:cxn>
                    <a:cxn ang="0">
                      <a:pos x="9" y="88"/>
                    </a:cxn>
                    <a:cxn ang="0">
                      <a:pos x="7" y="81"/>
                    </a:cxn>
                    <a:cxn ang="0">
                      <a:pos x="3" y="77"/>
                    </a:cxn>
                    <a:cxn ang="0">
                      <a:pos x="0" y="70"/>
                    </a:cxn>
                    <a:cxn ang="0">
                      <a:pos x="2" y="68"/>
                    </a:cxn>
                    <a:cxn ang="0">
                      <a:pos x="2" y="59"/>
                    </a:cxn>
                    <a:cxn ang="0">
                      <a:pos x="3" y="54"/>
                    </a:cxn>
                    <a:cxn ang="0">
                      <a:pos x="7" y="44"/>
                    </a:cxn>
                    <a:cxn ang="0">
                      <a:pos x="11" y="39"/>
                    </a:cxn>
                    <a:cxn ang="0">
                      <a:pos x="11" y="34"/>
                    </a:cxn>
                    <a:cxn ang="0">
                      <a:pos x="9" y="28"/>
                    </a:cxn>
                    <a:cxn ang="0">
                      <a:pos x="9" y="21"/>
                    </a:cxn>
                    <a:cxn ang="0">
                      <a:pos x="7" y="12"/>
                    </a:cxn>
                    <a:cxn ang="0">
                      <a:pos x="5" y="6"/>
                    </a:cxn>
                    <a:cxn ang="0">
                      <a:pos x="10" y="2"/>
                    </a:cxn>
                    <a:cxn ang="0">
                      <a:pos x="21" y="2"/>
                    </a:cxn>
                    <a:cxn ang="0">
                      <a:pos x="34" y="1"/>
                    </a:cxn>
                    <a:cxn ang="0">
                      <a:pos x="41" y="0"/>
                    </a:cxn>
                    <a:cxn ang="0">
                      <a:pos x="43" y="4"/>
                    </a:cxn>
                    <a:cxn ang="0">
                      <a:pos x="44" y="8"/>
                    </a:cxn>
                    <a:cxn ang="0">
                      <a:pos x="49" y="12"/>
                    </a:cxn>
                    <a:cxn ang="0">
                      <a:pos x="51" y="17"/>
                    </a:cxn>
                    <a:cxn ang="0">
                      <a:pos x="52" y="24"/>
                    </a:cxn>
                    <a:cxn ang="0">
                      <a:pos x="53" y="29"/>
                    </a:cxn>
                    <a:cxn ang="0">
                      <a:pos x="52" y="34"/>
                    </a:cxn>
                    <a:cxn ang="0">
                      <a:pos x="55" y="38"/>
                    </a:cxn>
                    <a:cxn ang="0">
                      <a:pos x="55" y="42"/>
                    </a:cxn>
                    <a:cxn ang="0">
                      <a:pos x="55" y="49"/>
                    </a:cxn>
                    <a:cxn ang="0">
                      <a:pos x="53" y="59"/>
                    </a:cxn>
                    <a:cxn ang="0">
                      <a:pos x="53" y="65"/>
                    </a:cxn>
                    <a:cxn ang="0">
                      <a:pos x="55" y="73"/>
                    </a:cxn>
                    <a:cxn ang="0">
                      <a:pos x="58" y="74"/>
                    </a:cxn>
                    <a:cxn ang="0">
                      <a:pos x="52" y="78"/>
                    </a:cxn>
                    <a:cxn ang="0">
                      <a:pos x="37" y="88"/>
                    </a:cxn>
                    <a:cxn ang="0">
                      <a:pos x="17" y="93"/>
                    </a:cxn>
                    <a:cxn ang="0">
                      <a:pos x="3" y="91"/>
                    </a:cxn>
                  </a:cxnLst>
                  <a:rect l="0" t="0" r="r" b="b"/>
                  <a:pathLst>
                    <a:path w="60" h="93">
                      <a:moveTo>
                        <a:pt x="3" y="89"/>
                      </a:moveTo>
                      <a:lnTo>
                        <a:pt x="3" y="88"/>
                      </a:lnTo>
                      <a:lnTo>
                        <a:pt x="6" y="88"/>
                      </a:lnTo>
                      <a:lnTo>
                        <a:pt x="9" y="88"/>
                      </a:lnTo>
                      <a:lnTo>
                        <a:pt x="9" y="84"/>
                      </a:lnTo>
                      <a:lnTo>
                        <a:pt x="7" y="81"/>
                      </a:lnTo>
                      <a:lnTo>
                        <a:pt x="5" y="80"/>
                      </a:lnTo>
                      <a:lnTo>
                        <a:pt x="3" y="77"/>
                      </a:lnTo>
                      <a:lnTo>
                        <a:pt x="2" y="72"/>
                      </a:lnTo>
                      <a:lnTo>
                        <a:pt x="0" y="70"/>
                      </a:lnTo>
                      <a:lnTo>
                        <a:pt x="0" y="69"/>
                      </a:lnTo>
                      <a:lnTo>
                        <a:pt x="2" y="68"/>
                      </a:lnTo>
                      <a:lnTo>
                        <a:pt x="0" y="61"/>
                      </a:lnTo>
                      <a:lnTo>
                        <a:pt x="2" y="59"/>
                      </a:lnTo>
                      <a:lnTo>
                        <a:pt x="2" y="57"/>
                      </a:lnTo>
                      <a:lnTo>
                        <a:pt x="3" y="54"/>
                      </a:lnTo>
                      <a:lnTo>
                        <a:pt x="3" y="51"/>
                      </a:lnTo>
                      <a:lnTo>
                        <a:pt x="7" y="44"/>
                      </a:lnTo>
                      <a:lnTo>
                        <a:pt x="11" y="43"/>
                      </a:lnTo>
                      <a:lnTo>
                        <a:pt x="11" y="39"/>
                      </a:lnTo>
                      <a:lnTo>
                        <a:pt x="11" y="36"/>
                      </a:lnTo>
                      <a:lnTo>
                        <a:pt x="11" y="34"/>
                      </a:lnTo>
                      <a:lnTo>
                        <a:pt x="9" y="31"/>
                      </a:lnTo>
                      <a:lnTo>
                        <a:pt x="9" y="28"/>
                      </a:lnTo>
                      <a:lnTo>
                        <a:pt x="7" y="25"/>
                      </a:lnTo>
                      <a:lnTo>
                        <a:pt x="9" y="21"/>
                      </a:lnTo>
                      <a:lnTo>
                        <a:pt x="9" y="16"/>
                      </a:lnTo>
                      <a:lnTo>
                        <a:pt x="7" y="12"/>
                      </a:lnTo>
                      <a:lnTo>
                        <a:pt x="5" y="10"/>
                      </a:lnTo>
                      <a:lnTo>
                        <a:pt x="5" y="6"/>
                      </a:lnTo>
                      <a:lnTo>
                        <a:pt x="5" y="2"/>
                      </a:lnTo>
                      <a:lnTo>
                        <a:pt x="10" y="2"/>
                      </a:lnTo>
                      <a:lnTo>
                        <a:pt x="19" y="2"/>
                      </a:lnTo>
                      <a:lnTo>
                        <a:pt x="21" y="2"/>
                      </a:lnTo>
                      <a:lnTo>
                        <a:pt x="29" y="2"/>
                      </a:lnTo>
                      <a:lnTo>
                        <a:pt x="34" y="1"/>
                      </a:lnTo>
                      <a:lnTo>
                        <a:pt x="37" y="1"/>
                      </a:lnTo>
                      <a:lnTo>
                        <a:pt x="41" y="0"/>
                      </a:lnTo>
                      <a:lnTo>
                        <a:pt x="41" y="0"/>
                      </a:lnTo>
                      <a:lnTo>
                        <a:pt x="43" y="4"/>
                      </a:lnTo>
                      <a:lnTo>
                        <a:pt x="44" y="5"/>
                      </a:lnTo>
                      <a:lnTo>
                        <a:pt x="44" y="8"/>
                      </a:lnTo>
                      <a:lnTo>
                        <a:pt x="48" y="10"/>
                      </a:lnTo>
                      <a:lnTo>
                        <a:pt x="49" y="12"/>
                      </a:lnTo>
                      <a:lnTo>
                        <a:pt x="52" y="15"/>
                      </a:lnTo>
                      <a:lnTo>
                        <a:pt x="51" y="17"/>
                      </a:lnTo>
                      <a:lnTo>
                        <a:pt x="51" y="23"/>
                      </a:lnTo>
                      <a:lnTo>
                        <a:pt x="52" y="24"/>
                      </a:lnTo>
                      <a:lnTo>
                        <a:pt x="53" y="24"/>
                      </a:lnTo>
                      <a:lnTo>
                        <a:pt x="53" y="29"/>
                      </a:lnTo>
                      <a:lnTo>
                        <a:pt x="53" y="31"/>
                      </a:lnTo>
                      <a:lnTo>
                        <a:pt x="52" y="34"/>
                      </a:lnTo>
                      <a:lnTo>
                        <a:pt x="53" y="35"/>
                      </a:lnTo>
                      <a:lnTo>
                        <a:pt x="55" y="38"/>
                      </a:lnTo>
                      <a:lnTo>
                        <a:pt x="53" y="39"/>
                      </a:lnTo>
                      <a:lnTo>
                        <a:pt x="55" y="42"/>
                      </a:lnTo>
                      <a:lnTo>
                        <a:pt x="53" y="46"/>
                      </a:lnTo>
                      <a:lnTo>
                        <a:pt x="55" y="49"/>
                      </a:lnTo>
                      <a:lnTo>
                        <a:pt x="55" y="57"/>
                      </a:lnTo>
                      <a:lnTo>
                        <a:pt x="53" y="59"/>
                      </a:lnTo>
                      <a:lnTo>
                        <a:pt x="53" y="61"/>
                      </a:lnTo>
                      <a:lnTo>
                        <a:pt x="53" y="65"/>
                      </a:lnTo>
                      <a:lnTo>
                        <a:pt x="53" y="69"/>
                      </a:lnTo>
                      <a:lnTo>
                        <a:pt x="55" y="73"/>
                      </a:lnTo>
                      <a:lnTo>
                        <a:pt x="56" y="73"/>
                      </a:lnTo>
                      <a:lnTo>
                        <a:pt x="58" y="74"/>
                      </a:lnTo>
                      <a:lnTo>
                        <a:pt x="60" y="77"/>
                      </a:lnTo>
                      <a:lnTo>
                        <a:pt x="52" y="78"/>
                      </a:lnTo>
                      <a:lnTo>
                        <a:pt x="45" y="81"/>
                      </a:lnTo>
                      <a:lnTo>
                        <a:pt x="37" y="88"/>
                      </a:lnTo>
                      <a:lnTo>
                        <a:pt x="29" y="88"/>
                      </a:lnTo>
                      <a:lnTo>
                        <a:pt x="17" y="93"/>
                      </a:lnTo>
                      <a:lnTo>
                        <a:pt x="11" y="92"/>
                      </a:lnTo>
                      <a:lnTo>
                        <a:pt x="3" y="91"/>
                      </a:lnTo>
                      <a:lnTo>
                        <a:pt x="3" y="8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935"/>
                <p:cNvSpPr>
                  <a:spLocks/>
                </p:cNvSpPr>
                <p:nvPr/>
              </p:nvSpPr>
              <p:spPr bwMode="auto">
                <a:xfrm>
                  <a:off x="4587536" y="4287823"/>
                  <a:ext cx="54416" cy="144482"/>
                </a:xfrm>
                <a:custGeom>
                  <a:avLst/>
                  <a:gdLst/>
                  <a:ahLst/>
                  <a:cxnLst>
                    <a:cxn ang="0">
                      <a:pos x="17" y="4"/>
                    </a:cxn>
                    <a:cxn ang="0">
                      <a:pos x="2" y="0"/>
                    </a:cxn>
                    <a:cxn ang="0">
                      <a:pos x="0" y="0"/>
                    </a:cxn>
                    <a:cxn ang="0">
                      <a:pos x="2" y="4"/>
                    </a:cxn>
                    <a:cxn ang="0">
                      <a:pos x="3" y="5"/>
                    </a:cxn>
                    <a:cxn ang="0">
                      <a:pos x="3" y="8"/>
                    </a:cxn>
                    <a:cxn ang="0">
                      <a:pos x="7" y="10"/>
                    </a:cxn>
                    <a:cxn ang="0">
                      <a:pos x="8" y="12"/>
                    </a:cxn>
                    <a:cxn ang="0">
                      <a:pos x="11" y="15"/>
                    </a:cxn>
                    <a:cxn ang="0">
                      <a:pos x="10" y="17"/>
                    </a:cxn>
                    <a:cxn ang="0">
                      <a:pos x="10" y="23"/>
                    </a:cxn>
                    <a:cxn ang="0">
                      <a:pos x="11" y="24"/>
                    </a:cxn>
                    <a:cxn ang="0">
                      <a:pos x="12" y="24"/>
                    </a:cxn>
                    <a:cxn ang="0">
                      <a:pos x="12" y="29"/>
                    </a:cxn>
                    <a:cxn ang="0">
                      <a:pos x="12" y="31"/>
                    </a:cxn>
                    <a:cxn ang="0">
                      <a:pos x="11" y="34"/>
                    </a:cxn>
                    <a:cxn ang="0">
                      <a:pos x="12" y="35"/>
                    </a:cxn>
                    <a:cxn ang="0">
                      <a:pos x="14" y="38"/>
                    </a:cxn>
                    <a:cxn ang="0">
                      <a:pos x="12" y="39"/>
                    </a:cxn>
                    <a:cxn ang="0">
                      <a:pos x="14" y="42"/>
                    </a:cxn>
                    <a:cxn ang="0">
                      <a:pos x="12" y="46"/>
                    </a:cxn>
                    <a:cxn ang="0">
                      <a:pos x="14" y="49"/>
                    </a:cxn>
                    <a:cxn ang="0">
                      <a:pos x="14" y="57"/>
                    </a:cxn>
                    <a:cxn ang="0">
                      <a:pos x="12" y="59"/>
                    </a:cxn>
                    <a:cxn ang="0">
                      <a:pos x="12" y="61"/>
                    </a:cxn>
                    <a:cxn ang="0">
                      <a:pos x="12" y="65"/>
                    </a:cxn>
                    <a:cxn ang="0">
                      <a:pos x="12" y="69"/>
                    </a:cxn>
                    <a:cxn ang="0">
                      <a:pos x="14" y="73"/>
                    </a:cxn>
                    <a:cxn ang="0">
                      <a:pos x="15" y="73"/>
                    </a:cxn>
                    <a:cxn ang="0">
                      <a:pos x="17" y="74"/>
                    </a:cxn>
                    <a:cxn ang="0">
                      <a:pos x="19" y="77"/>
                    </a:cxn>
                    <a:cxn ang="0">
                      <a:pos x="19" y="77"/>
                    </a:cxn>
                    <a:cxn ang="0">
                      <a:pos x="27" y="72"/>
                    </a:cxn>
                    <a:cxn ang="0">
                      <a:pos x="29" y="72"/>
                    </a:cxn>
                    <a:cxn ang="0">
                      <a:pos x="29" y="69"/>
                    </a:cxn>
                    <a:cxn ang="0">
                      <a:pos x="27" y="66"/>
                    </a:cxn>
                    <a:cxn ang="0">
                      <a:pos x="27" y="62"/>
                    </a:cxn>
                    <a:cxn ang="0">
                      <a:pos x="26" y="58"/>
                    </a:cxn>
                    <a:cxn ang="0">
                      <a:pos x="27" y="42"/>
                    </a:cxn>
                    <a:cxn ang="0">
                      <a:pos x="27" y="39"/>
                    </a:cxn>
                    <a:cxn ang="0">
                      <a:pos x="29" y="38"/>
                    </a:cxn>
                    <a:cxn ang="0">
                      <a:pos x="29" y="34"/>
                    </a:cxn>
                    <a:cxn ang="0">
                      <a:pos x="27" y="32"/>
                    </a:cxn>
                    <a:cxn ang="0">
                      <a:pos x="27" y="28"/>
                    </a:cxn>
                    <a:cxn ang="0">
                      <a:pos x="26" y="21"/>
                    </a:cxn>
                    <a:cxn ang="0">
                      <a:pos x="23" y="15"/>
                    </a:cxn>
                    <a:cxn ang="0">
                      <a:pos x="22" y="13"/>
                    </a:cxn>
                    <a:cxn ang="0">
                      <a:pos x="21" y="12"/>
                    </a:cxn>
                    <a:cxn ang="0">
                      <a:pos x="17" y="9"/>
                    </a:cxn>
                    <a:cxn ang="0">
                      <a:pos x="15" y="5"/>
                    </a:cxn>
                    <a:cxn ang="0">
                      <a:pos x="17" y="4"/>
                    </a:cxn>
                  </a:cxnLst>
                  <a:rect l="0" t="0" r="r" b="b"/>
                  <a:pathLst>
                    <a:path w="29" h="77">
                      <a:moveTo>
                        <a:pt x="17" y="4"/>
                      </a:moveTo>
                      <a:lnTo>
                        <a:pt x="2" y="0"/>
                      </a:lnTo>
                      <a:lnTo>
                        <a:pt x="0" y="0"/>
                      </a:lnTo>
                      <a:lnTo>
                        <a:pt x="2" y="4"/>
                      </a:lnTo>
                      <a:lnTo>
                        <a:pt x="3" y="5"/>
                      </a:lnTo>
                      <a:lnTo>
                        <a:pt x="3" y="8"/>
                      </a:lnTo>
                      <a:lnTo>
                        <a:pt x="7" y="10"/>
                      </a:lnTo>
                      <a:lnTo>
                        <a:pt x="8" y="12"/>
                      </a:lnTo>
                      <a:lnTo>
                        <a:pt x="11" y="15"/>
                      </a:lnTo>
                      <a:lnTo>
                        <a:pt x="10" y="17"/>
                      </a:lnTo>
                      <a:lnTo>
                        <a:pt x="10" y="23"/>
                      </a:lnTo>
                      <a:lnTo>
                        <a:pt x="11" y="24"/>
                      </a:lnTo>
                      <a:lnTo>
                        <a:pt x="12" y="24"/>
                      </a:lnTo>
                      <a:lnTo>
                        <a:pt x="12" y="29"/>
                      </a:lnTo>
                      <a:lnTo>
                        <a:pt x="12" y="31"/>
                      </a:lnTo>
                      <a:lnTo>
                        <a:pt x="11" y="34"/>
                      </a:lnTo>
                      <a:lnTo>
                        <a:pt x="12" y="35"/>
                      </a:lnTo>
                      <a:lnTo>
                        <a:pt x="14" y="38"/>
                      </a:lnTo>
                      <a:lnTo>
                        <a:pt x="12" y="39"/>
                      </a:lnTo>
                      <a:lnTo>
                        <a:pt x="14" y="42"/>
                      </a:lnTo>
                      <a:lnTo>
                        <a:pt x="12" y="46"/>
                      </a:lnTo>
                      <a:lnTo>
                        <a:pt x="14" y="49"/>
                      </a:lnTo>
                      <a:lnTo>
                        <a:pt x="14" y="57"/>
                      </a:lnTo>
                      <a:lnTo>
                        <a:pt x="12" y="59"/>
                      </a:lnTo>
                      <a:lnTo>
                        <a:pt x="12" y="61"/>
                      </a:lnTo>
                      <a:lnTo>
                        <a:pt x="12" y="65"/>
                      </a:lnTo>
                      <a:lnTo>
                        <a:pt x="12" y="69"/>
                      </a:lnTo>
                      <a:lnTo>
                        <a:pt x="14" y="73"/>
                      </a:lnTo>
                      <a:lnTo>
                        <a:pt x="15" y="73"/>
                      </a:lnTo>
                      <a:lnTo>
                        <a:pt x="17" y="74"/>
                      </a:lnTo>
                      <a:lnTo>
                        <a:pt x="19" y="77"/>
                      </a:lnTo>
                      <a:lnTo>
                        <a:pt x="19" y="77"/>
                      </a:lnTo>
                      <a:lnTo>
                        <a:pt x="27" y="72"/>
                      </a:lnTo>
                      <a:lnTo>
                        <a:pt x="29" y="72"/>
                      </a:lnTo>
                      <a:lnTo>
                        <a:pt x="29" y="69"/>
                      </a:lnTo>
                      <a:lnTo>
                        <a:pt x="27" y="66"/>
                      </a:lnTo>
                      <a:lnTo>
                        <a:pt x="27" y="62"/>
                      </a:lnTo>
                      <a:lnTo>
                        <a:pt x="26" y="58"/>
                      </a:lnTo>
                      <a:lnTo>
                        <a:pt x="27" y="42"/>
                      </a:lnTo>
                      <a:lnTo>
                        <a:pt x="27" y="39"/>
                      </a:lnTo>
                      <a:lnTo>
                        <a:pt x="29" y="38"/>
                      </a:lnTo>
                      <a:lnTo>
                        <a:pt x="29" y="34"/>
                      </a:lnTo>
                      <a:lnTo>
                        <a:pt x="27" y="32"/>
                      </a:lnTo>
                      <a:lnTo>
                        <a:pt x="27" y="28"/>
                      </a:lnTo>
                      <a:lnTo>
                        <a:pt x="26" y="21"/>
                      </a:lnTo>
                      <a:lnTo>
                        <a:pt x="23" y="15"/>
                      </a:lnTo>
                      <a:lnTo>
                        <a:pt x="22" y="13"/>
                      </a:lnTo>
                      <a:lnTo>
                        <a:pt x="21" y="12"/>
                      </a:lnTo>
                      <a:lnTo>
                        <a:pt x="17" y="9"/>
                      </a:lnTo>
                      <a:lnTo>
                        <a:pt x="15" y="5"/>
                      </a:lnTo>
                      <a:lnTo>
                        <a:pt x="17"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936"/>
                <p:cNvSpPr>
                  <a:spLocks/>
                </p:cNvSpPr>
                <p:nvPr/>
              </p:nvSpPr>
              <p:spPr bwMode="auto">
                <a:xfrm>
                  <a:off x="4615681" y="4248418"/>
                  <a:ext cx="84438" cy="176379"/>
                </a:xfrm>
                <a:custGeom>
                  <a:avLst/>
                  <a:gdLst/>
                  <a:ahLst/>
                  <a:cxnLst>
                    <a:cxn ang="0">
                      <a:pos x="22" y="8"/>
                    </a:cxn>
                    <a:cxn ang="0">
                      <a:pos x="16" y="12"/>
                    </a:cxn>
                    <a:cxn ang="0">
                      <a:pos x="10" y="14"/>
                    </a:cxn>
                    <a:cxn ang="0">
                      <a:pos x="7" y="18"/>
                    </a:cxn>
                    <a:cxn ang="0">
                      <a:pos x="6" y="22"/>
                    </a:cxn>
                    <a:cxn ang="0">
                      <a:pos x="0" y="26"/>
                    </a:cxn>
                    <a:cxn ang="0">
                      <a:pos x="6" y="33"/>
                    </a:cxn>
                    <a:cxn ang="0">
                      <a:pos x="8" y="36"/>
                    </a:cxn>
                    <a:cxn ang="0">
                      <a:pos x="12" y="49"/>
                    </a:cxn>
                    <a:cxn ang="0">
                      <a:pos x="14" y="55"/>
                    </a:cxn>
                    <a:cxn ang="0">
                      <a:pos x="12" y="60"/>
                    </a:cxn>
                    <a:cxn ang="0">
                      <a:pos x="11" y="79"/>
                    </a:cxn>
                    <a:cxn ang="0">
                      <a:pos x="12" y="87"/>
                    </a:cxn>
                    <a:cxn ang="0">
                      <a:pos x="14" y="93"/>
                    </a:cxn>
                    <a:cxn ang="0">
                      <a:pos x="29" y="90"/>
                    </a:cxn>
                    <a:cxn ang="0">
                      <a:pos x="29" y="87"/>
                    </a:cxn>
                    <a:cxn ang="0">
                      <a:pos x="29" y="78"/>
                    </a:cxn>
                    <a:cxn ang="0">
                      <a:pos x="29" y="70"/>
                    </a:cxn>
                    <a:cxn ang="0">
                      <a:pos x="29" y="67"/>
                    </a:cxn>
                    <a:cxn ang="0">
                      <a:pos x="29" y="64"/>
                    </a:cxn>
                    <a:cxn ang="0">
                      <a:pos x="29" y="61"/>
                    </a:cxn>
                    <a:cxn ang="0">
                      <a:pos x="29" y="56"/>
                    </a:cxn>
                    <a:cxn ang="0">
                      <a:pos x="30" y="52"/>
                    </a:cxn>
                    <a:cxn ang="0">
                      <a:pos x="33" y="50"/>
                    </a:cxn>
                    <a:cxn ang="0">
                      <a:pos x="36" y="46"/>
                    </a:cxn>
                    <a:cxn ang="0">
                      <a:pos x="38" y="41"/>
                    </a:cxn>
                    <a:cxn ang="0">
                      <a:pos x="42" y="40"/>
                    </a:cxn>
                    <a:cxn ang="0">
                      <a:pos x="41" y="34"/>
                    </a:cxn>
                    <a:cxn ang="0">
                      <a:pos x="42" y="31"/>
                    </a:cxn>
                    <a:cxn ang="0">
                      <a:pos x="45" y="30"/>
                    </a:cxn>
                    <a:cxn ang="0">
                      <a:pos x="44" y="22"/>
                    </a:cxn>
                    <a:cxn ang="0">
                      <a:pos x="40" y="17"/>
                    </a:cxn>
                    <a:cxn ang="0">
                      <a:pos x="41" y="12"/>
                    </a:cxn>
                    <a:cxn ang="0">
                      <a:pos x="34" y="8"/>
                    </a:cxn>
                    <a:cxn ang="0">
                      <a:pos x="27" y="0"/>
                    </a:cxn>
                    <a:cxn ang="0">
                      <a:pos x="26" y="4"/>
                    </a:cxn>
                    <a:cxn ang="0">
                      <a:pos x="22" y="6"/>
                    </a:cxn>
                  </a:cxnLst>
                  <a:rect l="0" t="0" r="r" b="b"/>
                  <a:pathLst>
                    <a:path w="45" h="94">
                      <a:moveTo>
                        <a:pt x="22" y="6"/>
                      </a:moveTo>
                      <a:lnTo>
                        <a:pt x="22" y="8"/>
                      </a:lnTo>
                      <a:lnTo>
                        <a:pt x="19" y="12"/>
                      </a:lnTo>
                      <a:lnTo>
                        <a:pt x="16" y="12"/>
                      </a:lnTo>
                      <a:lnTo>
                        <a:pt x="11" y="14"/>
                      </a:lnTo>
                      <a:lnTo>
                        <a:pt x="10" y="14"/>
                      </a:lnTo>
                      <a:lnTo>
                        <a:pt x="7" y="15"/>
                      </a:lnTo>
                      <a:lnTo>
                        <a:pt x="7" y="18"/>
                      </a:lnTo>
                      <a:lnTo>
                        <a:pt x="6" y="19"/>
                      </a:lnTo>
                      <a:lnTo>
                        <a:pt x="6" y="22"/>
                      </a:lnTo>
                      <a:lnTo>
                        <a:pt x="2" y="23"/>
                      </a:lnTo>
                      <a:lnTo>
                        <a:pt x="0" y="26"/>
                      </a:lnTo>
                      <a:lnTo>
                        <a:pt x="2" y="30"/>
                      </a:lnTo>
                      <a:lnTo>
                        <a:pt x="6" y="33"/>
                      </a:lnTo>
                      <a:lnTo>
                        <a:pt x="7" y="34"/>
                      </a:lnTo>
                      <a:lnTo>
                        <a:pt x="8" y="36"/>
                      </a:lnTo>
                      <a:lnTo>
                        <a:pt x="11" y="42"/>
                      </a:lnTo>
                      <a:lnTo>
                        <a:pt x="12" y="49"/>
                      </a:lnTo>
                      <a:lnTo>
                        <a:pt x="12" y="53"/>
                      </a:lnTo>
                      <a:lnTo>
                        <a:pt x="14" y="55"/>
                      </a:lnTo>
                      <a:lnTo>
                        <a:pt x="14" y="59"/>
                      </a:lnTo>
                      <a:lnTo>
                        <a:pt x="12" y="60"/>
                      </a:lnTo>
                      <a:lnTo>
                        <a:pt x="12" y="63"/>
                      </a:lnTo>
                      <a:lnTo>
                        <a:pt x="11" y="79"/>
                      </a:lnTo>
                      <a:lnTo>
                        <a:pt x="12" y="83"/>
                      </a:lnTo>
                      <a:lnTo>
                        <a:pt x="12" y="87"/>
                      </a:lnTo>
                      <a:lnTo>
                        <a:pt x="14" y="90"/>
                      </a:lnTo>
                      <a:lnTo>
                        <a:pt x="14" y="93"/>
                      </a:lnTo>
                      <a:lnTo>
                        <a:pt x="19" y="94"/>
                      </a:lnTo>
                      <a:lnTo>
                        <a:pt x="29" y="90"/>
                      </a:lnTo>
                      <a:lnTo>
                        <a:pt x="29" y="90"/>
                      </a:lnTo>
                      <a:lnTo>
                        <a:pt x="29" y="87"/>
                      </a:lnTo>
                      <a:lnTo>
                        <a:pt x="30" y="80"/>
                      </a:lnTo>
                      <a:lnTo>
                        <a:pt x="29" y="78"/>
                      </a:lnTo>
                      <a:lnTo>
                        <a:pt x="29" y="76"/>
                      </a:lnTo>
                      <a:lnTo>
                        <a:pt x="29" y="70"/>
                      </a:lnTo>
                      <a:lnTo>
                        <a:pt x="29" y="68"/>
                      </a:lnTo>
                      <a:lnTo>
                        <a:pt x="29" y="67"/>
                      </a:lnTo>
                      <a:lnTo>
                        <a:pt x="29" y="65"/>
                      </a:lnTo>
                      <a:lnTo>
                        <a:pt x="29" y="64"/>
                      </a:lnTo>
                      <a:lnTo>
                        <a:pt x="29" y="61"/>
                      </a:lnTo>
                      <a:lnTo>
                        <a:pt x="29" y="61"/>
                      </a:lnTo>
                      <a:lnTo>
                        <a:pt x="29" y="57"/>
                      </a:lnTo>
                      <a:lnTo>
                        <a:pt x="29" y="56"/>
                      </a:lnTo>
                      <a:lnTo>
                        <a:pt x="29" y="53"/>
                      </a:lnTo>
                      <a:lnTo>
                        <a:pt x="30" y="52"/>
                      </a:lnTo>
                      <a:lnTo>
                        <a:pt x="31" y="50"/>
                      </a:lnTo>
                      <a:lnTo>
                        <a:pt x="33" y="50"/>
                      </a:lnTo>
                      <a:lnTo>
                        <a:pt x="34" y="49"/>
                      </a:lnTo>
                      <a:lnTo>
                        <a:pt x="36" y="46"/>
                      </a:lnTo>
                      <a:lnTo>
                        <a:pt x="38" y="44"/>
                      </a:lnTo>
                      <a:lnTo>
                        <a:pt x="38" y="41"/>
                      </a:lnTo>
                      <a:lnTo>
                        <a:pt x="41" y="40"/>
                      </a:lnTo>
                      <a:lnTo>
                        <a:pt x="42" y="40"/>
                      </a:lnTo>
                      <a:lnTo>
                        <a:pt x="44" y="38"/>
                      </a:lnTo>
                      <a:lnTo>
                        <a:pt x="41" y="34"/>
                      </a:lnTo>
                      <a:lnTo>
                        <a:pt x="41" y="34"/>
                      </a:lnTo>
                      <a:lnTo>
                        <a:pt x="42" y="31"/>
                      </a:lnTo>
                      <a:lnTo>
                        <a:pt x="45" y="31"/>
                      </a:lnTo>
                      <a:lnTo>
                        <a:pt x="45" y="30"/>
                      </a:lnTo>
                      <a:lnTo>
                        <a:pt x="44" y="25"/>
                      </a:lnTo>
                      <a:lnTo>
                        <a:pt x="44" y="22"/>
                      </a:lnTo>
                      <a:lnTo>
                        <a:pt x="40" y="18"/>
                      </a:lnTo>
                      <a:lnTo>
                        <a:pt x="40" y="17"/>
                      </a:lnTo>
                      <a:lnTo>
                        <a:pt x="40" y="12"/>
                      </a:lnTo>
                      <a:lnTo>
                        <a:pt x="41" y="12"/>
                      </a:lnTo>
                      <a:lnTo>
                        <a:pt x="37" y="8"/>
                      </a:lnTo>
                      <a:lnTo>
                        <a:pt x="34" y="8"/>
                      </a:lnTo>
                      <a:lnTo>
                        <a:pt x="31" y="4"/>
                      </a:lnTo>
                      <a:lnTo>
                        <a:pt x="27" y="0"/>
                      </a:lnTo>
                      <a:lnTo>
                        <a:pt x="26" y="3"/>
                      </a:lnTo>
                      <a:lnTo>
                        <a:pt x="26" y="4"/>
                      </a:lnTo>
                      <a:lnTo>
                        <a:pt x="23" y="6"/>
                      </a:lnTo>
                      <a:lnTo>
                        <a:pt x="22" y="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937"/>
                <p:cNvSpPr>
                  <a:spLocks/>
                </p:cNvSpPr>
                <p:nvPr/>
              </p:nvSpPr>
              <p:spPr bwMode="auto">
                <a:xfrm>
                  <a:off x="4615681" y="4248418"/>
                  <a:ext cx="84438" cy="176379"/>
                </a:xfrm>
                <a:custGeom>
                  <a:avLst/>
                  <a:gdLst/>
                  <a:ahLst/>
                  <a:cxnLst>
                    <a:cxn ang="0">
                      <a:pos x="22" y="8"/>
                    </a:cxn>
                    <a:cxn ang="0">
                      <a:pos x="16" y="12"/>
                    </a:cxn>
                    <a:cxn ang="0">
                      <a:pos x="10" y="14"/>
                    </a:cxn>
                    <a:cxn ang="0">
                      <a:pos x="7" y="18"/>
                    </a:cxn>
                    <a:cxn ang="0">
                      <a:pos x="6" y="22"/>
                    </a:cxn>
                    <a:cxn ang="0">
                      <a:pos x="0" y="26"/>
                    </a:cxn>
                    <a:cxn ang="0">
                      <a:pos x="6" y="33"/>
                    </a:cxn>
                    <a:cxn ang="0">
                      <a:pos x="8" y="36"/>
                    </a:cxn>
                    <a:cxn ang="0">
                      <a:pos x="12" y="49"/>
                    </a:cxn>
                    <a:cxn ang="0">
                      <a:pos x="14" y="55"/>
                    </a:cxn>
                    <a:cxn ang="0">
                      <a:pos x="12" y="60"/>
                    </a:cxn>
                    <a:cxn ang="0">
                      <a:pos x="11" y="79"/>
                    </a:cxn>
                    <a:cxn ang="0">
                      <a:pos x="12" y="87"/>
                    </a:cxn>
                    <a:cxn ang="0">
                      <a:pos x="14" y="93"/>
                    </a:cxn>
                    <a:cxn ang="0">
                      <a:pos x="29" y="90"/>
                    </a:cxn>
                    <a:cxn ang="0">
                      <a:pos x="29" y="87"/>
                    </a:cxn>
                    <a:cxn ang="0">
                      <a:pos x="29" y="78"/>
                    </a:cxn>
                    <a:cxn ang="0">
                      <a:pos x="29" y="70"/>
                    </a:cxn>
                    <a:cxn ang="0">
                      <a:pos x="29" y="67"/>
                    </a:cxn>
                    <a:cxn ang="0">
                      <a:pos x="29" y="64"/>
                    </a:cxn>
                    <a:cxn ang="0">
                      <a:pos x="29" y="61"/>
                    </a:cxn>
                    <a:cxn ang="0">
                      <a:pos x="29" y="56"/>
                    </a:cxn>
                    <a:cxn ang="0">
                      <a:pos x="30" y="52"/>
                    </a:cxn>
                    <a:cxn ang="0">
                      <a:pos x="33" y="50"/>
                    </a:cxn>
                    <a:cxn ang="0">
                      <a:pos x="36" y="46"/>
                    </a:cxn>
                    <a:cxn ang="0">
                      <a:pos x="38" y="41"/>
                    </a:cxn>
                    <a:cxn ang="0">
                      <a:pos x="42" y="40"/>
                    </a:cxn>
                    <a:cxn ang="0">
                      <a:pos x="41" y="34"/>
                    </a:cxn>
                    <a:cxn ang="0">
                      <a:pos x="42" y="31"/>
                    </a:cxn>
                    <a:cxn ang="0">
                      <a:pos x="45" y="30"/>
                    </a:cxn>
                    <a:cxn ang="0">
                      <a:pos x="44" y="22"/>
                    </a:cxn>
                    <a:cxn ang="0">
                      <a:pos x="40" y="17"/>
                    </a:cxn>
                    <a:cxn ang="0">
                      <a:pos x="41" y="12"/>
                    </a:cxn>
                    <a:cxn ang="0">
                      <a:pos x="34" y="8"/>
                    </a:cxn>
                    <a:cxn ang="0">
                      <a:pos x="27" y="0"/>
                    </a:cxn>
                    <a:cxn ang="0">
                      <a:pos x="26" y="4"/>
                    </a:cxn>
                    <a:cxn ang="0">
                      <a:pos x="22" y="6"/>
                    </a:cxn>
                  </a:cxnLst>
                  <a:rect l="0" t="0" r="r" b="b"/>
                  <a:pathLst>
                    <a:path w="45" h="94">
                      <a:moveTo>
                        <a:pt x="22" y="6"/>
                      </a:moveTo>
                      <a:lnTo>
                        <a:pt x="22" y="8"/>
                      </a:lnTo>
                      <a:lnTo>
                        <a:pt x="19" y="12"/>
                      </a:lnTo>
                      <a:lnTo>
                        <a:pt x="16" y="12"/>
                      </a:lnTo>
                      <a:lnTo>
                        <a:pt x="11" y="14"/>
                      </a:lnTo>
                      <a:lnTo>
                        <a:pt x="10" y="14"/>
                      </a:lnTo>
                      <a:lnTo>
                        <a:pt x="7" y="15"/>
                      </a:lnTo>
                      <a:lnTo>
                        <a:pt x="7" y="18"/>
                      </a:lnTo>
                      <a:lnTo>
                        <a:pt x="6" y="19"/>
                      </a:lnTo>
                      <a:lnTo>
                        <a:pt x="6" y="22"/>
                      </a:lnTo>
                      <a:lnTo>
                        <a:pt x="2" y="23"/>
                      </a:lnTo>
                      <a:lnTo>
                        <a:pt x="0" y="26"/>
                      </a:lnTo>
                      <a:lnTo>
                        <a:pt x="2" y="30"/>
                      </a:lnTo>
                      <a:lnTo>
                        <a:pt x="6" y="33"/>
                      </a:lnTo>
                      <a:lnTo>
                        <a:pt x="7" y="34"/>
                      </a:lnTo>
                      <a:lnTo>
                        <a:pt x="8" y="36"/>
                      </a:lnTo>
                      <a:lnTo>
                        <a:pt x="11" y="42"/>
                      </a:lnTo>
                      <a:lnTo>
                        <a:pt x="12" y="49"/>
                      </a:lnTo>
                      <a:lnTo>
                        <a:pt x="12" y="53"/>
                      </a:lnTo>
                      <a:lnTo>
                        <a:pt x="14" y="55"/>
                      </a:lnTo>
                      <a:lnTo>
                        <a:pt x="14" y="59"/>
                      </a:lnTo>
                      <a:lnTo>
                        <a:pt x="12" y="60"/>
                      </a:lnTo>
                      <a:lnTo>
                        <a:pt x="12" y="63"/>
                      </a:lnTo>
                      <a:lnTo>
                        <a:pt x="11" y="79"/>
                      </a:lnTo>
                      <a:lnTo>
                        <a:pt x="12" y="83"/>
                      </a:lnTo>
                      <a:lnTo>
                        <a:pt x="12" y="87"/>
                      </a:lnTo>
                      <a:lnTo>
                        <a:pt x="14" y="90"/>
                      </a:lnTo>
                      <a:lnTo>
                        <a:pt x="14" y="93"/>
                      </a:lnTo>
                      <a:lnTo>
                        <a:pt x="19" y="94"/>
                      </a:lnTo>
                      <a:lnTo>
                        <a:pt x="29" y="90"/>
                      </a:lnTo>
                      <a:lnTo>
                        <a:pt x="29" y="90"/>
                      </a:lnTo>
                      <a:lnTo>
                        <a:pt x="29" y="87"/>
                      </a:lnTo>
                      <a:lnTo>
                        <a:pt x="30" y="80"/>
                      </a:lnTo>
                      <a:lnTo>
                        <a:pt x="29" y="78"/>
                      </a:lnTo>
                      <a:lnTo>
                        <a:pt x="29" y="76"/>
                      </a:lnTo>
                      <a:lnTo>
                        <a:pt x="29" y="70"/>
                      </a:lnTo>
                      <a:lnTo>
                        <a:pt x="29" y="68"/>
                      </a:lnTo>
                      <a:lnTo>
                        <a:pt x="29" y="67"/>
                      </a:lnTo>
                      <a:lnTo>
                        <a:pt x="29" y="65"/>
                      </a:lnTo>
                      <a:lnTo>
                        <a:pt x="29" y="64"/>
                      </a:lnTo>
                      <a:lnTo>
                        <a:pt x="29" y="61"/>
                      </a:lnTo>
                      <a:lnTo>
                        <a:pt x="29" y="61"/>
                      </a:lnTo>
                      <a:lnTo>
                        <a:pt x="29" y="57"/>
                      </a:lnTo>
                      <a:lnTo>
                        <a:pt x="29" y="56"/>
                      </a:lnTo>
                      <a:lnTo>
                        <a:pt x="29" y="53"/>
                      </a:lnTo>
                      <a:lnTo>
                        <a:pt x="30" y="52"/>
                      </a:lnTo>
                      <a:lnTo>
                        <a:pt x="31" y="50"/>
                      </a:lnTo>
                      <a:lnTo>
                        <a:pt x="33" y="50"/>
                      </a:lnTo>
                      <a:lnTo>
                        <a:pt x="34" y="49"/>
                      </a:lnTo>
                      <a:lnTo>
                        <a:pt x="36" y="46"/>
                      </a:lnTo>
                      <a:lnTo>
                        <a:pt x="38" y="44"/>
                      </a:lnTo>
                      <a:lnTo>
                        <a:pt x="38" y="41"/>
                      </a:lnTo>
                      <a:lnTo>
                        <a:pt x="41" y="40"/>
                      </a:lnTo>
                      <a:lnTo>
                        <a:pt x="42" y="40"/>
                      </a:lnTo>
                      <a:lnTo>
                        <a:pt x="44" y="38"/>
                      </a:lnTo>
                      <a:lnTo>
                        <a:pt x="41" y="34"/>
                      </a:lnTo>
                      <a:lnTo>
                        <a:pt x="41" y="34"/>
                      </a:lnTo>
                      <a:lnTo>
                        <a:pt x="42" y="31"/>
                      </a:lnTo>
                      <a:lnTo>
                        <a:pt x="45" y="31"/>
                      </a:lnTo>
                      <a:lnTo>
                        <a:pt x="45" y="30"/>
                      </a:lnTo>
                      <a:lnTo>
                        <a:pt x="44" y="25"/>
                      </a:lnTo>
                      <a:lnTo>
                        <a:pt x="44" y="22"/>
                      </a:lnTo>
                      <a:lnTo>
                        <a:pt x="40" y="18"/>
                      </a:lnTo>
                      <a:lnTo>
                        <a:pt x="40" y="17"/>
                      </a:lnTo>
                      <a:lnTo>
                        <a:pt x="40" y="12"/>
                      </a:lnTo>
                      <a:lnTo>
                        <a:pt x="41" y="12"/>
                      </a:lnTo>
                      <a:lnTo>
                        <a:pt x="37" y="8"/>
                      </a:lnTo>
                      <a:lnTo>
                        <a:pt x="34" y="8"/>
                      </a:lnTo>
                      <a:lnTo>
                        <a:pt x="31" y="4"/>
                      </a:lnTo>
                      <a:lnTo>
                        <a:pt x="27" y="0"/>
                      </a:lnTo>
                      <a:lnTo>
                        <a:pt x="26" y="3"/>
                      </a:lnTo>
                      <a:lnTo>
                        <a:pt x="26" y="4"/>
                      </a:lnTo>
                      <a:lnTo>
                        <a:pt x="23" y="6"/>
                      </a:lnTo>
                      <a:lnTo>
                        <a:pt x="2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938"/>
                <p:cNvSpPr>
                  <a:spLocks noEditPoints="1"/>
                </p:cNvSpPr>
                <p:nvPr/>
              </p:nvSpPr>
              <p:spPr bwMode="auto">
                <a:xfrm>
                  <a:off x="4912149" y="3948198"/>
                  <a:ext cx="311479" cy="446578"/>
                </a:xfrm>
                <a:custGeom>
                  <a:avLst/>
                  <a:gdLst/>
                  <a:ahLst/>
                  <a:cxnLst>
                    <a:cxn ang="0">
                      <a:pos x="164" y="58"/>
                    </a:cxn>
                    <a:cxn ang="0">
                      <a:pos x="160" y="118"/>
                    </a:cxn>
                    <a:cxn ang="0">
                      <a:pos x="152" y="118"/>
                    </a:cxn>
                    <a:cxn ang="0">
                      <a:pos x="152" y="126"/>
                    </a:cxn>
                    <a:cxn ang="0">
                      <a:pos x="144" y="136"/>
                    </a:cxn>
                    <a:cxn ang="0">
                      <a:pos x="144" y="143"/>
                    </a:cxn>
                    <a:cxn ang="0">
                      <a:pos x="142" y="147"/>
                    </a:cxn>
                    <a:cxn ang="0">
                      <a:pos x="137" y="158"/>
                    </a:cxn>
                    <a:cxn ang="0">
                      <a:pos x="142" y="160"/>
                    </a:cxn>
                    <a:cxn ang="0">
                      <a:pos x="142" y="163"/>
                    </a:cxn>
                    <a:cxn ang="0">
                      <a:pos x="145" y="168"/>
                    </a:cxn>
                    <a:cxn ang="0">
                      <a:pos x="151" y="177"/>
                    </a:cxn>
                    <a:cxn ang="0">
                      <a:pos x="151" y="183"/>
                    </a:cxn>
                    <a:cxn ang="0">
                      <a:pos x="144" y="185"/>
                    </a:cxn>
                    <a:cxn ang="0">
                      <a:pos x="134" y="189"/>
                    </a:cxn>
                    <a:cxn ang="0">
                      <a:pos x="133" y="194"/>
                    </a:cxn>
                    <a:cxn ang="0">
                      <a:pos x="127" y="197"/>
                    </a:cxn>
                    <a:cxn ang="0">
                      <a:pos x="123" y="202"/>
                    </a:cxn>
                    <a:cxn ang="0">
                      <a:pos x="123" y="209"/>
                    </a:cxn>
                    <a:cxn ang="0">
                      <a:pos x="113" y="213"/>
                    </a:cxn>
                    <a:cxn ang="0">
                      <a:pos x="103" y="213"/>
                    </a:cxn>
                    <a:cxn ang="0">
                      <a:pos x="95" y="213"/>
                    </a:cxn>
                    <a:cxn ang="0">
                      <a:pos x="99" y="219"/>
                    </a:cxn>
                    <a:cxn ang="0">
                      <a:pos x="94" y="225"/>
                    </a:cxn>
                    <a:cxn ang="0">
                      <a:pos x="77" y="230"/>
                    </a:cxn>
                    <a:cxn ang="0">
                      <a:pos x="68" y="235"/>
                    </a:cxn>
                    <a:cxn ang="0">
                      <a:pos x="64" y="230"/>
                    </a:cxn>
                    <a:cxn ang="0">
                      <a:pos x="60" y="236"/>
                    </a:cxn>
                    <a:cxn ang="0">
                      <a:pos x="51" y="238"/>
                    </a:cxn>
                    <a:cxn ang="0">
                      <a:pos x="49" y="231"/>
                    </a:cxn>
                    <a:cxn ang="0">
                      <a:pos x="42" y="221"/>
                    </a:cxn>
                    <a:cxn ang="0">
                      <a:pos x="30" y="210"/>
                    </a:cxn>
                    <a:cxn ang="0">
                      <a:pos x="27" y="206"/>
                    </a:cxn>
                    <a:cxn ang="0">
                      <a:pos x="28" y="200"/>
                    </a:cxn>
                    <a:cxn ang="0">
                      <a:pos x="34" y="200"/>
                    </a:cxn>
                    <a:cxn ang="0">
                      <a:pos x="41" y="200"/>
                    </a:cxn>
                    <a:cxn ang="0">
                      <a:pos x="47" y="201"/>
                    </a:cxn>
                    <a:cxn ang="0">
                      <a:pos x="45" y="197"/>
                    </a:cxn>
                    <a:cxn ang="0">
                      <a:pos x="38" y="189"/>
                    </a:cxn>
                    <a:cxn ang="0">
                      <a:pos x="41" y="181"/>
                    </a:cxn>
                    <a:cxn ang="0">
                      <a:pos x="41" y="177"/>
                    </a:cxn>
                    <a:cxn ang="0">
                      <a:pos x="38" y="167"/>
                    </a:cxn>
                    <a:cxn ang="0">
                      <a:pos x="32" y="159"/>
                    </a:cxn>
                    <a:cxn ang="0">
                      <a:pos x="24" y="152"/>
                    </a:cxn>
                    <a:cxn ang="0">
                      <a:pos x="17" y="129"/>
                    </a:cxn>
                    <a:cxn ang="0">
                      <a:pos x="20" y="126"/>
                    </a:cxn>
                    <a:cxn ang="0">
                      <a:pos x="45" y="80"/>
                    </a:cxn>
                    <a:cxn ang="0">
                      <a:pos x="50" y="46"/>
                    </a:cxn>
                    <a:cxn ang="0">
                      <a:pos x="42" y="28"/>
                    </a:cxn>
                    <a:cxn ang="0">
                      <a:pos x="34" y="7"/>
                    </a:cxn>
                    <a:cxn ang="0">
                      <a:pos x="1" y="156"/>
                    </a:cxn>
                  </a:cxnLst>
                  <a:rect l="0" t="0" r="r" b="b"/>
                  <a:pathLst>
                    <a:path w="166" h="238">
                      <a:moveTo>
                        <a:pt x="34" y="7"/>
                      </a:moveTo>
                      <a:lnTo>
                        <a:pt x="50" y="0"/>
                      </a:lnTo>
                      <a:lnTo>
                        <a:pt x="164" y="58"/>
                      </a:lnTo>
                      <a:lnTo>
                        <a:pt x="166" y="115"/>
                      </a:lnTo>
                      <a:lnTo>
                        <a:pt x="163" y="115"/>
                      </a:lnTo>
                      <a:lnTo>
                        <a:pt x="160" y="118"/>
                      </a:lnTo>
                      <a:lnTo>
                        <a:pt x="159" y="115"/>
                      </a:lnTo>
                      <a:lnTo>
                        <a:pt x="155" y="115"/>
                      </a:lnTo>
                      <a:lnTo>
                        <a:pt x="152" y="118"/>
                      </a:lnTo>
                      <a:lnTo>
                        <a:pt x="152" y="122"/>
                      </a:lnTo>
                      <a:lnTo>
                        <a:pt x="153" y="124"/>
                      </a:lnTo>
                      <a:lnTo>
                        <a:pt x="152" y="126"/>
                      </a:lnTo>
                      <a:lnTo>
                        <a:pt x="148" y="133"/>
                      </a:lnTo>
                      <a:lnTo>
                        <a:pt x="145" y="133"/>
                      </a:lnTo>
                      <a:lnTo>
                        <a:pt x="144" y="136"/>
                      </a:lnTo>
                      <a:lnTo>
                        <a:pt x="144" y="137"/>
                      </a:lnTo>
                      <a:lnTo>
                        <a:pt x="145" y="138"/>
                      </a:lnTo>
                      <a:lnTo>
                        <a:pt x="144" y="143"/>
                      </a:lnTo>
                      <a:lnTo>
                        <a:pt x="141" y="144"/>
                      </a:lnTo>
                      <a:lnTo>
                        <a:pt x="140" y="145"/>
                      </a:lnTo>
                      <a:lnTo>
                        <a:pt x="142" y="147"/>
                      </a:lnTo>
                      <a:lnTo>
                        <a:pt x="142" y="149"/>
                      </a:lnTo>
                      <a:lnTo>
                        <a:pt x="141" y="152"/>
                      </a:lnTo>
                      <a:lnTo>
                        <a:pt x="137" y="158"/>
                      </a:lnTo>
                      <a:lnTo>
                        <a:pt x="137" y="160"/>
                      </a:lnTo>
                      <a:lnTo>
                        <a:pt x="138" y="162"/>
                      </a:lnTo>
                      <a:lnTo>
                        <a:pt x="142" y="160"/>
                      </a:lnTo>
                      <a:lnTo>
                        <a:pt x="144" y="160"/>
                      </a:lnTo>
                      <a:lnTo>
                        <a:pt x="144" y="162"/>
                      </a:lnTo>
                      <a:lnTo>
                        <a:pt x="142" y="163"/>
                      </a:lnTo>
                      <a:lnTo>
                        <a:pt x="144" y="164"/>
                      </a:lnTo>
                      <a:lnTo>
                        <a:pt x="144" y="167"/>
                      </a:lnTo>
                      <a:lnTo>
                        <a:pt x="145" y="168"/>
                      </a:lnTo>
                      <a:lnTo>
                        <a:pt x="145" y="172"/>
                      </a:lnTo>
                      <a:lnTo>
                        <a:pt x="145" y="175"/>
                      </a:lnTo>
                      <a:lnTo>
                        <a:pt x="151" y="177"/>
                      </a:lnTo>
                      <a:lnTo>
                        <a:pt x="152" y="179"/>
                      </a:lnTo>
                      <a:lnTo>
                        <a:pt x="151" y="181"/>
                      </a:lnTo>
                      <a:lnTo>
                        <a:pt x="151" y="183"/>
                      </a:lnTo>
                      <a:lnTo>
                        <a:pt x="149" y="185"/>
                      </a:lnTo>
                      <a:lnTo>
                        <a:pt x="147" y="186"/>
                      </a:lnTo>
                      <a:lnTo>
                        <a:pt x="144" y="185"/>
                      </a:lnTo>
                      <a:lnTo>
                        <a:pt x="141" y="185"/>
                      </a:lnTo>
                      <a:lnTo>
                        <a:pt x="138" y="187"/>
                      </a:lnTo>
                      <a:lnTo>
                        <a:pt x="134" y="189"/>
                      </a:lnTo>
                      <a:lnTo>
                        <a:pt x="134" y="191"/>
                      </a:lnTo>
                      <a:lnTo>
                        <a:pt x="134" y="193"/>
                      </a:lnTo>
                      <a:lnTo>
                        <a:pt x="133" y="194"/>
                      </a:lnTo>
                      <a:lnTo>
                        <a:pt x="130" y="198"/>
                      </a:lnTo>
                      <a:lnTo>
                        <a:pt x="129" y="198"/>
                      </a:lnTo>
                      <a:lnTo>
                        <a:pt x="127" y="197"/>
                      </a:lnTo>
                      <a:lnTo>
                        <a:pt x="126" y="200"/>
                      </a:lnTo>
                      <a:lnTo>
                        <a:pt x="126" y="201"/>
                      </a:lnTo>
                      <a:lnTo>
                        <a:pt x="123" y="202"/>
                      </a:lnTo>
                      <a:lnTo>
                        <a:pt x="123" y="205"/>
                      </a:lnTo>
                      <a:lnTo>
                        <a:pt x="123" y="208"/>
                      </a:lnTo>
                      <a:lnTo>
                        <a:pt x="123" y="209"/>
                      </a:lnTo>
                      <a:lnTo>
                        <a:pt x="121" y="210"/>
                      </a:lnTo>
                      <a:lnTo>
                        <a:pt x="118" y="213"/>
                      </a:lnTo>
                      <a:lnTo>
                        <a:pt x="113" y="213"/>
                      </a:lnTo>
                      <a:lnTo>
                        <a:pt x="108" y="215"/>
                      </a:lnTo>
                      <a:lnTo>
                        <a:pt x="104" y="213"/>
                      </a:lnTo>
                      <a:lnTo>
                        <a:pt x="103" y="213"/>
                      </a:lnTo>
                      <a:lnTo>
                        <a:pt x="99" y="213"/>
                      </a:lnTo>
                      <a:lnTo>
                        <a:pt x="98" y="212"/>
                      </a:lnTo>
                      <a:lnTo>
                        <a:pt x="95" y="213"/>
                      </a:lnTo>
                      <a:lnTo>
                        <a:pt x="95" y="216"/>
                      </a:lnTo>
                      <a:lnTo>
                        <a:pt x="98" y="219"/>
                      </a:lnTo>
                      <a:lnTo>
                        <a:pt x="99" y="219"/>
                      </a:lnTo>
                      <a:lnTo>
                        <a:pt x="99" y="221"/>
                      </a:lnTo>
                      <a:lnTo>
                        <a:pt x="95" y="224"/>
                      </a:lnTo>
                      <a:lnTo>
                        <a:pt x="94" y="225"/>
                      </a:lnTo>
                      <a:lnTo>
                        <a:pt x="89" y="225"/>
                      </a:lnTo>
                      <a:lnTo>
                        <a:pt x="81" y="228"/>
                      </a:lnTo>
                      <a:lnTo>
                        <a:pt x="77" y="230"/>
                      </a:lnTo>
                      <a:lnTo>
                        <a:pt x="73" y="232"/>
                      </a:lnTo>
                      <a:lnTo>
                        <a:pt x="70" y="235"/>
                      </a:lnTo>
                      <a:lnTo>
                        <a:pt x="68" y="235"/>
                      </a:lnTo>
                      <a:lnTo>
                        <a:pt x="66" y="234"/>
                      </a:lnTo>
                      <a:lnTo>
                        <a:pt x="65" y="231"/>
                      </a:lnTo>
                      <a:lnTo>
                        <a:pt x="64" y="230"/>
                      </a:lnTo>
                      <a:lnTo>
                        <a:pt x="62" y="231"/>
                      </a:lnTo>
                      <a:lnTo>
                        <a:pt x="62" y="234"/>
                      </a:lnTo>
                      <a:lnTo>
                        <a:pt x="60" y="236"/>
                      </a:lnTo>
                      <a:lnTo>
                        <a:pt x="57" y="236"/>
                      </a:lnTo>
                      <a:lnTo>
                        <a:pt x="54" y="238"/>
                      </a:lnTo>
                      <a:lnTo>
                        <a:pt x="51" y="238"/>
                      </a:lnTo>
                      <a:lnTo>
                        <a:pt x="51" y="235"/>
                      </a:lnTo>
                      <a:lnTo>
                        <a:pt x="49" y="232"/>
                      </a:lnTo>
                      <a:lnTo>
                        <a:pt x="49" y="231"/>
                      </a:lnTo>
                      <a:lnTo>
                        <a:pt x="47" y="227"/>
                      </a:lnTo>
                      <a:lnTo>
                        <a:pt x="45" y="223"/>
                      </a:lnTo>
                      <a:lnTo>
                        <a:pt x="42" y="221"/>
                      </a:lnTo>
                      <a:lnTo>
                        <a:pt x="38" y="216"/>
                      </a:lnTo>
                      <a:lnTo>
                        <a:pt x="32" y="210"/>
                      </a:lnTo>
                      <a:lnTo>
                        <a:pt x="30" y="210"/>
                      </a:lnTo>
                      <a:lnTo>
                        <a:pt x="30" y="209"/>
                      </a:lnTo>
                      <a:lnTo>
                        <a:pt x="28" y="208"/>
                      </a:lnTo>
                      <a:lnTo>
                        <a:pt x="27" y="206"/>
                      </a:lnTo>
                      <a:lnTo>
                        <a:pt x="27" y="204"/>
                      </a:lnTo>
                      <a:lnTo>
                        <a:pt x="28" y="202"/>
                      </a:lnTo>
                      <a:lnTo>
                        <a:pt x="28" y="200"/>
                      </a:lnTo>
                      <a:lnTo>
                        <a:pt x="31" y="200"/>
                      </a:lnTo>
                      <a:lnTo>
                        <a:pt x="32" y="200"/>
                      </a:lnTo>
                      <a:lnTo>
                        <a:pt x="34" y="200"/>
                      </a:lnTo>
                      <a:lnTo>
                        <a:pt x="36" y="200"/>
                      </a:lnTo>
                      <a:lnTo>
                        <a:pt x="39" y="200"/>
                      </a:lnTo>
                      <a:lnTo>
                        <a:pt x="41" y="200"/>
                      </a:lnTo>
                      <a:lnTo>
                        <a:pt x="43" y="200"/>
                      </a:lnTo>
                      <a:lnTo>
                        <a:pt x="46" y="201"/>
                      </a:lnTo>
                      <a:lnTo>
                        <a:pt x="47" y="201"/>
                      </a:lnTo>
                      <a:lnTo>
                        <a:pt x="49" y="200"/>
                      </a:lnTo>
                      <a:lnTo>
                        <a:pt x="47" y="200"/>
                      </a:lnTo>
                      <a:lnTo>
                        <a:pt x="45" y="197"/>
                      </a:lnTo>
                      <a:lnTo>
                        <a:pt x="43" y="193"/>
                      </a:lnTo>
                      <a:lnTo>
                        <a:pt x="41" y="193"/>
                      </a:lnTo>
                      <a:lnTo>
                        <a:pt x="38" y="189"/>
                      </a:lnTo>
                      <a:lnTo>
                        <a:pt x="38" y="186"/>
                      </a:lnTo>
                      <a:lnTo>
                        <a:pt x="41" y="185"/>
                      </a:lnTo>
                      <a:lnTo>
                        <a:pt x="41" y="181"/>
                      </a:lnTo>
                      <a:lnTo>
                        <a:pt x="39" y="179"/>
                      </a:lnTo>
                      <a:lnTo>
                        <a:pt x="39" y="178"/>
                      </a:lnTo>
                      <a:lnTo>
                        <a:pt x="41" y="177"/>
                      </a:lnTo>
                      <a:lnTo>
                        <a:pt x="41" y="174"/>
                      </a:lnTo>
                      <a:lnTo>
                        <a:pt x="39" y="170"/>
                      </a:lnTo>
                      <a:lnTo>
                        <a:pt x="38" y="167"/>
                      </a:lnTo>
                      <a:lnTo>
                        <a:pt x="36" y="166"/>
                      </a:lnTo>
                      <a:lnTo>
                        <a:pt x="36" y="162"/>
                      </a:lnTo>
                      <a:lnTo>
                        <a:pt x="32" y="159"/>
                      </a:lnTo>
                      <a:lnTo>
                        <a:pt x="26" y="156"/>
                      </a:lnTo>
                      <a:lnTo>
                        <a:pt x="26" y="155"/>
                      </a:lnTo>
                      <a:lnTo>
                        <a:pt x="24" y="152"/>
                      </a:lnTo>
                      <a:lnTo>
                        <a:pt x="20" y="147"/>
                      </a:lnTo>
                      <a:lnTo>
                        <a:pt x="17" y="147"/>
                      </a:lnTo>
                      <a:lnTo>
                        <a:pt x="17" y="129"/>
                      </a:lnTo>
                      <a:lnTo>
                        <a:pt x="17" y="126"/>
                      </a:lnTo>
                      <a:lnTo>
                        <a:pt x="19" y="126"/>
                      </a:lnTo>
                      <a:lnTo>
                        <a:pt x="20" y="126"/>
                      </a:lnTo>
                      <a:lnTo>
                        <a:pt x="22" y="125"/>
                      </a:lnTo>
                      <a:lnTo>
                        <a:pt x="45" y="100"/>
                      </a:lnTo>
                      <a:lnTo>
                        <a:pt x="45" y="80"/>
                      </a:lnTo>
                      <a:lnTo>
                        <a:pt x="49" y="53"/>
                      </a:lnTo>
                      <a:lnTo>
                        <a:pt x="50" y="50"/>
                      </a:lnTo>
                      <a:lnTo>
                        <a:pt x="50" y="46"/>
                      </a:lnTo>
                      <a:lnTo>
                        <a:pt x="41" y="34"/>
                      </a:lnTo>
                      <a:lnTo>
                        <a:pt x="42" y="33"/>
                      </a:lnTo>
                      <a:lnTo>
                        <a:pt x="42" y="28"/>
                      </a:lnTo>
                      <a:lnTo>
                        <a:pt x="35" y="9"/>
                      </a:lnTo>
                      <a:lnTo>
                        <a:pt x="34" y="7"/>
                      </a:lnTo>
                      <a:lnTo>
                        <a:pt x="34" y="7"/>
                      </a:lnTo>
                      <a:close/>
                      <a:moveTo>
                        <a:pt x="4" y="153"/>
                      </a:moveTo>
                      <a:lnTo>
                        <a:pt x="2" y="156"/>
                      </a:lnTo>
                      <a:lnTo>
                        <a:pt x="1" y="156"/>
                      </a:lnTo>
                      <a:lnTo>
                        <a:pt x="0" y="155"/>
                      </a:lnTo>
                      <a:lnTo>
                        <a:pt x="4" y="15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939"/>
                <p:cNvSpPr>
                  <a:spLocks/>
                </p:cNvSpPr>
                <p:nvPr/>
              </p:nvSpPr>
              <p:spPr bwMode="auto">
                <a:xfrm>
                  <a:off x="4598794" y="3955703"/>
                  <a:ext cx="407175" cy="315231"/>
                </a:xfrm>
                <a:custGeom>
                  <a:avLst/>
                  <a:gdLst/>
                  <a:ahLst/>
                  <a:cxnLst>
                    <a:cxn ang="0">
                      <a:pos x="46" y="164"/>
                    </a:cxn>
                    <a:cxn ang="0">
                      <a:pos x="40" y="160"/>
                    </a:cxn>
                    <a:cxn ang="0">
                      <a:pos x="35" y="159"/>
                    </a:cxn>
                    <a:cxn ang="0">
                      <a:pos x="32" y="162"/>
                    </a:cxn>
                    <a:cxn ang="0">
                      <a:pos x="27" y="158"/>
                    </a:cxn>
                    <a:cxn ang="0">
                      <a:pos x="28" y="154"/>
                    </a:cxn>
                    <a:cxn ang="0">
                      <a:pos x="27" y="149"/>
                    </a:cxn>
                    <a:cxn ang="0">
                      <a:pos x="19" y="152"/>
                    </a:cxn>
                    <a:cxn ang="0">
                      <a:pos x="13" y="143"/>
                    </a:cxn>
                    <a:cxn ang="0">
                      <a:pos x="0" y="130"/>
                    </a:cxn>
                    <a:cxn ang="0">
                      <a:pos x="2" y="124"/>
                    </a:cxn>
                    <a:cxn ang="0">
                      <a:pos x="6" y="122"/>
                    </a:cxn>
                    <a:cxn ang="0">
                      <a:pos x="20" y="121"/>
                    </a:cxn>
                    <a:cxn ang="0">
                      <a:pos x="30" y="120"/>
                    </a:cxn>
                    <a:cxn ang="0">
                      <a:pos x="36" y="117"/>
                    </a:cxn>
                    <a:cxn ang="0">
                      <a:pos x="45" y="114"/>
                    </a:cxn>
                    <a:cxn ang="0">
                      <a:pos x="53" y="107"/>
                    </a:cxn>
                    <a:cxn ang="0">
                      <a:pos x="55" y="101"/>
                    </a:cxn>
                    <a:cxn ang="0">
                      <a:pos x="58" y="61"/>
                    </a:cxn>
                    <a:cxn ang="0">
                      <a:pos x="97" y="39"/>
                    </a:cxn>
                    <a:cxn ang="0">
                      <a:pos x="186" y="5"/>
                    </a:cxn>
                    <a:cxn ang="0">
                      <a:pos x="201" y="3"/>
                    </a:cxn>
                    <a:cxn ang="0">
                      <a:pos x="209" y="24"/>
                    </a:cxn>
                    <a:cxn ang="0">
                      <a:pos x="208" y="30"/>
                    </a:cxn>
                    <a:cxn ang="0">
                      <a:pos x="217" y="46"/>
                    </a:cxn>
                    <a:cxn ang="0">
                      <a:pos x="212" y="76"/>
                    </a:cxn>
                    <a:cxn ang="0">
                      <a:pos x="189" y="121"/>
                    </a:cxn>
                    <a:cxn ang="0">
                      <a:pos x="186" y="122"/>
                    </a:cxn>
                    <a:cxn ang="0">
                      <a:pos x="184" y="125"/>
                    </a:cxn>
                    <a:cxn ang="0">
                      <a:pos x="183" y="141"/>
                    </a:cxn>
                    <a:cxn ang="0">
                      <a:pos x="180" y="145"/>
                    </a:cxn>
                    <a:cxn ang="0">
                      <a:pos x="176" y="145"/>
                    </a:cxn>
                    <a:cxn ang="0">
                      <a:pos x="174" y="148"/>
                    </a:cxn>
                    <a:cxn ang="0">
                      <a:pos x="171" y="149"/>
                    </a:cxn>
                    <a:cxn ang="0">
                      <a:pos x="165" y="149"/>
                    </a:cxn>
                    <a:cxn ang="0">
                      <a:pos x="156" y="148"/>
                    </a:cxn>
                    <a:cxn ang="0">
                      <a:pos x="146" y="148"/>
                    </a:cxn>
                    <a:cxn ang="0">
                      <a:pos x="137" y="149"/>
                    </a:cxn>
                    <a:cxn ang="0">
                      <a:pos x="129" y="156"/>
                    </a:cxn>
                    <a:cxn ang="0">
                      <a:pos x="121" y="154"/>
                    </a:cxn>
                    <a:cxn ang="0">
                      <a:pos x="114" y="151"/>
                    </a:cxn>
                    <a:cxn ang="0">
                      <a:pos x="111" y="148"/>
                    </a:cxn>
                    <a:cxn ang="0">
                      <a:pos x="106" y="147"/>
                    </a:cxn>
                    <a:cxn ang="0">
                      <a:pos x="102" y="148"/>
                    </a:cxn>
                    <a:cxn ang="0">
                      <a:pos x="97" y="149"/>
                    </a:cxn>
                    <a:cxn ang="0">
                      <a:pos x="93" y="151"/>
                    </a:cxn>
                    <a:cxn ang="0">
                      <a:pos x="88" y="145"/>
                    </a:cxn>
                    <a:cxn ang="0">
                      <a:pos x="83" y="141"/>
                    </a:cxn>
                    <a:cxn ang="0">
                      <a:pos x="78" y="140"/>
                    </a:cxn>
                    <a:cxn ang="0">
                      <a:pos x="73" y="140"/>
                    </a:cxn>
                    <a:cxn ang="0">
                      <a:pos x="69" y="140"/>
                    </a:cxn>
                    <a:cxn ang="0">
                      <a:pos x="64" y="140"/>
                    </a:cxn>
                    <a:cxn ang="0">
                      <a:pos x="58" y="141"/>
                    </a:cxn>
                    <a:cxn ang="0">
                      <a:pos x="57" y="143"/>
                    </a:cxn>
                    <a:cxn ang="0">
                      <a:pos x="53" y="147"/>
                    </a:cxn>
                    <a:cxn ang="0">
                      <a:pos x="53" y="148"/>
                    </a:cxn>
                    <a:cxn ang="0">
                      <a:pos x="53" y="152"/>
                    </a:cxn>
                    <a:cxn ang="0">
                      <a:pos x="54" y="155"/>
                    </a:cxn>
                    <a:cxn ang="0">
                      <a:pos x="49" y="159"/>
                    </a:cxn>
                    <a:cxn ang="0">
                      <a:pos x="49" y="162"/>
                    </a:cxn>
                    <a:cxn ang="0">
                      <a:pos x="51" y="166"/>
                    </a:cxn>
                    <a:cxn ang="0">
                      <a:pos x="50" y="168"/>
                    </a:cxn>
                  </a:cxnLst>
                  <a:rect l="0" t="0" r="r" b="b"/>
                  <a:pathLst>
                    <a:path w="217" h="168">
                      <a:moveTo>
                        <a:pt x="50" y="168"/>
                      </a:moveTo>
                      <a:lnTo>
                        <a:pt x="46" y="164"/>
                      </a:lnTo>
                      <a:lnTo>
                        <a:pt x="43" y="164"/>
                      </a:lnTo>
                      <a:lnTo>
                        <a:pt x="40" y="160"/>
                      </a:lnTo>
                      <a:lnTo>
                        <a:pt x="36" y="156"/>
                      </a:lnTo>
                      <a:lnTo>
                        <a:pt x="35" y="159"/>
                      </a:lnTo>
                      <a:lnTo>
                        <a:pt x="35" y="160"/>
                      </a:lnTo>
                      <a:lnTo>
                        <a:pt x="32" y="162"/>
                      </a:lnTo>
                      <a:lnTo>
                        <a:pt x="30" y="162"/>
                      </a:lnTo>
                      <a:lnTo>
                        <a:pt x="27" y="158"/>
                      </a:lnTo>
                      <a:lnTo>
                        <a:pt x="28" y="156"/>
                      </a:lnTo>
                      <a:lnTo>
                        <a:pt x="28" y="154"/>
                      </a:lnTo>
                      <a:lnTo>
                        <a:pt x="27" y="152"/>
                      </a:lnTo>
                      <a:lnTo>
                        <a:pt x="27" y="149"/>
                      </a:lnTo>
                      <a:lnTo>
                        <a:pt x="25" y="149"/>
                      </a:lnTo>
                      <a:lnTo>
                        <a:pt x="19" y="152"/>
                      </a:lnTo>
                      <a:lnTo>
                        <a:pt x="15" y="148"/>
                      </a:lnTo>
                      <a:lnTo>
                        <a:pt x="13" y="143"/>
                      </a:lnTo>
                      <a:lnTo>
                        <a:pt x="0" y="134"/>
                      </a:lnTo>
                      <a:lnTo>
                        <a:pt x="0" y="130"/>
                      </a:lnTo>
                      <a:lnTo>
                        <a:pt x="2" y="126"/>
                      </a:lnTo>
                      <a:lnTo>
                        <a:pt x="2" y="124"/>
                      </a:lnTo>
                      <a:lnTo>
                        <a:pt x="4" y="121"/>
                      </a:lnTo>
                      <a:lnTo>
                        <a:pt x="6" y="122"/>
                      </a:lnTo>
                      <a:lnTo>
                        <a:pt x="16" y="121"/>
                      </a:lnTo>
                      <a:lnTo>
                        <a:pt x="20" y="121"/>
                      </a:lnTo>
                      <a:lnTo>
                        <a:pt x="24" y="120"/>
                      </a:lnTo>
                      <a:lnTo>
                        <a:pt x="30" y="120"/>
                      </a:lnTo>
                      <a:lnTo>
                        <a:pt x="32" y="120"/>
                      </a:lnTo>
                      <a:lnTo>
                        <a:pt x="36" y="117"/>
                      </a:lnTo>
                      <a:lnTo>
                        <a:pt x="40" y="117"/>
                      </a:lnTo>
                      <a:lnTo>
                        <a:pt x="45" y="114"/>
                      </a:lnTo>
                      <a:lnTo>
                        <a:pt x="53" y="110"/>
                      </a:lnTo>
                      <a:lnTo>
                        <a:pt x="53" y="107"/>
                      </a:lnTo>
                      <a:lnTo>
                        <a:pt x="54" y="102"/>
                      </a:lnTo>
                      <a:lnTo>
                        <a:pt x="55" y="101"/>
                      </a:lnTo>
                      <a:lnTo>
                        <a:pt x="57" y="88"/>
                      </a:lnTo>
                      <a:lnTo>
                        <a:pt x="58" y="61"/>
                      </a:lnTo>
                      <a:lnTo>
                        <a:pt x="80" y="56"/>
                      </a:lnTo>
                      <a:lnTo>
                        <a:pt x="97" y="39"/>
                      </a:lnTo>
                      <a:lnTo>
                        <a:pt x="161" y="0"/>
                      </a:lnTo>
                      <a:lnTo>
                        <a:pt x="186" y="5"/>
                      </a:lnTo>
                      <a:lnTo>
                        <a:pt x="189" y="8"/>
                      </a:lnTo>
                      <a:lnTo>
                        <a:pt x="201" y="3"/>
                      </a:lnTo>
                      <a:lnTo>
                        <a:pt x="202" y="5"/>
                      </a:lnTo>
                      <a:lnTo>
                        <a:pt x="209" y="24"/>
                      </a:lnTo>
                      <a:lnTo>
                        <a:pt x="209" y="29"/>
                      </a:lnTo>
                      <a:lnTo>
                        <a:pt x="208" y="30"/>
                      </a:lnTo>
                      <a:lnTo>
                        <a:pt x="217" y="42"/>
                      </a:lnTo>
                      <a:lnTo>
                        <a:pt x="217" y="46"/>
                      </a:lnTo>
                      <a:lnTo>
                        <a:pt x="216" y="49"/>
                      </a:lnTo>
                      <a:lnTo>
                        <a:pt x="212" y="76"/>
                      </a:lnTo>
                      <a:lnTo>
                        <a:pt x="212" y="96"/>
                      </a:lnTo>
                      <a:lnTo>
                        <a:pt x="189" y="121"/>
                      </a:lnTo>
                      <a:lnTo>
                        <a:pt x="187" y="122"/>
                      </a:lnTo>
                      <a:lnTo>
                        <a:pt x="186" y="122"/>
                      </a:lnTo>
                      <a:lnTo>
                        <a:pt x="184" y="122"/>
                      </a:lnTo>
                      <a:lnTo>
                        <a:pt x="184" y="125"/>
                      </a:lnTo>
                      <a:lnTo>
                        <a:pt x="184" y="143"/>
                      </a:lnTo>
                      <a:lnTo>
                        <a:pt x="183" y="141"/>
                      </a:lnTo>
                      <a:lnTo>
                        <a:pt x="180" y="144"/>
                      </a:lnTo>
                      <a:lnTo>
                        <a:pt x="180" y="145"/>
                      </a:lnTo>
                      <a:lnTo>
                        <a:pt x="179" y="147"/>
                      </a:lnTo>
                      <a:lnTo>
                        <a:pt x="176" y="145"/>
                      </a:lnTo>
                      <a:lnTo>
                        <a:pt x="175" y="147"/>
                      </a:lnTo>
                      <a:lnTo>
                        <a:pt x="174" y="148"/>
                      </a:lnTo>
                      <a:lnTo>
                        <a:pt x="171" y="149"/>
                      </a:lnTo>
                      <a:lnTo>
                        <a:pt x="171" y="149"/>
                      </a:lnTo>
                      <a:lnTo>
                        <a:pt x="167" y="151"/>
                      </a:lnTo>
                      <a:lnTo>
                        <a:pt x="165" y="149"/>
                      </a:lnTo>
                      <a:lnTo>
                        <a:pt x="161" y="149"/>
                      </a:lnTo>
                      <a:lnTo>
                        <a:pt x="156" y="148"/>
                      </a:lnTo>
                      <a:lnTo>
                        <a:pt x="150" y="147"/>
                      </a:lnTo>
                      <a:lnTo>
                        <a:pt x="146" y="148"/>
                      </a:lnTo>
                      <a:lnTo>
                        <a:pt x="140" y="148"/>
                      </a:lnTo>
                      <a:lnTo>
                        <a:pt x="137" y="149"/>
                      </a:lnTo>
                      <a:lnTo>
                        <a:pt x="133" y="154"/>
                      </a:lnTo>
                      <a:lnTo>
                        <a:pt x="129" y="156"/>
                      </a:lnTo>
                      <a:lnTo>
                        <a:pt x="126" y="156"/>
                      </a:lnTo>
                      <a:lnTo>
                        <a:pt x="121" y="154"/>
                      </a:lnTo>
                      <a:lnTo>
                        <a:pt x="118" y="154"/>
                      </a:lnTo>
                      <a:lnTo>
                        <a:pt x="114" y="151"/>
                      </a:lnTo>
                      <a:lnTo>
                        <a:pt x="111" y="149"/>
                      </a:lnTo>
                      <a:lnTo>
                        <a:pt x="111" y="148"/>
                      </a:lnTo>
                      <a:lnTo>
                        <a:pt x="108" y="147"/>
                      </a:lnTo>
                      <a:lnTo>
                        <a:pt x="106" y="147"/>
                      </a:lnTo>
                      <a:lnTo>
                        <a:pt x="106" y="147"/>
                      </a:lnTo>
                      <a:lnTo>
                        <a:pt x="102" y="148"/>
                      </a:lnTo>
                      <a:lnTo>
                        <a:pt x="99" y="148"/>
                      </a:lnTo>
                      <a:lnTo>
                        <a:pt x="97" y="149"/>
                      </a:lnTo>
                      <a:lnTo>
                        <a:pt x="95" y="151"/>
                      </a:lnTo>
                      <a:lnTo>
                        <a:pt x="93" y="151"/>
                      </a:lnTo>
                      <a:lnTo>
                        <a:pt x="91" y="149"/>
                      </a:lnTo>
                      <a:lnTo>
                        <a:pt x="88" y="145"/>
                      </a:lnTo>
                      <a:lnTo>
                        <a:pt x="87" y="144"/>
                      </a:lnTo>
                      <a:lnTo>
                        <a:pt x="83" y="141"/>
                      </a:lnTo>
                      <a:lnTo>
                        <a:pt x="80" y="141"/>
                      </a:lnTo>
                      <a:lnTo>
                        <a:pt x="78" y="140"/>
                      </a:lnTo>
                      <a:lnTo>
                        <a:pt x="74" y="140"/>
                      </a:lnTo>
                      <a:lnTo>
                        <a:pt x="73" y="140"/>
                      </a:lnTo>
                      <a:lnTo>
                        <a:pt x="70" y="140"/>
                      </a:lnTo>
                      <a:lnTo>
                        <a:pt x="69" y="140"/>
                      </a:lnTo>
                      <a:lnTo>
                        <a:pt x="65" y="140"/>
                      </a:lnTo>
                      <a:lnTo>
                        <a:pt x="64" y="140"/>
                      </a:lnTo>
                      <a:lnTo>
                        <a:pt x="62" y="140"/>
                      </a:lnTo>
                      <a:lnTo>
                        <a:pt x="58" y="141"/>
                      </a:lnTo>
                      <a:lnTo>
                        <a:pt x="58" y="141"/>
                      </a:lnTo>
                      <a:lnTo>
                        <a:pt x="57" y="143"/>
                      </a:lnTo>
                      <a:lnTo>
                        <a:pt x="53" y="145"/>
                      </a:lnTo>
                      <a:lnTo>
                        <a:pt x="53" y="147"/>
                      </a:lnTo>
                      <a:lnTo>
                        <a:pt x="53" y="148"/>
                      </a:lnTo>
                      <a:lnTo>
                        <a:pt x="53" y="148"/>
                      </a:lnTo>
                      <a:lnTo>
                        <a:pt x="53" y="149"/>
                      </a:lnTo>
                      <a:lnTo>
                        <a:pt x="53" y="152"/>
                      </a:lnTo>
                      <a:lnTo>
                        <a:pt x="54" y="154"/>
                      </a:lnTo>
                      <a:lnTo>
                        <a:pt x="54" y="155"/>
                      </a:lnTo>
                      <a:lnTo>
                        <a:pt x="51" y="155"/>
                      </a:lnTo>
                      <a:lnTo>
                        <a:pt x="49" y="159"/>
                      </a:lnTo>
                      <a:lnTo>
                        <a:pt x="49" y="160"/>
                      </a:lnTo>
                      <a:lnTo>
                        <a:pt x="49" y="162"/>
                      </a:lnTo>
                      <a:lnTo>
                        <a:pt x="50" y="166"/>
                      </a:lnTo>
                      <a:lnTo>
                        <a:pt x="51" y="166"/>
                      </a:lnTo>
                      <a:lnTo>
                        <a:pt x="51" y="167"/>
                      </a:lnTo>
                      <a:lnTo>
                        <a:pt x="50" y="16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940"/>
                <p:cNvSpPr>
                  <a:spLocks/>
                </p:cNvSpPr>
                <p:nvPr/>
              </p:nvSpPr>
              <p:spPr bwMode="auto">
                <a:xfrm>
                  <a:off x="4670096" y="4218396"/>
                  <a:ext cx="305850" cy="258940"/>
                </a:xfrm>
                <a:custGeom>
                  <a:avLst/>
                  <a:gdLst/>
                  <a:ahLst/>
                  <a:cxnLst>
                    <a:cxn ang="0">
                      <a:pos x="153" y="8"/>
                    </a:cxn>
                    <a:cxn ang="0">
                      <a:pos x="142" y="4"/>
                    </a:cxn>
                    <a:cxn ang="0">
                      <a:pos x="138" y="5"/>
                    </a:cxn>
                    <a:cxn ang="0">
                      <a:pos x="133" y="9"/>
                    </a:cxn>
                    <a:cxn ang="0">
                      <a:pos x="127" y="9"/>
                    </a:cxn>
                    <a:cxn ang="0">
                      <a:pos x="112" y="7"/>
                    </a:cxn>
                    <a:cxn ang="0">
                      <a:pos x="99" y="9"/>
                    </a:cxn>
                    <a:cxn ang="0">
                      <a:pos x="88" y="16"/>
                    </a:cxn>
                    <a:cxn ang="0">
                      <a:pos x="76" y="11"/>
                    </a:cxn>
                    <a:cxn ang="0">
                      <a:pos x="70" y="7"/>
                    </a:cxn>
                    <a:cxn ang="0">
                      <a:pos x="64" y="8"/>
                    </a:cxn>
                    <a:cxn ang="0">
                      <a:pos x="57" y="11"/>
                    </a:cxn>
                    <a:cxn ang="0">
                      <a:pos x="50" y="5"/>
                    </a:cxn>
                    <a:cxn ang="0">
                      <a:pos x="42" y="1"/>
                    </a:cxn>
                    <a:cxn ang="0">
                      <a:pos x="35" y="0"/>
                    </a:cxn>
                    <a:cxn ang="0">
                      <a:pos x="27" y="0"/>
                    </a:cxn>
                    <a:cxn ang="0">
                      <a:pos x="20" y="1"/>
                    </a:cxn>
                    <a:cxn ang="0">
                      <a:pos x="15" y="5"/>
                    </a:cxn>
                    <a:cxn ang="0">
                      <a:pos x="15" y="8"/>
                    </a:cxn>
                    <a:cxn ang="0">
                      <a:pos x="16" y="14"/>
                    </a:cxn>
                    <a:cxn ang="0">
                      <a:pos x="11" y="19"/>
                    </a:cxn>
                    <a:cxn ang="0">
                      <a:pos x="12" y="26"/>
                    </a:cxn>
                    <a:cxn ang="0">
                      <a:pos x="11" y="28"/>
                    </a:cxn>
                    <a:cxn ang="0">
                      <a:pos x="15" y="38"/>
                    </a:cxn>
                    <a:cxn ang="0">
                      <a:pos x="16" y="47"/>
                    </a:cxn>
                    <a:cxn ang="0">
                      <a:pos x="12" y="50"/>
                    </a:cxn>
                    <a:cxn ang="0">
                      <a:pos x="12" y="56"/>
                    </a:cxn>
                    <a:cxn ang="0">
                      <a:pos x="7" y="62"/>
                    </a:cxn>
                    <a:cxn ang="0">
                      <a:pos x="2" y="66"/>
                    </a:cxn>
                    <a:cxn ang="0">
                      <a:pos x="0" y="72"/>
                    </a:cxn>
                    <a:cxn ang="0">
                      <a:pos x="0" y="77"/>
                    </a:cxn>
                    <a:cxn ang="0">
                      <a:pos x="0" y="83"/>
                    </a:cxn>
                    <a:cxn ang="0">
                      <a:pos x="0" y="92"/>
                    </a:cxn>
                    <a:cxn ang="0">
                      <a:pos x="0" y="103"/>
                    </a:cxn>
                    <a:cxn ang="0">
                      <a:pos x="11" y="106"/>
                    </a:cxn>
                    <a:cxn ang="0">
                      <a:pos x="30" y="124"/>
                    </a:cxn>
                    <a:cxn ang="0">
                      <a:pos x="34" y="134"/>
                    </a:cxn>
                    <a:cxn ang="0">
                      <a:pos x="57" y="138"/>
                    </a:cxn>
                    <a:cxn ang="0">
                      <a:pos x="68" y="136"/>
                    </a:cxn>
                    <a:cxn ang="0">
                      <a:pos x="74" y="132"/>
                    </a:cxn>
                    <a:cxn ang="0">
                      <a:pos x="79" y="133"/>
                    </a:cxn>
                    <a:cxn ang="0">
                      <a:pos x="84" y="124"/>
                    </a:cxn>
                    <a:cxn ang="0">
                      <a:pos x="85" y="117"/>
                    </a:cxn>
                    <a:cxn ang="0">
                      <a:pos x="89" y="110"/>
                    </a:cxn>
                    <a:cxn ang="0">
                      <a:pos x="95" y="103"/>
                    </a:cxn>
                    <a:cxn ang="0">
                      <a:pos x="100" y="99"/>
                    </a:cxn>
                    <a:cxn ang="0">
                      <a:pos x="106" y="102"/>
                    </a:cxn>
                    <a:cxn ang="0">
                      <a:pos x="112" y="107"/>
                    </a:cxn>
                    <a:cxn ang="0">
                      <a:pos x="119" y="103"/>
                    </a:cxn>
                    <a:cxn ang="0">
                      <a:pos x="122" y="99"/>
                    </a:cxn>
                    <a:cxn ang="0">
                      <a:pos x="125" y="91"/>
                    </a:cxn>
                    <a:cxn ang="0">
                      <a:pos x="129" y="83"/>
                    </a:cxn>
                    <a:cxn ang="0">
                      <a:pos x="137" y="75"/>
                    </a:cxn>
                    <a:cxn ang="0">
                      <a:pos x="138" y="65"/>
                    </a:cxn>
                    <a:cxn ang="0">
                      <a:pos x="146" y="60"/>
                    </a:cxn>
                    <a:cxn ang="0">
                      <a:pos x="146" y="50"/>
                    </a:cxn>
                    <a:cxn ang="0">
                      <a:pos x="152" y="41"/>
                    </a:cxn>
                    <a:cxn ang="0">
                      <a:pos x="157" y="38"/>
                    </a:cxn>
                    <a:cxn ang="0">
                      <a:pos x="163" y="33"/>
                    </a:cxn>
                    <a:cxn ang="0">
                      <a:pos x="160" y="24"/>
                    </a:cxn>
                    <a:cxn ang="0">
                      <a:pos x="156" y="18"/>
                    </a:cxn>
                    <a:cxn ang="0">
                      <a:pos x="155" y="12"/>
                    </a:cxn>
                  </a:cxnLst>
                  <a:rect l="0" t="0" r="r" b="b"/>
                  <a:pathLst>
                    <a:path w="163" h="138">
                      <a:moveTo>
                        <a:pt x="155" y="12"/>
                      </a:moveTo>
                      <a:lnTo>
                        <a:pt x="155" y="11"/>
                      </a:lnTo>
                      <a:lnTo>
                        <a:pt x="153" y="8"/>
                      </a:lnTo>
                      <a:lnTo>
                        <a:pt x="149" y="3"/>
                      </a:lnTo>
                      <a:lnTo>
                        <a:pt x="145" y="1"/>
                      </a:lnTo>
                      <a:lnTo>
                        <a:pt x="142" y="4"/>
                      </a:lnTo>
                      <a:lnTo>
                        <a:pt x="142" y="5"/>
                      </a:lnTo>
                      <a:lnTo>
                        <a:pt x="141" y="7"/>
                      </a:lnTo>
                      <a:lnTo>
                        <a:pt x="138" y="5"/>
                      </a:lnTo>
                      <a:lnTo>
                        <a:pt x="137" y="7"/>
                      </a:lnTo>
                      <a:lnTo>
                        <a:pt x="136" y="8"/>
                      </a:lnTo>
                      <a:lnTo>
                        <a:pt x="133" y="9"/>
                      </a:lnTo>
                      <a:lnTo>
                        <a:pt x="131" y="12"/>
                      </a:lnTo>
                      <a:lnTo>
                        <a:pt x="130" y="12"/>
                      </a:lnTo>
                      <a:lnTo>
                        <a:pt x="127" y="9"/>
                      </a:lnTo>
                      <a:lnTo>
                        <a:pt x="123" y="9"/>
                      </a:lnTo>
                      <a:lnTo>
                        <a:pt x="118" y="8"/>
                      </a:lnTo>
                      <a:lnTo>
                        <a:pt x="112" y="7"/>
                      </a:lnTo>
                      <a:lnTo>
                        <a:pt x="108" y="8"/>
                      </a:lnTo>
                      <a:lnTo>
                        <a:pt x="102" y="8"/>
                      </a:lnTo>
                      <a:lnTo>
                        <a:pt x="99" y="9"/>
                      </a:lnTo>
                      <a:lnTo>
                        <a:pt x="95" y="14"/>
                      </a:lnTo>
                      <a:lnTo>
                        <a:pt x="91" y="16"/>
                      </a:lnTo>
                      <a:lnTo>
                        <a:pt x="88" y="16"/>
                      </a:lnTo>
                      <a:lnTo>
                        <a:pt x="83" y="14"/>
                      </a:lnTo>
                      <a:lnTo>
                        <a:pt x="80" y="14"/>
                      </a:lnTo>
                      <a:lnTo>
                        <a:pt x="76" y="11"/>
                      </a:lnTo>
                      <a:lnTo>
                        <a:pt x="73" y="9"/>
                      </a:lnTo>
                      <a:lnTo>
                        <a:pt x="73" y="8"/>
                      </a:lnTo>
                      <a:lnTo>
                        <a:pt x="70" y="7"/>
                      </a:lnTo>
                      <a:lnTo>
                        <a:pt x="68" y="7"/>
                      </a:lnTo>
                      <a:lnTo>
                        <a:pt x="68" y="7"/>
                      </a:lnTo>
                      <a:lnTo>
                        <a:pt x="64" y="8"/>
                      </a:lnTo>
                      <a:lnTo>
                        <a:pt x="61" y="8"/>
                      </a:lnTo>
                      <a:lnTo>
                        <a:pt x="59" y="9"/>
                      </a:lnTo>
                      <a:lnTo>
                        <a:pt x="57" y="11"/>
                      </a:lnTo>
                      <a:lnTo>
                        <a:pt x="55" y="11"/>
                      </a:lnTo>
                      <a:lnTo>
                        <a:pt x="53" y="9"/>
                      </a:lnTo>
                      <a:lnTo>
                        <a:pt x="50" y="5"/>
                      </a:lnTo>
                      <a:lnTo>
                        <a:pt x="49" y="4"/>
                      </a:lnTo>
                      <a:lnTo>
                        <a:pt x="45" y="1"/>
                      </a:lnTo>
                      <a:lnTo>
                        <a:pt x="42" y="1"/>
                      </a:lnTo>
                      <a:lnTo>
                        <a:pt x="40" y="0"/>
                      </a:lnTo>
                      <a:lnTo>
                        <a:pt x="36" y="0"/>
                      </a:lnTo>
                      <a:lnTo>
                        <a:pt x="35" y="0"/>
                      </a:lnTo>
                      <a:lnTo>
                        <a:pt x="32" y="0"/>
                      </a:lnTo>
                      <a:lnTo>
                        <a:pt x="31" y="0"/>
                      </a:lnTo>
                      <a:lnTo>
                        <a:pt x="27" y="0"/>
                      </a:lnTo>
                      <a:lnTo>
                        <a:pt x="26" y="0"/>
                      </a:lnTo>
                      <a:lnTo>
                        <a:pt x="24" y="0"/>
                      </a:lnTo>
                      <a:lnTo>
                        <a:pt x="20" y="1"/>
                      </a:lnTo>
                      <a:lnTo>
                        <a:pt x="20" y="1"/>
                      </a:lnTo>
                      <a:lnTo>
                        <a:pt x="19" y="3"/>
                      </a:lnTo>
                      <a:lnTo>
                        <a:pt x="15" y="5"/>
                      </a:lnTo>
                      <a:lnTo>
                        <a:pt x="15" y="7"/>
                      </a:lnTo>
                      <a:lnTo>
                        <a:pt x="15" y="8"/>
                      </a:lnTo>
                      <a:lnTo>
                        <a:pt x="15" y="8"/>
                      </a:lnTo>
                      <a:lnTo>
                        <a:pt x="15" y="9"/>
                      </a:lnTo>
                      <a:lnTo>
                        <a:pt x="15" y="12"/>
                      </a:lnTo>
                      <a:lnTo>
                        <a:pt x="16" y="14"/>
                      </a:lnTo>
                      <a:lnTo>
                        <a:pt x="16" y="15"/>
                      </a:lnTo>
                      <a:lnTo>
                        <a:pt x="13" y="15"/>
                      </a:lnTo>
                      <a:lnTo>
                        <a:pt x="11" y="19"/>
                      </a:lnTo>
                      <a:lnTo>
                        <a:pt x="11" y="20"/>
                      </a:lnTo>
                      <a:lnTo>
                        <a:pt x="11" y="22"/>
                      </a:lnTo>
                      <a:lnTo>
                        <a:pt x="12" y="26"/>
                      </a:lnTo>
                      <a:lnTo>
                        <a:pt x="13" y="26"/>
                      </a:lnTo>
                      <a:lnTo>
                        <a:pt x="13" y="27"/>
                      </a:lnTo>
                      <a:lnTo>
                        <a:pt x="11" y="28"/>
                      </a:lnTo>
                      <a:lnTo>
                        <a:pt x="11" y="33"/>
                      </a:lnTo>
                      <a:lnTo>
                        <a:pt x="11" y="34"/>
                      </a:lnTo>
                      <a:lnTo>
                        <a:pt x="15" y="38"/>
                      </a:lnTo>
                      <a:lnTo>
                        <a:pt x="15" y="41"/>
                      </a:lnTo>
                      <a:lnTo>
                        <a:pt x="16" y="46"/>
                      </a:lnTo>
                      <a:lnTo>
                        <a:pt x="16" y="47"/>
                      </a:lnTo>
                      <a:lnTo>
                        <a:pt x="13" y="47"/>
                      </a:lnTo>
                      <a:lnTo>
                        <a:pt x="12" y="50"/>
                      </a:lnTo>
                      <a:lnTo>
                        <a:pt x="12" y="50"/>
                      </a:lnTo>
                      <a:lnTo>
                        <a:pt x="15" y="54"/>
                      </a:lnTo>
                      <a:lnTo>
                        <a:pt x="13" y="56"/>
                      </a:lnTo>
                      <a:lnTo>
                        <a:pt x="12" y="56"/>
                      </a:lnTo>
                      <a:lnTo>
                        <a:pt x="9" y="57"/>
                      </a:lnTo>
                      <a:lnTo>
                        <a:pt x="9" y="60"/>
                      </a:lnTo>
                      <a:lnTo>
                        <a:pt x="7" y="62"/>
                      </a:lnTo>
                      <a:lnTo>
                        <a:pt x="5" y="65"/>
                      </a:lnTo>
                      <a:lnTo>
                        <a:pt x="4" y="66"/>
                      </a:lnTo>
                      <a:lnTo>
                        <a:pt x="2" y="66"/>
                      </a:lnTo>
                      <a:lnTo>
                        <a:pt x="1" y="68"/>
                      </a:lnTo>
                      <a:lnTo>
                        <a:pt x="0" y="69"/>
                      </a:lnTo>
                      <a:lnTo>
                        <a:pt x="0" y="72"/>
                      </a:lnTo>
                      <a:lnTo>
                        <a:pt x="0" y="73"/>
                      </a:lnTo>
                      <a:lnTo>
                        <a:pt x="0" y="77"/>
                      </a:lnTo>
                      <a:lnTo>
                        <a:pt x="0" y="77"/>
                      </a:lnTo>
                      <a:lnTo>
                        <a:pt x="0" y="80"/>
                      </a:lnTo>
                      <a:lnTo>
                        <a:pt x="0" y="81"/>
                      </a:lnTo>
                      <a:lnTo>
                        <a:pt x="0" y="83"/>
                      </a:lnTo>
                      <a:lnTo>
                        <a:pt x="0" y="84"/>
                      </a:lnTo>
                      <a:lnTo>
                        <a:pt x="0" y="86"/>
                      </a:lnTo>
                      <a:lnTo>
                        <a:pt x="0" y="92"/>
                      </a:lnTo>
                      <a:lnTo>
                        <a:pt x="0" y="94"/>
                      </a:lnTo>
                      <a:lnTo>
                        <a:pt x="1" y="96"/>
                      </a:lnTo>
                      <a:lnTo>
                        <a:pt x="0" y="103"/>
                      </a:lnTo>
                      <a:lnTo>
                        <a:pt x="0" y="106"/>
                      </a:lnTo>
                      <a:lnTo>
                        <a:pt x="7" y="107"/>
                      </a:lnTo>
                      <a:lnTo>
                        <a:pt x="11" y="106"/>
                      </a:lnTo>
                      <a:lnTo>
                        <a:pt x="21" y="111"/>
                      </a:lnTo>
                      <a:lnTo>
                        <a:pt x="27" y="117"/>
                      </a:lnTo>
                      <a:lnTo>
                        <a:pt x="30" y="124"/>
                      </a:lnTo>
                      <a:lnTo>
                        <a:pt x="30" y="129"/>
                      </a:lnTo>
                      <a:lnTo>
                        <a:pt x="32" y="129"/>
                      </a:lnTo>
                      <a:lnTo>
                        <a:pt x="34" y="134"/>
                      </a:lnTo>
                      <a:lnTo>
                        <a:pt x="38" y="137"/>
                      </a:lnTo>
                      <a:lnTo>
                        <a:pt x="42" y="138"/>
                      </a:lnTo>
                      <a:lnTo>
                        <a:pt x="57" y="138"/>
                      </a:lnTo>
                      <a:lnTo>
                        <a:pt x="59" y="137"/>
                      </a:lnTo>
                      <a:lnTo>
                        <a:pt x="61" y="137"/>
                      </a:lnTo>
                      <a:lnTo>
                        <a:pt x="68" y="136"/>
                      </a:lnTo>
                      <a:lnTo>
                        <a:pt x="70" y="136"/>
                      </a:lnTo>
                      <a:lnTo>
                        <a:pt x="73" y="136"/>
                      </a:lnTo>
                      <a:lnTo>
                        <a:pt x="74" y="132"/>
                      </a:lnTo>
                      <a:lnTo>
                        <a:pt x="77" y="134"/>
                      </a:lnTo>
                      <a:lnTo>
                        <a:pt x="79" y="133"/>
                      </a:lnTo>
                      <a:lnTo>
                        <a:pt x="79" y="133"/>
                      </a:lnTo>
                      <a:lnTo>
                        <a:pt x="79" y="132"/>
                      </a:lnTo>
                      <a:lnTo>
                        <a:pt x="83" y="128"/>
                      </a:lnTo>
                      <a:lnTo>
                        <a:pt x="84" y="124"/>
                      </a:lnTo>
                      <a:lnTo>
                        <a:pt x="84" y="121"/>
                      </a:lnTo>
                      <a:lnTo>
                        <a:pt x="83" y="118"/>
                      </a:lnTo>
                      <a:lnTo>
                        <a:pt x="85" y="117"/>
                      </a:lnTo>
                      <a:lnTo>
                        <a:pt x="85" y="114"/>
                      </a:lnTo>
                      <a:lnTo>
                        <a:pt x="87" y="113"/>
                      </a:lnTo>
                      <a:lnTo>
                        <a:pt x="89" y="110"/>
                      </a:lnTo>
                      <a:lnTo>
                        <a:pt x="91" y="109"/>
                      </a:lnTo>
                      <a:lnTo>
                        <a:pt x="95" y="106"/>
                      </a:lnTo>
                      <a:lnTo>
                        <a:pt x="95" y="103"/>
                      </a:lnTo>
                      <a:lnTo>
                        <a:pt x="96" y="102"/>
                      </a:lnTo>
                      <a:lnTo>
                        <a:pt x="99" y="102"/>
                      </a:lnTo>
                      <a:lnTo>
                        <a:pt x="100" y="99"/>
                      </a:lnTo>
                      <a:lnTo>
                        <a:pt x="100" y="100"/>
                      </a:lnTo>
                      <a:lnTo>
                        <a:pt x="104" y="102"/>
                      </a:lnTo>
                      <a:lnTo>
                        <a:pt x="106" y="102"/>
                      </a:lnTo>
                      <a:lnTo>
                        <a:pt x="108" y="103"/>
                      </a:lnTo>
                      <a:lnTo>
                        <a:pt x="110" y="106"/>
                      </a:lnTo>
                      <a:lnTo>
                        <a:pt x="112" y="107"/>
                      </a:lnTo>
                      <a:lnTo>
                        <a:pt x="114" y="109"/>
                      </a:lnTo>
                      <a:lnTo>
                        <a:pt x="118" y="106"/>
                      </a:lnTo>
                      <a:lnTo>
                        <a:pt x="119" y="103"/>
                      </a:lnTo>
                      <a:lnTo>
                        <a:pt x="119" y="102"/>
                      </a:lnTo>
                      <a:lnTo>
                        <a:pt x="121" y="100"/>
                      </a:lnTo>
                      <a:lnTo>
                        <a:pt x="122" y="99"/>
                      </a:lnTo>
                      <a:lnTo>
                        <a:pt x="125" y="96"/>
                      </a:lnTo>
                      <a:lnTo>
                        <a:pt x="125" y="95"/>
                      </a:lnTo>
                      <a:lnTo>
                        <a:pt x="125" y="91"/>
                      </a:lnTo>
                      <a:lnTo>
                        <a:pt x="130" y="87"/>
                      </a:lnTo>
                      <a:lnTo>
                        <a:pt x="130" y="84"/>
                      </a:lnTo>
                      <a:lnTo>
                        <a:pt x="129" y="83"/>
                      </a:lnTo>
                      <a:lnTo>
                        <a:pt x="130" y="80"/>
                      </a:lnTo>
                      <a:lnTo>
                        <a:pt x="134" y="76"/>
                      </a:lnTo>
                      <a:lnTo>
                        <a:pt x="137" y="75"/>
                      </a:lnTo>
                      <a:lnTo>
                        <a:pt x="137" y="72"/>
                      </a:lnTo>
                      <a:lnTo>
                        <a:pt x="138" y="69"/>
                      </a:lnTo>
                      <a:lnTo>
                        <a:pt x="138" y="65"/>
                      </a:lnTo>
                      <a:lnTo>
                        <a:pt x="140" y="64"/>
                      </a:lnTo>
                      <a:lnTo>
                        <a:pt x="144" y="62"/>
                      </a:lnTo>
                      <a:lnTo>
                        <a:pt x="146" y="60"/>
                      </a:lnTo>
                      <a:lnTo>
                        <a:pt x="146" y="56"/>
                      </a:lnTo>
                      <a:lnTo>
                        <a:pt x="146" y="52"/>
                      </a:lnTo>
                      <a:lnTo>
                        <a:pt x="146" y="50"/>
                      </a:lnTo>
                      <a:lnTo>
                        <a:pt x="148" y="47"/>
                      </a:lnTo>
                      <a:lnTo>
                        <a:pt x="151" y="42"/>
                      </a:lnTo>
                      <a:lnTo>
                        <a:pt x="152" y="41"/>
                      </a:lnTo>
                      <a:lnTo>
                        <a:pt x="152" y="39"/>
                      </a:lnTo>
                      <a:lnTo>
                        <a:pt x="155" y="38"/>
                      </a:lnTo>
                      <a:lnTo>
                        <a:pt x="157" y="38"/>
                      </a:lnTo>
                      <a:lnTo>
                        <a:pt x="159" y="35"/>
                      </a:lnTo>
                      <a:lnTo>
                        <a:pt x="161" y="34"/>
                      </a:lnTo>
                      <a:lnTo>
                        <a:pt x="163" y="33"/>
                      </a:lnTo>
                      <a:lnTo>
                        <a:pt x="161" y="28"/>
                      </a:lnTo>
                      <a:lnTo>
                        <a:pt x="161" y="27"/>
                      </a:lnTo>
                      <a:lnTo>
                        <a:pt x="160" y="24"/>
                      </a:lnTo>
                      <a:lnTo>
                        <a:pt x="157" y="24"/>
                      </a:lnTo>
                      <a:lnTo>
                        <a:pt x="156" y="22"/>
                      </a:lnTo>
                      <a:lnTo>
                        <a:pt x="156" y="18"/>
                      </a:lnTo>
                      <a:lnTo>
                        <a:pt x="156" y="15"/>
                      </a:lnTo>
                      <a:lnTo>
                        <a:pt x="155" y="12"/>
                      </a:lnTo>
                      <a:lnTo>
                        <a:pt x="155" y="1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941"/>
                <p:cNvSpPr>
                  <a:spLocks/>
                </p:cNvSpPr>
                <p:nvPr/>
              </p:nvSpPr>
              <p:spPr bwMode="auto">
                <a:xfrm>
                  <a:off x="4758285" y="4582413"/>
                  <a:ext cx="7506" cy="11258"/>
                </a:xfrm>
                <a:custGeom>
                  <a:avLst/>
                  <a:gdLst/>
                  <a:ahLst/>
                  <a:cxnLst>
                    <a:cxn ang="0">
                      <a:pos x="2" y="6"/>
                    </a:cxn>
                    <a:cxn ang="0">
                      <a:pos x="0" y="3"/>
                    </a:cxn>
                    <a:cxn ang="0">
                      <a:pos x="2" y="0"/>
                    </a:cxn>
                    <a:cxn ang="0">
                      <a:pos x="4" y="3"/>
                    </a:cxn>
                    <a:cxn ang="0">
                      <a:pos x="4" y="4"/>
                    </a:cxn>
                    <a:cxn ang="0">
                      <a:pos x="2" y="6"/>
                    </a:cxn>
                    <a:cxn ang="0">
                      <a:pos x="2" y="6"/>
                    </a:cxn>
                  </a:cxnLst>
                  <a:rect l="0" t="0" r="r" b="b"/>
                  <a:pathLst>
                    <a:path w="4" h="6">
                      <a:moveTo>
                        <a:pt x="2" y="6"/>
                      </a:moveTo>
                      <a:lnTo>
                        <a:pt x="0" y="3"/>
                      </a:lnTo>
                      <a:lnTo>
                        <a:pt x="2" y="0"/>
                      </a:lnTo>
                      <a:lnTo>
                        <a:pt x="4" y="3"/>
                      </a:lnTo>
                      <a:lnTo>
                        <a:pt x="4" y="4"/>
                      </a:lnTo>
                      <a:lnTo>
                        <a:pt x="2" y="6"/>
                      </a:lnTo>
                      <a:lnTo>
                        <a:pt x="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943"/>
                <p:cNvSpPr>
                  <a:spLocks/>
                </p:cNvSpPr>
                <p:nvPr/>
              </p:nvSpPr>
              <p:spPr bwMode="auto">
                <a:xfrm>
                  <a:off x="4818330" y="4240913"/>
                  <a:ext cx="202649" cy="303973"/>
                </a:xfrm>
                <a:custGeom>
                  <a:avLst/>
                  <a:gdLst/>
                  <a:ahLst/>
                  <a:cxnLst>
                    <a:cxn ang="0">
                      <a:pos x="4" y="116"/>
                    </a:cxn>
                    <a:cxn ang="0">
                      <a:pos x="4" y="106"/>
                    </a:cxn>
                    <a:cxn ang="0">
                      <a:pos x="8" y="101"/>
                    </a:cxn>
                    <a:cxn ang="0">
                      <a:pos x="16" y="94"/>
                    </a:cxn>
                    <a:cxn ang="0">
                      <a:pos x="20" y="90"/>
                    </a:cxn>
                    <a:cxn ang="0">
                      <a:pos x="25" y="90"/>
                    </a:cxn>
                    <a:cxn ang="0">
                      <a:pos x="31" y="94"/>
                    </a:cxn>
                    <a:cxn ang="0">
                      <a:pos x="39" y="94"/>
                    </a:cxn>
                    <a:cxn ang="0">
                      <a:pos x="42" y="88"/>
                    </a:cxn>
                    <a:cxn ang="0">
                      <a:pos x="46" y="83"/>
                    </a:cxn>
                    <a:cxn ang="0">
                      <a:pos x="51" y="72"/>
                    </a:cxn>
                    <a:cxn ang="0">
                      <a:pos x="55" y="64"/>
                    </a:cxn>
                    <a:cxn ang="0">
                      <a:pos x="59" y="57"/>
                    </a:cxn>
                    <a:cxn ang="0">
                      <a:pos x="65" y="50"/>
                    </a:cxn>
                    <a:cxn ang="0">
                      <a:pos x="67" y="40"/>
                    </a:cxn>
                    <a:cxn ang="0">
                      <a:pos x="72" y="30"/>
                    </a:cxn>
                    <a:cxn ang="0">
                      <a:pos x="76" y="26"/>
                    </a:cxn>
                    <a:cxn ang="0">
                      <a:pos x="82" y="22"/>
                    </a:cxn>
                    <a:cxn ang="0">
                      <a:pos x="82" y="15"/>
                    </a:cxn>
                    <a:cxn ang="0">
                      <a:pos x="77" y="10"/>
                    </a:cxn>
                    <a:cxn ang="0">
                      <a:pos x="76" y="0"/>
                    </a:cxn>
                    <a:cxn ang="0">
                      <a:pos x="86" y="10"/>
                    </a:cxn>
                    <a:cxn ang="0">
                      <a:pos x="91" y="18"/>
                    </a:cxn>
                    <a:cxn ang="0">
                      <a:pos x="89" y="23"/>
                    </a:cxn>
                    <a:cxn ang="0">
                      <a:pos x="88" y="30"/>
                    </a:cxn>
                    <a:cxn ang="0">
                      <a:pos x="93" y="37"/>
                    </a:cxn>
                    <a:cxn ang="0">
                      <a:pos x="99" y="44"/>
                    </a:cxn>
                    <a:cxn ang="0">
                      <a:pos x="93" y="44"/>
                    </a:cxn>
                    <a:cxn ang="0">
                      <a:pos x="86" y="44"/>
                    </a:cxn>
                    <a:cxn ang="0">
                      <a:pos x="81" y="44"/>
                    </a:cxn>
                    <a:cxn ang="0">
                      <a:pos x="77" y="48"/>
                    </a:cxn>
                    <a:cxn ang="0">
                      <a:pos x="80" y="53"/>
                    </a:cxn>
                    <a:cxn ang="0">
                      <a:pos x="88" y="60"/>
                    </a:cxn>
                    <a:cxn ang="0">
                      <a:pos x="97" y="71"/>
                    </a:cxn>
                    <a:cxn ang="0">
                      <a:pos x="97" y="82"/>
                    </a:cxn>
                    <a:cxn ang="0">
                      <a:pos x="91" y="90"/>
                    </a:cxn>
                    <a:cxn ang="0">
                      <a:pos x="85" y="98"/>
                    </a:cxn>
                    <a:cxn ang="0">
                      <a:pos x="85" y="106"/>
                    </a:cxn>
                    <a:cxn ang="0">
                      <a:pos x="86" y="117"/>
                    </a:cxn>
                    <a:cxn ang="0">
                      <a:pos x="92" y="125"/>
                    </a:cxn>
                    <a:cxn ang="0">
                      <a:pos x="99" y="137"/>
                    </a:cxn>
                    <a:cxn ang="0">
                      <a:pos x="107" y="146"/>
                    </a:cxn>
                    <a:cxn ang="0">
                      <a:pos x="107" y="152"/>
                    </a:cxn>
                    <a:cxn ang="0">
                      <a:pos x="107" y="155"/>
                    </a:cxn>
                    <a:cxn ang="0">
                      <a:pos x="105" y="160"/>
                    </a:cxn>
                    <a:cxn ang="0">
                      <a:pos x="103" y="162"/>
                    </a:cxn>
                    <a:cxn ang="0">
                      <a:pos x="100" y="160"/>
                    </a:cxn>
                    <a:cxn ang="0">
                      <a:pos x="93" y="160"/>
                    </a:cxn>
                    <a:cxn ang="0">
                      <a:pos x="91" y="160"/>
                    </a:cxn>
                    <a:cxn ang="0">
                      <a:pos x="86" y="159"/>
                    </a:cxn>
                    <a:cxn ang="0">
                      <a:pos x="84" y="159"/>
                    </a:cxn>
                    <a:cxn ang="0">
                      <a:pos x="62" y="156"/>
                    </a:cxn>
                    <a:cxn ang="0">
                      <a:pos x="57" y="156"/>
                    </a:cxn>
                    <a:cxn ang="0">
                      <a:pos x="52" y="156"/>
                    </a:cxn>
                    <a:cxn ang="0">
                      <a:pos x="46" y="156"/>
                    </a:cxn>
                    <a:cxn ang="0">
                      <a:pos x="39" y="156"/>
                    </a:cxn>
                    <a:cxn ang="0">
                      <a:pos x="38" y="158"/>
                    </a:cxn>
                    <a:cxn ang="0">
                      <a:pos x="17" y="158"/>
                    </a:cxn>
                    <a:cxn ang="0">
                      <a:pos x="16" y="154"/>
                    </a:cxn>
                    <a:cxn ang="0">
                      <a:pos x="14" y="139"/>
                    </a:cxn>
                    <a:cxn ang="0">
                      <a:pos x="13" y="131"/>
                    </a:cxn>
                    <a:cxn ang="0">
                      <a:pos x="5" y="131"/>
                    </a:cxn>
                    <a:cxn ang="0">
                      <a:pos x="0" y="121"/>
                    </a:cxn>
                  </a:cxnLst>
                  <a:rect l="0" t="0" r="r" b="b"/>
                  <a:pathLst>
                    <a:path w="108" h="162">
                      <a:moveTo>
                        <a:pt x="0" y="121"/>
                      </a:moveTo>
                      <a:lnTo>
                        <a:pt x="0" y="120"/>
                      </a:lnTo>
                      <a:lnTo>
                        <a:pt x="4" y="116"/>
                      </a:lnTo>
                      <a:lnTo>
                        <a:pt x="5" y="112"/>
                      </a:lnTo>
                      <a:lnTo>
                        <a:pt x="5" y="109"/>
                      </a:lnTo>
                      <a:lnTo>
                        <a:pt x="4" y="106"/>
                      </a:lnTo>
                      <a:lnTo>
                        <a:pt x="6" y="105"/>
                      </a:lnTo>
                      <a:lnTo>
                        <a:pt x="6" y="102"/>
                      </a:lnTo>
                      <a:lnTo>
                        <a:pt x="8" y="101"/>
                      </a:lnTo>
                      <a:lnTo>
                        <a:pt x="10" y="98"/>
                      </a:lnTo>
                      <a:lnTo>
                        <a:pt x="12" y="97"/>
                      </a:lnTo>
                      <a:lnTo>
                        <a:pt x="16" y="94"/>
                      </a:lnTo>
                      <a:lnTo>
                        <a:pt x="16" y="91"/>
                      </a:lnTo>
                      <a:lnTo>
                        <a:pt x="17" y="90"/>
                      </a:lnTo>
                      <a:lnTo>
                        <a:pt x="20" y="90"/>
                      </a:lnTo>
                      <a:lnTo>
                        <a:pt x="21" y="87"/>
                      </a:lnTo>
                      <a:lnTo>
                        <a:pt x="21" y="88"/>
                      </a:lnTo>
                      <a:lnTo>
                        <a:pt x="25" y="90"/>
                      </a:lnTo>
                      <a:lnTo>
                        <a:pt x="27" y="90"/>
                      </a:lnTo>
                      <a:lnTo>
                        <a:pt x="29" y="91"/>
                      </a:lnTo>
                      <a:lnTo>
                        <a:pt x="31" y="94"/>
                      </a:lnTo>
                      <a:lnTo>
                        <a:pt x="33" y="95"/>
                      </a:lnTo>
                      <a:lnTo>
                        <a:pt x="35" y="97"/>
                      </a:lnTo>
                      <a:lnTo>
                        <a:pt x="39" y="94"/>
                      </a:lnTo>
                      <a:lnTo>
                        <a:pt x="40" y="91"/>
                      </a:lnTo>
                      <a:lnTo>
                        <a:pt x="40" y="90"/>
                      </a:lnTo>
                      <a:lnTo>
                        <a:pt x="42" y="88"/>
                      </a:lnTo>
                      <a:lnTo>
                        <a:pt x="43" y="87"/>
                      </a:lnTo>
                      <a:lnTo>
                        <a:pt x="46" y="84"/>
                      </a:lnTo>
                      <a:lnTo>
                        <a:pt x="46" y="83"/>
                      </a:lnTo>
                      <a:lnTo>
                        <a:pt x="46" y="79"/>
                      </a:lnTo>
                      <a:lnTo>
                        <a:pt x="51" y="75"/>
                      </a:lnTo>
                      <a:lnTo>
                        <a:pt x="51" y="72"/>
                      </a:lnTo>
                      <a:lnTo>
                        <a:pt x="50" y="71"/>
                      </a:lnTo>
                      <a:lnTo>
                        <a:pt x="51" y="68"/>
                      </a:lnTo>
                      <a:lnTo>
                        <a:pt x="55" y="64"/>
                      </a:lnTo>
                      <a:lnTo>
                        <a:pt x="58" y="63"/>
                      </a:lnTo>
                      <a:lnTo>
                        <a:pt x="58" y="60"/>
                      </a:lnTo>
                      <a:lnTo>
                        <a:pt x="59" y="57"/>
                      </a:lnTo>
                      <a:lnTo>
                        <a:pt x="59" y="53"/>
                      </a:lnTo>
                      <a:lnTo>
                        <a:pt x="61" y="52"/>
                      </a:lnTo>
                      <a:lnTo>
                        <a:pt x="65" y="50"/>
                      </a:lnTo>
                      <a:lnTo>
                        <a:pt x="67" y="48"/>
                      </a:lnTo>
                      <a:lnTo>
                        <a:pt x="67" y="44"/>
                      </a:lnTo>
                      <a:lnTo>
                        <a:pt x="67" y="40"/>
                      </a:lnTo>
                      <a:lnTo>
                        <a:pt x="67" y="38"/>
                      </a:lnTo>
                      <a:lnTo>
                        <a:pt x="69" y="35"/>
                      </a:lnTo>
                      <a:lnTo>
                        <a:pt x="72" y="30"/>
                      </a:lnTo>
                      <a:lnTo>
                        <a:pt x="73" y="29"/>
                      </a:lnTo>
                      <a:lnTo>
                        <a:pt x="73" y="27"/>
                      </a:lnTo>
                      <a:lnTo>
                        <a:pt x="76" y="26"/>
                      </a:lnTo>
                      <a:lnTo>
                        <a:pt x="78" y="26"/>
                      </a:lnTo>
                      <a:lnTo>
                        <a:pt x="80" y="23"/>
                      </a:lnTo>
                      <a:lnTo>
                        <a:pt x="82" y="22"/>
                      </a:lnTo>
                      <a:lnTo>
                        <a:pt x="84" y="21"/>
                      </a:lnTo>
                      <a:lnTo>
                        <a:pt x="82" y="16"/>
                      </a:lnTo>
                      <a:lnTo>
                        <a:pt x="82" y="15"/>
                      </a:lnTo>
                      <a:lnTo>
                        <a:pt x="81" y="12"/>
                      </a:lnTo>
                      <a:lnTo>
                        <a:pt x="78" y="12"/>
                      </a:lnTo>
                      <a:lnTo>
                        <a:pt x="77" y="10"/>
                      </a:lnTo>
                      <a:lnTo>
                        <a:pt x="77" y="6"/>
                      </a:lnTo>
                      <a:lnTo>
                        <a:pt x="77" y="3"/>
                      </a:lnTo>
                      <a:lnTo>
                        <a:pt x="76" y="0"/>
                      </a:lnTo>
                      <a:lnTo>
                        <a:pt x="82" y="3"/>
                      </a:lnTo>
                      <a:lnTo>
                        <a:pt x="86" y="6"/>
                      </a:lnTo>
                      <a:lnTo>
                        <a:pt x="86" y="10"/>
                      </a:lnTo>
                      <a:lnTo>
                        <a:pt x="88" y="11"/>
                      </a:lnTo>
                      <a:lnTo>
                        <a:pt x="89" y="14"/>
                      </a:lnTo>
                      <a:lnTo>
                        <a:pt x="91" y="18"/>
                      </a:lnTo>
                      <a:lnTo>
                        <a:pt x="91" y="21"/>
                      </a:lnTo>
                      <a:lnTo>
                        <a:pt x="89" y="22"/>
                      </a:lnTo>
                      <a:lnTo>
                        <a:pt x="89" y="23"/>
                      </a:lnTo>
                      <a:lnTo>
                        <a:pt x="91" y="25"/>
                      </a:lnTo>
                      <a:lnTo>
                        <a:pt x="91" y="29"/>
                      </a:lnTo>
                      <a:lnTo>
                        <a:pt x="88" y="30"/>
                      </a:lnTo>
                      <a:lnTo>
                        <a:pt x="88" y="33"/>
                      </a:lnTo>
                      <a:lnTo>
                        <a:pt x="91" y="37"/>
                      </a:lnTo>
                      <a:lnTo>
                        <a:pt x="93" y="37"/>
                      </a:lnTo>
                      <a:lnTo>
                        <a:pt x="95" y="41"/>
                      </a:lnTo>
                      <a:lnTo>
                        <a:pt x="97" y="44"/>
                      </a:lnTo>
                      <a:lnTo>
                        <a:pt x="99" y="44"/>
                      </a:lnTo>
                      <a:lnTo>
                        <a:pt x="97" y="45"/>
                      </a:lnTo>
                      <a:lnTo>
                        <a:pt x="96" y="45"/>
                      </a:lnTo>
                      <a:lnTo>
                        <a:pt x="93" y="44"/>
                      </a:lnTo>
                      <a:lnTo>
                        <a:pt x="91" y="44"/>
                      </a:lnTo>
                      <a:lnTo>
                        <a:pt x="89" y="44"/>
                      </a:lnTo>
                      <a:lnTo>
                        <a:pt x="86" y="44"/>
                      </a:lnTo>
                      <a:lnTo>
                        <a:pt x="84" y="44"/>
                      </a:lnTo>
                      <a:lnTo>
                        <a:pt x="82" y="44"/>
                      </a:lnTo>
                      <a:lnTo>
                        <a:pt x="81" y="44"/>
                      </a:lnTo>
                      <a:lnTo>
                        <a:pt x="78" y="44"/>
                      </a:lnTo>
                      <a:lnTo>
                        <a:pt x="78" y="46"/>
                      </a:lnTo>
                      <a:lnTo>
                        <a:pt x="77" y="48"/>
                      </a:lnTo>
                      <a:lnTo>
                        <a:pt x="77" y="50"/>
                      </a:lnTo>
                      <a:lnTo>
                        <a:pt x="78" y="52"/>
                      </a:lnTo>
                      <a:lnTo>
                        <a:pt x="80" y="53"/>
                      </a:lnTo>
                      <a:lnTo>
                        <a:pt x="80" y="54"/>
                      </a:lnTo>
                      <a:lnTo>
                        <a:pt x="82" y="54"/>
                      </a:lnTo>
                      <a:lnTo>
                        <a:pt x="88" y="60"/>
                      </a:lnTo>
                      <a:lnTo>
                        <a:pt x="92" y="65"/>
                      </a:lnTo>
                      <a:lnTo>
                        <a:pt x="95" y="67"/>
                      </a:lnTo>
                      <a:lnTo>
                        <a:pt x="97" y="71"/>
                      </a:lnTo>
                      <a:lnTo>
                        <a:pt x="99" y="75"/>
                      </a:lnTo>
                      <a:lnTo>
                        <a:pt x="99" y="78"/>
                      </a:lnTo>
                      <a:lnTo>
                        <a:pt x="97" y="82"/>
                      </a:lnTo>
                      <a:lnTo>
                        <a:pt x="95" y="82"/>
                      </a:lnTo>
                      <a:lnTo>
                        <a:pt x="93" y="86"/>
                      </a:lnTo>
                      <a:lnTo>
                        <a:pt x="91" y="90"/>
                      </a:lnTo>
                      <a:lnTo>
                        <a:pt x="89" y="94"/>
                      </a:lnTo>
                      <a:lnTo>
                        <a:pt x="86" y="98"/>
                      </a:lnTo>
                      <a:lnTo>
                        <a:pt x="85" y="98"/>
                      </a:lnTo>
                      <a:lnTo>
                        <a:pt x="84" y="99"/>
                      </a:lnTo>
                      <a:lnTo>
                        <a:pt x="84" y="103"/>
                      </a:lnTo>
                      <a:lnTo>
                        <a:pt x="85" y="106"/>
                      </a:lnTo>
                      <a:lnTo>
                        <a:pt x="85" y="110"/>
                      </a:lnTo>
                      <a:lnTo>
                        <a:pt x="85" y="114"/>
                      </a:lnTo>
                      <a:lnTo>
                        <a:pt x="86" y="117"/>
                      </a:lnTo>
                      <a:lnTo>
                        <a:pt x="86" y="122"/>
                      </a:lnTo>
                      <a:lnTo>
                        <a:pt x="88" y="124"/>
                      </a:lnTo>
                      <a:lnTo>
                        <a:pt x="92" y="125"/>
                      </a:lnTo>
                      <a:lnTo>
                        <a:pt x="93" y="129"/>
                      </a:lnTo>
                      <a:lnTo>
                        <a:pt x="95" y="132"/>
                      </a:lnTo>
                      <a:lnTo>
                        <a:pt x="99" y="137"/>
                      </a:lnTo>
                      <a:lnTo>
                        <a:pt x="100" y="141"/>
                      </a:lnTo>
                      <a:lnTo>
                        <a:pt x="101" y="143"/>
                      </a:lnTo>
                      <a:lnTo>
                        <a:pt x="107" y="146"/>
                      </a:lnTo>
                      <a:lnTo>
                        <a:pt x="107" y="150"/>
                      </a:lnTo>
                      <a:lnTo>
                        <a:pt x="107" y="151"/>
                      </a:lnTo>
                      <a:lnTo>
                        <a:pt x="107" y="152"/>
                      </a:lnTo>
                      <a:lnTo>
                        <a:pt x="108" y="152"/>
                      </a:lnTo>
                      <a:lnTo>
                        <a:pt x="107" y="154"/>
                      </a:lnTo>
                      <a:lnTo>
                        <a:pt x="107" y="155"/>
                      </a:lnTo>
                      <a:lnTo>
                        <a:pt x="105" y="158"/>
                      </a:lnTo>
                      <a:lnTo>
                        <a:pt x="104" y="159"/>
                      </a:lnTo>
                      <a:lnTo>
                        <a:pt x="105" y="160"/>
                      </a:lnTo>
                      <a:lnTo>
                        <a:pt x="105" y="162"/>
                      </a:lnTo>
                      <a:lnTo>
                        <a:pt x="104" y="162"/>
                      </a:lnTo>
                      <a:lnTo>
                        <a:pt x="103" y="162"/>
                      </a:lnTo>
                      <a:lnTo>
                        <a:pt x="103" y="162"/>
                      </a:lnTo>
                      <a:lnTo>
                        <a:pt x="101" y="162"/>
                      </a:lnTo>
                      <a:lnTo>
                        <a:pt x="100" y="160"/>
                      </a:lnTo>
                      <a:lnTo>
                        <a:pt x="97" y="160"/>
                      </a:lnTo>
                      <a:lnTo>
                        <a:pt x="96" y="162"/>
                      </a:lnTo>
                      <a:lnTo>
                        <a:pt x="93" y="160"/>
                      </a:lnTo>
                      <a:lnTo>
                        <a:pt x="92" y="159"/>
                      </a:lnTo>
                      <a:lnTo>
                        <a:pt x="92" y="160"/>
                      </a:lnTo>
                      <a:lnTo>
                        <a:pt x="91" y="160"/>
                      </a:lnTo>
                      <a:lnTo>
                        <a:pt x="89" y="159"/>
                      </a:lnTo>
                      <a:lnTo>
                        <a:pt x="88" y="159"/>
                      </a:lnTo>
                      <a:lnTo>
                        <a:pt x="86" y="159"/>
                      </a:lnTo>
                      <a:lnTo>
                        <a:pt x="85" y="158"/>
                      </a:lnTo>
                      <a:lnTo>
                        <a:pt x="84" y="158"/>
                      </a:lnTo>
                      <a:lnTo>
                        <a:pt x="84" y="159"/>
                      </a:lnTo>
                      <a:lnTo>
                        <a:pt x="81" y="158"/>
                      </a:lnTo>
                      <a:lnTo>
                        <a:pt x="63" y="158"/>
                      </a:lnTo>
                      <a:lnTo>
                        <a:pt x="62" y="156"/>
                      </a:lnTo>
                      <a:lnTo>
                        <a:pt x="62" y="156"/>
                      </a:lnTo>
                      <a:lnTo>
                        <a:pt x="61" y="156"/>
                      </a:lnTo>
                      <a:lnTo>
                        <a:pt x="57" y="156"/>
                      </a:lnTo>
                      <a:lnTo>
                        <a:pt x="57" y="156"/>
                      </a:lnTo>
                      <a:lnTo>
                        <a:pt x="55" y="156"/>
                      </a:lnTo>
                      <a:lnTo>
                        <a:pt x="52" y="156"/>
                      </a:lnTo>
                      <a:lnTo>
                        <a:pt x="51" y="156"/>
                      </a:lnTo>
                      <a:lnTo>
                        <a:pt x="47" y="156"/>
                      </a:lnTo>
                      <a:lnTo>
                        <a:pt x="46" y="156"/>
                      </a:lnTo>
                      <a:lnTo>
                        <a:pt x="42" y="156"/>
                      </a:lnTo>
                      <a:lnTo>
                        <a:pt x="40" y="156"/>
                      </a:lnTo>
                      <a:lnTo>
                        <a:pt x="39" y="156"/>
                      </a:lnTo>
                      <a:lnTo>
                        <a:pt x="38" y="158"/>
                      </a:lnTo>
                      <a:lnTo>
                        <a:pt x="38" y="158"/>
                      </a:lnTo>
                      <a:lnTo>
                        <a:pt x="38" y="158"/>
                      </a:lnTo>
                      <a:lnTo>
                        <a:pt x="20" y="158"/>
                      </a:lnTo>
                      <a:lnTo>
                        <a:pt x="20" y="158"/>
                      </a:lnTo>
                      <a:lnTo>
                        <a:pt x="17" y="158"/>
                      </a:lnTo>
                      <a:lnTo>
                        <a:pt x="16" y="158"/>
                      </a:lnTo>
                      <a:lnTo>
                        <a:pt x="19" y="155"/>
                      </a:lnTo>
                      <a:lnTo>
                        <a:pt x="16" y="154"/>
                      </a:lnTo>
                      <a:lnTo>
                        <a:pt x="17" y="148"/>
                      </a:lnTo>
                      <a:lnTo>
                        <a:pt x="17" y="143"/>
                      </a:lnTo>
                      <a:lnTo>
                        <a:pt x="14" y="139"/>
                      </a:lnTo>
                      <a:lnTo>
                        <a:pt x="14" y="135"/>
                      </a:lnTo>
                      <a:lnTo>
                        <a:pt x="16" y="133"/>
                      </a:lnTo>
                      <a:lnTo>
                        <a:pt x="13" y="131"/>
                      </a:lnTo>
                      <a:lnTo>
                        <a:pt x="9" y="132"/>
                      </a:lnTo>
                      <a:lnTo>
                        <a:pt x="8" y="131"/>
                      </a:lnTo>
                      <a:lnTo>
                        <a:pt x="5" y="131"/>
                      </a:lnTo>
                      <a:lnTo>
                        <a:pt x="4" y="121"/>
                      </a:lnTo>
                      <a:lnTo>
                        <a:pt x="1" y="122"/>
                      </a:lnTo>
                      <a:lnTo>
                        <a:pt x="0" y="12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944"/>
                <p:cNvSpPr>
                  <a:spLocks/>
                </p:cNvSpPr>
                <p:nvPr/>
              </p:nvSpPr>
              <p:spPr bwMode="auto">
                <a:xfrm>
                  <a:off x="4820207" y="4533627"/>
                  <a:ext cx="150110" cy="166998"/>
                </a:xfrm>
                <a:custGeom>
                  <a:avLst/>
                  <a:gdLst/>
                  <a:ahLst/>
                  <a:cxnLst>
                    <a:cxn ang="0">
                      <a:pos x="37" y="2"/>
                    </a:cxn>
                    <a:cxn ang="0">
                      <a:pos x="39" y="0"/>
                    </a:cxn>
                    <a:cxn ang="0">
                      <a:pos x="45" y="0"/>
                    </a:cxn>
                    <a:cxn ang="0">
                      <a:pos x="50" y="0"/>
                    </a:cxn>
                    <a:cxn ang="0">
                      <a:pos x="54" y="0"/>
                    </a:cxn>
                    <a:cxn ang="0">
                      <a:pos x="56" y="0"/>
                    </a:cxn>
                    <a:cxn ang="0">
                      <a:pos x="61" y="0"/>
                    </a:cxn>
                    <a:cxn ang="0">
                      <a:pos x="62" y="2"/>
                    </a:cxn>
                    <a:cxn ang="0">
                      <a:pos x="61" y="4"/>
                    </a:cxn>
                    <a:cxn ang="0">
                      <a:pos x="62" y="11"/>
                    </a:cxn>
                    <a:cxn ang="0">
                      <a:pos x="62" y="15"/>
                    </a:cxn>
                    <a:cxn ang="0">
                      <a:pos x="66" y="14"/>
                    </a:cxn>
                    <a:cxn ang="0">
                      <a:pos x="72" y="14"/>
                    </a:cxn>
                    <a:cxn ang="0">
                      <a:pos x="79" y="13"/>
                    </a:cxn>
                    <a:cxn ang="0">
                      <a:pos x="80" y="18"/>
                    </a:cxn>
                    <a:cxn ang="0">
                      <a:pos x="80" y="22"/>
                    </a:cxn>
                    <a:cxn ang="0">
                      <a:pos x="77" y="25"/>
                    </a:cxn>
                    <a:cxn ang="0">
                      <a:pos x="75" y="29"/>
                    </a:cxn>
                    <a:cxn ang="0">
                      <a:pos x="76" y="32"/>
                    </a:cxn>
                    <a:cxn ang="0">
                      <a:pos x="75" y="32"/>
                    </a:cxn>
                    <a:cxn ang="0">
                      <a:pos x="72" y="34"/>
                    </a:cxn>
                    <a:cxn ang="0">
                      <a:pos x="75" y="36"/>
                    </a:cxn>
                    <a:cxn ang="0">
                      <a:pos x="76" y="38"/>
                    </a:cxn>
                    <a:cxn ang="0">
                      <a:pos x="79" y="42"/>
                    </a:cxn>
                    <a:cxn ang="0">
                      <a:pos x="80" y="47"/>
                    </a:cxn>
                    <a:cxn ang="0">
                      <a:pos x="76" y="63"/>
                    </a:cxn>
                    <a:cxn ang="0">
                      <a:pos x="76" y="67"/>
                    </a:cxn>
                    <a:cxn ang="0">
                      <a:pos x="73" y="66"/>
                    </a:cxn>
                    <a:cxn ang="0">
                      <a:pos x="68" y="64"/>
                    </a:cxn>
                    <a:cxn ang="0">
                      <a:pos x="65" y="66"/>
                    </a:cxn>
                    <a:cxn ang="0">
                      <a:pos x="60" y="64"/>
                    </a:cxn>
                    <a:cxn ang="0">
                      <a:pos x="54" y="57"/>
                    </a:cxn>
                    <a:cxn ang="0">
                      <a:pos x="53" y="63"/>
                    </a:cxn>
                    <a:cxn ang="0">
                      <a:pos x="47" y="66"/>
                    </a:cxn>
                    <a:cxn ang="0">
                      <a:pos x="45" y="67"/>
                    </a:cxn>
                    <a:cxn ang="0">
                      <a:pos x="41" y="67"/>
                    </a:cxn>
                    <a:cxn ang="0">
                      <a:pos x="37" y="68"/>
                    </a:cxn>
                    <a:cxn ang="0">
                      <a:pos x="37" y="74"/>
                    </a:cxn>
                    <a:cxn ang="0">
                      <a:pos x="42" y="72"/>
                    </a:cxn>
                    <a:cxn ang="0">
                      <a:pos x="45" y="75"/>
                    </a:cxn>
                    <a:cxn ang="0">
                      <a:pos x="45" y="85"/>
                    </a:cxn>
                    <a:cxn ang="0">
                      <a:pos x="41" y="81"/>
                    </a:cxn>
                    <a:cxn ang="0">
                      <a:pos x="37" y="83"/>
                    </a:cxn>
                    <a:cxn ang="0">
                      <a:pos x="35" y="86"/>
                    </a:cxn>
                    <a:cxn ang="0">
                      <a:pos x="32" y="87"/>
                    </a:cxn>
                    <a:cxn ang="0">
                      <a:pos x="30" y="85"/>
                    </a:cxn>
                    <a:cxn ang="0">
                      <a:pos x="23" y="79"/>
                    </a:cxn>
                    <a:cxn ang="0">
                      <a:pos x="13" y="70"/>
                    </a:cxn>
                    <a:cxn ang="0">
                      <a:pos x="11" y="66"/>
                    </a:cxn>
                    <a:cxn ang="0">
                      <a:pos x="7" y="60"/>
                    </a:cxn>
                    <a:cxn ang="0">
                      <a:pos x="4" y="52"/>
                    </a:cxn>
                    <a:cxn ang="0">
                      <a:pos x="3" y="49"/>
                    </a:cxn>
                    <a:cxn ang="0">
                      <a:pos x="0" y="41"/>
                    </a:cxn>
                    <a:cxn ang="0">
                      <a:pos x="5" y="40"/>
                    </a:cxn>
                    <a:cxn ang="0">
                      <a:pos x="7" y="29"/>
                    </a:cxn>
                    <a:cxn ang="0">
                      <a:pos x="15" y="29"/>
                    </a:cxn>
                    <a:cxn ang="0">
                      <a:pos x="8" y="23"/>
                    </a:cxn>
                    <a:cxn ang="0">
                      <a:pos x="11" y="19"/>
                    </a:cxn>
                    <a:cxn ang="0">
                      <a:pos x="13" y="18"/>
                    </a:cxn>
                    <a:cxn ang="0">
                      <a:pos x="16" y="18"/>
                    </a:cxn>
                    <a:cxn ang="0">
                      <a:pos x="37" y="2"/>
                    </a:cxn>
                  </a:cxnLst>
                  <a:rect l="0" t="0" r="r" b="b"/>
                  <a:pathLst>
                    <a:path w="80" h="89">
                      <a:moveTo>
                        <a:pt x="37" y="2"/>
                      </a:moveTo>
                      <a:lnTo>
                        <a:pt x="37" y="2"/>
                      </a:lnTo>
                      <a:lnTo>
                        <a:pt x="38" y="0"/>
                      </a:lnTo>
                      <a:lnTo>
                        <a:pt x="39" y="0"/>
                      </a:lnTo>
                      <a:lnTo>
                        <a:pt x="41" y="0"/>
                      </a:lnTo>
                      <a:lnTo>
                        <a:pt x="45" y="0"/>
                      </a:lnTo>
                      <a:lnTo>
                        <a:pt x="46" y="0"/>
                      </a:lnTo>
                      <a:lnTo>
                        <a:pt x="50" y="0"/>
                      </a:lnTo>
                      <a:lnTo>
                        <a:pt x="51" y="0"/>
                      </a:lnTo>
                      <a:lnTo>
                        <a:pt x="54" y="0"/>
                      </a:lnTo>
                      <a:lnTo>
                        <a:pt x="56" y="0"/>
                      </a:lnTo>
                      <a:lnTo>
                        <a:pt x="56" y="0"/>
                      </a:lnTo>
                      <a:lnTo>
                        <a:pt x="60" y="0"/>
                      </a:lnTo>
                      <a:lnTo>
                        <a:pt x="61" y="0"/>
                      </a:lnTo>
                      <a:lnTo>
                        <a:pt x="61" y="0"/>
                      </a:lnTo>
                      <a:lnTo>
                        <a:pt x="62" y="2"/>
                      </a:lnTo>
                      <a:lnTo>
                        <a:pt x="62" y="2"/>
                      </a:lnTo>
                      <a:lnTo>
                        <a:pt x="61" y="4"/>
                      </a:lnTo>
                      <a:lnTo>
                        <a:pt x="62" y="7"/>
                      </a:lnTo>
                      <a:lnTo>
                        <a:pt x="62" y="11"/>
                      </a:lnTo>
                      <a:lnTo>
                        <a:pt x="62" y="13"/>
                      </a:lnTo>
                      <a:lnTo>
                        <a:pt x="62" y="15"/>
                      </a:lnTo>
                      <a:lnTo>
                        <a:pt x="64" y="15"/>
                      </a:lnTo>
                      <a:lnTo>
                        <a:pt x="66" y="14"/>
                      </a:lnTo>
                      <a:lnTo>
                        <a:pt x="68" y="15"/>
                      </a:lnTo>
                      <a:lnTo>
                        <a:pt x="72" y="14"/>
                      </a:lnTo>
                      <a:lnTo>
                        <a:pt x="75" y="13"/>
                      </a:lnTo>
                      <a:lnTo>
                        <a:pt x="79" y="13"/>
                      </a:lnTo>
                      <a:lnTo>
                        <a:pt x="80" y="14"/>
                      </a:lnTo>
                      <a:lnTo>
                        <a:pt x="80" y="18"/>
                      </a:lnTo>
                      <a:lnTo>
                        <a:pt x="80" y="21"/>
                      </a:lnTo>
                      <a:lnTo>
                        <a:pt x="80" y="22"/>
                      </a:lnTo>
                      <a:lnTo>
                        <a:pt x="80" y="25"/>
                      </a:lnTo>
                      <a:lnTo>
                        <a:pt x="77" y="25"/>
                      </a:lnTo>
                      <a:lnTo>
                        <a:pt x="75" y="26"/>
                      </a:lnTo>
                      <a:lnTo>
                        <a:pt x="75" y="29"/>
                      </a:lnTo>
                      <a:lnTo>
                        <a:pt x="75" y="29"/>
                      </a:lnTo>
                      <a:lnTo>
                        <a:pt x="76" y="32"/>
                      </a:lnTo>
                      <a:lnTo>
                        <a:pt x="75" y="32"/>
                      </a:lnTo>
                      <a:lnTo>
                        <a:pt x="75" y="32"/>
                      </a:lnTo>
                      <a:lnTo>
                        <a:pt x="72" y="33"/>
                      </a:lnTo>
                      <a:lnTo>
                        <a:pt x="72" y="34"/>
                      </a:lnTo>
                      <a:lnTo>
                        <a:pt x="73" y="36"/>
                      </a:lnTo>
                      <a:lnTo>
                        <a:pt x="75" y="36"/>
                      </a:lnTo>
                      <a:lnTo>
                        <a:pt x="76" y="37"/>
                      </a:lnTo>
                      <a:lnTo>
                        <a:pt x="76" y="38"/>
                      </a:lnTo>
                      <a:lnTo>
                        <a:pt x="79" y="40"/>
                      </a:lnTo>
                      <a:lnTo>
                        <a:pt x="79" y="42"/>
                      </a:lnTo>
                      <a:lnTo>
                        <a:pt x="80" y="44"/>
                      </a:lnTo>
                      <a:lnTo>
                        <a:pt x="80" y="47"/>
                      </a:lnTo>
                      <a:lnTo>
                        <a:pt x="79" y="52"/>
                      </a:lnTo>
                      <a:lnTo>
                        <a:pt x="76" y="63"/>
                      </a:lnTo>
                      <a:lnTo>
                        <a:pt x="76" y="64"/>
                      </a:lnTo>
                      <a:lnTo>
                        <a:pt x="76" y="67"/>
                      </a:lnTo>
                      <a:lnTo>
                        <a:pt x="75" y="67"/>
                      </a:lnTo>
                      <a:lnTo>
                        <a:pt x="73" y="66"/>
                      </a:lnTo>
                      <a:lnTo>
                        <a:pt x="71" y="64"/>
                      </a:lnTo>
                      <a:lnTo>
                        <a:pt x="68" y="64"/>
                      </a:lnTo>
                      <a:lnTo>
                        <a:pt x="66" y="66"/>
                      </a:lnTo>
                      <a:lnTo>
                        <a:pt x="65" y="66"/>
                      </a:lnTo>
                      <a:lnTo>
                        <a:pt x="61" y="66"/>
                      </a:lnTo>
                      <a:lnTo>
                        <a:pt x="60" y="64"/>
                      </a:lnTo>
                      <a:lnTo>
                        <a:pt x="57" y="57"/>
                      </a:lnTo>
                      <a:lnTo>
                        <a:pt x="54" y="57"/>
                      </a:lnTo>
                      <a:lnTo>
                        <a:pt x="53" y="59"/>
                      </a:lnTo>
                      <a:lnTo>
                        <a:pt x="53" y="63"/>
                      </a:lnTo>
                      <a:lnTo>
                        <a:pt x="53" y="66"/>
                      </a:lnTo>
                      <a:lnTo>
                        <a:pt x="47" y="66"/>
                      </a:lnTo>
                      <a:lnTo>
                        <a:pt x="46" y="66"/>
                      </a:lnTo>
                      <a:lnTo>
                        <a:pt x="45" y="67"/>
                      </a:lnTo>
                      <a:lnTo>
                        <a:pt x="43" y="68"/>
                      </a:lnTo>
                      <a:lnTo>
                        <a:pt x="41" y="67"/>
                      </a:lnTo>
                      <a:lnTo>
                        <a:pt x="38" y="67"/>
                      </a:lnTo>
                      <a:lnTo>
                        <a:pt x="37" y="68"/>
                      </a:lnTo>
                      <a:lnTo>
                        <a:pt x="38" y="70"/>
                      </a:lnTo>
                      <a:lnTo>
                        <a:pt x="37" y="74"/>
                      </a:lnTo>
                      <a:lnTo>
                        <a:pt x="39" y="72"/>
                      </a:lnTo>
                      <a:lnTo>
                        <a:pt x="42" y="72"/>
                      </a:lnTo>
                      <a:lnTo>
                        <a:pt x="43" y="72"/>
                      </a:lnTo>
                      <a:lnTo>
                        <a:pt x="45" y="75"/>
                      </a:lnTo>
                      <a:lnTo>
                        <a:pt x="46" y="82"/>
                      </a:lnTo>
                      <a:lnTo>
                        <a:pt x="45" y="85"/>
                      </a:lnTo>
                      <a:lnTo>
                        <a:pt x="42" y="81"/>
                      </a:lnTo>
                      <a:lnTo>
                        <a:pt x="41" y="81"/>
                      </a:lnTo>
                      <a:lnTo>
                        <a:pt x="39" y="83"/>
                      </a:lnTo>
                      <a:lnTo>
                        <a:pt x="37" y="83"/>
                      </a:lnTo>
                      <a:lnTo>
                        <a:pt x="35" y="83"/>
                      </a:lnTo>
                      <a:lnTo>
                        <a:pt x="35" y="86"/>
                      </a:lnTo>
                      <a:lnTo>
                        <a:pt x="32" y="89"/>
                      </a:lnTo>
                      <a:lnTo>
                        <a:pt x="32" y="87"/>
                      </a:lnTo>
                      <a:lnTo>
                        <a:pt x="30" y="87"/>
                      </a:lnTo>
                      <a:lnTo>
                        <a:pt x="30" y="85"/>
                      </a:lnTo>
                      <a:lnTo>
                        <a:pt x="24" y="82"/>
                      </a:lnTo>
                      <a:lnTo>
                        <a:pt x="23" y="79"/>
                      </a:lnTo>
                      <a:lnTo>
                        <a:pt x="16" y="74"/>
                      </a:lnTo>
                      <a:lnTo>
                        <a:pt x="13" y="70"/>
                      </a:lnTo>
                      <a:lnTo>
                        <a:pt x="13" y="68"/>
                      </a:lnTo>
                      <a:lnTo>
                        <a:pt x="11" y="66"/>
                      </a:lnTo>
                      <a:lnTo>
                        <a:pt x="9" y="63"/>
                      </a:lnTo>
                      <a:lnTo>
                        <a:pt x="7" y="60"/>
                      </a:lnTo>
                      <a:lnTo>
                        <a:pt x="7" y="56"/>
                      </a:lnTo>
                      <a:lnTo>
                        <a:pt x="4" y="52"/>
                      </a:lnTo>
                      <a:lnTo>
                        <a:pt x="4" y="51"/>
                      </a:lnTo>
                      <a:lnTo>
                        <a:pt x="3" y="49"/>
                      </a:lnTo>
                      <a:lnTo>
                        <a:pt x="0" y="42"/>
                      </a:lnTo>
                      <a:lnTo>
                        <a:pt x="0" y="41"/>
                      </a:lnTo>
                      <a:lnTo>
                        <a:pt x="3" y="42"/>
                      </a:lnTo>
                      <a:lnTo>
                        <a:pt x="5" y="40"/>
                      </a:lnTo>
                      <a:lnTo>
                        <a:pt x="7" y="33"/>
                      </a:lnTo>
                      <a:lnTo>
                        <a:pt x="7" y="29"/>
                      </a:lnTo>
                      <a:lnTo>
                        <a:pt x="8" y="30"/>
                      </a:lnTo>
                      <a:lnTo>
                        <a:pt x="15" y="29"/>
                      </a:lnTo>
                      <a:lnTo>
                        <a:pt x="11" y="28"/>
                      </a:lnTo>
                      <a:lnTo>
                        <a:pt x="8" y="23"/>
                      </a:lnTo>
                      <a:lnTo>
                        <a:pt x="11" y="22"/>
                      </a:lnTo>
                      <a:lnTo>
                        <a:pt x="11" y="19"/>
                      </a:lnTo>
                      <a:lnTo>
                        <a:pt x="12" y="19"/>
                      </a:lnTo>
                      <a:lnTo>
                        <a:pt x="13" y="18"/>
                      </a:lnTo>
                      <a:lnTo>
                        <a:pt x="16" y="18"/>
                      </a:lnTo>
                      <a:lnTo>
                        <a:pt x="16" y="18"/>
                      </a:lnTo>
                      <a:lnTo>
                        <a:pt x="37" y="19"/>
                      </a:lnTo>
                      <a:lnTo>
                        <a:pt x="37" y="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945"/>
                <p:cNvSpPr>
                  <a:spLocks/>
                </p:cNvSpPr>
                <p:nvPr/>
              </p:nvSpPr>
              <p:spPr bwMode="auto">
                <a:xfrm>
                  <a:off x="4820207" y="4533627"/>
                  <a:ext cx="150110" cy="166998"/>
                </a:xfrm>
                <a:custGeom>
                  <a:avLst/>
                  <a:gdLst/>
                  <a:ahLst/>
                  <a:cxnLst>
                    <a:cxn ang="0">
                      <a:pos x="37" y="2"/>
                    </a:cxn>
                    <a:cxn ang="0">
                      <a:pos x="39" y="0"/>
                    </a:cxn>
                    <a:cxn ang="0">
                      <a:pos x="45" y="0"/>
                    </a:cxn>
                    <a:cxn ang="0">
                      <a:pos x="50" y="0"/>
                    </a:cxn>
                    <a:cxn ang="0">
                      <a:pos x="54" y="0"/>
                    </a:cxn>
                    <a:cxn ang="0">
                      <a:pos x="56" y="0"/>
                    </a:cxn>
                    <a:cxn ang="0">
                      <a:pos x="61" y="0"/>
                    </a:cxn>
                    <a:cxn ang="0">
                      <a:pos x="62" y="2"/>
                    </a:cxn>
                    <a:cxn ang="0">
                      <a:pos x="61" y="4"/>
                    </a:cxn>
                    <a:cxn ang="0">
                      <a:pos x="62" y="11"/>
                    </a:cxn>
                    <a:cxn ang="0">
                      <a:pos x="62" y="15"/>
                    </a:cxn>
                    <a:cxn ang="0">
                      <a:pos x="66" y="14"/>
                    </a:cxn>
                    <a:cxn ang="0">
                      <a:pos x="72" y="14"/>
                    </a:cxn>
                    <a:cxn ang="0">
                      <a:pos x="79" y="13"/>
                    </a:cxn>
                    <a:cxn ang="0">
                      <a:pos x="80" y="18"/>
                    </a:cxn>
                    <a:cxn ang="0">
                      <a:pos x="80" y="22"/>
                    </a:cxn>
                    <a:cxn ang="0">
                      <a:pos x="77" y="25"/>
                    </a:cxn>
                    <a:cxn ang="0">
                      <a:pos x="75" y="29"/>
                    </a:cxn>
                    <a:cxn ang="0">
                      <a:pos x="76" y="32"/>
                    </a:cxn>
                    <a:cxn ang="0">
                      <a:pos x="75" y="32"/>
                    </a:cxn>
                    <a:cxn ang="0">
                      <a:pos x="72" y="34"/>
                    </a:cxn>
                    <a:cxn ang="0">
                      <a:pos x="75" y="36"/>
                    </a:cxn>
                    <a:cxn ang="0">
                      <a:pos x="76" y="38"/>
                    </a:cxn>
                    <a:cxn ang="0">
                      <a:pos x="79" y="42"/>
                    </a:cxn>
                    <a:cxn ang="0">
                      <a:pos x="80" y="47"/>
                    </a:cxn>
                    <a:cxn ang="0">
                      <a:pos x="76" y="63"/>
                    </a:cxn>
                    <a:cxn ang="0">
                      <a:pos x="76" y="67"/>
                    </a:cxn>
                    <a:cxn ang="0">
                      <a:pos x="73" y="66"/>
                    </a:cxn>
                    <a:cxn ang="0">
                      <a:pos x="68" y="64"/>
                    </a:cxn>
                    <a:cxn ang="0">
                      <a:pos x="65" y="66"/>
                    </a:cxn>
                    <a:cxn ang="0">
                      <a:pos x="60" y="64"/>
                    </a:cxn>
                    <a:cxn ang="0">
                      <a:pos x="54" y="57"/>
                    </a:cxn>
                    <a:cxn ang="0">
                      <a:pos x="53" y="63"/>
                    </a:cxn>
                    <a:cxn ang="0">
                      <a:pos x="47" y="66"/>
                    </a:cxn>
                    <a:cxn ang="0">
                      <a:pos x="45" y="67"/>
                    </a:cxn>
                    <a:cxn ang="0">
                      <a:pos x="41" y="67"/>
                    </a:cxn>
                    <a:cxn ang="0">
                      <a:pos x="37" y="68"/>
                    </a:cxn>
                    <a:cxn ang="0">
                      <a:pos x="37" y="74"/>
                    </a:cxn>
                    <a:cxn ang="0">
                      <a:pos x="42" y="72"/>
                    </a:cxn>
                    <a:cxn ang="0">
                      <a:pos x="45" y="75"/>
                    </a:cxn>
                    <a:cxn ang="0">
                      <a:pos x="45" y="85"/>
                    </a:cxn>
                    <a:cxn ang="0">
                      <a:pos x="41" y="81"/>
                    </a:cxn>
                    <a:cxn ang="0">
                      <a:pos x="37" y="83"/>
                    </a:cxn>
                    <a:cxn ang="0">
                      <a:pos x="35" y="86"/>
                    </a:cxn>
                    <a:cxn ang="0">
                      <a:pos x="32" y="87"/>
                    </a:cxn>
                    <a:cxn ang="0">
                      <a:pos x="30" y="85"/>
                    </a:cxn>
                    <a:cxn ang="0">
                      <a:pos x="23" y="79"/>
                    </a:cxn>
                    <a:cxn ang="0">
                      <a:pos x="13" y="70"/>
                    </a:cxn>
                    <a:cxn ang="0">
                      <a:pos x="11" y="66"/>
                    </a:cxn>
                    <a:cxn ang="0">
                      <a:pos x="7" y="60"/>
                    </a:cxn>
                    <a:cxn ang="0">
                      <a:pos x="4" y="52"/>
                    </a:cxn>
                    <a:cxn ang="0">
                      <a:pos x="3" y="49"/>
                    </a:cxn>
                    <a:cxn ang="0">
                      <a:pos x="0" y="41"/>
                    </a:cxn>
                    <a:cxn ang="0">
                      <a:pos x="5" y="40"/>
                    </a:cxn>
                    <a:cxn ang="0">
                      <a:pos x="7" y="29"/>
                    </a:cxn>
                    <a:cxn ang="0">
                      <a:pos x="15" y="29"/>
                    </a:cxn>
                    <a:cxn ang="0">
                      <a:pos x="8" y="23"/>
                    </a:cxn>
                    <a:cxn ang="0">
                      <a:pos x="11" y="19"/>
                    </a:cxn>
                    <a:cxn ang="0">
                      <a:pos x="13" y="18"/>
                    </a:cxn>
                    <a:cxn ang="0">
                      <a:pos x="16" y="18"/>
                    </a:cxn>
                    <a:cxn ang="0">
                      <a:pos x="37" y="2"/>
                    </a:cxn>
                  </a:cxnLst>
                  <a:rect l="0" t="0" r="r" b="b"/>
                  <a:pathLst>
                    <a:path w="80" h="89">
                      <a:moveTo>
                        <a:pt x="37" y="2"/>
                      </a:moveTo>
                      <a:lnTo>
                        <a:pt x="37" y="2"/>
                      </a:lnTo>
                      <a:lnTo>
                        <a:pt x="38" y="0"/>
                      </a:lnTo>
                      <a:lnTo>
                        <a:pt x="39" y="0"/>
                      </a:lnTo>
                      <a:lnTo>
                        <a:pt x="41" y="0"/>
                      </a:lnTo>
                      <a:lnTo>
                        <a:pt x="45" y="0"/>
                      </a:lnTo>
                      <a:lnTo>
                        <a:pt x="46" y="0"/>
                      </a:lnTo>
                      <a:lnTo>
                        <a:pt x="50" y="0"/>
                      </a:lnTo>
                      <a:lnTo>
                        <a:pt x="51" y="0"/>
                      </a:lnTo>
                      <a:lnTo>
                        <a:pt x="54" y="0"/>
                      </a:lnTo>
                      <a:lnTo>
                        <a:pt x="56" y="0"/>
                      </a:lnTo>
                      <a:lnTo>
                        <a:pt x="56" y="0"/>
                      </a:lnTo>
                      <a:lnTo>
                        <a:pt x="60" y="0"/>
                      </a:lnTo>
                      <a:lnTo>
                        <a:pt x="61" y="0"/>
                      </a:lnTo>
                      <a:lnTo>
                        <a:pt x="61" y="0"/>
                      </a:lnTo>
                      <a:lnTo>
                        <a:pt x="62" y="2"/>
                      </a:lnTo>
                      <a:lnTo>
                        <a:pt x="62" y="2"/>
                      </a:lnTo>
                      <a:lnTo>
                        <a:pt x="61" y="4"/>
                      </a:lnTo>
                      <a:lnTo>
                        <a:pt x="62" y="7"/>
                      </a:lnTo>
                      <a:lnTo>
                        <a:pt x="62" y="11"/>
                      </a:lnTo>
                      <a:lnTo>
                        <a:pt x="62" y="13"/>
                      </a:lnTo>
                      <a:lnTo>
                        <a:pt x="62" y="15"/>
                      </a:lnTo>
                      <a:lnTo>
                        <a:pt x="64" y="15"/>
                      </a:lnTo>
                      <a:lnTo>
                        <a:pt x="66" y="14"/>
                      </a:lnTo>
                      <a:lnTo>
                        <a:pt x="68" y="15"/>
                      </a:lnTo>
                      <a:lnTo>
                        <a:pt x="72" y="14"/>
                      </a:lnTo>
                      <a:lnTo>
                        <a:pt x="75" y="13"/>
                      </a:lnTo>
                      <a:lnTo>
                        <a:pt x="79" y="13"/>
                      </a:lnTo>
                      <a:lnTo>
                        <a:pt x="80" y="14"/>
                      </a:lnTo>
                      <a:lnTo>
                        <a:pt x="80" y="18"/>
                      </a:lnTo>
                      <a:lnTo>
                        <a:pt x="80" y="21"/>
                      </a:lnTo>
                      <a:lnTo>
                        <a:pt x="80" y="22"/>
                      </a:lnTo>
                      <a:lnTo>
                        <a:pt x="80" y="25"/>
                      </a:lnTo>
                      <a:lnTo>
                        <a:pt x="77" y="25"/>
                      </a:lnTo>
                      <a:lnTo>
                        <a:pt x="75" y="26"/>
                      </a:lnTo>
                      <a:lnTo>
                        <a:pt x="75" y="29"/>
                      </a:lnTo>
                      <a:lnTo>
                        <a:pt x="75" y="29"/>
                      </a:lnTo>
                      <a:lnTo>
                        <a:pt x="76" y="32"/>
                      </a:lnTo>
                      <a:lnTo>
                        <a:pt x="75" y="32"/>
                      </a:lnTo>
                      <a:lnTo>
                        <a:pt x="75" y="32"/>
                      </a:lnTo>
                      <a:lnTo>
                        <a:pt x="72" y="33"/>
                      </a:lnTo>
                      <a:lnTo>
                        <a:pt x="72" y="34"/>
                      </a:lnTo>
                      <a:lnTo>
                        <a:pt x="73" y="36"/>
                      </a:lnTo>
                      <a:lnTo>
                        <a:pt x="75" y="36"/>
                      </a:lnTo>
                      <a:lnTo>
                        <a:pt x="76" y="37"/>
                      </a:lnTo>
                      <a:lnTo>
                        <a:pt x="76" y="38"/>
                      </a:lnTo>
                      <a:lnTo>
                        <a:pt x="79" y="40"/>
                      </a:lnTo>
                      <a:lnTo>
                        <a:pt x="79" y="42"/>
                      </a:lnTo>
                      <a:lnTo>
                        <a:pt x="80" y="44"/>
                      </a:lnTo>
                      <a:lnTo>
                        <a:pt x="80" y="47"/>
                      </a:lnTo>
                      <a:lnTo>
                        <a:pt x="79" y="52"/>
                      </a:lnTo>
                      <a:lnTo>
                        <a:pt x="76" y="63"/>
                      </a:lnTo>
                      <a:lnTo>
                        <a:pt x="76" y="64"/>
                      </a:lnTo>
                      <a:lnTo>
                        <a:pt x="76" y="67"/>
                      </a:lnTo>
                      <a:lnTo>
                        <a:pt x="75" y="67"/>
                      </a:lnTo>
                      <a:lnTo>
                        <a:pt x="73" y="66"/>
                      </a:lnTo>
                      <a:lnTo>
                        <a:pt x="71" y="64"/>
                      </a:lnTo>
                      <a:lnTo>
                        <a:pt x="68" y="64"/>
                      </a:lnTo>
                      <a:lnTo>
                        <a:pt x="66" y="66"/>
                      </a:lnTo>
                      <a:lnTo>
                        <a:pt x="65" y="66"/>
                      </a:lnTo>
                      <a:lnTo>
                        <a:pt x="61" y="66"/>
                      </a:lnTo>
                      <a:lnTo>
                        <a:pt x="60" y="64"/>
                      </a:lnTo>
                      <a:lnTo>
                        <a:pt x="57" y="57"/>
                      </a:lnTo>
                      <a:lnTo>
                        <a:pt x="54" y="57"/>
                      </a:lnTo>
                      <a:lnTo>
                        <a:pt x="53" y="59"/>
                      </a:lnTo>
                      <a:lnTo>
                        <a:pt x="53" y="63"/>
                      </a:lnTo>
                      <a:lnTo>
                        <a:pt x="53" y="66"/>
                      </a:lnTo>
                      <a:lnTo>
                        <a:pt x="47" y="66"/>
                      </a:lnTo>
                      <a:lnTo>
                        <a:pt x="46" y="66"/>
                      </a:lnTo>
                      <a:lnTo>
                        <a:pt x="45" y="67"/>
                      </a:lnTo>
                      <a:lnTo>
                        <a:pt x="43" y="68"/>
                      </a:lnTo>
                      <a:lnTo>
                        <a:pt x="41" y="67"/>
                      </a:lnTo>
                      <a:lnTo>
                        <a:pt x="38" y="67"/>
                      </a:lnTo>
                      <a:lnTo>
                        <a:pt x="37" y="68"/>
                      </a:lnTo>
                      <a:lnTo>
                        <a:pt x="38" y="70"/>
                      </a:lnTo>
                      <a:lnTo>
                        <a:pt x="37" y="74"/>
                      </a:lnTo>
                      <a:lnTo>
                        <a:pt x="39" y="72"/>
                      </a:lnTo>
                      <a:lnTo>
                        <a:pt x="42" y="72"/>
                      </a:lnTo>
                      <a:lnTo>
                        <a:pt x="43" y="72"/>
                      </a:lnTo>
                      <a:lnTo>
                        <a:pt x="45" y="75"/>
                      </a:lnTo>
                      <a:lnTo>
                        <a:pt x="46" y="82"/>
                      </a:lnTo>
                      <a:lnTo>
                        <a:pt x="45" y="85"/>
                      </a:lnTo>
                      <a:lnTo>
                        <a:pt x="42" y="81"/>
                      </a:lnTo>
                      <a:lnTo>
                        <a:pt x="41" y="81"/>
                      </a:lnTo>
                      <a:lnTo>
                        <a:pt x="39" y="83"/>
                      </a:lnTo>
                      <a:lnTo>
                        <a:pt x="37" y="83"/>
                      </a:lnTo>
                      <a:lnTo>
                        <a:pt x="35" y="83"/>
                      </a:lnTo>
                      <a:lnTo>
                        <a:pt x="35" y="86"/>
                      </a:lnTo>
                      <a:lnTo>
                        <a:pt x="32" y="89"/>
                      </a:lnTo>
                      <a:lnTo>
                        <a:pt x="32" y="87"/>
                      </a:lnTo>
                      <a:lnTo>
                        <a:pt x="30" y="87"/>
                      </a:lnTo>
                      <a:lnTo>
                        <a:pt x="30" y="85"/>
                      </a:lnTo>
                      <a:lnTo>
                        <a:pt x="24" y="82"/>
                      </a:lnTo>
                      <a:lnTo>
                        <a:pt x="23" y="79"/>
                      </a:lnTo>
                      <a:lnTo>
                        <a:pt x="16" y="74"/>
                      </a:lnTo>
                      <a:lnTo>
                        <a:pt x="13" y="70"/>
                      </a:lnTo>
                      <a:lnTo>
                        <a:pt x="13" y="68"/>
                      </a:lnTo>
                      <a:lnTo>
                        <a:pt x="11" y="66"/>
                      </a:lnTo>
                      <a:lnTo>
                        <a:pt x="9" y="63"/>
                      </a:lnTo>
                      <a:lnTo>
                        <a:pt x="7" y="60"/>
                      </a:lnTo>
                      <a:lnTo>
                        <a:pt x="7" y="56"/>
                      </a:lnTo>
                      <a:lnTo>
                        <a:pt x="4" y="52"/>
                      </a:lnTo>
                      <a:lnTo>
                        <a:pt x="4" y="51"/>
                      </a:lnTo>
                      <a:lnTo>
                        <a:pt x="3" y="49"/>
                      </a:lnTo>
                      <a:lnTo>
                        <a:pt x="0" y="42"/>
                      </a:lnTo>
                      <a:lnTo>
                        <a:pt x="0" y="41"/>
                      </a:lnTo>
                      <a:lnTo>
                        <a:pt x="3" y="42"/>
                      </a:lnTo>
                      <a:lnTo>
                        <a:pt x="5" y="40"/>
                      </a:lnTo>
                      <a:lnTo>
                        <a:pt x="7" y="33"/>
                      </a:lnTo>
                      <a:lnTo>
                        <a:pt x="7" y="29"/>
                      </a:lnTo>
                      <a:lnTo>
                        <a:pt x="8" y="30"/>
                      </a:lnTo>
                      <a:lnTo>
                        <a:pt x="15" y="29"/>
                      </a:lnTo>
                      <a:lnTo>
                        <a:pt x="11" y="28"/>
                      </a:lnTo>
                      <a:lnTo>
                        <a:pt x="8" y="23"/>
                      </a:lnTo>
                      <a:lnTo>
                        <a:pt x="11" y="22"/>
                      </a:lnTo>
                      <a:lnTo>
                        <a:pt x="11" y="19"/>
                      </a:lnTo>
                      <a:lnTo>
                        <a:pt x="12" y="19"/>
                      </a:lnTo>
                      <a:lnTo>
                        <a:pt x="13" y="18"/>
                      </a:lnTo>
                      <a:lnTo>
                        <a:pt x="16" y="18"/>
                      </a:lnTo>
                      <a:lnTo>
                        <a:pt x="16" y="18"/>
                      </a:lnTo>
                      <a:lnTo>
                        <a:pt x="37" y="19"/>
                      </a:lnTo>
                      <a:lnTo>
                        <a:pt x="3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946"/>
                <p:cNvSpPr>
                  <a:spLocks/>
                </p:cNvSpPr>
                <p:nvPr/>
              </p:nvSpPr>
              <p:spPr bwMode="auto">
                <a:xfrm>
                  <a:off x="4833341" y="4537380"/>
                  <a:ext cx="56291" cy="31899"/>
                </a:xfrm>
                <a:custGeom>
                  <a:avLst/>
                  <a:gdLst/>
                  <a:ahLst/>
                  <a:cxnLst>
                    <a:cxn ang="0">
                      <a:pos x="4" y="17"/>
                    </a:cxn>
                    <a:cxn ang="0">
                      <a:pos x="5" y="17"/>
                    </a:cxn>
                    <a:cxn ang="0">
                      <a:pos x="6" y="16"/>
                    </a:cxn>
                    <a:cxn ang="0">
                      <a:pos x="9" y="16"/>
                    </a:cxn>
                    <a:cxn ang="0">
                      <a:pos x="9" y="16"/>
                    </a:cxn>
                    <a:cxn ang="0">
                      <a:pos x="30" y="17"/>
                    </a:cxn>
                    <a:cxn ang="0">
                      <a:pos x="30" y="0"/>
                    </a:cxn>
                    <a:cxn ang="0">
                      <a:pos x="12" y="0"/>
                    </a:cxn>
                    <a:cxn ang="0">
                      <a:pos x="12" y="0"/>
                    </a:cxn>
                    <a:cxn ang="0">
                      <a:pos x="9" y="0"/>
                    </a:cxn>
                    <a:cxn ang="0">
                      <a:pos x="8" y="0"/>
                    </a:cxn>
                    <a:cxn ang="0">
                      <a:pos x="6" y="0"/>
                    </a:cxn>
                    <a:cxn ang="0">
                      <a:pos x="8" y="2"/>
                    </a:cxn>
                    <a:cxn ang="0">
                      <a:pos x="4" y="8"/>
                    </a:cxn>
                    <a:cxn ang="0">
                      <a:pos x="0" y="15"/>
                    </a:cxn>
                    <a:cxn ang="0">
                      <a:pos x="4" y="16"/>
                    </a:cxn>
                    <a:cxn ang="0">
                      <a:pos x="4" y="17"/>
                    </a:cxn>
                  </a:cxnLst>
                  <a:rect l="0" t="0" r="r" b="b"/>
                  <a:pathLst>
                    <a:path w="30" h="17">
                      <a:moveTo>
                        <a:pt x="4" y="17"/>
                      </a:moveTo>
                      <a:lnTo>
                        <a:pt x="5" y="17"/>
                      </a:lnTo>
                      <a:lnTo>
                        <a:pt x="6" y="16"/>
                      </a:lnTo>
                      <a:lnTo>
                        <a:pt x="9" y="16"/>
                      </a:lnTo>
                      <a:lnTo>
                        <a:pt x="9" y="16"/>
                      </a:lnTo>
                      <a:lnTo>
                        <a:pt x="30" y="17"/>
                      </a:lnTo>
                      <a:lnTo>
                        <a:pt x="30" y="0"/>
                      </a:lnTo>
                      <a:lnTo>
                        <a:pt x="12" y="0"/>
                      </a:lnTo>
                      <a:lnTo>
                        <a:pt x="12" y="0"/>
                      </a:lnTo>
                      <a:lnTo>
                        <a:pt x="9" y="0"/>
                      </a:lnTo>
                      <a:lnTo>
                        <a:pt x="8" y="0"/>
                      </a:lnTo>
                      <a:lnTo>
                        <a:pt x="6" y="0"/>
                      </a:lnTo>
                      <a:lnTo>
                        <a:pt x="8" y="2"/>
                      </a:lnTo>
                      <a:lnTo>
                        <a:pt x="4" y="8"/>
                      </a:lnTo>
                      <a:lnTo>
                        <a:pt x="0" y="15"/>
                      </a:lnTo>
                      <a:lnTo>
                        <a:pt x="4" y="16"/>
                      </a:lnTo>
                      <a:lnTo>
                        <a:pt x="4" y="1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947"/>
                <p:cNvSpPr>
                  <a:spLocks/>
                </p:cNvSpPr>
                <p:nvPr/>
              </p:nvSpPr>
              <p:spPr bwMode="auto">
                <a:xfrm>
                  <a:off x="4833341" y="4537380"/>
                  <a:ext cx="56291" cy="31899"/>
                </a:xfrm>
                <a:custGeom>
                  <a:avLst/>
                  <a:gdLst/>
                  <a:ahLst/>
                  <a:cxnLst>
                    <a:cxn ang="0">
                      <a:pos x="4" y="17"/>
                    </a:cxn>
                    <a:cxn ang="0">
                      <a:pos x="5" y="17"/>
                    </a:cxn>
                    <a:cxn ang="0">
                      <a:pos x="6" y="16"/>
                    </a:cxn>
                    <a:cxn ang="0">
                      <a:pos x="9" y="16"/>
                    </a:cxn>
                    <a:cxn ang="0">
                      <a:pos x="9" y="16"/>
                    </a:cxn>
                    <a:cxn ang="0">
                      <a:pos x="30" y="17"/>
                    </a:cxn>
                    <a:cxn ang="0">
                      <a:pos x="30" y="0"/>
                    </a:cxn>
                    <a:cxn ang="0">
                      <a:pos x="12" y="0"/>
                    </a:cxn>
                    <a:cxn ang="0">
                      <a:pos x="12" y="0"/>
                    </a:cxn>
                    <a:cxn ang="0">
                      <a:pos x="9" y="0"/>
                    </a:cxn>
                    <a:cxn ang="0">
                      <a:pos x="8" y="0"/>
                    </a:cxn>
                    <a:cxn ang="0">
                      <a:pos x="6" y="0"/>
                    </a:cxn>
                    <a:cxn ang="0">
                      <a:pos x="8" y="2"/>
                    </a:cxn>
                    <a:cxn ang="0">
                      <a:pos x="4" y="8"/>
                    </a:cxn>
                    <a:cxn ang="0">
                      <a:pos x="0" y="15"/>
                    </a:cxn>
                    <a:cxn ang="0">
                      <a:pos x="4" y="16"/>
                    </a:cxn>
                    <a:cxn ang="0">
                      <a:pos x="4" y="17"/>
                    </a:cxn>
                  </a:cxnLst>
                  <a:rect l="0" t="0" r="r" b="b"/>
                  <a:pathLst>
                    <a:path w="30" h="17">
                      <a:moveTo>
                        <a:pt x="4" y="17"/>
                      </a:moveTo>
                      <a:lnTo>
                        <a:pt x="5" y="17"/>
                      </a:lnTo>
                      <a:lnTo>
                        <a:pt x="6" y="16"/>
                      </a:lnTo>
                      <a:lnTo>
                        <a:pt x="9" y="16"/>
                      </a:lnTo>
                      <a:lnTo>
                        <a:pt x="9" y="16"/>
                      </a:lnTo>
                      <a:lnTo>
                        <a:pt x="30" y="17"/>
                      </a:lnTo>
                      <a:lnTo>
                        <a:pt x="30" y="0"/>
                      </a:lnTo>
                      <a:lnTo>
                        <a:pt x="12" y="0"/>
                      </a:lnTo>
                      <a:lnTo>
                        <a:pt x="12" y="0"/>
                      </a:lnTo>
                      <a:lnTo>
                        <a:pt x="9" y="0"/>
                      </a:lnTo>
                      <a:lnTo>
                        <a:pt x="8" y="0"/>
                      </a:lnTo>
                      <a:lnTo>
                        <a:pt x="6" y="0"/>
                      </a:lnTo>
                      <a:lnTo>
                        <a:pt x="8" y="2"/>
                      </a:lnTo>
                      <a:lnTo>
                        <a:pt x="4" y="8"/>
                      </a:lnTo>
                      <a:lnTo>
                        <a:pt x="0" y="15"/>
                      </a:lnTo>
                      <a:lnTo>
                        <a:pt x="4" y="16"/>
                      </a:lnTo>
                      <a:lnTo>
                        <a:pt x="4"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948"/>
                <p:cNvSpPr>
                  <a:spLocks/>
                </p:cNvSpPr>
                <p:nvPr/>
              </p:nvSpPr>
              <p:spPr bwMode="auto">
                <a:xfrm>
                  <a:off x="4880251" y="4490471"/>
                  <a:ext cx="208279" cy="240176"/>
                </a:xfrm>
                <a:custGeom>
                  <a:avLst/>
                  <a:gdLst/>
                  <a:ahLst/>
                  <a:cxnLst>
                    <a:cxn ang="0">
                      <a:pos x="3" y="106"/>
                    </a:cxn>
                    <a:cxn ang="0">
                      <a:pos x="9" y="104"/>
                    </a:cxn>
                    <a:cxn ang="0">
                      <a:pos x="14" y="105"/>
                    </a:cxn>
                    <a:cxn ang="0">
                      <a:pos x="10" y="95"/>
                    </a:cxn>
                    <a:cxn ang="0">
                      <a:pos x="6" y="93"/>
                    </a:cxn>
                    <a:cxn ang="0">
                      <a:pos x="9" y="90"/>
                    </a:cxn>
                    <a:cxn ang="0">
                      <a:pos x="14" y="89"/>
                    </a:cxn>
                    <a:cxn ang="0">
                      <a:pos x="21" y="86"/>
                    </a:cxn>
                    <a:cxn ang="0">
                      <a:pos x="25" y="80"/>
                    </a:cxn>
                    <a:cxn ang="0">
                      <a:pos x="33" y="89"/>
                    </a:cxn>
                    <a:cxn ang="0">
                      <a:pos x="39" y="87"/>
                    </a:cxn>
                    <a:cxn ang="0">
                      <a:pos x="44" y="90"/>
                    </a:cxn>
                    <a:cxn ang="0">
                      <a:pos x="47" y="75"/>
                    </a:cxn>
                    <a:cxn ang="0">
                      <a:pos x="47" y="65"/>
                    </a:cxn>
                    <a:cxn ang="0">
                      <a:pos x="44" y="60"/>
                    </a:cxn>
                    <a:cxn ang="0">
                      <a:pos x="40" y="57"/>
                    </a:cxn>
                    <a:cxn ang="0">
                      <a:pos x="43" y="55"/>
                    </a:cxn>
                    <a:cxn ang="0">
                      <a:pos x="43" y="52"/>
                    </a:cxn>
                    <a:cxn ang="0">
                      <a:pos x="48" y="48"/>
                    </a:cxn>
                    <a:cxn ang="0">
                      <a:pos x="48" y="41"/>
                    </a:cxn>
                    <a:cxn ang="0">
                      <a:pos x="43" y="36"/>
                    </a:cxn>
                    <a:cxn ang="0">
                      <a:pos x="34" y="37"/>
                    </a:cxn>
                    <a:cxn ang="0">
                      <a:pos x="30" y="36"/>
                    </a:cxn>
                    <a:cxn ang="0">
                      <a:pos x="29" y="27"/>
                    </a:cxn>
                    <a:cxn ang="0">
                      <a:pos x="51" y="26"/>
                    </a:cxn>
                    <a:cxn ang="0">
                      <a:pos x="53" y="26"/>
                    </a:cxn>
                    <a:cxn ang="0">
                      <a:pos x="58" y="27"/>
                    </a:cxn>
                    <a:cxn ang="0">
                      <a:pos x="60" y="27"/>
                    </a:cxn>
                    <a:cxn ang="0">
                      <a:pos x="67" y="27"/>
                    </a:cxn>
                    <a:cxn ang="0">
                      <a:pos x="70" y="29"/>
                    </a:cxn>
                    <a:cxn ang="0">
                      <a:pos x="72" y="27"/>
                    </a:cxn>
                    <a:cxn ang="0">
                      <a:pos x="74" y="22"/>
                    </a:cxn>
                    <a:cxn ang="0">
                      <a:pos x="85" y="6"/>
                    </a:cxn>
                    <a:cxn ang="0">
                      <a:pos x="94" y="0"/>
                    </a:cxn>
                    <a:cxn ang="0">
                      <a:pos x="101" y="0"/>
                    </a:cxn>
                    <a:cxn ang="0">
                      <a:pos x="106" y="3"/>
                    </a:cxn>
                    <a:cxn ang="0">
                      <a:pos x="109" y="3"/>
                    </a:cxn>
                    <a:cxn ang="0">
                      <a:pos x="108" y="13"/>
                    </a:cxn>
                    <a:cxn ang="0">
                      <a:pos x="102" y="27"/>
                    </a:cxn>
                    <a:cxn ang="0">
                      <a:pos x="98" y="37"/>
                    </a:cxn>
                    <a:cxn ang="0">
                      <a:pos x="98" y="46"/>
                    </a:cxn>
                    <a:cxn ang="0">
                      <a:pos x="97" y="53"/>
                    </a:cxn>
                    <a:cxn ang="0">
                      <a:pos x="90" y="70"/>
                    </a:cxn>
                    <a:cxn ang="0">
                      <a:pos x="83" y="72"/>
                    </a:cxn>
                    <a:cxn ang="0">
                      <a:pos x="78" y="80"/>
                    </a:cxn>
                    <a:cxn ang="0">
                      <a:pos x="72" y="93"/>
                    </a:cxn>
                    <a:cxn ang="0">
                      <a:pos x="71" y="105"/>
                    </a:cxn>
                    <a:cxn ang="0">
                      <a:pos x="67" y="112"/>
                    </a:cxn>
                    <a:cxn ang="0">
                      <a:pos x="58" y="121"/>
                    </a:cxn>
                    <a:cxn ang="0">
                      <a:pos x="49" y="124"/>
                    </a:cxn>
                    <a:cxn ang="0">
                      <a:pos x="49" y="117"/>
                    </a:cxn>
                    <a:cxn ang="0">
                      <a:pos x="41" y="120"/>
                    </a:cxn>
                    <a:cxn ang="0">
                      <a:pos x="37" y="123"/>
                    </a:cxn>
                    <a:cxn ang="0">
                      <a:pos x="33" y="124"/>
                    </a:cxn>
                    <a:cxn ang="0">
                      <a:pos x="29" y="123"/>
                    </a:cxn>
                    <a:cxn ang="0">
                      <a:pos x="28" y="118"/>
                    </a:cxn>
                    <a:cxn ang="0">
                      <a:pos x="22" y="120"/>
                    </a:cxn>
                    <a:cxn ang="0">
                      <a:pos x="17" y="124"/>
                    </a:cxn>
                    <a:cxn ang="0">
                      <a:pos x="13" y="128"/>
                    </a:cxn>
                    <a:cxn ang="0">
                      <a:pos x="9" y="121"/>
                    </a:cxn>
                    <a:cxn ang="0">
                      <a:pos x="5" y="114"/>
                    </a:cxn>
                  </a:cxnLst>
                  <a:rect l="0" t="0" r="r" b="b"/>
                  <a:pathLst>
                    <a:path w="111" h="128">
                      <a:moveTo>
                        <a:pt x="0" y="112"/>
                      </a:moveTo>
                      <a:lnTo>
                        <a:pt x="3" y="109"/>
                      </a:lnTo>
                      <a:lnTo>
                        <a:pt x="3" y="106"/>
                      </a:lnTo>
                      <a:lnTo>
                        <a:pt x="5" y="106"/>
                      </a:lnTo>
                      <a:lnTo>
                        <a:pt x="7" y="106"/>
                      </a:lnTo>
                      <a:lnTo>
                        <a:pt x="9" y="104"/>
                      </a:lnTo>
                      <a:lnTo>
                        <a:pt x="10" y="104"/>
                      </a:lnTo>
                      <a:lnTo>
                        <a:pt x="13" y="108"/>
                      </a:lnTo>
                      <a:lnTo>
                        <a:pt x="14" y="105"/>
                      </a:lnTo>
                      <a:lnTo>
                        <a:pt x="13" y="98"/>
                      </a:lnTo>
                      <a:lnTo>
                        <a:pt x="11" y="95"/>
                      </a:lnTo>
                      <a:lnTo>
                        <a:pt x="10" y="95"/>
                      </a:lnTo>
                      <a:lnTo>
                        <a:pt x="7" y="95"/>
                      </a:lnTo>
                      <a:lnTo>
                        <a:pt x="5" y="97"/>
                      </a:lnTo>
                      <a:lnTo>
                        <a:pt x="6" y="93"/>
                      </a:lnTo>
                      <a:lnTo>
                        <a:pt x="5" y="91"/>
                      </a:lnTo>
                      <a:lnTo>
                        <a:pt x="6" y="90"/>
                      </a:lnTo>
                      <a:lnTo>
                        <a:pt x="9" y="90"/>
                      </a:lnTo>
                      <a:lnTo>
                        <a:pt x="11" y="91"/>
                      </a:lnTo>
                      <a:lnTo>
                        <a:pt x="13" y="90"/>
                      </a:lnTo>
                      <a:lnTo>
                        <a:pt x="14" y="89"/>
                      </a:lnTo>
                      <a:lnTo>
                        <a:pt x="15" y="89"/>
                      </a:lnTo>
                      <a:lnTo>
                        <a:pt x="21" y="89"/>
                      </a:lnTo>
                      <a:lnTo>
                        <a:pt x="21" y="86"/>
                      </a:lnTo>
                      <a:lnTo>
                        <a:pt x="21" y="82"/>
                      </a:lnTo>
                      <a:lnTo>
                        <a:pt x="22" y="80"/>
                      </a:lnTo>
                      <a:lnTo>
                        <a:pt x="25" y="80"/>
                      </a:lnTo>
                      <a:lnTo>
                        <a:pt x="28" y="87"/>
                      </a:lnTo>
                      <a:lnTo>
                        <a:pt x="29" y="89"/>
                      </a:lnTo>
                      <a:lnTo>
                        <a:pt x="33" y="89"/>
                      </a:lnTo>
                      <a:lnTo>
                        <a:pt x="34" y="89"/>
                      </a:lnTo>
                      <a:lnTo>
                        <a:pt x="36" y="87"/>
                      </a:lnTo>
                      <a:lnTo>
                        <a:pt x="39" y="87"/>
                      </a:lnTo>
                      <a:lnTo>
                        <a:pt x="41" y="89"/>
                      </a:lnTo>
                      <a:lnTo>
                        <a:pt x="43" y="90"/>
                      </a:lnTo>
                      <a:lnTo>
                        <a:pt x="44" y="90"/>
                      </a:lnTo>
                      <a:lnTo>
                        <a:pt x="44" y="87"/>
                      </a:lnTo>
                      <a:lnTo>
                        <a:pt x="44" y="86"/>
                      </a:lnTo>
                      <a:lnTo>
                        <a:pt x="47" y="75"/>
                      </a:lnTo>
                      <a:lnTo>
                        <a:pt x="48" y="70"/>
                      </a:lnTo>
                      <a:lnTo>
                        <a:pt x="48" y="67"/>
                      </a:lnTo>
                      <a:lnTo>
                        <a:pt x="47" y="65"/>
                      </a:lnTo>
                      <a:lnTo>
                        <a:pt x="47" y="63"/>
                      </a:lnTo>
                      <a:lnTo>
                        <a:pt x="44" y="61"/>
                      </a:lnTo>
                      <a:lnTo>
                        <a:pt x="44" y="60"/>
                      </a:lnTo>
                      <a:lnTo>
                        <a:pt x="43" y="59"/>
                      </a:lnTo>
                      <a:lnTo>
                        <a:pt x="41" y="59"/>
                      </a:lnTo>
                      <a:lnTo>
                        <a:pt x="40" y="57"/>
                      </a:lnTo>
                      <a:lnTo>
                        <a:pt x="40" y="56"/>
                      </a:lnTo>
                      <a:lnTo>
                        <a:pt x="43" y="55"/>
                      </a:lnTo>
                      <a:lnTo>
                        <a:pt x="43" y="55"/>
                      </a:lnTo>
                      <a:lnTo>
                        <a:pt x="44" y="55"/>
                      </a:lnTo>
                      <a:lnTo>
                        <a:pt x="43" y="52"/>
                      </a:lnTo>
                      <a:lnTo>
                        <a:pt x="43" y="52"/>
                      </a:lnTo>
                      <a:lnTo>
                        <a:pt x="43" y="49"/>
                      </a:lnTo>
                      <a:lnTo>
                        <a:pt x="45" y="48"/>
                      </a:lnTo>
                      <a:lnTo>
                        <a:pt x="48" y="48"/>
                      </a:lnTo>
                      <a:lnTo>
                        <a:pt x="48" y="45"/>
                      </a:lnTo>
                      <a:lnTo>
                        <a:pt x="48" y="44"/>
                      </a:lnTo>
                      <a:lnTo>
                        <a:pt x="48" y="41"/>
                      </a:lnTo>
                      <a:lnTo>
                        <a:pt x="48" y="37"/>
                      </a:lnTo>
                      <a:lnTo>
                        <a:pt x="47" y="36"/>
                      </a:lnTo>
                      <a:lnTo>
                        <a:pt x="43" y="36"/>
                      </a:lnTo>
                      <a:lnTo>
                        <a:pt x="40" y="37"/>
                      </a:lnTo>
                      <a:lnTo>
                        <a:pt x="36" y="38"/>
                      </a:lnTo>
                      <a:lnTo>
                        <a:pt x="34" y="37"/>
                      </a:lnTo>
                      <a:lnTo>
                        <a:pt x="32" y="38"/>
                      </a:lnTo>
                      <a:lnTo>
                        <a:pt x="30" y="38"/>
                      </a:lnTo>
                      <a:lnTo>
                        <a:pt x="30" y="36"/>
                      </a:lnTo>
                      <a:lnTo>
                        <a:pt x="30" y="34"/>
                      </a:lnTo>
                      <a:lnTo>
                        <a:pt x="30" y="30"/>
                      </a:lnTo>
                      <a:lnTo>
                        <a:pt x="29" y="27"/>
                      </a:lnTo>
                      <a:lnTo>
                        <a:pt x="30" y="25"/>
                      </a:lnTo>
                      <a:lnTo>
                        <a:pt x="48" y="25"/>
                      </a:lnTo>
                      <a:lnTo>
                        <a:pt x="51" y="26"/>
                      </a:lnTo>
                      <a:lnTo>
                        <a:pt x="51" y="25"/>
                      </a:lnTo>
                      <a:lnTo>
                        <a:pt x="52" y="25"/>
                      </a:lnTo>
                      <a:lnTo>
                        <a:pt x="53" y="26"/>
                      </a:lnTo>
                      <a:lnTo>
                        <a:pt x="55" y="26"/>
                      </a:lnTo>
                      <a:lnTo>
                        <a:pt x="56" y="26"/>
                      </a:lnTo>
                      <a:lnTo>
                        <a:pt x="58" y="27"/>
                      </a:lnTo>
                      <a:lnTo>
                        <a:pt x="59" y="27"/>
                      </a:lnTo>
                      <a:lnTo>
                        <a:pt x="59" y="26"/>
                      </a:lnTo>
                      <a:lnTo>
                        <a:pt x="60" y="27"/>
                      </a:lnTo>
                      <a:lnTo>
                        <a:pt x="63" y="29"/>
                      </a:lnTo>
                      <a:lnTo>
                        <a:pt x="64" y="27"/>
                      </a:lnTo>
                      <a:lnTo>
                        <a:pt x="67" y="27"/>
                      </a:lnTo>
                      <a:lnTo>
                        <a:pt x="68" y="29"/>
                      </a:lnTo>
                      <a:lnTo>
                        <a:pt x="70" y="29"/>
                      </a:lnTo>
                      <a:lnTo>
                        <a:pt x="70" y="29"/>
                      </a:lnTo>
                      <a:lnTo>
                        <a:pt x="71" y="29"/>
                      </a:lnTo>
                      <a:lnTo>
                        <a:pt x="72" y="29"/>
                      </a:lnTo>
                      <a:lnTo>
                        <a:pt x="72" y="27"/>
                      </a:lnTo>
                      <a:lnTo>
                        <a:pt x="71" y="26"/>
                      </a:lnTo>
                      <a:lnTo>
                        <a:pt x="72" y="25"/>
                      </a:lnTo>
                      <a:lnTo>
                        <a:pt x="74" y="22"/>
                      </a:lnTo>
                      <a:lnTo>
                        <a:pt x="74" y="21"/>
                      </a:lnTo>
                      <a:lnTo>
                        <a:pt x="81" y="8"/>
                      </a:lnTo>
                      <a:lnTo>
                        <a:pt x="85" y="6"/>
                      </a:lnTo>
                      <a:lnTo>
                        <a:pt x="87" y="4"/>
                      </a:lnTo>
                      <a:lnTo>
                        <a:pt x="89" y="3"/>
                      </a:lnTo>
                      <a:lnTo>
                        <a:pt x="94" y="0"/>
                      </a:lnTo>
                      <a:lnTo>
                        <a:pt x="97" y="2"/>
                      </a:lnTo>
                      <a:lnTo>
                        <a:pt x="98" y="0"/>
                      </a:lnTo>
                      <a:lnTo>
                        <a:pt x="101" y="0"/>
                      </a:lnTo>
                      <a:lnTo>
                        <a:pt x="102" y="0"/>
                      </a:lnTo>
                      <a:lnTo>
                        <a:pt x="104" y="2"/>
                      </a:lnTo>
                      <a:lnTo>
                        <a:pt x="106" y="3"/>
                      </a:lnTo>
                      <a:lnTo>
                        <a:pt x="108" y="2"/>
                      </a:lnTo>
                      <a:lnTo>
                        <a:pt x="109" y="2"/>
                      </a:lnTo>
                      <a:lnTo>
                        <a:pt x="109" y="3"/>
                      </a:lnTo>
                      <a:lnTo>
                        <a:pt x="111" y="6"/>
                      </a:lnTo>
                      <a:lnTo>
                        <a:pt x="111" y="11"/>
                      </a:lnTo>
                      <a:lnTo>
                        <a:pt x="108" y="13"/>
                      </a:lnTo>
                      <a:lnTo>
                        <a:pt x="106" y="15"/>
                      </a:lnTo>
                      <a:lnTo>
                        <a:pt x="101" y="23"/>
                      </a:lnTo>
                      <a:lnTo>
                        <a:pt x="102" y="27"/>
                      </a:lnTo>
                      <a:lnTo>
                        <a:pt x="101" y="32"/>
                      </a:lnTo>
                      <a:lnTo>
                        <a:pt x="101" y="34"/>
                      </a:lnTo>
                      <a:lnTo>
                        <a:pt x="98" y="37"/>
                      </a:lnTo>
                      <a:lnTo>
                        <a:pt x="98" y="41"/>
                      </a:lnTo>
                      <a:lnTo>
                        <a:pt x="98" y="42"/>
                      </a:lnTo>
                      <a:lnTo>
                        <a:pt x="98" y="46"/>
                      </a:lnTo>
                      <a:lnTo>
                        <a:pt x="98" y="48"/>
                      </a:lnTo>
                      <a:lnTo>
                        <a:pt x="98" y="52"/>
                      </a:lnTo>
                      <a:lnTo>
                        <a:pt x="97" y="53"/>
                      </a:lnTo>
                      <a:lnTo>
                        <a:pt x="96" y="57"/>
                      </a:lnTo>
                      <a:lnTo>
                        <a:pt x="96" y="63"/>
                      </a:lnTo>
                      <a:lnTo>
                        <a:pt x="90" y="70"/>
                      </a:lnTo>
                      <a:lnTo>
                        <a:pt x="87" y="71"/>
                      </a:lnTo>
                      <a:lnTo>
                        <a:pt x="85" y="72"/>
                      </a:lnTo>
                      <a:lnTo>
                        <a:pt x="83" y="72"/>
                      </a:lnTo>
                      <a:lnTo>
                        <a:pt x="81" y="74"/>
                      </a:lnTo>
                      <a:lnTo>
                        <a:pt x="78" y="78"/>
                      </a:lnTo>
                      <a:lnTo>
                        <a:pt x="78" y="80"/>
                      </a:lnTo>
                      <a:lnTo>
                        <a:pt x="72" y="85"/>
                      </a:lnTo>
                      <a:lnTo>
                        <a:pt x="71" y="89"/>
                      </a:lnTo>
                      <a:lnTo>
                        <a:pt x="72" y="93"/>
                      </a:lnTo>
                      <a:lnTo>
                        <a:pt x="72" y="93"/>
                      </a:lnTo>
                      <a:lnTo>
                        <a:pt x="72" y="101"/>
                      </a:lnTo>
                      <a:lnTo>
                        <a:pt x="71" y="105"/>
                      </a:lnTo>
                      <a:lnTo>
                        <a:pt x="71" y="108"/>
                      </a:lnTo>
                      <a:lnTo>
                        <a:pt x="70" y="112"/>
                      </a:lnTo>
                      <a:lnTo>
                        <a:pt x="67" y="112"/>
                      </a:lnTo>
                      <a:lnTo>
                        <a:pt x="64" y="113"/>
                      </a:lnTo>
                      <a:lnTo>
                        <a:pt x="63" y="116"/>
                      </a:lnTo>
                      <a:lnTo>
                        <a:pt x="58" y="121"/>
                      </a:lnTo>
                      <a:lnTo>
                        <a:pt x="56" y="124"/>
                      </a:lnTo>
                      <a:lnTo>
                        <a:pt x="52" y="125"/>
                      </a:lnTo>
                      <a:lnTo>
                        <a:pt x="49" y="124"/>
                      </a:lnTo>
                      <a:lnTo>
                        <a:pt x="48" y="121"/>
                      </a:lnTo>
                      <a:lnTo>
                        <a:pt x="47" y="121"/>
                      </a:lnTo>
                      <a:lnTo>
                        <a:pt x="49" y="117"/>
                      </a:lnTo>
                      <a:lnTo>
                        <a:pt x="49" y="116"/>
                      </a:lnTo>
                      <a:lnTo>
                        <a:pt x="45" y="117"/>
                      </a:lnTo>
                      <a:lnTo>
                        <a:pt x="41" y="120"/>
                      </a:lnTo>
                      <a:lnTo>
                        <a:pt x="40" y="120"/>
                      </a:lnTo>
                      <a:lnTo>
                        <a:pt x="39" y="120"/>
                      </a:lnTo>
                      <a:lnTo>
                        <a:pt x="37" y="123"/>
                      </a:lnTo>
                      <a:lnTo>
                        <a:pt x="36" y="125"/>
                      </a:lnTo>
                      <a:lnTo>
                        <a:pt x="33" y="125"/>
                      </a:lnTo>
                      <a:lnTo>
                        <a:pt x="33" y="124"/>
                      </a:lnTo>
                      <a:lnTo>
                        <a:pt x="33" y="123"/>
                      </a:lnTo>
                      <a:lnTo>
                        <a:pt x="30" y="123"/>
                      </a:lnTo>
                      <a:lnTo>
                        <a:pt x="29" y="123"/>
                      </a:lnTo>
                      <a:lnTo>
                        <a:pt x="29" y="124"/>
                      </a:lnTo>
                      <a:lnTo>
                        <a:pt x="29" y="121"/>
                      </a:lnTo>
                      <a:lnTo>
                        <a:pt x="28" y="118"/>
                      </a:lnTo>
                      <a:lnTo>
                        <a:pt x="25" y="118"/>
                      </a:lnTo>
                      <a:lnTo>
                        <a:pt x="25" y="118"/>
                      </a:lnTo>
                      <a:lnTo>
                        <a:pt x="22" y="120"/>
                      </a:lnTo>
                      <a:lnTo>
                        <a:pt x="19" y="120"/>
                      </a:lnTo>
                      <a:lnTo>
                        <a:pt x="19" y="123"/>
                      </a:lnTo>
                      <a:lnTo>
                        <a:pt x="17" y="124"/>
                      </a:lnTo>
                      <a:lnTo>
                        <a:pt x="15" y="124"/>
                      </a:lnTo>
                      <a:lnTo>
                        <a:pt x="14" y="128"/>
                      </a:lnTo>
                      <a:lnTo>
                        <a:pt x="13" y="128"/>
                      </a:lnTo>
                      <a:lnTo>
                        <a:pt x="11" y="127"/>
                      </a:lnTo>
                      <a:lnTo>
                        <a:pt x="11" y="124"/>
                      </a:lnTo>
                      <a:lnTo>
                        <a:pt x="9" y="121"/>
                      </a:lnTo>
                      <a:lnTo>
                        <a:pt x="9" y="118"/>
                      </a:lnTo>
                      <a:lnTo>
                        <a:pt x="5" y="116"/>
                      </a:lnTo>
                      <a:lnTo>
                        <a:pt x="5" y="114"/>
                      </a:lnTo>
                      <a:lnTo>
                        <a:pt x="0" y="11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949"/>
                <p:cNvSpPr>
                  <a:spLocks/>
                </p:cNvSpPr>
                <p:nvPr/>
              </p:nvSpPr>
              <p:spPr bwMode="auto">
                <a:xfrm>
                  <a:off x="4880251" y="4490471"/>
                  <a:ext cx="208279" cy="240176"/>
                </a:xfrm>
                <a:custGeom>
                  <a:avLst/>
                  <a:gdLst/>
                  <a:ahLst/>
                  <a:cxnLst>
                    <a:cxn ang="0">
                      <a:pos x="3" y="106"/>
                    </a:cxn>
                    <a:cxn ang="0">
                      <a:pos x="9" y="104"/>
                    </a:cxn>
                    <a:cxn ang="0">
                      <a:pos x="14" y="105"/>
                    </a:cxn>
                    <a:cxn ang="0">
                      <a:pos x="10" y="95"/>
                    </a:cxn>
                    <a:cxn ang="0">
                      <a:pos x="6" y="93"/>
                    </a:cxn>
                    <a:cxn ang="0">
                      <a:pos x="9" y="90"/>
                    </a:cxn>
                    <a:cxn ang="0">
                      <a:pos x="14" y="89"/>
                    </a:cxn>
                    <a:cxn ang="0">
                      <a:pos x="21" y="86"/>
                    </a:cxn>
                    <a:cxn ang="0">
                      <a:pos x="25" y="80"/>
                    </a:cxn>
                    <a:cxn ang="0">
                      <a:pos x="33" y="89"/>
                    </a:cxn>
                    <a:cxn ang="0">
                      <a:pos x="39" y="87"/>
                    </a:cxn>
                    <a:cxn ang="0">
                      <a:pos x="44" y="90"/>
                    </a:cxn>
                    <a:cxn ang="0">
                      <a:pos x="47" y="75"/>
                    </a:cxn>
                    <a:cxn ang="0">
                      <a:pos x="47" y="65"/>
                    </a:cxn>
                    <a:cxn ang="0">
                      <a:pos x="44" y="60"/>
                    </a:cxn>
                    <a:cxn ang="0">
                      <a:pos x="40" y="57"/>
                    </a:cxn>
                    <a:cxn ang="0">
                      <a:pos x="43" y="55"/>
                    </a:cxn>
                    <a:cxn ang="0">
                      <a:pos x="43" y="52"/>
                    </a:cxn>
                    <a:cxn ang="0">
                      <a:pos x="48" y="48"/>
                    </a:cxn>
                    <a:cxn ang="0">
                      <a:pos x="48" y="41"/>
                    </a:cxn>
                    <a:cxn ang="0">
                      <a:pos x="43" y="36"/>
                    </a:cxn>
                    <a:cxn ang="0">
                      <a:pos x="34" y="37"/>
                    </a:cxn>
                    <a:cxn ang="0">
                      <a:pos x="30" y="36"/>
                    </a:cxn>
                    <a:cxn ang="0">
                      <a:pos x="29" y="27"/>
                    </a:cxn>
                    <a:cxn ang="0">
                      <a:pos x="51" y="26"/>
                    </a:cxn>
                    <a:cxn ang="0">
                      <a:pos x="53" y="26"/>
                    </a:cxn>
                    <a:cxn ang="0">
                      <a:pos x="58" y="27"/>
                    </a:cxn>
                    <a:cxn ang="0">
                      <a:pos x="60" y="27"/>
                    </a:cxn>
                    <a:cxn ang="0">
                      <a:pos x="67" y="27"/>
                    </a:cxn>
                    <a:cxn ang="0">
                      <a:pos x="70" y="29"/>
                    </a:cxn>
                    <a:cxn ang="0">
                      <a:pos x="72" y="27"/>
                    </a:cxn>
                    <a:cxn ang="0">
                      <a:pos x="74" y="22"/>
                    </a:cxn>
                    <a:cxn ang="0">
                      <a:pos x="85" y="6"/>
                    </a:cxn>
                    <a:cxn ang="0">
                      <a:pos x="94" y="0"/>
                    </a:cxn>
                    <a:cxn ang="0">
                      <a:pos x="101" y="0"/>
                    </a:cxn>
                    <a:cxn ang="0">
                      <a:pos x="106" y="3"/>
                    </a:cxn>
                    <a:cxn ang="0">
                      <a:pos x="109" y="3"/>
                    </a:cxn>
                    <a:cxn ang="0">
                      <a:pos x="108" y="13"/>
                    </a:cxn>
                    <a:cxn ang="0">
                      <a:pos x="102" y="27"/>
                    </a:cxn>
                    <a:cxn ang="0">
                      <a:pos x="98" y="37"/>
                    </a:cxn>
                    <a:cxn ang="0">
                      <a:pos x="98" y="46"/>
                    </a:cxn>
                    <a:cxn ang="0">
                      <a:pos x="97" y="53"/>
                    </a:cxn>
                    <a:cxn ang="0">
                      <a:pos x="90" y="70"/>
                    </a:cxn>
                    <a:cxn ang="0">
                      <a:pos x="83" y="72"/>
                    </a:cxn>
                    <a:cxn ang="0">
                      <a:pos x="78" y="80"/>
                    </a:cxn>
                    <a:cxn ang="0">
                      <a:pos x="72" y="93"/>
                    </a:cxn>
                    <a:cxn ang="0">
                      <a:pos x="71" y="105"/>
                    </a:cxn>
                    <a:cxn ang="0">
                      <a:pos x="67" y="112"/>
                    </a:cxn>
                    <a:cxn ang="0">
                      <a:pos x="58" y="121"/>
                    </a:cxn>
                    <a:cxn ang="0">
                      <a:pos x="49" y="124"/>
                    </a:cxn>
                    <a:cxn ang="0">
                      <a:pos x="49" y="117"/>
                    </a:cxn>
                    <a:cxn ang="0">
                      <a:pos x="41" y="120"/>
                    </a:cxn>
                    <a:cxn ang="0">
                      <a:pos x="37" y="123"/>
                    </a:cxn>
                    <a:cxn ang="0">
                      <a:pos x="33" y="124"/>
                    </a:cxn>
                    <a:cxn ang="0">
                      <a:pos x="29" y="123"/>
                    </a:cxn>
                    <a:cxn ang="0">
                      <a:pos x="28" y="118"/>
                    </a:cxn>
                    <a:cxn ang="0">
                      <a:pos x="22" y="120"/>
                    </a:cxn>
                    <a:cxn ang="0">
                      <a:pos x="17" y="124"/>
                    </a:cxn>
                    <a:cxn ang="0">
                      <a:pos x="13" y="128"/>
                    </a:cxn>
                    <a:cxn ang="0">
                      <a:pos x="9" y="121"/>
                    </a:cxn>
                    <a:cxn ang="0">
                      <a:pos x="5" y="114"/>
                    </a:cxn>
                  </a:cxnLst>
                  <a:rect l="0" t="0" r="r" b="b"/>
                  <a:pathLst>
                    <a:path w="111" h="128">
                      <a:moveTo>
                        <a:pt x="0" y="112"/>
                      </a:moveTo>
                      <a:lnTo>
                        <a:pt x="3" y="109"/>
                      </a:lnTo>
                      <a:lnTo>
                        <a:pt x="3" y="106"/>
                      </a:lnTo>
                      <a:lnTo>
                        <a:pt x="5" y="106"/>
                      </a:lnTo>
                      <a:lnTo>
                        <a:pt x="7" y="106"/>
                      </a:lnTo>
                      <a:lnTo>
                        <a:pt x="9" y="104"/>
                      </a:lnTo>
                      <a:lnTo>
                        <a:pt x="10" y="104"/>
                      </a:lnTo>
                      <a:lnTo>
                        <a:pt x="13" y="108"/>
                      </a:lnTo>
                      <a:lnTo>
                        <a:pt x="14" y="105"/>
                      </a:lnTo>
                      <a:lnTo>
                        <a:pt x="13" y="98"/>
                      </a:lnTo>
                      <a:lnTo>
                        <a:pt x="11" y="95"/>
                      </a:lnTo>
                      <a:lnTo>
                        <a:pt x="10" y="95"/>
                      </a:lnTo>
                      <a:lnTo>
                        <a:pt x="7" y="95"/>
                      </a:lnTo>
                      <a:lnTo>
                        <a:pt x="5" y="97"/>
                      </a:lnTo>
                      <a:lnTo>
                        <a:pt x="6" y="93"/>
                      </a:lnTo>
                      <a:lnTo>
                        <a:pt x="5" y="91"/>
                      </a:lnTo>
                      <a:lnTo>
                        <a:pt x="6" y="90"/>
                      </a:lnTo>
                      <a:lnTo>
                        <a:pt x="9" y="90"/>
                      </a:lnTo>
                      <a:lnTo>
                        <a:pt x="11" y="91"/>
                      </a:lnTo>
                      <a:lnTo>
                        <a:pt x="13" y="90"/>
                      </a:lnTo>
                      <a:lnTo>
                        <a:pt x="14" y="89"/>
                      </a:lnTo>
                      <a:lnTo>
                        <a:pt x="15" y="89"/>
                      </a:lnTo>
                      <a:lnTo>
                        <a:pt x="21" y="89"/>
                      </a:lnTo>
                      <a:lnTo>
                        <a:pt x="21" y="86"/>
                      </a:lnTo>
                      <a:lnTo>
                        <a:pt x="21" y="82"/>
                      </a:lnTo>
                      <a:lnTo>
                        <a:pt x="22" y="80"/>
                      </a:lnTo>
                      <a:lnTo>
                        <a:pt x="25" y="80"/>
                      </a:lnTo>
                      <a:lnTo>
                        <a:pt x="28" y="87"/>
                      </a:lnTo>
                      <a:lnTo>
                        <a:pt x="29" y="89"/>
                      </a:lnTo>
                      <a:lnTo>
                        <a:pt x="33" y="89"/>
                      </a:lnTo>
                      <a:lnTo>
                        <a:pt x="34" y="89"/>
                      </a:lnTo>
                      <a:lnTo>
                        <a:pt x="36" y="87"/>
                      </a:lnTo>
                      <a:lnTo>
                        <a:pt x="39" y="87"/>
                      </a:lnTo>
                      <a:lnTo>
                        <a:pt x="41" y="89"/>
                      </a:lnTo>
                      <a:lnTo>
                        <a:pt x="43" y="90"/>
                      </a:lnTo>
                      <a:lnTo>
                        <a:pt x="44" y="90"/>
                      </a:lnTo>
                      <a:lnTo>
                        <a:pt x="44" y="87"/>
                      </a:lnTo>
                      <a:lnTo>
                        <a:pt x="44" y="86"/>
                      </a:lnTo>
                      <a:lnTo>
                        <a:pt x="47" y="75"/>
                      </a:lnTo>
                      <a:lnTo>
                        <a:pt x="48" y="70"/>
                      </a:lnTo>
                      <a:lnTo>
                        <a:pt x="48" y="67"/>
                      </a:lnTo>
                      <a:lnTo>
                        <a:pt x="47" y="65"/>
                      </a:lnTo>
                      <a:lnTo>
                        <a:pt x="47" y="63"/>
                      </a:lnTo>
                      <a:lnTo>
                        <a:pt x="44" y="61"/>
                      </a:lnTo>
                      <a:lnTo>
                        <a:pt x="44" y="60"/>
                      </a:lnTo>
                      <a:lnTo>
                        <a:pt x="43" y="59"/>
                      </a:lnTo>
                      <a:lnTo>
                        <a:pt x="41" y="59"/>
                      </a:lnTo>
                      <a:lnTo>
                        <a:pt x="40" y="57"/>
                      </a:lnTo>
                      <a:lnTo>
                        <a:pt x="40" y="56"/>
                      </a:lnTo>
                      <a:lnTo>
                        <a:pt x="43" y="55"/>
                      </a:lnTo>
                      <a:lnTo>
                        <a:pt x="43" y="55"/>
                      </a:lnTo>
                      <a:lnTo>
                        <a:pt x="44" y="55"/>
                      </a:lnTo>
                      <a:lnTo>
                        <a:pt x="43" y="52"/>
                      </a:lnTo>
                      <a:lnTo>
                        <a:pt x="43" y="52"/>
                      </a:lnTo>
                      <a:lnTo>
                        <a:pt x="43" y="49"/>
                      </a:lnTo>
                      <a:lnTo>
                        <a:pt x="45" y="48"/>
                      </a:lnTo>
                      <a:lnTo>
                        <a:pt x="48" y="48"/>
                      </a:lnTo>
                      <a:lnTo>
                        <a:pt x="48" y="45"/>
                      </a:lnTo>
                      <a:lnTo>
                        <a:pt x="48" y="44"/>
                      </a:lnTo>
                      <a:lnTo>
                        <a:pt x="48" y="41"/>
                      </a:lnTo>
                      <a:lnTo>
                        <a:pt x="48" y="37"/>
                      </a:lnTo>
                      <a:lnTo>
                        <a:pt x="47" y="36"/>
                      </a:lnTo>
                      <a:lnTo>
                        <a:pt x="43" y="36"/>
                      </a:lnTo>
                      <a:lnTo>
                        <a:pt x="40" y="37"/>
                      </a:lnTo>
                      <a:lnTo>
                        <a:pt x="36" y="38"/>
                      </a:lnTo>
                      <a:lnTo>
                        <a:pt x="34" y="37"/>
                      </a:lnTo>
                      <a:lnTo>
                        <a:pt x="32" y="38"/>
                      </a:lnTo>
                      <a:lnTo>
                        <a:pt x="30" y="38"/>
                      </a:lnTo>
                      <a:lnTo>
                        <a:pt x="30" y="36"/>
                      </a:lnTo>
                      <a:lnTo>
                        <a:pt x="30" y="34"/>
                      </a:lnTo>
                      <a:lnTo>
                        <a:pt x="30" y="30"/>
                      </a:lnTo>
                      <a:lnTo>
                        <a:pt x="29" y="27"/>
                      </a:lnTo>
                      <a:lnTo>
                        <a:pt x="30" y="25"/>
                      </a:lnTo>
                      <a:lnTo>
                        <a:pt x="48" y="25"/>
                      </a:lnTo>
                      <a:lnTo>
                        <a:pt x="51" y="26"/>
                      </a:lnTo>
                      <a:lnTo>
                        <a:pt x="51" y="25"/>
                      </a:lnTo>
                      <a:lnTo>
                        <a:pt x="52" y="25"/>
                      </a:lnTo>
                      <a:lnTo>
                        <a:pt x="53" y="26"/>
                      </a:lnTo>
                      <a:lnTo>
                        <a:pt x="55" y="26"/>
                      </a:lnTo>
                      <a:lnTo>
                        <a:pt x="56" y="26"/>
                      </a:lnTo>
                      <a:lnTo>
                        <a:pt x="58" y="27"/>
                      </a:lnTo>
                      <a:lnTo>
                        <a:pt x="59" y="27"/>
                      </a:lnTo>
                      <a:lnTo>
                        <a:pt x="59" y="26"/>
                      </a:lnTo>
                      <a:lnTo>
                        <a:pt x="60" y="27"/>
                      </a:lnTo>
                      <a:lnTo>
                        <a:pt x="63" y="29"/>
                      </a:lnTo>
                      <a:lnTo>
                        <a:pt x="64" y="27"/>
                      </a:lnTo>
                      <a:lnTo>
                        <a:pt x="67" y="27"/>
                      </a:lnTo>
                      <a:lnTo>
                        <a:pt x="68" y="29"/>
                      </a:lnTo>
                      <a:lnTo>
                        <a:pt x="70" y="29"/>
                      </a:lnTo>
                      <a:lnTo>
                        <a:pt x="70" y="29"/>
                      </a:lnTo>
                      <a:lnTo>
                        <a:pt x="71" y="29"/>
                      </a:lnTo>
                      <a:lnTo>
                        <a:pt x="72" y="29"/>
                      </a:lnTo>
                      <a:lnTo>
                        <a:pt x="72" y="27"/>
                      </a:lnTo>
                      <a:lnTo>
                        <a:pt x="71" y="26"/>
                      </a:lnTo>
                      <a:lnTo>
                        <a:pt x="72" y="25"/>
                      </a:lnTo>
                      <a:lnTo>
                        <a:pt x="74" y="22"/>
                      </a:lnTo>
                      <a:lnTo>
                        <a:pt x="74" y="21"/>
                      </a:lnTo>
                      <a:lnTo>
                        <a:pt x="81" y="8"/>
                      </a:lnTo>
                      <a:lnTo>
                        <a:pt x="85" y="6"/>
                      </a:lnTo>
                      <a:lnTo>
                        <a:pt x="87" y="4"/>
                      </a:lnTo>
                      <a:lnTo>
                        <a:pt x="89" y="3"/>
                      </a:lnTo>
                      <a:lnTo>
                        <a:pt x="94" y="0"/>
                      </a:lnTo>
                      <a:lnTo>
                        <a:pt x="97" y="2"/>
                      </a:lnTo>
                      <a:lnTo>
                        <a:pt x="98" y="0"/>
                      </a:lnTo>
                      <a:lnTo>
                        <a:pt x="101" y="0"/>
                      </a:lnTo>
                      <a:lnTo>
                        <a:pt x="102" y="0"/>
                      </a:lnTo>
                      <a:lnTo>
                        <a:pt x="104" y="2"/>
                      </a:lnTo>
                      <a:lnTo>
                        <a:pt x="106" y="3"/>
                      </a:lnTo>
                      <a:lnTo>
                        <a:pt x="108" y="2"/>
                      </a:lnTo>
                      <a:lnTo>
                        <a:pt x="109" y="2"/>
                      </a:lnTo>
                      <a:lnTo>
                        <a:pt x="109" y="3"/>
                      </a:lnTo>
                      <a:lnTo>
                        <a:pt x="111" y="6"/>
                      </a:lnTo>
                      <a:lnTo>
                        <a:pt x="111" y="11"/>
                      </a:lnTo>
                      <a:lnTo>
                        <a:pt x="108" y="13"/>
                      </a:lnTo>
                      <a:lnTo>
                        <a:pt x="106" y="15"/>
                      </a:lnTo>
                      <a:lnTo>
                        <a:pt x="101" y="23"/>
                      </a:lnTo>
                      <a:lnTo>
                        <a:pt x="102" y="27"/>
                      </a:lnTo>
                      <a:lnTo>
                        <a:pt x="101" y="32"/>
                      </a:lnTo>
                      <a:lnTo>
                        <a:pt x="101" y="34"/>
                      </a:lnTo>
                      <a:lnTo>
                        <a:pt x="98" y="37"/>
                      </a:lnTo>
                      <a:lnTo>
                        <a:pt x="98" y="41"/>
                      </a:lnTo>
                      <a:lnTo>
                        <a:pt x="98" y="42"/>
                      </a:lnTo>
                      <a:lnTo>
                        <a:pt x="98" y="46"/>
                      </a:lnTo>
                      <a:lnTo>
                        <a:pt x="98" y="48"/>
                      </a:lnTo>
                      <a:lnTo>
                        <a:pt x="98" y="52"/>
                      </a:lnTo>
                      <a:lnTo>
                        <a:pt x="97" y="53"/>
                      </a:lnTo>
                      <a:lnTo>
                        <a:pt x="96" y="57"/>
                      </a:lnTo>
                      <a:lnTo>
                        <a:pt x="96" y="63"/>
                      </a:lnTo>
                      <a:lnTo>
                        <a:pt x="90" y="70"/>
                      </a:lnTo>
                      <a:lnTo>
                        <a:pt x="87" y="71"/>
                      </a:lnTo>
                      <a:lnTo>
                        <a:pt x="85" y="72"/>
                      </a:lnTo>
                      <a:lnTo>
                        <a:pt x="83" y="72"/>
                      </a:lnTo>
                      <a:lnTo>
                        <a:pt x="81" y="74"/>
                      </a:lnTo>
                      <a:lnTo>
                        <a:pt x="78" y="78"/>
                      </a:lnTo>
                      <a:lnTo>
                        <a:pt x="78" y="80"/>
                      </a:lnTo>
                      <a:lnTo>
                        <a:pt x="72" y="85"/>
                      </a:lnTo>
                      <a:lnTo>
                        <a:pt x="71" y="89"/>
                      </a:lnTo>
                      <a:lnTo>
                        <a:pt x="72" y="93"/>
                      </a:lnTo>
                      <a:lnTo>
                        <a:pt x="72" y="93"/>
                      </a:lnTo>
                      <a:lnTo>
                        <a:pt x="72" y="101"/>
                      </a:lnTo>
                      <a:lnTo>
                        <a:pt x="71" y="105"/>
                      </a:lnTo>
                      <a:lnTo>
                        <a:pt x="71" y="108"/>
                      </a:lnTo>
                      <a:lnTo>
                        <a:pt x="70" y="112"/>
                      </a:lnTo>
                      <a:lnTo>
                        <a:pt x="67" y="112"/>
                      </a:lnTo>
                      <a:lnTo>
                        <a:pt x="64" y="113"/>
                      </a:lnTo>
                      <a:lnTo>
                        <a:pt x="63" y="116"/>
                      </a:lnTo>
                      <a:lnTo>
                        <a:pt x="58" y="121"/>
                      </a:lnTo>
                      <a:lnTo>
                        <a:pt x="56" y="124"/>
                      </a:lnTo>
                      <a:lnTo>
                        <a:pt x="52" y="125"/>
                      </a:lnTo>
                      <a:lnTo>
                        <a:pt x="49" y="124"/>
                      </a:lnTo>
                      <a:lnTo>
                        <a:pt x="48" y="121"/>
                      </a:lnTo>
                      <a:lnTo>
                        <a:pt x="47" y="121"/>
                      </a:lnTo>
                      <a:lnTo>
                        <a:pt x="49" y="117"/>
                      </a:lnTo>
                      <a:lnTo>
                        <a:pt x="49" y="116"/>
                      </a:lnTo>
                      <a:lnTo>
                        <a:pt x="45" y="117"/>
                      </a:lnTo>
                      <a:lnTo>
                        <a:pt x="41" y="120"/>
                      </a:lnTo>
                      <a:lnTo>
                        <a:pt x="40" y="120"/>
                      </a:lnTo>
                      <a:lnTo>
                        <a:pt x="39" y="120"/>
                      </a:lnTo>
                      <a:lnTo>
                        <a:pt x="37" y="123"/>
                      </a:lnTo>
                      <a:lnTo>
                        <a:pt x="36" y="125"/>
                      </a:lnTo>
                      <a:lnTo>
                        <a:pt x="33" y="125"/>
                      </a:lnTo>
                      <a:lnTo>
                        <a:pt x="33" y="124"/>
                      </a:lnTo>
                      <a:lnTo>
                        <a:pt x="33" y="123"/>
                      </a:lnTo>
                      <a:lnTo>
                        <a:pt x="30" y="123"/>
                      </a:lnTo>
                      <a:lnTo>
                        <a:pt x="29" y="123"/>
                      </a:lnTo>
                      <a:lnTo>
                        <a:pt x="29" y="124"/>
                      </a:lnTo>
                      <a:lnTo>
                        <a:pt x="29" y="121"/>
                      </a:lnTo>
                      <a:lnTo>
                        <a:pt x="28" y="118"/>
                      </a:lnTo>
                      <a:lnTo>
                        <a:pt x="25" y="118"/>
                      </a:lnTo>
                      <a:lnTo>
                        <a:pt x="25" y="118"/>
                      </a:lnTo>
                      <a:lnTo>
                        <a:pt x="22" y="120"/>
                      </a:lnTo>
                      <a:lnTo>
                        <a:pt x="19" y="120"/>
                      </a:lnTo>
                      <a:lnTo>
                        <a:pt x="19" y="123"/>
                      </a:lnTo>
                      <a:lnTo>
                        <a:pt x="17" y="124"/>
                      </a:lnTo>
                      <a:lnTo>
                        <a:pt x="15" y="124"/>
                      </a:lnTo>
                      <a:lnTo>
                        <a:pt x="14" y="128"/>
                      </a:lnTo>
                      <a:lnTo>
                        <a:pt x="13" y="128"/>
                      </a:lnTo>
                      <a:lnTo>
                        <a:pt x="11" y="127"/>
                      </a:lnTo>
                      <a:lnTo>
                        <a:pt x="11" y="124"/>
                      </a:lnTo>
                      <a:lnTo>
                        <a:pt x="9" y="121"/>
                      </a:lnTo>
                      <a:lnTo>
                        <a:pt x="9" y="118"/>
                      </a:lnTo>
                      <a:lnTo>
                        <a:pt x="5" y="116"/>
                      </a:lnTo>
                      <a:lnTo>
                        <a:pt x="5" y="114"/>
                      </a:lnTo>
                      <a:lnTo>
                        <a:pt x="0" y="11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950"/>
                <p:cNvSpPr>
                  <a:spLocks/>
                </p:cNvSpPr>
                <p:nvPr/>
              </p:nvSpPr>
              <p:spPr bwMode="auto">
                <a:xfrm>
                  <a:off x="4904643" y="4711884"/>
                  <a:ext cx="30022" cy="39405"/>
                </a:xfrm>
                <a:custGeom>
                  <a:avLst/>
                  <a:gdLst/>
                  <a:ahLst/>
                  <a:cxnLst>
                    <a:cxn ang="0">
                      <a:pos x="16" y="6"/>
                    </a:cxn>
                    <a:cxn ang="0">
                      <a:pos x="16" y="3"/>
                    </a:cxn>
                    <a:cxn ang="0">
                      <a:pos x="15" y="0"/>
                    </a:cxn>
                    <a:cxn ang="0">
                      <a:pos x="12" y="0"/>
                    </a:cxn>
                    <a:cxn ang="0">
                      <a:pos x="12" y="0"/>
                    </a:cxn>
                    <a:cxn ang="0">
                      <a:pos x="9" y="2"/>
                    </a:cxn>
                    <a:cxn ang="0">
                      <a:pos x="6" y="2"/>
                    </a:cxn>
                    <a:cxn ang="0">
                      <a:pos x="6" y="5"/>
                    </a:cxn>
                    <a:cxn ang="0">
                      <a:pos x="4" y="6"/>
                    </a:cxn>
                    <a:cxn ang="0">
                      <a:pos x="2" y="6"/>
                    </a:cxn>
                    <a:cxn ang="0">
                      <a:pos x="1" y="10"/>
                    </a:cxn>
                    <a:cxn ang="0">
                      <a:pos x="0" y="10"/>
                    </a:cxn>
                    <a:cxn ang="0">
                      <a:pos x="2" y="13"/>
                    </a:cxn>
                    <a:cxn ang="0">
                      <a:pos x="2" y="17"/>
                    </a:cxn>
                    <a:cxn ang="0">
                      <a:pos x="1" y="20"/>
                    </a:cxn>
                    <a:cxn ang="0">
                      <a:pos x="2" y="21"/>
                    </a:cxn>
                    <a:cxn ang="0">
                      <a:pos x="5" y="20"/>
                    </a:cxn>
                    <a:cxn ang="0">
                      <a:pos x="8" y="18"/>
                    </a:cxn>
                    <a:cxn ang="0">
                      <a:pos x="9" y="17"/>
                    </a:cxn>
                    <a:cxn ang="0">
                      <a:pos x="9" y="11"/>
                    </a:cxn>
                    <a:cxn ang="0">
                      <a:pos x="9" y="10"/>
                    </a:cxn>
                    <a:cxn ang="0">
                      <a:pos x="13" y="7"/>
                    </a:cxn>
                    <a:cxn ang="0">
                      <a:pos x="16" y="6"/>
                    </a:cxn>
                  </a:cxnLst>
                  <a:rect l="0" t="0" r="r" b="b"/>
                  <a:pathLst>
                    <a:path w="16" h="21">
                      <a:moveTo>
                        <a:pt x="16" y="6"/>
                      </a:moveTo>
                      <a:lnTo>
                        <a:pt x="16" y="3"/>
                      </a:lnTo>
                      <a:lnTo>
                        <a:pt x="15" y="0"/>
                      </a:lnTo>
                      <a:lnTo>
                        <a:pt x="12" y="0"/>
                      </a:lnTo>
                      <a:lnTo>
                        <a:pt x="12" y="0"/>
                      </a:lnTo>
                      <a:lnTo>
                        <a:pt x="9" y="2"/>
                      </a:lnTo>
                      <a:lnTo>
                        <a:pt x="6" y="2"/>
                      </a:lnTo>
                      <a:lnTo>
                        <a:pt x="6" y="5"/>
                      </a:lnTo>
                      <a:lnTo>
                        <a:pt x="4" y="6"/>
                      </a:lnTo>
                      <a:lnTo>
                        <a:pt x="2" y="6"/>
                      </a:lnTo>
                      <a:lnTo>
                        <a:pt x="1" y="10"/>
                      </a:lnTo>
                      <a:lnTo>
                        <a:pt x="0" y="10"/>
                      </a:lnTo>
                      <a:lnTo>
                        <a:pt x="2" y="13"/>
                      </a:lnTo>
                      <a:lnTo>
                        <a:pt x="2" y="17"/>
                      </a:lnTo>
                      <a:lnTo>
                        <a:pt x="1" y="20"/>
                      </a:lnTo>
                      <a:lnTo>
                        <a:pt x="2" y="21"/>
                      </a:lnTo>
                      <a:lnTo>
                        <a:pt x="5" y="20"/>
                      </a:lnTo>
                      <a:lnTo>
                        <a:pt x="8" y="18"/>
                      </a:lnTo>
                      <a:lnTo>
                        <a:pt x="9" y="17"/>
                      </a:lnTo>
                      <a:lnTo>
                        <a:pt x="9" y="11"/>
                      </a:lnTo>
                      <a:lnTo>
                        <a:pt x="9" y="10"/>
                      </a:lnTo>
                      <a:lnTo>
                        <a:pt x="13" y="7"/>
                      </a:lnTo>
                      <a:lnTo>
                        <a:pt x="1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951"/>
                <p:cNvSpPr>
                  <a:spLocks/>
                </p:cNvSpPr>
                <p:nvPr/>
              </p:nvSpPr>
              <p:spPr bwMode="auto">
                <a:xfrm>
                  <a:off x="5369985" y="4618065"/>
                  <a:ext cx="298345" cy="305850"/>
                </a:xfrm>
                <a:custGeom>
                  <a:avLst/>
                  <a:gdLst/>
                  <a:ahLst/>
                  <a:cxnLst>
                    <a:cxn ang="0">
                      <a:pos x="19" y="3"/>
                    </a:cxn>
                    <a:cxn ang="0">
                      <a:pos x="67" y="0"/>
                    </a:cxn>
                    <a:cxn ang="0">
                      <a:pos x="121" y="37"/>
                    </a:cxn>
                    <a:cxn ang="0">
                      <a:pos x="142" y="52"/>
                    </a:cxn>
                    <a:cxn ang="0">
                      <a:pos x="142" y="55"/>
                    </a:cxn>
                    <a:cxn ang="0">
                      <a:pos x="135" y="72"/>
                    </a:cxn>
                    <a:cxn ang="0">
                      <a:pos x="142" y="82"/>
                    </a:cxn>
                    <a:cxn ang="0">
                      <a:pos x="146" y="89"/>
                    </a:cxn>
                    <a:cxn ang="0">
                      <a:pos x="142" y="93"/>
                    </a:cxn>
                    <a:cxn ang="0">
                      <a:pos x="143" y="103"/>
                    </a:cxn>
                    <a:cxn ang="0">
                      <a:pos x="143" y="112"/>
                    </a:cxn>
                    <a:cxn ang="0">
                      <a:pos x="144" y="117"/>
                    </a:cxn>
                    <a:cxn ang="0">
                      <a:pos x="146" y="122"/>
                    </a:cxn>
                    <a:cxn ang="0">
                      <a:pos x="152" y="133"/>
                    </a:cxn>
                    <a:cxn ang="0">
                      <a:pos x="158" y="137"/>
                    </a:cxn>
                    <a:cxn ang="0">
                      <a:pos x="157" y="140"/>
                    </a:cxn>
                    <a:cxn ang="0">
                      <a:pos x="151" y="143"/>
                    </a:cxn>
                    <a:cxn ang="0">
                      <a:pos x="143" y="146"/>
                    </a:cxn>
                    <a:cxn ang="0">
                      <a:pos x="138" y="147"/>
                    </a:cxn>
                    <a:cxn ang="0">
                      <a:pos x="128" y="150"/>
                    </a:cxn>
                    <a:cxn ang="0">
                      <a:pos x="121" y="148"/>
                    </a:cxn>
                    <a:cxn ang="0">
                      <a:pos x="120" y="154"/>
                    </a:cxn>
                    <a:cxn ang="0">
                      <a:pos x="112" y="154"/>
                    </a:cxn>
                    <a:cxn ang="0">
                      <a:pos x="108" y="151"/>
                    </a:cxn>
                    <a:cxn ang="0">
                      <a:pos x="102" y="155"/>
                    </a:cxn>
                    <a:cxn ang="0">
                      <a:pos x="97" y="154"/>
                    </a:cxn>
                    <a:cxn ang="0">
                      <a:pos x="91" y="151"/>
                    </a:cxn>
                    <a:cxn ang="0">
                      <a:pos x="89" y="152"/>
                    </a:cxn>
                    <a:cxn ang="0">
                      <a:pos x="70" y="163"/>
                    </a:cxn>
                    <a:cxn ang="0">
                      <a:pos x="64" y="128"/>
                    </a:cxn>
                    <a:cxn ang="0">
                      <a:pos x="61" y="125"/>
                    </a:cxn>
                    <a:cxn ang="0">
                      <a:pos x="57" y="124"/>
                    </a:cxn>
                    <a:cxn ang="0">
                      <a:pos x="55" y="122"/>
                    </a:cxn>
                    <a:cxn ang="0">
                      <a:pos x="51" y="121"/>
                    </a:cxn>
                    <a:cxn ang="0">
                      <a:pos x="48" y="118"/>
                    </a:cxn>
                    <a:cxn ang="0">
                      <a:pos x="44" y="114"/>
                    </a:cxn>
                    <a:cxn ang="0">
                      <a:pos x="33" y="113"/>
                    </a:cxn>
                    <a:cxn ang="0">
                      <a:pos x="29" y="109"/>
                    </a:cxn>
                    <a:cxn ang="0">
                      <a:pos x="23" y="108"/>
                    </a:cxn>
                    <a:cxn ang="0">
                      <a:pos x="4" y="80"/>
                    </a:cxn>
                    <a:cxn ang="0">
                      <a:pos x="7" y="52"/>
                    </a:cxn>
                    <a:cxn ang="0">
                      <a:pos x="18" y="42"/>
                    </a:cxn>
                    <a:cxn ang="0">
                      <a:pos x="23" y="37"/>
                    </a:cxn>
                    <a:cxn ang="0">
                      <a:pos x="21" y="30"/>
                    </a:cxn>
                    <a:cxn ang="0">
                      <a:pos x="19" y="26"/>
                    </a:cxn>
                    <a:cxn ang="0">
                      <a:pos x="18" y="23"/>
                    </a:cxn>
                    <a:cxn ang="0">
                      <a:pos x="22" y="22"/>
                    </a:cxn>
                    <a:cxn ang="0">
                      <a:pos x="23" y="15"/>
                    </a:cxn>
                    <a:cxn ang="0">
                      <a:pos x="21" y="7"/>
                    </a:cxn>
                  </a:cxnLst>
                  <a:rect l="0" t="0" r="r" b="b"/>
                  <a:pathLst>
                    <a:path w="159" h="163">
                      <a:moveTo>
                        <a:pt x="18" y="3"/>
                      </a:moveTo>
                      <a:lnTo>
                        <a:pt x="18" y="3"/>
                      </a:lnTo>
                      <a:lnTo>
                        <a:pt x="19" y="3"/>
                      </a:lnTo>
                      <a:lnTo>
                        <a:pt x="21" y="2"/>
                      </a:lnTo>
                      <a:lnTo>
                        <a:pt x="38" y="2"/>
                      </a:lnTo>
                      <a:lnTo>
                        <a:pt x="67" y="0"/>
                      </a:lnTo>
                      <a:lnTo>
                        <a:pt x="120" y="30"/>
                      </a:lnTo>
                      <a:lnTo>
                        <a:pt x="123" y="36"/>
                      </a:lnTo>
                      <a:lnTo>
                        <a:pt x="121" y="37"/>
                      </a:lnTo>
                      <a:lnTo>
                        <a:pt x="123" y="38"/>
                      </a:lnTo>
                      <a:lnTo>
                        <a:pt x="124" y="40"/>
                      </a:lnTo>
                      <a:lnTo>
                        <a:pt x="142" y="52"/>
                      </a:lnTo>
                      <a:lnTo>
                        <a:pt x="140" y="52"/>
                      </a:lnTo>
                      <a:lnTo>
                        <a:pt x="142" y="53"/>
                      </a:lnTo>
                      <a:lnTo>
                        <a:pt x="142" y="55"/>
                      </a:lnTo>
                      <a:lnTo>
                        <a:pt x="140" y="56"/>
                      </a:lnTo>
                      <a:lnTo>
                        <a:pt x="138" y="65"/>
                      </a:lnTo>
                      <a:lnTo>
                        <a:pt x="135" y="72"/>
                      </a:lnTo>
                      <a:lnTo>
                        <a:pt x="135" y="75"/>
                      </a:lnTo>
                      <a:lnTo>
                        <a:pt x="139" y="79"/>
                      </a:lnTo>
                      <a:lnTo>
                        <a:pt x="142" y="82"/>
                      </a:lnTo>
                      <a:lnTo>
                        <a:pt x="144" y="82"/>
                      </a:lnTo>
                      <a:lnTo>
                        <a:pt x="146" y="87"/>
                      </a:lnTo>
                      <a:lnTo>
                        <a:pt x="146" y="89"/>
                      </a:lnTo>
                      <a:lnTo>
                        <a:pt x="144" y="89"/>
                      </a:lnTo>
                      <a:lnTo>
                        <a:pt x="142" y="90"/>
                      </a:lnTo>
                      <a:lnTo>
                        <a:pt x="142" y="93"/>
                      </a:lnTo>
                      <a:lnTo>
                        <a:pt x="142" y="98"/>
                      </a:lnTo>
                      <a:lnTo>
                        <a:pt x="144" y="101"/>
                      </a:lnTo>
                      <a:lnTo>
                        <a:pt x="143" y="103"/>
                      </a:lnTo>
                      <a:lnTo>
                        <a:pt x="142" y="105"/>
                      </a:lnTo>
                      <a:lnTo>
                        <a:pt x="142" y="109"/>
                      </a:lnTo>
                      <a:lnTo>
                        <a:pt x="143" y="112"/>
                      </a:lnTo>
                      <a:lnTo>
                        <a:pt x="143" y="113"/>
                      </a:lnTo>
                      <a:lnTo>
                        <a:pt x="143" y="114"/>
                      </a:lnTo>
                      <a:lnTo>
                        <a:pt x="144" y="117"/>
                      </a:lnTo>
                      <a:lnTo>
                        <a:pt x="146" y="118"/>
                      </a:lnTo>
                      <a:lnTo>
                        <a:pt x="144" y="121"/>
                      </a:lnTo>
                      <a:lnTo>
                        <a:pt x="146" y="122"/>
                      </a:lnTo>
                      <a:lnTo>
                        <a:pt x="147" y="127"/>
                      </a:lnTo>
                      <a:lnTo>
                        <a:pt x="147" y="128"/>
                      </a:lnTo>
                      <a:lnTo>
                        <a:pt x="152" y="133"/>
                      </a:lnTo>
                      <a:lnTo>
                        <a:pt x="155" y="133"/>
                      </a:lnTo>
                      <a:lnTo>
                        <a:pt x="158" y="136"/>
                      </a:lnTo>
                      <a:lnTo>
                        <a:pt x="158" y="137"/>
                      </a:lnTo>
                      <a:lnTo>
                        <a:pt x="159" y="139"/>
                      </a:lnTo>
                      <a:lnTo>
                        <a:pt x="158" y="139"/>
                      </a:lnTo>
                      <a:lnTo>
                        <a:pt x="157" y="140"/>
                      </a:lnTo>
                      <a:lnTo>
                        <a:pt x="155" y="139"/>
                      </a:lnTo>
                      <a:lnTo>
                        <a:pt x="152" y="142"/>
                      </a:lnTo>
                      <a:lnTo>
                        <a:pt x="151" y="143"/>
                      </a:lnTo>
                      <a:lnTo>
                        <a:pt x="148" y="144"/>
                      </a:lnTo>
                      <a:lnTo>
                        <a:pt x="146" y="146"/>
                      </a:lnTo>
                      <a:lnTo>
                        <a:pt x="143" y="146"/>
                      </a:lnTo>
                      <a:lnTo>
                        <a:pt x="142" y="147"/>
                      </a:lnTo>
                      <a:lnTo>
                        <a:pt x="139" y="148"/>
                      </a:lnTo>
                      <a:lnTo>
                        <a:pt x="138" y="147"/>
                      </a:lnTo>
                      <a:lnTo>
                        <a:pt x="132" y="148"/>
                      </a:lnTo>
                      <a:lnTo>
                        <a:pt x="131" y="150"/>
                      </a:lnTo>
                      <a:lnTo>
                        <a:pt x="128" y="150"/>
                      </a:lnTo>
                      <a:lnTo>
                        <a:pt x="127" y="148"/>
                      </a:lnTo>
                      <a:lnTo>
                        <a:pt x="124" y="150"/>
                      </a:lnTo>
                      <a:lnTo>
                        <a:pt x="121" y="148"/>
                      </a:lnTo>
                      <a:lnTo>
                        <a:pt x="120" y="150"/>
                      </a:lnTo>
                      <a:lnTo>
                        <a:pt x="121" y="151"/>
                      </a:lnTo>
                      <a:lnTo>
                        <a:pt x="120" y="154"/>
                      </a:lnTo>
                      <a:lnTo>
                        <a:pt x="116" y="154"/>
                      </a:lnTo>
                      <a:lnTo>
                        <a:pt x="113" y="155"/>
                      </a:lnTo>
                      <a:lnTo>
                        <a:pt x="112" y="154"/>
                      </a:lnTo>
                      <a:lnTo>
                        <a:pt x="109" y="154"/>
                      </a:lnTo>
                      <a:lnTo>
                        <a:pt x="109" y="152"/>
                      </a:lnTo>
                      <a:lnTo>
                        <a:pt x="108" y="151"/>
                      </a:lnTo>
                      <a:lnTo>
                        <a:pt x="106" y="152"/>
                      </a:lnTo>
                      <a:lnTo>
                        <a:pt x="105" y="152"/>
                      </a:lnTo>
                      <a:lnTo>
                        <a:pt x="102" y="155"/>
                      </a:lnTo>
                      <a:lnTo>
                        <a:pt x="98" y="156"/>
                      </a:lnTo>
                      <a:lnTo>
                        <a:pt x="98" y="155"/>
                      </a:lnTo>
                      <a:lnTo>
                        <a:pt x="97" y="154"/>
                      </a:lnTo>
                      <a:lnTo>
                        <a:pt x="95" y="154"/>
                      </a:lnTo>
                      <a:lnTo>
                        <a:pt x="93" y="152"/>
                      </a:lnTo>
                      <a:lnTo>
                        <a:pt x="91" y="151"/>
                      </a:lnTo>
                      <a:lnTo>
                        <a:pt x="91" y="151"/>
                      </a:lnTo>
                      <a:lnTo>
                        <a:pt x="89" y="151"/>
                      </a:lnTo>
                      <a:lnTo>
                        <a:pt x="89" y="152"/>
                      </a:lnTo>
                      <a:lnTo>
                        <a:pt x="86" y="152"/>
                      </a:lnTo>
                      <a:lnTo>
                        <a:pt x="72" y="152"/>
                      </a:lnTo>
                      <a:lnTo>
                        <a:pt x="70" y="163"/>
                      </a:lnTo>
                      <a:lnTo>
                        <a:pt x="70" y="139"/>
                      </a:lnTo>
                      <a:lnTo>
                        <a:pt x="70" y="133"/>
                      </a:lnTo>
                      <a:lnTo>
                        <a:pt x="64" y="128"/>
                      </a:lnTo>
                      <a:lnTo>
                        <a:pt x="63" y="127"/>
                      </a:lnTo>
                      <a:lnTo>
                        <a:pt x="61" y="125"/>
                      </a:lnTo>
                      <a:lnTo>
                        <a:pt x="61" y="125"/>
                      </a:lnTo>
                      <a:lnTo>
                        <a:pt x="60" y="124"/>
                      </a:lnTo>
                      <a:lnTo>
                        <a:pt x="59" y="124"/>
                      </a:lnTo>
                      <a:lnTo>
                        <a:pt x="57" y="124"/>
                      </a:lnTo>
                      <a:lnTo>
                        <a:pt x="56" y="124"/>
                      </a:lnTo>
                      <a:lnTo>
                        <a:pt x="56" y="122"/>
                      </a:lnTo>
                      <a:lnTo>
                        <a:pt x="55" y="122"/>
                      </a:lnTo>
                      <a:lnTo>
                        <a:pt x="53" y="121"/>
                      </a:lnTo>
                      <a:lnTo>
                        <a:pt x="52" y="121"/>
                      </a:lnTo>
                      <a:lnTo>
                        <a:pt x="51" y="121"/>
                      </a:lnTo>
                      <a:lnTo>
                        <a:pt x="51" y="121"/>
                      </a:lnTo>
                      <a:lnTo>
                        <a:pt x="51" y="121"/>
                      </a:lnTo>
                      <a:lnTo>
                        <a:pt x="48" y="118"/>
                      </a:lnTo>
                      <a:lnTo>
                        <a:pt x="47" y="117"/>
                      </a:lnTo>
                      <a:lnTo>
                        <a:pt x="45" y="116"/>
                      </a:lnTo>
                      <a:lnTo>
                        <a:pt x="44" y="114"/>
                      </a:lnTo>
                      <a:lnTo>
                        <a:pt x="42" y="114"/>
                      </a:lnTo>
                      <a:lnTo>
                        <a:pt x="36" y="113"/>
                      </a:lnTo>
                      <a:lnTo>
                        <a:pt x="33" y="113"/>
                      </a:lnTo>
                      <a:lnTo>
                        <a:pt x="32" y="110"/>
                      </a:lnTo>
                      <a:lnTo>
                        <a:pt x="30" y="110"/>
                      </a:lnTo>
                      <a:lnTo>
                        <a:pt x="29" y="109"/>
                      </a:lnTo>
                      <a:lnTo>
                        <a:pt x="27" y="109"/>
                      </a:lnTo>
                      <a:lnTo>
                        <a:pt x="25" y="108"/>
                      </a:lnTo>
                      <a:lnTo>
                        <a:pt x="23" y="108"/>
                      </a:lnTo>
                      <a:lnTo>
                        <a:pt x="18" y="105"/>
                      </a:lnTo>
                      <a:lnTo>
                        <a:pt x="15" y="94"/>
                      </a:lnTo>
                      <a:lnTo>
                        <a:pt x="4" y="80"/>
                      </a:lnTo>
                      <a:lnTo>
                        <a:pt x="2" y="63"/>
                      </a:lnTo>
                      <a:lnTo>
                        <a:pt x="0" y="52"/>
                      </a:lnTo>
                      <a:lnTo>
                        <a:pt x="7" y="52"/>
                      </a:lnTo>
                      <a:lnTo>
                        <a:pt x="11" y="50"/>
                      </a:lnTo>
                      <a:lnTo>
                        <a:pt x="14" y="46"/>
                      </a:lnTo>
                      <a:lnTo>
                        <a:pt x="18" y="42"/>
                      </a:lnTo>
                      <a:lnTo>
                        <a:pt x="19" y="41"/>
                      </a:lnTo>
                      <a:lnTo>
                        <a:pt x="21" y="40"/>
                      </a:lnTo>
                      <a:lnTo>
                        <a:pt x="23" y="37"/>
                      </a:lnTo>
                      <a:lnTo>
                        <a:pt x="23" y="34"/>
                      </a:lnTo>
                      <a:lnTo>
                        <a:pt x="23" y="30"/>
                      </a:lnTo>
                      <a:lnTo>
                        <a:pt x="21" y="30"/>
                      </a:lnTo>
                      <a:lnTo>
                        <a:pt x="21" y="29"/>
                      </a:lnTo>
                      <a:lnTo>
                        <a:pt x="19" y="27"/>
                      </a:lnTo>
                      <a:lnTo>
                        <a:pt x="19" y="26"/>
                      </a:lnTo>
                      <a:lnTo>
                        <a:pt x="18" y="25"/>
                      </a:lnTo>
                      <a:lnTo>
                        <a:pt x="18" y="23"/>
                      </a:lnTo>
                      <a:lnTo>
                        <a:pt x="18" y="23"/>
                      </a:lnTo>
                      <a:lnTo>
                        <a:pt x="19" y="23"/>
                      </a:lnTo>
                      <a:lnTo>
                        <a:pt x="22" y="23"/>
                      </a:lnTo>
                      <a:lnTo>
                        <a:pt x="22" y="22"/>
                      </a:lnTo>
                      <a:lnTo>
                        <a:pt x="23" y="21"/>
                      </a:lnTo>
                      <a:lnTo>
                        <a:pt x="23" y="18"/>
                      </a:lnTo>
                      <a:lnTo>
                        <a:pt x="23" y="15"/>
                      </a:lnTo>
                      <a:lnTo>
                        <a:pt x="22" y="11"/>
                      </a:lnTo>
                      <a:lnTo>
                        <a:pt x="21" y="10"/>
                      </a:lnTo>
                      <a:lnTo>
                        <a:pt x="21" y="7"/>
                      </a:lnTo>
                      <a:lnTo>
                        <a:pt x="19" y="6"/>
                      </a:lnTo>
                      <a:lnTo>
                        <a:pt x="18"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952"/>
                <p:cNvSpPr>
                  <a:spLocks/>
                </p:cNvSpPr>
                <p:nvPr/>
              </p:nvSpPr>
              <p:spPr bwMode="auto">
                <a:xfrm>
                  <a:off x="5360604" y="4623693"/>
                  <a:ext cx="52539" cy="45033"/>
                </a:xfrm>
                <a:custGeom>
                  <a:avLst/>
                  <a:gdLst/>
                  <a:ahLst/>
                  <a:cxnLst>
                    <a:cxn ang="0">
                      <a:pos x="8" y="4"/>
                    </a:cxn>
                    <a:cxn ang="0">
                      <a:pos x="9" y="4"/>
                    </a:cxn>
                    <a:cxn ang="0">
                      <a:pos x="11" y="3"/>
                    </a:cxn>
                    <a:cxn ang="0">
                      <a:pos x="13" y="1"/>
                    </a:cxn>
                    <a:cxn ang="0">
                      <a:pos x="15" y="3"/>
                    </a:cxn>
                    <a:cxn ang="0">
                      <a:pos x="16" y="3"/>
                    </a:cxn>
                    <a:cxn ang="0">
                      <a:pos x="19" y="3"/>
                    </a:cxn>
                    <a:cxn ang="0">
                      <a:pos x="19" y="3"/>
                    </a:cxn>
                    <a:cxn ang="0">
                      <a:pos x="20" y="0"/>
                    </a:cxn>
                    <a:cxn ang="0">
                      <a:pos x="22" y="0"/>
                    </a:cxn>
                    <a:cxn ang="0">
                      <a:pos x="24" y="3"/>
                    </a:cxn>
                    <a:cxn ang="0">
                      <a:pos x="26" y="4"/>
                    </a:cxn>
                    <a:cxn ang="0">
                      <a:pos x="26" y="7"/>
                    </a:cxn>
                    <a:cxn ang="0">
                      <a:pos x="27" y="8"/>
                    </a:cxn>
                    <a:cxn ang="0">
                      <a:pos x="28" y="12"/>
                    </a:cxn>
                    <a:cxn ang="0">
                      <a:pos x="28" y="15"/>
                    </a:cxn>
                    <a:cxn ang="0">
                      <a:pos x="28" y="18"/>
                    </a:cxn>
                    <a:cxn ang="0">
                      <a:pos x="27" y="19"/>
                    </a:cxn>
                    <a:cxn ang="0">
                      <a:pos x="27" y="20"/>
                    </a:cxn>
                    <a:cxn ang="0">
                      <a:pos x="24" y="20"/>
                    </a:cxn>
                    <a:cxn ang="0">
                      <a:pos x="23" y="20"/>
                    </a:cxn>
                    <a:cxn ang="0">
                      <a:pos x="23" y="20"/>
                    </a:cxn>
                    <a:cxn ang="0">
                      <a:pos x="23" y="19"/>
                    </a:cxn>
                    <a:cxn ang="0">
                      <a:pos x="22" y="18"/>
                    </a:cxn>
                    <a:cxn ang="0">
                      <a:pos x="20" y="16"/>
                    </a:cxn>
                    <a:cxn ang="0">
                      <a:pos x="19" y="16"/>
                    </a:cxn>
                    <a:cxn ang="0">
                      <a:pos x="18" y="15"/>
                    </a:cxn>
                    <a:cxn ang="0">
                      <a:pos x="16" y="15"/>
                    </a:cxn>
                    <a:cxn ang="0">
                      <a:pos x="16" y="18"/>
                    </a:cxn>
                    <a:cxn ang="0">
                      <a:pos x="15" y="22"/>
                    </a:cxn>
                    <a:cxn ang="0">
                      <a:pos x="15" y="23"/>
                    </a:cxn>
                    <a:cxn ang="0">
                      <a:pos x="12" y="24"/>
                    </a:cxn>
                    <a:cxn ang="0">
                      <a:pos x="11" y="23"/>
                    </a:cxn>
                    <a:cxn ang="0">
                      <a:pos x="9" y="23"/>
                    </a:cxn>
                    <a:cxn ang="0">
                      <a:pos x="9" y="24"/>
                    </a:cxn>
                    <a:cxn ang="0">
                      <a:pos x="7" y="23"/>
                    </a:cxn>
                    <a:cxn ang="0">
                      <a:pos x="5" y="20"/>
                    </a:cxn>
                    <a:cxn ang="0">
                      <a:pos x="4" y="20"/>
                    </a:cxn>
                    <a:cxn ang="0">
                      <a:pos x="1" y="20"/>
                    </a:cxn>
                    <a:cxn ang="0">
                      <a:pos x="0" y="20"/>
                    </a:cxn>
                    <a:cxn ang="0">
                      <a:pos x="0" y="18"/>
                    </a:cxn>
                    <a:cxn ang="0">
                      <a:pos x="3" y="9"/>
                    </a:cxn>
                    <a:cxn ang="0">
                      <a:pos x="5" y="7"/>
                    </a:cxn>
                    <a:cxn ang="0">
                      <a:pos x="8" y="4"/>
                    </a:cxn>
                  </a:cxnLst>
                  <a:rect l="0" t="0" r="r" b="b"/>
                  <a:pathLst>
                    <a:path w="28" h="24">
                      <a:moveTo>
                        <a:pt x="8" y="4"/>
                      </a:moveTo>
                      <a:lnTo>
                        <a:pt x="9" y="4"/>
                      </a:lnTo>
                      <a:lnTo>
                        <a:pt x="11" y="3"/>
                      </a:lnTo>
                      <a:lnTo>
                        <a:pt x="13" y="1"/>
                      </a:lnTo>
                      <a:lnTo>
                        <a:pt x="15" y="3"/>
                      </a:lnTo>
                      <a:lnTo>
                        <a:pt x="16" y="3"/>
                      </a:lnTo>
                      <a:lnTo>
                        <a:pt x="19" y="3"/>
                      </a:lnTo>
                      <a:lnTo>
                        <a:pt x="19" y="3"/>
                      </a:lnTo>
                      <a:lnTo>
                        <a:pt x="20" y="0"/>
                      </a:lnTo>
                      <a:lnTo>
                        <a:pt x="22" y="0"/>
                      </a:lnTo>
                      <a:lnTo>
                        <a:pt x="24" y="3"/>
                      </a:lnTo>
                      <a:lnTo>
                        <a:pt x="26" y="4"/>
                      </a:lnTo>
                      <a:lnTo>
                        <a:pt x="26" y="7"/>
                      </a:lnTo>
                      <a:lnTo>
                        <a:pt x="27" y="8"/>
                      </a:lnTo>
                      <a:lnTo>
                        <a:pt x="28" y="12"/>
                      </a:lnTo>
                      <a:lnTo>
                        <a:pt x="28" y="15"/>
                      </a:lnTo>
                      <a:lnTo>
                        <a:pt x="28" y="18"/>
                      </a:lnTo>
                      <a:lnTo>
                        <a:pt x="27" y="19"/>
                      </a:lnTo>
                      <a:lnTo>
                        <a:pt x="27" y="20"/>
                      </a:lnTo>
                      <a:lnTo>
                        <a:pt x="24" y="20"/>
                      </a:lnTo>
                      <a:lnTo>
                        <a:pt x="23" y="20"/>
                      </a:lnTo>
                      <a:lnTo>
                        <a:pt x="23" y="20"/>
                      </a:lnTo>
                      <a:lnTo>
                        <a:pt x="23" y="19"/>
                      </a:lnTo>
                      <a:lnTo>
                        <a:pt x="22" y="18"/>
                      </a:lnTo>
                      <a:lnTo>
                        <a:pt x="20" y="16"/>
                      </a:lnTo>
                      <a:lnTo>
                        <a:pt x="19" y="16"/>
                      </a:lnTo>
                      <a:lnTo>
                        <a:pt x="18" y="15"/>
                      </a:lnTo>
                      <a:lnTo>
                        <a:pt x="16" y="15"/>
                      </a:lnTo>
                      <a:lnTo>
                        <a:pt x="16" y="18"/>
                      </a:lnTo>
                      <a:lnTo>
                        <a:pt x="15" y="22"/>
                      </a:lnTo>
                      <a:lnTo>
                        <a:pt x="15" y="23"/>
                      </a:lnTo>
                      <a:lnTo>
                        <a:pt x="12" y="24"/>
                      </a:lnTo>
                      <a:lnTo>
                        <a:pt x="11" y="23"/>
                      </a:lnTo>
                      <a:lnTo>
                        <a:pt x="9" y="23"/>
                      </a:lnTo>
                      <a:lnTo>
                        <a:pt x="9" y="24"/>
                      </a:lnTo>
                      <a:lnTo>
                        <a:pt x="7" y="23"/>
                      </a:lnTo>
                      <a:lnTo>
                        <a:pt x="5" y="20"/>
                      </a:lnTo>
                      <a:lnTo>
                        <a:pt x="4" y="20"/>
                      </a:lnTo>
                      <a:lnTo>
                        <a:pt x="1" y="20"/>
                      </a:lnTo>
                      <a:lnTo>
                        <a:pt x="0" y="20"/>
                      </a:lnTo>
                      <a:lnTo>
                        <a:pt x="0" y="18"/>
                      </a:lnTo>
                      <a:lnTo>
                        <a:pt x="3" y="9"/>
                      </a:lnTo>
                      <a:lnTo>
                        <a:pt x="5" y="7"/>
                      </a:lnTo>
                      <a:lnTo>
                        <a:pt x="8"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953"/>
                <p:cNvSpPr>
                  <a:spLocks/>
                </p:cNvSpPr>
                <p:nvPr/>
              </p:nvSpPr>
              <p:spPr bwMode="auto">
                <a:xfrm>
                  <a:off x="5360604" y="4651840"/>
                  <a:ext cx="52539" cy="63797"/>
                </a:xfrm>
                <a:custGeom>
                  <a:avLst/>
                  <a:gdLst/>
                  <a:ahLst/>
                  <a:cxnLst>
                    <a:cxn ang="0">
                      <a:pos x="5" y="34"/>
                    </a:cxn>
                    <a:cxn ang="0">
                      <a:pos x="12" y="34"/>
                    </a:cxn>
                    <a:cxn ang="0">
                      <a:pos x="16" y="32"/>
                    </a:cxn>
                    <a:cxn ang="0">
                      <a:pos x="19" y="28"/>
                    </a:cxn>
                    <a:cxn ang="0">
                      <a:pos x="23" y="24"/>
                    </a:cxn>
                    <a:cxn ang="0">
                      <a:pos x="24" y="23"/>
                    </a:cxn>
                    <a:cxn ang="0">
                      <a:pos x="26" y="22"/>
                    </a:cxn>
                    <a:cxn ang="0">
                      <a:pos x="28" y="19"/>
                    </a:cxn>
                    <a:cxn ang="0">
                      <a:pos x="28" y="16"/>
                    </a:cxn>
                    <a:cxn ang="0">
                      <a:pos x="28" y="12"/>
                    </a:cxn>
                    <a:cxn ang="0">
                      <a:pos x="26" y="12"/>
                    </a:cxn>
                    <a:cxn ang="0">
                      <a:pos x="26" y="11"/>
                    </a:cxn>
                    <a:cxn ang="0">
                      <a:pos x="24" y="9"/>
                    </a:cxn>
                    <a:cxn ang="0">
                      <a:pos x="24" y="8"/>
                    </a:cxn>
                    <a:cxn ang="0">
                      <a:pos x="23" y="7"/>
                    </a:cxn>
                    <a:cxn ang="0">
                      <a:pos x="23" y="4"/>
                    </a:cxn>
                    <a:cxn ang="0">
                      <a:pos x="22" y="3"/>
                    </a:cxn>
                    <a:cxn ang="0">
                      <a:pos x="20" y="1"/>
                    </a:cxn>
                    <a:cxn ang="0">
                      <a:pos x="19" y="1"/>
                    </a:cxn>
                    <a:cxn ang="0">
                      <a:pos x="18" y="0"/>
                    </a:cxn>
                    <a:cxn ang="0">
                      <a:pos x="16" y="0"/>
                    </a:cxn>
                    <a:cxn ang="0">
                      <a:pos x="16" y="3"/>
                    </a:cxn>
                    <a:cxn ang="0">
                      <a:pos x="15" y="7"/>
                    </a:cxn>
                    <a:cxn ang="0">
                      <a:pos x="15" y="8"/>
                    </a:cxn>
                    <a:cxn ang="0">
                      <a:pos x="12" y="9"/>
                    </a:cxn>
                    <a:cxn ang="0">
                      <a:pos x="11" y="8"/>
                    </a:cxn>
                    <a:cxn ang="0">
                      <a:pos x="9" y="8"/>
                    </a:cxn>
                    <a:cxn ang="0">
                      <a:pos x="9" y="9"/>
                    </a:cxn>
                    <a:cxn ang="0">
                      <a:pos x="7" y="8"/>
                    </a:cxn>
                    <a:cxn ang="0">
                      <a:pos x="5" y="5"/>
                    </a:cxn>
                    <a:cxn ang="0">
                      <a:pos x="4" y="5"/>
                    </a:cxn>
                    <a:cxn ang="0">
                      <a:pos x="1" y="5"/>
                    </a:cxn>
                    <a:cxn ang="0">
                      <a:pos x="0" y="5"/>
                    </a:cxn>
                    <a:cxn ang="0">
                      <a:pos x="0" y="7"/>
                    </a:cxn>
                    <a:cxn ang="0">
                      <a:pos x="1" y="9"/>
                    </a:cxn>
                    <a:cxn ang="0">
                      <a:pos x="3" y="13"/>
                    </a:cxn>
                    <a:cxn ang="0">
                      <a:pos x="3" y="16"/>
                    </a:cxn>
                    <a:cxn ang="0">
                      <a:pos x="5" y="34"/>
                    </a:cxn>
                  </a:cxnLst>
                  <a:rect l="0" t="0" r="r" b="b"/>
                  <a:pathLst>
                    <a:path w="28" h="34">
                      <a:moveTo>
                        <a:pt x="5" y="34"/>
                      </a:moveTo>
                      <a:lnTo>
                        <a:pt x="12" y="34"/>
                      </a:lnTo>
                      <a:lnTo>
                        <a:pt x="16" y="32"/>
                      </a:lnTo>
                      <a:lnTo>
                        <a:pt x="19" y="28"/>
                      </a:lnTo>
                      <a:lnTo>
                        <a:pt x="23" y="24"/>
                      </a:lnTo>
                      <a:lnTo>
                        <a:pt x="24" y="23"/>
                      </a:lnTo>
                      <a:lnTo>
                        <a:pt x="26" y="22"/>
                      </a:lnTo>
                      <a:lnTo>
                        <a:pt x="28" y="19"/>
                      </a:lnTo>
                      <a:lnTo>
                        <a:pt x="28" y="16"/>
                      </a:lnTo>
                      <a:lnTo>
                        <a:pt x="28" y="12"/>
                      </a:lnTo>
                      <a:lnTo>
                        <a:pt x="26" y="12"/>
                      </a:lnTo>
                      <a:lnTo>
                        <a:pt x="26" y="11"/>
                      </a:lnTo>
                      <a:lnTo>
                        <a:pt x="24" y="9"/>
                      </a:lnTo>
                      <a:lnTo>
                        <a:pt x="24" y="8"/>
                      </a:lnTo>
                      <a:lnTo>
                        <a:pt x="23" y="7"/>
                      </a:lnTo>
                      <a:lnTo>
                        <a:pt x="23" y="4"/>
                      </a:lnTo>
                      <a:lnTo>
                        <a:pt x="22" y="3"/>
                      </a:lnTo>
                      <a:lnTo>
                        <a:pt x="20" y="1"/>
                      </a:lnTo>
                      <a:lnTo>
                        <a:pt x="19" y="1"/>
                      </a:lnTo>
                      <a:lnTo>
                        <a:pt x="18" y="0"/>
                      </a:lnTo>
                      <a:lnTo>
                        <a:pt x="16" y="0"/>
                      </a:lnTo>
                      <a:lnTo>
                        <a:pt x="16" y="3"/>
                      </a:lnTo>
                      <a:lnTo>
                        <a:pt x="15" y="7"/>
                      </a:lnTo>
                      <a:lnTo>
                        <a:pt x="15" y="8"/>
                      </a:lnTo>
                      <a:lnTo>
                        <a:pt x="12" y="9"/>
                      </a:lnTo>
                      <a:lnTo>
                        <a:pt x="11" y="8"/>
                      </a:lnTo>
                      <a:lnTo>
                        <a:pt x="9" y="8"/>
                      </a:lnTo>
                      <a:lnTo>
                        <a:pt x="9" y="9"/>
                      </a:lnTo>
                      <a:lnTo>
                        <a:pt x="7" y="8"/>
                      </a:lnTo>
                      <a:lnTo>
                        <a:pt x="5" y="5"/>
                      </a:lnTo>
                      <a:lnTo>
                        <a:pt x="4" y="5"/>
                      </a:lnTo>
                      <a:lnTo>
                        <a:pt x="1" y="5"/>
                      </a:lnTo>
                      <a:lnTo>
                        <a:pt x="0" y="5"/>
                      </a:lnTo>
                      <a:lnTo>
                        <a:pt x="0" y="7"/>
                      </a:lnTo>
                      <a:lnTo>
                        <a:pt x="1" y="9"/>
                      </a:lnTo>
                      <a:lnTo>
                        <a:pt x="3" y="13"/>
                      </a:lnTo>
                      <a:lnTo>
                        <a:pt x="3" y="16"/>
                      </a:lnTo>
                      <a:lnTo>
                        <a:pt x="5" y="3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954"/>
                <p:cNvSpPr>
                  <a:spLocks/>
                </p:cNvSpPr>
                <p:nvPr/>
              </p:nvSpPr>
              <p:spPr bwMode="auto">
                <a:xfrm>
                  <a:off x="5360604" y="4651840"/>
                  <a:ext cx="52539" cy="63797"/>
                </a:xfrm>
                <a:custGeom>
                  <a:avLst/>
                  <a:gdLst/>
                  <a:ahLst/>
                  <a:cxnLst>
                    <a:cxn ang="0">
                      <a:pos x="5" y="34"/>
                    </a:cxn>
                    <a:cxn ang="0">
                      <a:pos x="12" y="34"/>
                    </a:cxn>
                    <a:cxn ang="0">
                      <a:pos x="16" y="32"/>
                    </a:cxn>
                    <a:cxn ang="0">
                      <a:pos x="19" y="28"/>
                    </a:cxn>
                    <a:cxn ang="0">
                      <a:pos x="23" y="24"/>
                    </a:cxn>
                    <a:cxn ang="0">
                      <a:pos x="24" y="23"/>
                    </a:cxn>
                    <a:cxn ang="0">
                      <a:pos x="26" y="22"/>
                    </a:cxn>
                    <a:cxn ang="0">
                      <a:pos x="28" y="19"/>
                    </a:cxn>
                    <a:cxn ang="0">
                      <a:pos x="28" y="16"/>
                    </a:cxn>
                    <a:cxn ang="0">
                      <a:pos x="28" y="12"/>
                    </a:cxn>
                    <a:cxn ang="0">
                      <a:pos x="26" y="12"/>
                    </a:cxn>
                    <a:cxn ang="0">
                      <a:pos x="26" y="11"/>
                    </a:cxn>
                    <a:cxn ang="0">
                      <a:pos x="24" y="9"/>
                    </a:cxn>
                    <a:cxn ang="0">
                      <a:pos x="24" y="8"/>
                    </a:cxn>
                    <a:cxn ang="0">
                      <a:pos x="23" y="7"/>
                    </a:cxn>
                    <a:cxn ang="0">
                      <a:pos x="23" y="4"/>
                    </a:cxn>
                    <a:cxn ang="0">
                      <a:pos x="22" y="3"/>
                    </a:cxn>
                    <a:cxn ang="0">
                      <a:pos x="20" y="1"/>
                    </a:cxn>
                    <a:cxn ang="0">
                      <a:pos x="19" y="1"/>
                    </a:cxn>
                    <a:cxn ang="0">
                      <a:pos x="18" y="0"/>
                    </a:cxn>
                    <a:cxn ang="0">
                      <a:pos x="16" y="0"/>
                    </a:cxn>
                    <a:cxn ang="0">
                      <a:pos x="16" y="3"/>
                    </a:cxn>
                    <a:cxn ang="0">
                      <a:pos x="15" y="7"/>
                    </a:cxn>
                    <a:cxn ang="0">
                      <a:pos x="15" y="8"/>
                    </a:cxn>
                    <a:cxn ang="0">
                      <a:pos x="12" y="9"/>
                    </a:cxn>
                    <a:cxn ang="0">
                      <a:pos x="11" y="8"/>
                    </a:cxn>
                    <a:cxn ang="0">
                      <a:pos x="9" y="8"/>
                    </a:cxn>
                    <a:cxn ang="0">
                      <a:pos x="9" y="9"/>
                    </a:cxn>
                    <a:cxn ang="0">
                      <a:pos x="7" y="8"/>
                    </a:cxn>
                    <a:cxn ang="0">
                      <a:pos x="5" y="5"/>
                    </a:cxn>
                    <a:cxn ang="0">
                      <a:pos x="4" y="5"/>
                    </a:cxn>
                    <a:cxn ang="0">
                      <a:pos x="1" y="5"/>
                    </a:cxn>
                    <a:cxn ang="0">
                      <a:pos x="0" y="5"/>
                    </a:cxn>
                    <a:cxn ang="0">
                      <a:pos x="0" y="7"/>
                    </a:cxn>
                    <a:cxn ang="0">
                      <a:pos x="1" y="9"/>
                    </a:cxn>
                    <a:cxn ang="0">
                      <a:pos x="3" y="13"/>
                    </a:cxn>
                    <a:cxn ang="0">
                      <a:pos x="3" y="16"/>
                    </a:cxn>
                    <a:cxn ang="0">
                      <a:pos x="5" y="34"/>
                    </a:cxn>
                  </a:cxnLst>
                  <a:rect l="0" t="0" r="r" b="b"/>
                  <a:pathLst>
                    <a:path w="28" h="34">
                      <a:moveTo>
                        <a:pt x="5" y="34"/>
                      </a:moveTo>
                      <a:lnTo>
                        <a:pt x="12" y="34"/>
                      </a:lnTo>
                      <a:lnTo>
                        <a:pt x="16" y="32"/>
                      </a:lnTo>
                      <a:lnTo>
                        <a:pt x="19" y="28"/>
                      </a:lnTo>
                      <a:lnTo>
                        <a:pt x="23" y="24"/>
                      </a:lnTo>
                      <a:lnTo>
                        <a:pt x="24" y="23"/>
                      </a:lnTo>
                      <a:lnTo>
                        <a:pt x="26" y="22"/>
                      </a:lnTo>
                      <a:lnTo>
                        <a:pt x="28" y="19"/>
                      </a:lnTo>
                      <a:lnTo>
                        <a:pt x="28" y="16"/>
                      </a:lnTo>
                      <a:lnTo>
                        <a:pt x="28" y="12"/>
                      </a:lnTo>
                      <a:lnTo>
                        <a:pt x="26" y="12"/>
                      </a:lnTo>
                      <a:lnTo>
                        <a:pt x="26" y="11"/>
                      </a:lnTo>
                      <a:lnTo>
                        <a:pt x="24" y="9"/>
                      </a:lnTo>
                      <a:lnTo>
                        <a:pt x="24" y="8"/>
                      </a:lnTo>
                      <a:lnTo>
                        <a:pt x="23" y="7"/>
                      </a:lnTo>
                      <a:lnTo>
                        <a:pt x="23" y="4"/>
                      </a:lnTo>
                      <a:lnTo>
                        <a:pt x="22" y="3"/>
                      </a:lnTo>
                      <a:lnTo>
                        <a:pt x="20" y="1"/>
                      </a:lnTo>
                      <a:lnTo>
                        <a:pt x="19" y="1"/>
                      </a:lnTo>
                      <a:lnTo>
                        <a:pt x="18" y="0"/>
                      </a:lnTo>
                      <a:lnTo>
                        <a:pt x="16" y="0"/>
                      </a:lnTo>
                      <a:lnTo>
                        <a:pt x="16" y="3"/>
                      </a:lnTo>
                      <a:lnTo>
                        <a:pt x="15" y="7"/>
                      </a:lnTo>
                      <a:lnTo>
                        <a:pt x="15" y="8"/>
                      </a:lnTo>
                      <a:lnTo>
                        <a:pt x="12" y="9"/>
                      </a:lnTo>
                      <a:lnTo>
                        <a:pt x="11" y="8"/>
                      </a:lnTo>
                      <a:lnTo>
                        <a:pt x="9" y="8"/>
                      </a:lnTo>
                      <a:lnTo>
                        <a:pt x="9" y="9"/>
                      </a:lnTo>
                      <a:lnTo>
                        <a:pt x="7" y="8"/>
                      </a:lnTo>
                      <a:lnTo>
                        <a:pt x="5" y="5"/>
                      </a:lnTo>
                      <a:lnTo>
                        <a:pt x="4" y="5"/>
                      </a:lnTo>
                      <a:lnTo>
                        <a:pt x="1" y="5"/>
                      </a:lnTo>
                      <a:lnTo>
                        <a:pt x="0" y="5"/>
                      </a:lnTo>
                      <a:lnTo>
                        <a:pt x="0" y="7"/>
                      </a:lnTo>
                      <a:lnTo>
                        <a:pt x="1" y="9"/>
                      </a:lnTo>
                      <a:lnTo>
                        <a:pt x="3" y="13"/>
                      </a:lnTo>
                      <a:lnTo>
                        <a:pt x="3" y="16"/>
                      </a:lnTo>
                      <a:lnTo>
                        <a:pt x="5" y="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955"/>
                <p:cNvSpPr>
                  <a:spLocks/>
                </p:cNvSpPr>
                <p:nvPr/>
              </p:nvSpPr>
              <p:spPr bwMode="auto">
                <a:xfrm>
                  <a:off x="4908396" y="4451067"/>
                  <a:ext cx="510375" cy="504746"/>
                </a:xfrm>
                <a:custGeom>
                  <a:avLst/>
                  <a:gdLst/>
                  <a:ahLst/>
                  <a:cxnLst>
                    <a:cxn ang="0">
                      <a:pos x="7" y="149"/>
                    </a:cxn>
                    <a:cxn ang="0">
                      <a:pos x="18" y="146"/>
                    </a:cxn>
                    <a:cxn ang="0">
                      <a:pos x="30" y="138"/>
                    </a:cxn>
                    <a:cxn ang="0">
                      <a:pos x="37" y="146"/>
                    </a:cxn>
                    <a:cxn ang="0">
                      <a:pos x="55" y="133"/>
                    </a:cxn>
                    <a:cxn ang="0">
                      <a:pos x="56" y="110"/>
                    </a:cxn>
                    <a:cxn ang="0">
                      <a:pos x="70" y="93"/>
                    </a:cxn>
                    <a:cxn ang="0">
                      <a:pos x="83" y="73"/>
                    </a:cxn>
                    <a:cxn ang="0">
                      <a:pos x="86" y="55"/>
                    </a:cxn>
                    <a:cxn ang="0">
                      <a:pos x="96" y="32"/>
                    </a:cxn>
                    <a:cxn ang="0">
                      <a:pos x="94" y="14"/>
                    </a:cxn>
                    <a:cxn ang="0">
                      <a:pos x="98" y="6"/>
                    </a:cxn>
                    <a:cxn ang="0">
                      <a:pos x="108" y="2"/>
                    </a:cxn>
                    <a:cxn ang="0">
                      <a:pos x="121" y="13"/>
                    </a:cxn>
                    <a:cxn ang="0">
                      <a:pos x="138" y="13"/>
                    </a:cxn>
                    <a:cxn ang="0">
                      <a:pos x="147" y="13"/>
                    </a:cxn>
                    <a:cxn ang="0">
                      <a:pos x="158" y="9"/>
                    </a:cxn>
                    <a:cxn ang="0">
                      <a:pos x="177" y="2"/>
                    </a:cxn>
                    <a:cxn ang="0">
                      <a:pos x="185" y="5"/>
                    </a:cxn>
                    <a:cxn ang="0">
                      <a:pos x="192" y="0"/>
                    </a:cxn>
                    <a:cxn ang="0">
                      <a:pos x="204" y="4"/>
                    </a:cxn>
                    <a:cxn ang="0">
                      <a:pos x="222" y="4"/>
                    </a:cxn>
                    <a:cxn ang="0">
                      <a:pos x="233" y="13"/>
                    </a:cxn>
                    <a:cxn ang="0">
                      <a:pos x="242" y="12"/>
                    </a:cxn>
                    <a:cxn ang="0">
                      <a:pos x="253" y="8"/>
                    </a:cxn>
                    <a:cxn ang="0">
                      <a:pos x="264" y="20"/>
                    </a:cxn>
                    <a:cxn ang="0">
                      <a:pos x="271" y="25"/>
                    </a:cxn>
                    <a:cxn ang="0">
                      <a:pos x="269" y="43"/>
                    </a:cxn>
                    <a:cxn ang="0">
                      <a:pos x="259" y="66"/>
                    </a:cxn>
                    <a:cxn ang="0">
                      <a:pos x="250" y="95"/>
                    </a:cxn>
                    <a:cxn ang="0">
                      <a:pos x="244" y="120"/>
                    </a:cxn>
                    <a:cxn ang="0">
                      <a:pos x="263" y="194"/>
                    </a:cxn>
                    <a:cxn ang="0">
                      <a:pos x="237" y="217"/>
                    </a:cxn>
                    <a:cxn ang="0">
                      <a:pos x="235" y="228"/>
                    </a:cxn>
                    <a:cxn ang="0">
                      <a:pos x="231" y="245"/>
                    </a:cxn>
                    <a:cxn ang="0">
                      <a:pos x="246" y="255"/>
                    </a:cxn>
                    <a:cxn ang="0">
                      <a:pos x="250" y="269"/>
                    </a:cxn>
                    <a:cxn ang="0">
                      <a:pos x="240" y="269"/>
                    </a:cxn>
                    <a:cxn ang="0">
                      <a:pos x="221" y="252"/>
                    </a:cxn>
                    <a:cxn ang="0">
                      <a:pos x="212" y="243"/>
                    </a:cxn>
                    <a:cxn ang="0">
                      <a:pos x="201" y="250"/>
                    </a:cxn>
                    <a:cxn ang="0">
                      <a:pos x="187" y="244"/>
                    </a:cxn>
                    <a:cxn ang="0">
                      <a:pos x="181" y="237"/>
                    </a:cxn>
                    <a:cxn ang="0">
                      <a:pos x="173" y="240"/>
                    </a:cxn>
                    <a:cxn ang="0">
                      <a:pos x="168" y="235"/>
                    </a:cxn>
                    <a:cxn ang="0">
                      <a:pos x="157" y="237"/>
                    </a:cxn>
                    <a:cxn ang="0">
                      <a:pos x="146" y="236"/>
                    </a:cxn>
                    <a:cxn ang="0">
                      <a:pos x="143" y="232"/>
                    </a:cxn>
                    <a:cxn ang="0">
                      <a:pos x="142" y="221"/>
                    </a:cxn>
                    <a:cxn ang="0">
                      <a:pos x="139" y="214"/>
                    </a:cxn>
                    <a:cxn ang="0">
                      <a:pos x="138" y="201"/>
                    </a:cxn>
                    <a:cxn ang="0">
                      <a:pos x="136" y="190"/>
                    </a:cxn>
                    <a:cxn ang="0">
                      <a:pos x="120" y="179"/>
                    </a:cxn>
                    <a:cxn ang="0">
                      <a:pos x="102" y="180"/>
                    </a:cxn>
                    <a:cxn ang="0">
                      <a:pos x="89" y="192"/>
                    </a:cxn>
                    <a:cxn ang="0">
                      <a:pos x="74" y="186"/>
                    </a:cxn>
                    <a:cxn ang="0">
                      <a:pos x="67" y="175"/>
                    </a:cxn>
                    <a:cxn ang="0">
                      <a:pos x="64" y="164"/>
                    </a:cxn>
                    <a:cxn ang="0">
                      <a:pos x="30" y="161"/>
                    </a:cxn>
                    <a:cxn ang="0">
                      <a:pos x="14" y="160"/>
                    </a:cxn>
                    <a:cxn ang="0">
                      <a:pos x="7" y="163"/>
                    </a:cxn>
                  </a:cxnLst>
                  <a:rect l="0" t="0" r="r" b="b"/>
                  <a:pathLst>
                    <a:path w="272" h="269">
                      <a:moveTo>
                        <a:pt x="0" y="160"/>
                      </a:moveTo>
                      <a:lnTo>
                        <a:pt x="3" y="159"/>
                      </a:lnTo>
                      <a:lnTo>
                        <a:pt x="6" y="157"/>
                      </a:lnTo>
                      <a:lnTo>
                        <a:pt x="7" y="156"/>
                      </a:lnTo>
                      <a:lnTo>
                        <a:pt x="7" y="150"/>
                      </a:lnTo>
                      <a:lnTo>
                        <a:pt x="7" y="149"/>
                      </a:lnTo>
                      <a:lnTo>
                        <a:pt x="11" y="146"/>
                      </a:lnTo>
                      <a:lnTo>
                        <a:pt x="14" y="144"/>
                      </a:lnTo>
                      <a:lnTo>
                        <a:pt x="15" y="144"/>
                      </a:lnTo>
                      <a:lnTo>
                        <a:pt x="18" y="144"/>
                      </a:lnTo>
                      <a:lnTo>
                        <a:pt x="18" y="145"/>
                      </a:lnTo>
                      <a:lnTo>
                        <a:pt x="18" y="146"/>
                      </a:lnTo>
                      <a:lnTo>
                        <a:pt x="21" y="146"/>
                      </a:lnTo>
                      <a:lnTo>
                        <a:pt x="22" y="144"/>
                      </a:lnTo>
                      <a:lnTo>
                        <a:pt x="24" y="141"/>
                      </a:lnTo>
                      <a:lnTo>
                        <a:pt x="25" y="141"/>
                      </a:lnTo>
                      <a:lnTo>
                        <a:pt x="26" y="141"/>
                      </a:lnTo>
                      <a:lnTo>
                        <a:pt x="30" y="138"/>
                      </a:lnTo>
                      <a:lnTo>
                        <a:pt x="34" y="137"/>
                      </a:lnTo>
                      <a:lnTo>
                        <a:pt x="34" y="138"/>
                      </a:lnTo>
                      <a:lnTo>
                        <a:pt x="32" y="142"/>
                      </a:lnTo>
                      <a:lnTo>
                        <a:pt x="33" y="142"/>
                      </a:lnTo>
                      <a:lnTo>
                        <a:pt x="34" y="145"/>
                      </a:lnTo>
                      <a:lnTo>
                        <a:pt x="37" y="146"/>
                      </a:lnTo>
                      <a:lnTo>
                        <a:pt x="41" y="145"/>
                      </a:lnTo>
                      <a:lnTo>
                        <a:pt x="43" y="142"/>
                      </a:lnTo>
                      <a:lnTo>
                        <a:pt x="48" y="137"/>
                      </a:lnTo>
                      <a:lnTo>
                        <a:pt x="49" y="134"/>
                      </a:lnTo>
                      <a:lnTo>
                        <a:pt x="52" y="133"/>
                      </a:lnTo>
                      <a:lnTo>
                        <a:pt x="55" y="133"/>
                      </a:lnTo>
                      <a:lnTo>
                        <a:pt x="56" y="129"/>
                      </a:lnTo>
                      <a:lnTo>
                        <a:pt x="56" y="126"/>
                      </a:lnTo>
                      <a:lnTo>
                        <a:pt x="57" y="122"/>
                      </a:lnTo>
                      <a:lnTo>
                        <a:pt x="57" y="114"/>
                      </a:lnTo>
                      <a:lnTo>
                        <a:pt x="57" y="114"/>
                      </a:lnTo>
                      <a:lnTo>
                        <a:pt x="56" y="110"/>
                      </a:lnTo>
                      <a:lnTo>
                        <a:pt x="57" y="106"/>
                      </a:lnTo>
                      <a:lnTo>
                        <a:pt x="63" y="101"/>
                      </a:lnTo>
                      <a:lnTo>
                        <a:pt x="63" y="99"/>
                      </a:lnTo>
                      <a:lnTo>
                        <a:pt x="66" y="95"/>
                      </a:lnTo>
                      <a:lnTo>
                        <a:pt x="68" y="93"/>
                      </a:lnTo>
                      <a:lnTo>
                        <a:pt x="70" y="93"/>
                      </a:lnTo>
                      <a:lnTo>
                        <a:pt x="72" y="92"/>
                      </a:lnTo>
                      <a:lnTo>
                        <a:pt x="75" y="91"/>
                      </a:lnTo>
                      <a:lnTo>
                        <a:pt x="81" y="84"/>
                      </a:lnTo>
                      <a:lnTo>
                        <a:pt x="81" y="78"/>
                      </a:lnTo>
                      <a:lnTo>
                        <a:pt x="82" y="74"/>
                      </a:lnTo>
                      <a:lnTo>
                        <a:pt x="83" y="73"/>
                      </a:lnTo>
                      <a:lnTo>
                        <a:pt x="83" y="69"/>
                      </a:lnTo>
                      <a:lnTo>
                        <a:pt x="83" y="67"/>
                      </a:lnTo>
                      <a:lnTo>
                        <a:pt x="83" y="63"/>
                      </a:lnTo>
                      <a:lnTo>
                        <a:pt x="83" y="62"/>
                      </a:lnTo>
                      <a:lnTo>
                        <a:pt x="83" y="58"/>
                      </a:lnTo>
                      <a:lnTo>
                        <a:pt x="86" y="55"/>
                      </a:lnTo>
                      <a:lnTo>
                        <a:pt x="86" y="53"/>
                      </a:lnTo>
                      <a:lnTo>
                        <a:pt x="87" y="48"/>
                      </a:lnTo>
                      <a:lnTo>
                        <a:pt x="86" y="44"/>
                      </a:lnTo>
                      <a:lnTo>
                        <a:pt x="91" y="36"/>
                      </a:lnTo>
                      <a:lnTo>
                        <a:pt x="93" y="34"/>
                      </a:lnTo>
                      <a:lnTo>
                        <a:pt x="96" y="32"/>
                      </a:lnTo>
                      <a:lnTo>
                        <a:pt x="96" y="27"/>
                      </a:lnTo>
                      <a:lnTo>
                        <a:pt x="94" y="24"/>
                      </a:lnTo>
                      <a:lnTo>
                        <a:pt x="94" y="20"/>
                      </a:lnTo>
                      <a:lnTo>
                        <a:pt x="94" y="19"/>
                      </a:lnTo>
                      <a:lnTo>
                        <a:pt x="96" y="17"/>
                      </a:lnTo>
                      <a:lnTo>
                        <a:pt x="94" y="14"/>
                      </a:lnTo>
                      <a:lnTo>
                        <a:pt x="94" y="13"/>
                      </a:lnTo>
                      <a:lnTo>
                        <a:pt x="96" y="13"/>
                      </a:lnTo>
                      <a:lnTo>
                        <a:pt x="97" y="12"/>
                      </a:lnTo>
                      <a:lnTo>
                        <a:pt x="97" y="10"/>
                      </a:lnTo>
                      <a:lnTo>
                        <a:pt x="98" y="8"/>
                      </a:lnTo>
                      <a:lnTo>
                        <a:pt x="98" y="6"/>
                      </a:lnTo>
                      <a:lnTo>
                        <a:pt x="100" y="5"/>
                      </a:lnTo>
                      <a:lnTo>
                        <a:pt x="101" y="5"/>
                      </a:lnTo>
                      <a:lnTo>
                        <a:pt x="104" y="4"/>
                      </a:lnTo>
                      <a:lnTo>
                        <a:pt x="105" y="4"/>
                      </a:lnTo>
                      <a:lnTo>
                        <a:pt x="106" y="2"/>
                      </a:lnTo>
                      <a:lnTo>
                        <a:pt x="108" y="2"/>
                      </a:lnTo>
                      <a:lnTo>
                        <a:pt x="109" y="4"/>
                      </a:lnTo>
                      <a:lnTo>
                        <a:pt x="110" y="4"/>
                      </a:lnTo>
                      <a:lnTo>
                        <a:pt x="116" y="8"/>
                      </a:lnTo>
                      <a:lnTo>
                        <a:pt x="117" y="9"/>
                      </a:lnTo>
                      <a:lnTo>
                        <a:pt x="121" y="12"/>
                      </a:lnTo>
                      <a:lnTo>
                        <a:pt x="121" y="13"/>
                      </a:lnTo>
                      <a:lnTo>
                        <a:pt x="125" y="12"/>
                      </a:lnTo>
                      <a:lnTo>
                        <a:pt x="128" y="14"/>
                      </a:lnTo>
                      <a:lnTo>
                        <a:pt x="131" y="14"/>
                      </a:lnTo>
                      <a:lnTo>
                        <a:pt x="134" y="14"/>
                      </a:lnTo>
                      <a:lnTo>
                        <a:pt x="135" y="13"/>
                      </a:lnTo>
                      <a:lnTo>
                        <a:pt x="138" y="13"/>
                      </a:lnTo>
                      <a:lnTo>
                        <a:pt x="140" y="14"/>
                      </a:lnTo>
                      <a:lnTo>
                        <a:pt x="143" y="16"/>
                      </a:lnTo>
                      <a:lnTo>
                        <a:pt x="144" y="16"/>
                      </a:lnTo>
                      <a:lnTo>
                        <a:pt x="147" y="16"/>
                      </a:lnTo>
                      <a:lnTo>
                        <a:pt x="149" y="14"/>
                      </a:lnTo>
                      <a:lnTo>
                        <a:pt x="147" y="13"/>
                      </a:lnTo>
                      <a:lnTo>
                        <a:pt x="147" y="12"/>
                      </a:lnTo>
                      <a:lnTo>
                        <a:pt x="149" y="9"/>
                      </a:lnTo>
                      <a:lnTo>
                        <a:pt x="151" y="6"/>
                      </a:lnTo>
                      <a:lnTo>
                        <a:pt x="154" y="6"/>
                      </a:lnTo>
                      <a:lnTo>
                        <a:pt x="157" y="8"/>
                      </a:lnTo>
                      <a:lnTo>
                        <a:pt x="158" y="9"/>
                      </a:lnTo>
                      <a:lnTo>
                        <a:pt x="159" y="8"/>
                      </a:lnTo>
                      <a:lnTo>
                        <a:pt x="166" y="8"/>
                      </a:lnTo>
                      <a:lnTo>
                        <a:pt x="168" y="6"/>
                      </a:lnTo>
                      <a:lnTo>
                        <a:pt x="169" y="5"/>
                      </a:lnTo>
                      <a:lnTo>
                        <a:pt x="176" y="2"/>
                      </a:lnTo>
                      <a:lnTo>
                        <a:pt x="177" y="2"/>
                      </a:lnTo>
                      <a:lnTo>
                        <a:pt x="177" y="4"/>
                      </a:lnTo>
                      <a:lnTo>
                        <a:pt x="178" y="4"/>
                      </a:lnTo>
                      <a:lnTo>
                        <a:pt x="178" y="6"/>
                      </a:lnTo>
                      <a:lnTo>
                        <a:pt x="180" y="6"/>
                      </a:lnTo>
                      <a:lnTo>
                        <a:pt x="182" y="5"/>
                      </a:lnTo>
                      <a:lnTo>
                        <a:pt x="185" y="5"/>
                      </a:lnTo>
                      <a:lnTo>
                        <a:pt x="188" y="4"/>
                      </a:lnTo>
                      <a:lnTo>
                        <a:pt x="189" y="4"/>
                      </a:lnTo>
                      <a:lnTo>
                        <a:pt x="191" y="1"/>
                      </a:lnTo>
                      <a:lnTo>
                        <a:pt x="191" y="0"/>
                      </a:lnTo>
                      <a:lnTo>
                        <a:pt x="191" y="0"/>
                      </a:lnTo>
                      <a:lnTo>
                        <a:pt x="192" y="0"/>
                      </a:lnTo>
                      <a:lnTo>
                        <a:pt x="193" y="1"/>
                      </a:lnTo>
                      <a:lnTo>
                        <a:pt x="197" y="1"/>
                      </a:lnTo>
                      <a:lnTo>
                        <a:pt x="199" y="1"/>
                      </a:lnTo>
                      <a:lnTo>
                        <a:pt x="200" y="1"/>
                      </a:lnTo>
                      <a:lnTo>
                        <a:pt x="201" y="2"/>
                      </a:lnTo>
                      <a:lnTo>
                        <a:pt x="204" y="4"/>
                      </a:lnTo>
                      <a:lnTo>
                        <a:pt x="210" y="4"/>
                      </a:lnTo>
                      <a:lnTo>
                        <a:pt x="210" y="4"/>
                      </a:lnTo>
                      <a:lnTo>
                        <a:pt x="215" y="1"/>
                      </a:lnTo>
                      <a:lnTo>
                        <a:pt x="218" y="2"/>
                      </a:lnTo>
                      <a:lnTo>
                        <a:pt x="221" y="4"/>
                      </a:lnTo>
                      <a:lnTo>
                        <a:pt x="222" y="4"/>
                      </a:lnTo>
                      <a:lnTo>
                        <a:pt x="222" y="6"/>
                      </a:lnTo>
                      <a:lnTo>
                        <a:pt x="223" y="8"/>
                      </a:lnTo>
                      <a:lnTo>
                        <a:pt x="225" y="8"/>
                      </a:lnTo>
                      <a:lnTo>
                        <a:pt x="226" y="10"/>
                      </a:lnTo>
                      <a:lnTo>
                        <a:pt x="230" y="12"/>
                      </a:lnTo>
                      <a:lnTo>
                        <a:pt x="233" y="13"/>
                      </a:lnTo>
                      <a:lnTo>
                        <a:pt x="234" y="13"/>
                      </a:lnTo>
                      <a:lnTo>
                        <a:pt x="235" y="12"/>
                      </a:lnTo>
                      <a:lnTo>
                        <a:pt x="237" y="10"/>
                      </a:lnTo>
                      <a:lnTo>
                        <a:pt x="240" y="10"/>
                      </a:lnTo>
                      <a:lnTo>
                        <a:pt x="242" y="10"/>
                      </a:lnTo>
                      <a:lnTo>
                        <a:pt x="242" y="12"/>
                      </a:lnTo>
                      <a:lnTo>
                        <a:pt x="244" y="12"/>
                      </a:lnTo>
                      <a:lnTo>
                        <a:pt x="246" y="10"/>
                      </a:lnTo>
                      <a:lnTo>
                        <a:pt x="248" y="9"/>
                      </a:lnTo>
                      <a:lnTo>
                        <a:pt x="249" y="6"/>
                      </a:lnTo>
                      <a:lnTo>
                        <a:pt x="253" y="8"/>
                      </a:lnTo>
                      <a:lnTo>
                        <a:pt x="253" y="8"/>
                      </a:lnTo>
                      <a:lnTo>
                        <a:pt x="256" y="12"/>
                      </a:lnTo>
                      <a:lnTo>
                        <a:pt x="257" y="13"/>
                      </a:lnTo>
                      <a:lnTo>
                        <a:pt x="257" y="14"/>
                      </a:lnTo>
                      <a:lnTo>
                        <a:pt x="261" y="16"/>
                      </a:lnTo>
                      <a:lnTo>
                        <a:pt x="263" y="17"/>
                      </a:lnTo>
                      <a:lnTo>
                        <a:pt x="264" y="20"/>
                      </a:lnTo>
                      <a:lnTo>
                        <a:pt x="265" y="21"/>
                      </a:lnTo>
                      <a:lnTo>
                        <a:pt x="265" y="23"/>
                      </a:lnTo>
                      <a:lnTo>
                        <a:pt x="265" y="24"/>
                      </a:lnTo>
                      <a:lnTo>
                        <a:pt x="267" y="24"/>
                      </a:lnTo>
                      <a:lnTo>
                        <a:pt x="269" y="24"/>
                      </a:lnTo>
                      <a:lnTo>
                        <a:pt x="271" y="25"/>
                      </a:lnTo>
                      <a:lnTo>
                        <a:pt x="271" y="28"/>
                      </a:lnTo>
                      <a:lnTo>
                        <a:pt x="269" y="29"/>
                      </a:lnTo>
                      <a:lnTo>
                        <a:pt x="269" y="34"/>
                      </a:lnTo>
                      <a:lnTo>
                        <a:pt x="268" y="39"/>
                      </a:lnTo>
                      <a:lnTo>
                        <a:pt x="268" y="42"/>
                      </a:lnTo>
                      <a:lnTo>
                        <a:pt x="269" y="43"/>
                      </a:lnTo>
                      <a:lnTo>
                        <a:pt x="271" y="44"/>
                      </a:lnTo>
                      <a:lnTo>
                        <a:pt x="272" y="47"/>
                      </a:lnTo>
                      <a:lnTo>
                        <a:pt x="272" y="48"/>
                      </a:lnTo>
                      <a:lnTo>
                        <a:pt x="264" y="58"/>
                      </a:lnTo>
                      <a:lnTo>
                        <a:pt x="260" y="63"/>
                      </a:lnTo>
                      <a:lnTo>
                        <a:pt x="259" y="66"/>
                      </a:lnTo>
                      <a:lnTo>
                        <a:pt x="253" y="76"/>
                      </a:lnTo>
                      <a:lnTo>
                        <a:pt x="252" y="77"/>
                      </a:lnTo>
                      <a:lnTo>
                        <a:pt x="252" y="81"/>
                      </a:lnTo>
                      <a:lnTo>
                        <a:pt x="252" y="86"/>
                      </a:lnTo>
                      <a:lnTo>
                        <a:pt x="249" y="92"/>
                      </a:lnTo>
                      <a:lnTo>
                        <a:pt x="250" y="95"/>
                      </a:lnTo>
                      <a:lnTo>
                        <a:pt x="246" y="99"/>
                      </a:lnTo>
                      <a:lnTo>
                        <a:pt x="244" y="101"/>
                      </a:lnTo>
                      <a:lnTo>
                        <a:pt x="241" y="110"/>
                      </a:lnTo>
                      <a:lnTo>
                        <a:pt x="241" y="114"/>
                      </a:lnTo>
                      <a:lnTo>
                        <a:pt x="242" y="116"/>
                      </a:lnTo>
                      <a:lnTo>
                        <a:pt x="244" y="120"/>
                      </a:lnTo>
                      <a:lnTo>
                        <a:pt x="244" y="123"/>
                      </a:lnTo>
                      <a:lnTo>
                        <a:pt x="248" y="152"/>
                      </a:lnTo>
                      <a:lnTo>
                        <a:pt x="250" y="169"/>
                      </a:lnTo>
                      <a:lnTo>
                        <a:pt x="261" y="183"/>
                      </a:lnTo>
                      <a:lnTo>
                        <a:pt x="264" y="194"/>
                      </a:lnTo>
                      <a:lnTo>
                        <a:pt x="263" y="194"/>
                      </a:lnTo>
                      <a:lnTo>
                        <a:pt x="240" y="199"/>
                      </a:lnTo>
                      <a:lnTo>
                        <a:pt x="233" y="210"/>
                      </a:lnTo>
                      <a:lnTo>
                        <a:pt x="234" y="213"/>
                      </a:lnTo>
                      <a:lnTo>
                        <a:pt x="235" y="214"/>
                      </a:lnTo>
                      <a:lnTo>
                        <a:pt x="237" y="216"/>
                      </a:lnTo>
                      <a:lnTo>
                        <a:pt x="237" y="217"/>
                      </a:lnTo>
                      <a:lnTo>
                        <a:pt x="235" y="218"/>
                      </a:lnTo>
                      <a:lnTo>
                        <a:pt x="237" y="220"/>
                      </a:lnTo>
                      <a:lnTo>
                        <a:pt x="235" y="222"/>
                      </a:lnTo>
                      <a:lnTo>
                        <a:pt x="237" y="224"/>
                      </a:lnTo>
                      <a:lnTo>
                        <a:pt x="235" y="226"/>
                      </a:lnTo>
                      <a:lnTo>
                        <a:pt x="235" y="228"/>
                      </a:lnTo>
                      <a:lnTo>
                        <a:pt x="235" y="228"/>
                      </a:lnTo>
                      <a:lnTo>
                        <a:pt x="234" y="231"/>
                      </a:lnTo>
                      <a:lnTo>
                        <a:pt x="231" y="232"/>
                      </a:lnTo>
                      <a:lnTo>
                        <a:pt x="231" y="235"/>
                      </a:lnTo>
                      <a:lnTo>
                        <a:pt x="231" y="243"/>
                      </a:lnTo>
                      <a:lnTo>
                        <a:pt x="231" y="245"/>
                      </a:lnTo>
                      <a:lnTo>
                        <a:pt x="234" y="247"/>
                      </a:lnTo>
                      <a:lnTo>
                        <a:pt x="237" y="251"/>
                      </a:lnTo>
                      <a:lnTo>
                        <a:pt x="238" y="254"/>
                      </a:lnTo>
                      <a:lnTo>
                        <a:pt x="240" y="255"/>
                      </a:lnTo>
                      <a:lnTo>
                        <a:pt x="245" y="255"/>
                      </a:lnTo>
                      <a:lnTo>
                        <a:pt x="246" y="255"/>
                      </a:lnTo>
                      <a:lnTo>
                        <a:pt x="245" y="254"/>
                      </a:lnTo>
                      <a:lnTo>
                        <a:pt x="245" y="252"/>
                      </a:lnTo>
                      <a:lnTo>
                        <a:pt x="248" y="252"/>
                      </a:lnTo>
                      <a:lnTo>
                        <a:pt x="250" y="252"/>
                      </a:lnTo>
                      <a:lnTo>
                        <a:pt x="250" y="267"/>
                      </a:lnTo>
                      <a:lnTo>
                        <a:pt x="250" y="269"/>
                      </a:lnTo>
                      <a:lnTo>
                        <a:pt x="248" y="269"/>
                      </a:lnTo>
                      <a:lnTo>
                        <a:pt x="248" y="267"/>
                      </a:lnTo>
                      <a:lnTo>
                        <a:pt x="246" y="267"/>
                      </a:lnTo>
                      <a:lnTo>
                        <a:pt x="244" y="269"/>
                      </a:lnTo>
                      <a:lnTo>
                        <a:pt x="242" y="269"/>
                      </a:lnTo>
                      <a:lnTo>
                        <a:pt x="240" y="269"/>
                      </a:lnTo>
                      <a:lnTo>
                        <a:pt x="237" y="266"/>
                      </a:lnTo>
                      <a:lnTo>
                        <a:pt x="234" y="263"/>
                      </a:lnTo>
                      <a:lnTo>
                        <a:pt x="231" y="260"/>
                      </a:lnTo>
                      <a:lnTo>
                        <a:pt x="229" y="256"/>
                      </a:lnTo>
                      <a:lnTo>
                        <a:pt x="226" y="255"/>
                      </a:lnTo>
                      <a:lnTo>
                        <a:pt x="221" y="252"/>
                      </a:lnTo>
                      <a:lnTo>
                        <a:pt x="216" y="251"/>
                      </a:lnTo>
                      <a:lnTo>
                        <a:pt x="216" y="250"/>
                      </a:lnTo>
                      <a:lnTo>
                        <a:pt x="214" y="247"/>
                      </a:lnTo>
                      <a:lnTo>
                        <a:pt x="214" y="243"/>
                      </a:lnTo>
                      <a:lnTo>
                        <a:pt x="214" y="243"/>
                      </a:lnTo>
                      <a:lnTo>
                        <a:pt x="212" y="243"/>
                      </a:lnTo>
                      <a:lnTo>
                        <a:pt x="210" y="243"/>
                      </a:lnTo>
                      <a:lnTo>
                        <a:pt x="208" y="247"/>
                      </a:lnTo>
                      <a:lnTo>
                        <a:pt x="208" y="248"/>
                      </a:lnTo>
                      <a:lnTo>
                        <a:pt x="204" y="250"/>
                      </a:lnTo>
                      <a:lnTo>
                        <a:pt x="201" y="250"/>
                      </a:lnTo>
                      <a:lnTo>
                        <a:pt x="201" y="250"/>
                      </a:lnTo>
                      <a:lnTo>
                        <a:pt x="199" y="248"/>
                      </a:lnTo>
                      <a:lnTo>
                        <a:pt x="196" y="248"/>
                      </a:lnTo>
                      <a:lnTo>
                        <a:pt x="192" y="245"/>
                      </a:lnTo>
                      <a:lnTo>
                        <a:pt x="191" y="245"/>
                      </a:lnTo>
                      <a:lnTo>
                        <a:pt x="188" y="244"/>
                      </a:lnTo>
                      <a:lnTo>
                        <a:pt x="187" y="244"/>
                      </a:lnTo>
                      <a:lnTo>
                        <a:pt x="187" y="243"/>
                      </a:lnTo>
                      <a:lnTo>
                        <a:pt x="187" y="241"/>
                      </a:lnTo>
                      <a:lnTo>
                        <a:pt x="187" y="240"/>
                      </a:lnTo>
                      <a:lnTo>
                        <a:pt x="187" y="237"/>
                      </a:lnTo>
                      <a:lnTo>
                        <a:pt x="185" y="237"/>
                      </a:lnTo>
                      <a:lnTo>
                        <a:pt x="181" y="237"/>
                      </a:lnTo>
                      <a:lnTo>
                        <a:pt x="181" y="239"/>
                      </a:lnTo>
                      <a:lnTo>
                        <a:pt x="178" y="239"/>
                      </a:lnTo>
                      <a:lnTo>
                        <a:pt x="177" y="240"/>
                      </a:lnTo>
                      <a:lnTo>
                        <a:pt x="174" y="241"/>
                      </a:lnTo>
                      <a:lnTo>
                        <a:pt x="174" y="241"/>
                      </a:lnTo>
                      <a:lnTo>
                        <a:pt x="173" y="240"/>
                      </a:lnTo>
                      <a:lnTo>
                        <a:pt x="173" y="237"/>
                      </a:lnTo>
                      <a:lnTo>
                        <a:pt x="173" y="236"/>
                      </a:lnTo>
                      <a:lnTo>
                        <a:pt x="170" y="236"/>
                      </a:lnTo>
                      <a:lnTo>
                        <a:pt x="169" y="236"/>
                      </a:lnTo>
                      <a:lnTo>
                        <a:pt x="168" y="235"/>
                      </a:lnTo>
                      <a:lnTo>
                        <a:pt x="168" y="235"/>
                      </a:lnTo>
                      <a:lnTo>
                        <a:pt x="165" y="235"/>
                      </a:lnTo>
                      <a:lnTo>
                        <a:pt x="162" y="236"/>
                      </a:lnTo>
                      <a:lnTo>
                        <a:pt x="161" y="237"/>
                      </a:lnTo>
                      <a:lnTo>
                        <a:pt x="159" y="237"/>
                      </a:lnTo>
                      <a:lnTo>
                        <a:pt x="158" y="237"/>
                      </a:lnTo>
                      <a:lnTo>
                        <a:pt x="157" y="237"/>
                      </a:lnTo>
                      <a:lnTo>
                        <a:pt x="153" y="237"/>
                      </a:lnTo>
                      <a:lnTo>
                        <a:pt x="151" y="237"/>
                      </a:lnTo>
                      <a:lnTo>
                        <a:pt x="149" y="236"/>
                      </a:lnTo>
                      <a:lnTo>
                        <a:pt x="147" y="236"/>
                      </a:lnTo>
                      <a:lnTo>
                        <a:pt x="147" y="236"/>
                      </a:lnTo>
                      <a:lnTo>
                        <a:pt x="146" y="236"/>
                      </a:lnTo>
                      <a:lnTo>
                        <a:pt x="144" y="237"/>
                      </a:lnTo>
                      <a:lnTo>
                        <a:pt x="143" y="237"/>
                      </a:lnTo>
                      <a:lnTo>
                        <a:pt x="143" y="236"/>
                      </a:lnTo>
                      <a:lnTo>
                        <a:pt x="143" y="233"/>
                      </a:lnTo>
                      <a:lnTo>
                        <a:pt x="143" y="233"/>
                      </a:lnTo>
                      <a:lnTo>
                        <a:pt x="143" y="232"/>
                      </a:lnTo>
                      <a:lnTo>
                        <a:pt x="144" y="231"/>
                      </a:lnTo>
                      <a:lnTo>
                        <a:pt x="143" y="229"/>
                      </a:lnTo>
                      <a:lnTo>
                        <a:pt x="142" y="226"/>
                      </a:lnTo>
                      <a:lnTo>
                        <a:pt x="143" y="225"/>
                      </a:lnTo>
                      <a:lnTo>
                        <a:pt x="143" y="224"/>
                      </a:lnTo>
                      <a:lnTo>
                        <a:pt x="142" y="221"/>
                      </a:lnTo>
                      <a:lnTo>
                        <a:pt x="142" y="220"/>
                      </a:lnTo>
                      <a:lnTo>
                        <a:pt x="142" y="218"/>
                      </a:lnTo>
                      <a:lnTo>
                        <a:pt x="142" y="217"/>
                      </a:lnTo>
                      <a:lnTo>
                        <a:pt x="140" y="217"/>
                      </a:lnTo>
                      <a:lnTo>
                        <a:pt x="139" y="214"/>
                      </a:lnTo>
                      <a:lnTo>
                        <a:pt x="139" y="214"/>
                      </a:lnTo>
                      <a:lnTo>
                        <a:pt x="139" y="213"/>
                      </a:lnTo>
                      <a:lnTo>
                        <a:pt x="138" y="210"/>
                      </a:lnTo>
                      <a:lnTo>
                        <a:pt x="138" y="209"/>
                      </a:lnTo>
                      <a:lnTo>
                        <a:pt x="136" y="207"/>
                      </a:lnTo>
                      <a:lnTo>
                        <a:pt x="138" y="205"/>
                      </a:lnTo>
                      <a:lnTo>
                        <a:pt x="138" y="201"/>
                      </a:lnTo>
                      <a:lnTo>
                        <a:pt x="136" y="198"/>
                      </a:lnTo>
                      <a:lnTo>
                        <a:pt x="136" y="197"/>
                      </a:lnTo>
                      <a:lnTo>
                        <a:pt x="138" y="197"/>
                      </a:lnTo>
                      <a:lnTo>
                        <a:pt x="138" y="194"/>
                      </a:lnTo>
                      <a:lnTo>
                        <a:pt x="136" y="192"/>
                      </a:lnTo>
                      <a:lnTo>
                        <a:pt x="136" y="190"/>
                      </a:lnTo>
                      <a:lnTo>
                        <a:pt x="138" y="187"/>
                      </a:lnTo>
                      <a:lnTo>
                        <a:pt x="138" y="186"/>
                      </a:lnTo>
                      <a:lnTo>
                        <a:pt x="138" y="183"/>
                      </a:lnTo>
                      <a:lnTo>
                        <a:pt x="138" y="182"/>
                      </a:lnTo>
                      <a:lnTo>
                        <a:pt x="121" y="180"/>
                      </a:lnTo>
                      <a:lnTo>
                        <a:pt x="120" y="179"/>
                      </a:lnTo>
                      <a:lnTo>
                        <a:pt x="121" y="178"/>
                      </a:lnTo>
                      <a:lnTo>
                        <a:pt x="121" y="175"/>
                      </a:lnTo>
                      <a:lnTo>
                        <a:pt x="117" y="175"/>
                      </a:lnTo>
                      <a:lnTo>
                        <a:pt x="117" y="176"/>
                      </a:lnTo>
                      <a:lnTo>
                        <a:pt x="104" y="176"/>
                      </a:lnTo>
                      <a:lnTo>
                        <a:pt x="102" y="180"/>
                      </a:lnTo>
                      <a:lnTo>
                        <a:pt x="102" y="183"/>
                      </a:lnTo>
                      <a:lnTo>
                        <a:pt x="101" y="183"/>
                      </a:lnTo>
                      <a:lnTo>
                        <a:pt x="101" y="186"/>
                      </a:lnTo>
                      <a:lnTo>
                        <a:pt x="101" y="190"/>
                      </a:lnTo>
                      <a:lnTo>
                        <a:pt x="90" y="191"/>
                      </a:lnTo>
                      <a:lnTo>
                        <a:pt x="89" y="192"/>
                      </a:lnTo>
                      <a:lnTo>
                        <a:pt x="83" y="191"/>
                      </a:lnTo>
                      <a:lnTo>
                        <a:pt x="82" y="191"/>
                      </a:lnTo>
                      <a:lnTo>
                        <a:pt x="79" y="191"/>
                      </a:lnTo>
                      <a:lnTo>
                        <a:pt x="75" y="191"/>
                      </a:lnTo>
                      <a:lnTo>
                        <a:pt x="74" y="191"/>
                      </a:lnTo>
                      <a:lnTo>
                        <a:pt x="74" y="186"/>
                      </a:lnTo>
                      <a:lnTo>
                        <a:pt x="71" y="183"/>
                      </a:lnTo>
                      <a:lnTo>
                        <a:pt x="70" y="182"/>
                      </a:lnTo>
                      <a:lnTo>
                        <a:pt x="68" y="180"/>
                      </a:lnTo>
                      <a:lnTo>
                        <a:pt x="68" y="179"/>
                      </a:lnTo>
                      <a:lnTo>
                        <a:pt x="68" y="178"/>
                      </a:lnTo>
                      <a:lnTo>
                        <a:pt x="67" y="175"/>
                      </a:lnTo>
                      <a:lnTo>
                        <a:pt x="66" y="172"/>
                      </a:lnTo>
                      <a:lnTo>
                        <a:pt x="66" y="169"/>
                      </a:lnTo>
                      <a:lnTo>
                        <a:pt x="67" y="168"/>
                      </a:lnTo>
                      <a:lnTo>
                        <a:pt x="67" y="167"/>
                      </a:lnTo>
                      <a:lnTo>
                        <a:pt x="66" y="165"/>
                      </a:lnTo>
                      <a:lnTo>
                        <a:pt x="64" y="164"/>
                      </a:lnTo>
                      <a:lnTo>
                        <a:pt x="66" y="163"/>
                      </a:lnTo>
                      <a:lnTo>
                        <a:pt x="66" y="161"/>
                      </a:lnTo>
                      <a:lnTo>
                        <a:pt x="51" y="160"/>
                      </a:lnTo>
                      <a:lnTo>
                        <a:pt x="40" y="160"/>
                      </a:lnTo>
                      <a:lnTo>
                        <a:pt x="36" y="161"/>
                      </a:lnTo>
                      <a:lnTo>
                        <a:pt x="30" y="161"/>
                      </a:lnTo>
                      <a:lnTo>
                        <a:pt x="29" y="160"/>
                      </a:lnTo>
                      <a:lnTo>
                        <a:pt x="25" y="161"/>
                      </a:lnTo>
                      <a:lnTo>
                        <a:pt x="21" y="161"/>
                      </a:lnTo>
                      <a:lnTo>
                        <a:pt x="18" y="161"/>
                      </a:lnTo>
                      <a:lnTo>
                        <a:pt x="17" y="161"/>
                      </a:lnTo>
                      <a:lnTo>
                        <a:pt x="14" y="160"/>
                      </a:lnTo>
                      <a:lnTo>
                        <a:pt x="11" y="161"/>
                      </a:lnTo>
                      <a:lnTo>
                        <a:pt x="10" y="161"/>
                      </a:lnTo>
                      <a:lnTo>
                        <a:pt x="9" y="163"/>
                      </a:lnTo>
                      <a:lnTo>
                        <a:pt x="7" y="163"/>
                      </a:lnTo>
                      <a:lnTo>
                        <a:pt x="7" y="163"/>
                      </a:lnTo>
                      <a:lnTo>
                        <a:pt x="7" y="163"/>
                      </a:lnTo>
                      <a:lnTo>
                        <a:pt x="6" y="163"/>
                      </a:lnTo>
                      <a:lnTo>
                        <a:pt x="6" y="163"/>
                      </a:lnTo>
                      <a:lnTo>
                        <a:pt x="4" y="161"/>
                      </a:lnTo>
                      <a:lnTo>
                        <a:pt x="0" y="161"/>
                      </a:lnTo>
                      <a:lnTo>
                        <a:pt x="0" y="16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956"/>
                <p:cNvSpPr>
                  <a:spLocks/>
                </p:cNvSpPr>
                <p:nvPr/>
              </p:nvSpPr>
              <p:spPr bwMode="auto">
                <a:xfrm>
                  <a:off x="5458175" y="4845106"/>
                  <a:ext cx="82561" cy="213907"/>
                </a:xfrm>
                <a:custGeom>
                  <a:avLst/>
                  <a:gdLst/>
                  <a:ahLst/>
                  <a:cxnLst>
                    <a:cxn ang="0">
                      <a:pos x="5" y="0"/>
                    </a:cxn>
                    <a:cxn ang="0">
                      <a:pos x="8" y="1"/>
                    </a:cxn>
                    <a:cxn ang="0">
                      <a:pos x="9" y="3"/>
                    </a:cxn>
                    <a:cxn ang="0">
                      <a:pos x="12" y="3"/>
                    </a:cxn>
                    <a:cxn ang="0">
                      <a:pos x="14" y="4"/>
                    </a:cxn>
                    <a:cxn ang="0">
                      <a:pos x="16" y="6"/>
                    </a:cxn>
                    <a:cxn ang="0">
                      <a:pos x="23" y="12"/>
                    </a:cxn>
                    <a:cxn ang="0">
                      <a:pos x="23" y="42"/>
                    </a:cxn>
                    <a:cxn ang="0">
                      <a:pos x="24" y="57"/>
                    </a:cxn>
                    <a:cxn ang="0">
                      <a:pos x="31" y="61"/>
                    </a:cxn>
                    <a:cxn ang="0">
                      <a:pos x="33" y="64"/>
                    </a:cxn>
                    <a:cxn ang="0">
                      <a:pos x="39" y="71"/>
                    </a:cxn>
                    <a:cxn ang="0">
                      <a:pos x="44" y="79"/>
                    </a:cxn>
                    <a:cxn ang="0">
                      <a:pos x="44" y="82"/>
                    </a:cxn>
                    <a:cxn ang="0">
                      <a:pos x="43" y="84"/>
                    </a:cxn>
                    <a:cxn ang="0">
                      <a:pos x="40" y="86"/>
                    </a:cxn>
                    <a:cxn ang="0">
                      <a:pos x="40" y="87"/>
                    </a:cxn>
                    <a:cxn ang="0">
                      <a:pos x="42" y="94"/>
                    </a:cxn>
                    <a:cxn ang="0">
                      <a:pos x="39" y="98"/>
                    </a:cxn>
                    <a:cxn ang="0">
                      <a:pos x="35" y="103"/>
                    </a:cxn>
                    <a:cxn ang="0">
                      <a:pos x="33" y="107"/>
                    </a:cxn>
                    <a:cxn ang="0">
                      <a:pos x="33" y="114"/>
                    </a:cxn>
                    <a:cxn ang="0">
                      <a:pos x="29" y="113"/>
                    </a:cxn>
                    <a:cxn ang="0">
                      <a:pos x="29" y="109"/>
                    </a:cxn>
                    <a:cxn ang="0">
                      <a:pos x="25" y="106"/>
                    </a:cxn>
                    <a:cxn ang="0">
                      <a:pos x="21" y="101"/>
                    </a:cxn>
                    <a:cxn ang="0">
                      <a:pos x="20" y="95"/>
                    </a:cxn>
                    <a:cxn ang="0">
                      <a:pos x="21" y="91"/>
                    </a:cxn>
                    <a:cxn ang="0">
                      <a:pos x="24" y="84"/>
                    </a:cxn>
                    <a:cxn ang="0">
                      <a:pos x="25" y="78"/>
                    </a:cxn>
                    <a:cxn ang="0">
                      <a:pos x="20" y="73"/>
                    </a:cxn>
                    <a:cxn ang="0">
                      <a:pos x="16" y="75"/>
                    </a:cxn>
                    <a:cxn ang="0">
                      <a:pos x="13" y="76"/>
                    </a:cxn>
                    <a:cxn ang="0">
                      <a:pos x="10" y="72"/>
                    </a:cxn>
                    <a:cxn ang="0">
                      <a:pos x="8" y="69"/>
                    </a:cxn>
                    <a:cxn ang="0">
                      <a:pos x="4" y="69"/>
                    </a:cxn>
                    <a:cxn ang="0">
                      <a:pos x="2" y="65"/>
                    </a:cxn>
                    <a:cxn ang="0">
                      <a:pos x="0" y="61"/>
                    </a:cxn>
                    <a:cxn ang="0">
                      <a:pos x="4" y="59"/>
                    </a:cxn>
                    <a:cxn ang="0">
                      <a:pos x="4" y="54"/>
                    </a:cxn>
                    <a:cxn ang="0">
                      <a:pos x="4" y="52"/>
                    </a:cxn>
                    <a:cxn ang="0">
                      <a:pos x="6" y="48"/>
                    </a:cxn>
                    <a:cxn ang="0">
                      <a:pos x="10" y="45"/>
                    </a:cxn>
                    <a:cxn ang="0">
                      <a:pos x="10" y="44"/>
                    </a:cxn>
                    <a:cxn ang="0">
                      <a:pos x="9" y="42"/>
                    </a:cxn>
                    <a:cxn ang="0">
                      <a:pos x="9" y="40"/>
                    </a:cxn>
                    <a:cxn ang="0">
                      <a:pos x="9" y="35"/>
                    </a:cxn>
                    <a:cxn ang="0">
                      <a:pos x="9" y="33"/>
                    </a:cxn>
                    <a:cxn ang="0">
                      <a:pos x="8" y="27"/>
                    </a:cxn>
                    <a:cxn ang="0">
                      <a:pos x="12" y="22"/>
                    </a:cxn>
                    <a:cxn ang="0">
                      <a:pos x="12" y="21"/>
                    </a:cxn>
                    <a:cxn ang="0">
                      <a:pos x="12" y="15"/>
                    </a:cxn>
                    <a:cxn ang="0">
                      <a:pos x="9" y="12"/>
                    </a:cxn>
                    <a:cxn ang="0">
                      <a:pos x="10" y="7"/>
                    </a:cxn>
                    <a:cxn ang="0">
                      <a:pos x="6" y="6"/>
                    </a:cxn>
                    <a:cxn ang="0">
                      <a:pos x="5" y="3"/>
                    </a:cxn>
                  </a:cxnLst>
                  <a:rect l="0" t="0" r="r" b="b"/>
                  <a:pathLst>
                    <a:path w="44" h="114">
                      <a:moveTo>
                        <a:pt x="4" y="0"/>
                      </a:moveTo>
                      <a:lnTo>
                        <a:pt x="5" y="0"/>
                      </a:lnTo>
                      <a:lnTo>
                        <a:pt x="6" y="0"/>
                      </a:lnTo>
                      <a:lnTo>
                        <a:pt x="8" y="1"/>
                      </a:lnTo>
                      <a:lnTo>
                        <a:pt x="9" y="1"/>
                      </a:lnTo>
                      <a:lnTo>
                        <a:pt x="9" y="3"/>
                      </a:lnTo>
                      <a:lnTo>
                        <a:pt x="10" y="3"/>
                      </a:lnTo>
                      <a:lnTo>
                        <a:pt x="12" y="3"/>
                      </a:lnTo>
                      <a:lnTo>
                        <a:pt x="13" y="3"/>
                      </a:lnTo>
                      <a:lnTo>
                        <a:pt x="14" y="4"/>
                      </a:lnTo>
                      <a:lnTo>
                        <a:pt x="14" y="4"/>
                      </a:lnTo>
                      <a:lnTo>
                        <a:pt x="16" y="6"/>
                      </a:lnTo>
                      <a:lnTo>
                        <a:pt x="17" y="7"/>
                      </a:lnTo>
                      <a:lnTo>
                        <a:pt x="23" y="12"/>
                      </a:lnTo>
                      <a:lnTo>
                        <a:pt x="23" y="18"/>
                      </a:lnTo>
                      <a:lnTo>
                        <a:pt x="23" y="42"/>
                      </a:lnTo>
                      <a:lnTo>
                        <a:pt x="23" y="44"/>
                      </a:lnTo>
                      <a:lnTo>
                        <a:pt x="24" y="57"/>
                      </a:lnTo>
                      <a:lnTo>
                        <a:pt x="29" y="60"/>
                      </a:lnTo>
                      <a:lnTo>
                        <a:pt x="31" y="61"/>
                      </a:lnTo>
                      <a:lnTo>
                        <a:pt x="32" y="63"/>
                      </a:lnTo>
                      <a:lnTo>
                        <a:pt x="33" y="64"/>
                      </a:lnTo>
                      <a:lnTo>
                        <a:pt x="39" y="68"/>
                      </a:lnTo>
                      <a:lnTo>
                        <a:pt x="39" y="71"/>
                      </a:lnTo>
                      <a:lnTo>
                        <a:pt x="43" y="75"/>
                      </a:lnTo>
                      <a:lnTo>
                        <a:pt x="44" y="79"/>
                      </a:lnTo>
                      <a:lnTo>
                        <a:pt x="44" y="80"/>
                      </a:lnTo>
                      <a:lnTo>
                        <a:pt x="44" y="82"/>
                      </a:lnTo>
                      <a:lnTo>
                        <a:pt x="43" y="83"/>
                      </a:lnTo>
                      <a:lnTo>
                        <a:pt x="43" y="84"/>
                      </a:lnTo>
                      <a:lnTo>
                        <a:pt x="40" y="84"/>
                      </a:lnTo>
                      <a:lnTo>
                        <a:pt x="40" y="86"/>
                      </a:lnTo>
                      <a:lnTo>
                        <a:pt x="42" y="86"/>
                      </a:lnTo>
                      <a:lnTo>
                        <a:pt x="40" y="87"/>
                      </a:lnTo>
                      <a:lnTo>
                        <a:pt x="42" y="90"/>
                      </a:lnTo>
                      <a:lnTo>
                        <a:pt x="42" y="94"/>
                      </a:lnTo>
                      <a:lnTo>
                        <a:pt x="42" y="97"/>
                      </a:lnTo>
                      <a:lnTo>
                        <a:pt x="39" y="98"/>
                      </a:lnTo>
                      <a:lnTo>
                        <a:pt x="36" y="99"/>
                      </a:lnTo>
                      <a:lnTo>
                        <a:pt x="35" y="103"/>
                      </a:lnTo>
                      <a:lnTo>
                        <a:pt x="35" y="106"/>
                      </a:lnTo>
                      <a:lnTo>
                        <a:pt x="33" y="107"/>
                      </a:lnTo>
                      <a:lnTo>
                        <a:pt x="33" y="112"/>
                      </a:lnTo>
                      <a:lnTo>
                        <a:pt x="33" y="114"/>
                      </a:lnTo>
                      <a:lnTo>
                        <a:pt x="31" y="114"/>
                      </a:lnTo>
                      <a:lnTo>
                        <a:pt x="29" y="113"/>
                      </a:lnTo>
                      <a:lnTo>
                        <a:pt x="31" y="112"/>
                      </a:lnTo>
                      <a:lnTo>
                        <a:pt x="29" y="109"/>
                      </a:lnTo>
                      <a:lnTo>
                        <a:pt x="28" y="107"/>
                      </a:lnTo>
                      <a:lnTo>
                        <a:pt x="25" y="106"/>
                      </a:lnTo>
                      <a:lnTo>
                        <a:pt x="23" y="103"/>
                      </a:lnTo>
                      <a:lnTo>
                        <a:pt x="21" y="101"/>
                      </a:lnTo>
                      <a:lnTo>
                        <a:pt x="20" y="99"/>
                      </a:lnTo>
                      <a:lnTo>
                        <a:pt x="20" y="95"/>
                      </a:lnTo>
                      <a:lnTo>
                        <a:pt x="19" y="93"/>
                      </a:lnTo>
                      <a:lnTo>
                        <a:pt x="21" y="91"/>
                      </a:lnTo>
                      <a:lnTo>
                        <a:pt x="21" y="87"/>
                      </a:lnTo>
                      <a:lnTo>
                        <a:pt x="24" y="84"/>
                      </a:lnTo>
                      <a:lnTo>
                        <a:pt x="25" y="80"/>
                      </a:lnTo>
                      <a:lnTo>
                        <a:pt x="25" y="78"/>
                      </a:lnTo>
                      <a:lnTo>
                        <a:pt x="24" y="75"/>
                      </a:lnTo>
                      <a:lnTo>
                        <a:pt x="20" y="73"/>
                      </a:lnTo>
                      <a:lnTo>
                        <a:pt x="17" y="73"/>
                      </a:lnTo>
                      <a:lnTo>
                        <a:pt x="16" y="75"/>
                      </a:lnTo>
                      <a:lnTo>
                        <a:pt x="13" y="75"/>
                      </a:lnTo>
                      <a:lnTo>
                        <a:pt x="13" y="76"/>
                      </a:lnTo>
                      <a:lnTo>
                        <a:pt x="10" y="75"/>
                      </a:lnTo>
                      <a:lnTo>
                        <a:pt x="10" y="72"/>
                      </a:lnTo>
                      <a:lnTo>
                        <a:pt x="9" y="71"/>
                      </a:lnTo>
                      <a:lnTo>
                        <a:pt x="8" y="69"/>
                      </a:lnTo>
                      <a:lnTo>
                        <a:pt x="8" y="68"/>
                      </a:lnTo>
                      <a:lnTo>
                        <a:pt x="4" y="69"/>
                      </a:lnTo>
                      <a:lnTo>
                        <a:pt x="4" y="68"/>
                      </a:lnTo>
                      <a:lnTo>
                        <a:pt x="2" y="65"/>
                      </a:lnTo>
                      <a:lnTo>
                        <a:pt x="0" y="63"/>
                      </a:lnTo>
                      <a:lnTo>
                        <a:pt x="0" y="61"/>
                      </a:lnTo>
                      <a:lnTo>
                        <a:pt x="1" y="61"/>
                      </a:lnTo>
                      <a:lnTo>
                        <a:pt x="4" y="59"/>
                      </a:lnTo>
                      <a:lnTo>
                        <a:pt x="4" y="56"/>
                      </a:lnTo>
                      <a:lnTo>
                        <a:pt x="4" y="54"/>
                      </a:lnTo>
                      <a:lnTo>
                        <a:pt x="4" y="53"/>
                      </a:lnTo>
                      <a:lnTo>
                        <a:pt x="4" y="52"/>
                      </a:lnTo>
                      <a:lnTo>
                        <a:pt x="4" y="50"/>
                      </a:lnTo>
                      <a:lnTo>
                        <a:pt x="6" y="48"/>
                      </a:lnTo>
                      <a:lnTo>
                        <a:pt x="9" y="48"/>
                      </a:lnTo>
                      <a:lnTo>
                        <a:pt x="10" y="45"/>
                      </a:lnTo>
                      <a:lnTo>
                        <a:pt x="12" y="45"/>
                      </a:lnTo>
                      <a:lnTo>
                        <a:pt x="10" y="44"/>
                      </a:lnTo>
                      <a:lnTo>
                        <a:pt x="9" y="44"/>
                      </a:lnTo>
                      <a:lnTo>
                        <a:pt x="9" y="42"/>
                      </a:lnTo>
                      <a:lnTo>
                        <a:pt x="9" y="40"/>
                      </a:lnTo>
                      <a:lnTo>
                        <a:pt x="9" y="40"/>
                      </a:lnTo>
                      <a:lnTo>
                        <a:pt x="10" y="38"/>
                      </a:lnTo>
                      <a:lnTo>
                        <a:pt x="9" y="35"/>
                      </a:lnTo>
                      <a:lnTo>
                        <a:pt x="9" y="34"/>
                      </a:lnTo>
                      <a:lnTo>
                        <a:pt x="9" y="33"/>
                      </a:lnTo>
                      <a:lnTo>
                        <a:pt x="9" y="30"/>
                      </a:lnTo>
                      <a:lnTo>
                        <a:pt x="8" y="27"/>
                      </a:lnTo>
                      <a:lnTo>
                        <a:pt x="9" y="25"/>
                      </a:lnTo>
                      <a:lnTo>
                        <a:pt x="12" y="22"/>
                      </a:lnTo>
                      <a:lnTo>
                        <a:pt x="12" y="21"/>
                      </a:lnTo>
                      <a:lnTo>
                        <a:pt x="12" y="21"/>
                      </a:lnTo>
                      <a:lnTo>
                        <a:pt x="12" y="16"/>
                      </a:lnTo>
                      <a:lnTo>
                        <a:pt x="12" y="15"/>
                      </a:lnTo>
                      <a:lnTo>
                        <a:pt x="9" y="14"/>
                      </a:lnTo>
                      <a:lnTo>
                        <a:pt x="9" y="12"/>
                      </a:lnTo>
                      <a:lnTo>
                        <a:pt x="10" y="8"/>
                      </a:lnTo>
                      <a:lnTo>
                        <a:pt x="10" y="7"/>
                      </a:lnTo>
                      <a:lnTo>
                        <a:pt x="9" y="7"/>
                      </a:lnTo>
                      <a:lnTo>
                        <a:pt x="6" y="6"/>
                      </a:lnTo>
                      <a:lnTo>
                        <a:pt x="6" y="3"/>
                      </a:lnTo>
                      <a:lnTo>
                        <a:pt x="5" y="3"/>
                      </a:lnTo>
                      <a:lnTo>
                        <a:pt x="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957"/>
                <p:cNvSpPr>
                  <a:spLocks/>
                </p:cNvSpPr>
                <p:nvPr/>
              </p:nvSpPr>
              <p:spPr bwMode="auto">
                <a:xfrm>
                  <a:off x="5458175" y="4845106"/>
                  <a:ext cx="82561" cy="213907"/>
                </a:xfrm>
                <a:custGeom>
                  <a:avLst/>
                  <a:gdLst/>
                  <a:ahLst/>
                  <a:cxnLst>
                    <a:cxn ang="0">
                      <a:pos x="5" y="0"/>
                    </a:cxn>
                    <a:cxn ang="0">
                      <a:pos x="8" y="1"/>
                    </a:cxn>
                    <a:cxn ang="0">
                      <a:pos x="9" y="3"/>
                    </a:cxn>
                    <a:cxn ang="0">
                      <a:pos x="12" y="3"/>
                    </a:cxn>
                    <a:cxn ang="0">
                      <a:pos x="14" y="4"/>
                    </a:cxn>
                    <a:cxn ang="0">
                      <a:pos x="16" y="6"/>
                    </a:cxn>
                    <a:cxn ang="0">
                      <a:pos x="23" y="12"/>
                    </a:cxn>
                    <a:cxn ang="0">
                      <a:pos x="23" y="42"/>
                    </a:cxn>
                    <a:cxn ang="0">
                      <a:pos x="24" y="57"/>
                    </a:cxn>
                    <a:cxn ang="0">
                      <a:pos x="31" y="61"/>
                    </a:cxn>
                    <a:cxn ang="0">
                      <a:pos x="33" y="64"/>
                    </a:cxn>
                    <a:cxn ang="0">
                      <a:pos x="39" y="71"/>
                    </a:cxn>
                    <a:cxn ang="0">
                      <a:pos x="44" y="79"/>
                    </a:cxn>
                    <a:cxn ang="0">
                      <a:pos x="44" y="82"/>
                    </a:cxn>
                    <a:cxn ang="0">
                      <a:pos x="43" y="84"/>
                    </a:cxn>
                    <a:cxn ang="0">
                      <a:pos x="40" y="86"/>
                    </a:cxn>
                    <a:cxn ang="0">
                      <a:pos x="40" y="87"/>
                    </a:cxn>
                    <a:cxn ang="0">
                      <a:pos x="42" y="94"/>
                    </a:cxn>
                    <a:cxn ang="0">
                      <a:pos x="39" y="98"/>
                    </a:cxn>
                    <a:cxn ang="0">
                      <a:pos x="35" y="103"/>
                    </a:cxn>
                    <a:cxn ang="0">
                      <a:pos x="33" y="107"/>
                    </a:cxn>
                    <a:cxn ang="0">
                      <a:pos x="33" y="114"/>
                    </a:cxn>
                    <a:cxn ang="0">
                      <a:pos x="29" y="113"/>
                    </a:cxn>
                    <a:cxn ang="0">
                      <a:pos x="29" y="109"/>
                    </a:cxn>
                    <a:cxn ang="0">
                      <a:pos x="25" y="106"/>
                    </a:cxn>
                    <a:cxn ang="0">
                      <a:pos x="21" y="101"/>
                    </a:cxn>
                    <a:cxn ang="0">
                      <a:pos x="20" y="95"/>
                    </a:cxn>
                    <a:cxn ang="0">
                      <a:pos x="21" y="91"/>
                    </a:cxn>
                    <a:cxn ang="0">
                      <a:pos x="24" y="84"/>
                    </a:cxn>
                    <a:cxn ang="0">
                      <a:pos x="25" y="78"/>
                    </a:cxn>
                    <a:cxn ang="0">
                      <a:pos x="20" y="73"/>
                    </a:cxn>
                    <a:cxn ang="0">
                      <a:pos x="16" y="75"/>
                    </a:cxn>
                    <a:cxn ang="0">
                      <a:pos x="13" y="76"/>
                    </a:cxn>
                    <a:cxn ang="0">
                      <a:pos x="10" y="72"/>
                    </a:cxn>
                    <a:cxn ang="0">
                      <a:pos x="8" y="69"/>
                    </a:cxn>
                    <a:cxn ang="0">
                      <a:pos x="4" y="69"/>
                    </a:cxn>
                    <a:cxn ang="0">
                      <a:pos x="2" y="65"/>
                    </a:cxn>
                    <a:cxn ang="0">
                      <a:pos x="0" y="61"/>
                    </a:cxn>
                    <a:cxn ang="0">
                      <a:pos x="4" y="59"/>
                    </a:cxn>
                    <a:cxn ang="0">
                      <a:pos x="4" y="54"/>
                    </a:cxn>
                    <a:cxn ang="0">
                      <a:pos x="4" y="52"/>
                    </a:cxn>
                    <a:cxn ang="0">
                      <a:pos x="6" y="48"/>
                    </a:cxn>
                    <a:cxn ang="0">
                      <a:pos x="10" y="45"/>
                    </a:cxn>
                    <a:cxn ang="0">
                      <a:pos x="10" y="44"/>
                    </a:cxn>
                    <a:cxn ang="0">
                      <a:pos x="9" y="42"/>
                    </a:cxn>
                    <a:cxn ang="0">
                      <a:pos x="9" y="40"/>
                    </a:cxn>
                    <a:cxn ang="0">
                      <a:pos x="9" y="35"/>
                    </a:cxn>
                    <a:cxn ang="0">
                      <a:pos x="9" y="33"/>
                    </a:cxn>
                    <a:cxn ang="0">
                      <a:pos x="8" y="27"/>
                    </a:cxn>
                    <a:cxn ang="0">
                      <a:pos x="12" y="22"/>
                    </a:cxn>
                    <a:cxn ang="0">
                      <a:pos x="12" y="21"/>
                    </a:cxn>
                    <a:cxn ang="0">
                      <a:pos x="12" y="15"/>
                    </a:cxn>
                    <a:cxn ang="0">
                      <a:pos x="9" y="12"/>
                    </a:cxn>
                    <a:cxn ang="0">
                      <a:pos x="10" y="7"/>
                    </a:cxn>
                    <a:cxn ang="0">
                      <a:pos x="6" y="6"/>
                    </a:cxn>
                    <a:cxn ang="0">
                      <a:pos x="5" y="3"/>
                    </a:cxn>
                  </a:cxnLst>
                  <a:rect l="0" t="0" r="r" b="b"/>
                  <a:pathLst>
                    <a:path w="44" h="114">
                      <a:moveTo>
                        <a:pt x="4" y="0"/>
                      </a:moveTo>
                      <a:lnTo>
                        <a:pt x="5" y="0"/>
                      </a:lnTo>
                      <a:lnTo>
                        <a:pt x="6" y="0"/>
                      </a:lnTo>
                      <a:lnTo>
                        <a:pt x="8" y="1"/>
                      </a:lnTo>
                      <a:lnTo>
                        <a:pt x="9" y="1"/>
                      </a:lnTo>
                      <a:lnTo>
                        <a:pt x="9" y="3"/>
                      </a:lnTo>
                      <a:lnTo>
                        <a:pt x="10" y="3"/>
                      </a:lnTo>
                      <a:lnTo>
                        <a:pt x="12" y="3"/>
                      </a:lnTo>
                      <a:lnTo>
                        <a:pt x="13" y="3"/>
                      </a:lnTo>
                      <a:lnTo>
                        <a:pt x="14" y="4"/>
                      </a:lnTo>
                      <a:lnTo>
                        <a:pt x="14" y="4"/>
                      </a:lnTo>
                      <a:lnTo>
                        <a:pt x="16" y="6"/>
                      </a:lnTo>
                      <a:lnTo>
                        <a:pt x="17" y="7"/>
                      </a:lnTo>
                      <a:lnTo>
                        <a:pt x="23" y="12"/>
                      </a:lnTo>
                      <a:lnTo>
                        <a:pt x="23" y="18"/>
                      </a:lnTo>
                      <a:lnTo>
                        <a:pt x="23" y="42"/>
                      </a:lnTo>
                      <a:lnTo>
                        <a:pt x="23" y="44"/>
                      </a:lnTo>
                      <a:lnTo>
                        <a:pt x="24" y="57"/>
                      </a:lnTo>
                      <a:lnTo>
                        <a:pt x="29" y="60"/>
                      </a:lnTo>
                      <a:lnTo>
                        <a:pt x="31" y="61"/>
                      </a:lnTo>
                      <a:lnTo>
                        <a:pt x="32" y="63"/>
                      </a:lnTo>
                      <a:lnTo>
                        <a:pt x="33" y="64"/>
                      </a:lnTo>
                      <a:lnTo>
                        <a:pt x="39" y="68"/>
                      </a:lnTo>
                      <a:lnTo>
                        <a:pt x="39" y="71"/>
                      </a:lnTo>
                      <a:lnTo>
                        <a:pt x="43" y="75"/>
                      </a:lnTo>
                      <a:lnTo>
                        <a:pt x="44" y="79"/>
                      </a:lnTo>
                      <a:lnTo>
                        <a:pt x="44" y="80"/>
                      </a:lnTo>
                      <a:lnTo>
                        <a:pt x="44" y="82"/>
                      </a:lnTo>
                      <a:lnTo>
                        <a:pt x="43" y="83"/>
                      </a:lnTo>
                      <a:lnTo>
                        <a:pt x="43" y="84"/>
                      </a:lnTo>
                      <a:lnTo>
                        <a:pt x="40" y="84"/>
                      </a:lnTo>
                      <a:lnTo>
                        <a:pt x="40" y="86"/>
                      </a:lnTo>
                      <a:lnTo>
                        <a:pt x="42" y="86"/>
                      </a:lnTo>
                      <a:lnTo>
                        <a:pt x="40" y="87"/>
                      </a:lnTo>
                      <a:lnTo>
                        <a:pt x="42" y="90"/>
                      </a:lnTo>
                      <a:lnTo>
                        <a:pt x="42" y="94"/>
                      </a:lnTo>
                      <a:lnTo>
                        <a:pt x="42" y="97"/>
                      </a:lnTo>
                      <a:lnTo>
                        <a:pt x="39" y="98"/>
                      </a:lnTo>
                      <a:lnTo>
                        <a:pt x="36" y="99"/>
                      </a:lnTo>
                      <a:lnTo>
                        <a:pt x="35" y="103"/>
                      </a:lnTo>
                      <a:lnTo>
                        <a:pt x="35" y="106"/>
                      </a:lnTo>
                      <a:lnTo>
                        <a:pt x="33" y="107"/>
                      </a:lnTo>
                      <a:lnTo>
                        <a:pt x="33" y="112"/>
                      </a:lnTo>
                      <a:lnTo>
                        <a:pt x="33" y="114"/>
                      </a:lnTo>
                      <a:lnTo>
                        <a:pt x="31" y="114"/>
                      </a:lnTo>
                      <a:lnTo>
                        <a:pt x="29" y="113"/>
                      </a:lnTo>
                      <a:lnTo>
                        <a:pt x="31" y="112"/>
                      </a:lnTo>
                      <a:lnTo>
                        <a:pt x="29" y="109"/>
                      </a:lnTo>
                      <a:lnTo>
                        <a:pt x="28" y="107"/>
                      </a:lnTo>
                      <a:lnTo>
                        <a:pt x="25" y="106"/>
                      </a:lnTo>
                      <a:lnTo>
                        <a:pt x="23" y="103"/>
                      </a:lnTo>
                      <a:lnTo>
                        <a:pt x="21" y="101"/>
                      </a:lnTo>
                      <a:lnTo>
                        <a:pt x="20" y="99"/>
                      </a:lnTo>
                      <a:lnTo>
                        <a:pt x="20" y="95"/>
                      </a:lnTo>
                      <a:lnTo>
                        <a:pt x="19" y="93"/>
                      </a:lnTo>
                      <a:lnTo>
                        <a:pt x="21" y="91"/>
                      </a:lnTo>
                      <a:lnTo>
                        <a:pt x="21" y="87"/>
                      </a:lnTo>
                      <a:lnTo>
                        <a:pt x="24" y="84"/>
                      </a:lnTo>
                      <a:lnTo>
                        <a:pt x="25" y="80"/>
                      </a:lnTo>
                      <a:lnTo>
                        <a:pt x="25" y="78"/>
                      </a:lnTo>
                      <a:lnTo>
                        <a:pt x="24" y="75"/>
                      </a:lnTo>
                      <a:lnTo>
                        <a:pt x="20" y="73"/>
                      </a:lnTo>
                      <a:lnTo>
                        <a:pt x="17" y="73"/>
                      </a:lnTo>
                      <a:lnTo>
                        <a:pt x="16" y="75"/>
                      </a:lnTo>
                      <a:lnTo>
                        <a:pt x="13" y="75"/>
                      </a:lnTo>
                      <a:lnTo>
                        <a:pt x="13" y="76"/>
                      </a:lnTo>
                      <a:lnTo>
                        <a:pt x="10" y="75"/>
                      </a:lnTo>
                      <a:lnTo>
                        <a:pt x="10" y="72"/>
                      </a:lnTo>
                      <a:lnTo>
                        <a:pt x="9" y="71"/>
                      </a:lnTo>
                      <a:lnTo>
                        <a:pt x="8" y="69"/>
                      </a:lnTo>
                      <a:lnTo>
                        <a:pt x="8" y="68"/>
                      </a:lnTo>
                      <a:lnTo>
                        <a:pt x="4" y="69"/>
                      </a:lnTo>
                      <a:lnTo>
                        <a:pt x="4" y="68"/>
                      </a:lnTo>
                      <a:lnTo>
                        <a:pt x="2" y="65"/>
                      </a:lnTo>
                      <a:lnTo>
                        <a:pt x="0" y="63"/>
                      </a:lnTo>
                      <a:lnTo>
                        <a:pt x="0" y="61"/>
                      </a:lnTo>
                      <a:lnTo>
                        <a:pt x="1" y="61"/>
                      </a:lnTo>
                      <a:lnTo>
                        <a:pt x="4" y="59"/>
                      </a:lnTo>
                      <a:lnTo>
                        <a:pt x="4" y="56"/>
                      </a:lnTo>
                      <a:lnTo>
                        <a:pt x="4" y="54"/>
                      </a:lnTo>
                      <a:lnTo>
                        <a:pt x="4" y="53"/>
                      </a:lnTo>
                      <a:lnTo>
                        <a:pt x="4" y="52"/>
                      </a:lnTo>
                      <a:lnTo>
                        <a:pt x="4" y="50"/>
                      </a:lnTo>
                      <a:lnTo>
                        <a:pt x="6" y="48"/>
                      </a:lnTo>
                      <a:lnTo>
                        <a:pt x="9" y="48"/>
                      </a:lnTo>
                      <a:lnTo>
                        <a:pt x="10" y="45"/>
                      </a:lnTo>
                      <a:lnTo>
                        <a:pt x="12" y="45"/>
                      </a:lnTo>
                      <a:lnTo>
                        <a:pt x="10" y="44"/>
                      </a:lnTo>
                      <a:lnTo>
                        <a:pt x="9" y="44"/>
                      </a:lnTo>
                      <a:lnTo>
                        <a:pt x="9" y="42"/>
                      </a:lnTo>
                      <a:lnTo>
                        <a:pt x="9" y="40"/>
                      </a:lnTo>
                      <a:lnTo>
                        <a:pt x="9" y="40"/>
                      </a:lnTo>
                      <a:lnTo>
                        <a:pt x="10" y="38"/>
                      </a:lnTo>
                      <a:lnTo>
                        <a:pt x="9" y="35"/>
                      </a:lnTo>
                      <a:lnTo>
                        <a:pt x="9" y="34"/>
                      </a:lnTo>
                      <a:lnTo>
                        <a:pt x="9" y="33"/>
                      </a:lnTo>
                      <a:lnTo>
                        <a:pt x="9" y="30"/>
                      </a:lnTo>
                      <a:lnTo>
                        <a:pt x="8" y="27"/>
                      </a:lnTo>
                      <a:lnTo>
                        <a:pt x="9" y="25"/>
                      </a:lnTo>
                      <a:lnTo>
                        <a:pt x="12" y="22"/>
                      </a:lnTo>
                      <a:lnTo>
                        <a:pt x="12" y="21"/>
                      </a:lnTo>
                      <a:lnTo>
                        <a:pt x="12" y="21"/>
                      </a:lnTo>
                      <a:lnTo>
                        <a:pt x="12" y="16"/>
                      </a:lnTo>
                      <a:lnTo>
                        <a:pt x="12" y="15"/>
                      </a:lnTo>
                      <a:lnTo>
                        <a:pt x="9" y="14"/>
                      </a:lnTo>
                      <a:lnTo>
                        <a:pt x="9" y="12"/>
                      </a:lnTo>
                      <a:lnTo>
                        <a:pt x="10" y="8"/>
                      </a:lnTo>
                      <a:lnTo>
                        <a:pt x="10" y="7"/>
                      </a:lnTo>
                      <a:lnTo>
                        <a:pt x="9" y="7"/>
                      </a:lnTo>
                      <a:lnTo>
                        <a:pt x="6" y="6"/>
                      </a:lnTo>
                      <a:lnTo>
                        <a:pt x="6" y="3"/>
                      </a:lnTo>
                      <a:lnTo>
                        <a:pt x="5" y="3"/>
                      </a:lnTo>
                      <a:lnTo>
                        <a:pt x="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958"/>
                <p:cNvSpPr>
                  <a:spLocks/>
                </p:cNvSpPr>
                <p:nvPr/>
              </p:nvSpPr>
              <p:spPr bwMode="auto">
                <a:xfrm>
                  <a:off x="5163583" y="4815084"/>
                  <a:ext cx="317109" cy="266446"/>
                </a:xfrm>
                <a:custGeom>
                  <a:avLst/>
                  <a:gdLst/>
                  <a:ahLst/>
                  <a:cxnLst>
                    <a:cxn ang="0">
                      <a:pos x="37" y="42"/>
                    </a:cxn>
                    <a:cxn ang="0">
                      <a:pos x="38" y="47"/>
                    </a:cxn>
                    <a:cxn ang="0">
                      <a:pos x="45" y="43"/>
                    </a:cxn>
                    <a:cxn ang="0">
                      <a:pos x="51" y="47"/>
                    </a:cxn>
                    <a:cxn ang="0">
                      <a:pos x="55" y="51"/>
                    </a:cxn>
                    <a:cxn ang="0">
                      <a:pos x="65" y="56"/>
                    </a:cxn>
                    <a:cxn ang="0">
                      <a:pos x="72" y="53"/>
                    </a:cxn>
                    <a:cxn ang="0">
                      <a:pos x="78" y="49"/>
                    </a:cxn>
                    <a:cxn ang="0">
                      <a:pos x="85" y="58"/>
                    </a:cxn>
                    <a:cxn ang="0">
                      <a:pos x="98" y="69"/>
                    </a:cxn>
                    <a:cxn ang="0">
                      <a:pos x="108" y="75"/>
                    </a:cxn>
                    <a:cxn ang="0">
                      <a:pos x="114" y="75"/>
                    </a:cxn>
                    <a:cxn ang="0">
                      <a:pos x="109" y="58"/>
                    </a:cxn>
                    <a:cxn ang="0">
                      <a:pos x="104" y="61"/>
                    </a:cxn>
                    <a:cxn ang="0">
                      <a:pos x="95" y="51"/>
                    </a:cxn>
                    <a:cxn ang="0">
                      <a:pos x="98" y="37"/>
                    </a:cxn>
                    <a:cxn ang="0">
                      <a:pos x="101" y="30"/>
                    </a:cxn>
                    <a:cxn ang="0">
                      <a:pos x="101" y="23"/>
                    </a:cxn>
                    <a:cxn ang="0">
                      <a:pos x="97" y="16"/>
                    </a:cxn>
                    <a:cxn ang="0">
                      <a:pos x="135" y="3"/>
                    </a:cxn>
                    <a:cxn ang="0">
                      <a:pos x="142" y="5"/>
                    </a:cxn>
                    <a:cxn ang="0">
                      <a:pos x="154" y="9"/>
                    </a:cxn>
                    <a:cxn ang="0">
                      <a:pos x="161" y="16"/>
                    </a:cxn>
                    <a:cxn ang="0">
                      <a:pos x="163" y="22"/>
                    </a:cxn>
                    <a:cxn ang="0">
                      <a:pos x="166" y="28"/>
                    </a:cxn>
                    <a:cxn ang="0">
                      <a:pos x="169" y="37"/>
                    </a:cxn>
                    <a:cxn ang="0">
                      <a:pos x="165" y="43"/>
                    </a:cxn>
                    <a:cxn ang="0">
                      <a:pos x="166" y="51"/>
                    </a:cxn>
                    <a:cxn ang="0">
                      <a:pos x="166" y="58"/>
                    </a:cxn>
                    <a:cxn ang="0">
                      <a:pos x="167" y="61"/>
                    </a:cxn>
                    <a:cxn ang="0">
                      <a:pos x="161" y="68"/>
                    </a:cxn>
                    <a:cxn ang="0">
                      <a:pos x="161" y="75"/>
                    </a:cxn>
                    <a:cxn ang="0">
                      <a:pos x="159" y="81"/>
                    </a:cxn>
                    <a:cxn ang="0">
                      <a:pos x="157" y="87"/>
                    </a:cxn>
                    <a:cxn ang="0">
                      <a:pos x="128" y="96"/>
                    </a:cxn>
                    <a:cxn ang="0">
                      <a:pos x="123" y="107"/>
                    </a:cxn>
                    <a:cxn ang="0">
                      <a:pos x="116" y="107"/>
                    </a:cxn>
                    <a:cxn ang="0">
                      <a:pos x="106" y="109"/>
                    </a:cxn>
                    <a:cxn ang="0">
                      <a:pos x="99" y="115"/>
                    </a:cxn>
                    <a:cxn ang="0">
                      <a:pos x="98" y="119"/>
                    </a:cxn>
                    <a:cxn ang="0">
                      <a:pos x="74" y="141"/>
                    </a:cxn>
                    <a:cxn ang="0">
                      <a:pos x="65" y="140"/>
                    </a:cxn>
                    <a:cxn ang="0">
                      <a:pos x="59" y="140"/>
                    </a:cxn>
                    <a:cxn ang="0">
                      <a:pos x="51" y="138"/>
                    </a:cxn>
                    <a:cxn ang="0">
                      <a:pos x="44" y="136"/>
                    </a:cxn>
                    <a:cxn ang="0">
                      <a:pos x="40" y="134"/>
                    </a:cxn>
                    <a:cxn ang="0">
                      <a:pos x="21" y="137"/>
                    </a:cxn>
                    <a:cxn ang="0">
                      <a:pos x="15" y="130"/>
                    </a:cxn>
                    <a:cxn ang="0">
                      <a:pos x="6" y="123"/>
                    </a:cxn>
                    <a:cxn ang="0">
                      <a:pos x="0" y="117"/>
                    </a:cxn>
                    <a:cxn ang="0">
                      <a:pos x="32" y="64"/>
                    </a:cxn>
                    <a:cxn ang="0">
                      <a:pos x="32" y="54"/>
                    </a:cxn>
                    <a:cxn ang="0">
                      <a:pos x="32" y="42"/>
                    </a:cxn>
                  </a:cxnLst>
                  <a:rect l="0" t="0" r="r" b="b"/>
                  <a:pathLst>
                    <a:path w="169" h="142">
                      <a:moveTo>
                        <a:pt x="32" y="41"/>
                      </a:moveTo>
                      <a:lnTo>
                        <a:pt x="33" y="42"/>
                      </a:lnTo>
                      <a:lnTo>
                        <a:pt x="34" y="42"/>
                      </a:lnTo>
                      <a:lnTo>
                        <a:pt x="37" y="42"/>
                      </a:lnTo>
                      <a:lnTo>
                        <a:pt x="37" y="43"/>
                      </a:lnTo>
                      <a:lnTo>
                        <a:pt x="37" y="46"/>
                      </a:lnTo>
                      <a:lnTo>
                        <a:pt x="38" y="47"/>
                      </a:lnTo>
                      <a:lnTo>
                        <a:pt x="38" y="47"/>
                      </a:lnTo>
                      <a:lnTo>
                        <a:pt x="41" y="46"/>
                      </a:lnTo>
                      <a:lnTo>
                        <a:pt x="42" y="45"/>
                      </a:lnTo>
                      <a:lnTo>
                        <a:pt x="45" y="45"/>
                      </a:lnTo>
                      <a:lnTo>
                        <a:pt x="45" y="43"/>
                      </a:lnTo>
                      <a:lnTo>
                        <a:pt x="49" y="43"/>
                      </a:lnTo>
                      <a:lnTo>
                        <a:pt x="51" y="43"/>
                      </a:lnTo>
                      <a:lnTo>
                        <a:pt x="51" y="46"/>
                      </a:lnTo>
                      <a:lnTo>
                        <a:pt x="51" y="47"/>
                      </a:lnTo>
                      <a:lnTo>
                        <a:pt x="51" y="49"/>
                      </a:lnTo>
                      <a:lnTo>
                        <a:pt x="51" y="50"/>
                      </a:lnTo>
                      <a:lnTo>
                        <a:pt x="52" y="50"/>
                      </a:lnTo>
                      <a:lnTo>
                        <a:pt x="55" y="51"/>
                      </a:lnTo>
                      <a:lnTo>
                        <a:pt x="56" y="51"/>
                      </a:lnTo>
                      <a:lnTo>
                        <a:pt x="60" y="54"/>
                      </a:lnTo>
                      <a:lnTo>
                        <a:pt x="63" y="54"/>
                      </a:lnTo>
                      <a:lnTo>
                        <a:pt x="65" y="56"/>
                      </a:lnTo>
                      <a:lnTo>
                        <a:pt x="65" y="56"/>
                      </a:lnTo>
                      <a:lnTo>
                        <a:pt x="68" y="56"/>
                      </a:lnTo>
                      <a:lnTo>
                        <a:pt x="72" y="54"/>
                      </a:lnTo>
                      <a:lnTo>
                        <a:pt x="72" y="53"/>
                      </a:lnTo>
                      <a:lnTo>
                        <a:pt x="74" y="49"/>
                      </a:lnTo>
                      <a:lnTo>
                        <a:pt x="76" y="49"/>
                      </a:lnTo>
                      <a:lnTo>
                        <a:pt x="78" y="49"/>
                      </a:lnTo>
                      <a:lnTo>
                        <a:pt x="78" y="49"/>
                      </a:lnTo>
                      <a:lnTo>
                        <a:pt x="78" y="53"/>
                      </a:lnTo>
                      <a:lnTo>
                        <a:pt x="80" y="56"/>
                      </a:lnTo>
                      <a:lnTo>
                        <a:pt x="80" y="57"/>
                      </a:lnTo>
                      <a:lnTo>
                        <a:pt x="85" y="58"/>
                      </a:lnTo>
                      <a:lnTo>
                        <a:pt x="90" y="61"/>
                      </a:lnTo>
                      <a:lnTo>
                        <a:pt x="93" y="62"/>
                      </a:lnTo>
                      <a:lnTo>
                        <a:pt x="95" y="66"/>
                      </a:lnTo>
                      <a:lnTo>
                        <a:pt x="98" y="69"/>
                      </a:lnTo>
                      <a:lnTo>
                        <a:pt x="101" y="72"/>
                      </a:lnTo>
                      <a:lnTo>
                        <a:pt x="104" y="75"/>
                      </a:lnTo>
                      <a:lnTo>
                        <a:pt x="106" y="75"/>
                      </a:lnTo>
                      <a:lnTo>
                        <a:pt x="108" y="75"/>
                      </a:lnTo>
                      <a:lnTo>
                        <a:pt x="110" y="73"/>
                      </a:lnTo>
                      <a:lnTo>
                        <a:pt x="112" y="73"/>
                      </a:lnTo>
                      <a:lnTo>
                        <a:pt x="112" y="75"/>
                      </a:lnTo>
                      <a:lnTo>
                        <a:pt x="114" y="75"/>
                      </a:lnTo>
                      <a:lnTo>
                        <a:pt x="114" y="73"/>
                      </a:lnTo>
                      <a:lnTo>
                        <a:pt x="114" y="58"/>
                      </a:lnTo>
                      <a:lnTo>
                        <a:pt x="112" y="58"/>
                      </a:lnTo>
                      <a:lnTo>
                        <a:pt x="109" y="58"/>
                      </a:lnTo>
                      <a:lnTo>
                        <a:pt x="109" y="60"/>
                      </a:lnTo>
                      <a:lnTo>
                        <a:pt x="110" y="61"/>
                      </a:lnTo>
                      <a:lnTo>
                        <a:pt x="109" y="61"/>
                      </a:lnTo>
                      <a:lnTo>
                        <a:pt x="104" y="61"/>
                      </a:lnTo>
                      <a:lnTo>
                        <a:pt x="102" y="60"/>
                      </a:lnTo>
                      <a:lnTo>
                        <a:pt x="101" y="57"/>
                      </a:lnTo>
                      <a:lnTo>
                        <a:pt x="98" y="53"/>
                      </a:lnTo>
                      <a:lnTo>
                        <a:pt x="95" y="51"/>
                      </a:lnTo>
                      <a:lnTo>
                        <a:pt x="95" y="49"/>
                      </a:lnTo>
                      <a:lnTo>
                        <a:pt x="95" y="41"/>
                      </a:lnTo>
                      <a:lnTo>
                        <a:pt x="95" y="38"/>
                      </a:lnTo>
                      <a:lnTo>
                        <a:pt x="98" y="37"/>
                      </a:lnTo>
                      <a:lnTo>
                        <a:pt x="99" y="34"/>
                      </a:lnTo>
                      <a:lnTo>
                        <a:pt x="99" y="34"/>
                      </a:lnTo>
                      <a:lnTo>
                        <a:pt x="99" y="32"/>
                      </a:lnTo>
                      <a:lnTo>
                        <a:pt x="101" y="30"/>
                      </a:lnTo>
                      <a:lnTo>
                        <a:pt x="99" y="28"/>
                      </a:lnTo>
                      <a:lnTo>
                        <a:pt x="101" y="26"/>
                      </a:lnTo>
                      <a:lnTo>
                        <a:pt x="99" y="24"/>
                      </a:lnTo>
                      <a:lnTo>
                        <a:pt x="101" y="23"/>
                      </a:lnTo>
                      <a:lnTo>
                        <a:pt x="101" y="22"/>
                      </a:lnTo>
                      <a:lnTo>
                        <a:pt x="99" y="20"/>
                      </a:lnTo>
                      <a:lnTo>
                        <a:pt x="98" y="19"/>
                      </a:lnTo>
                      <a:lnTo>
                        <a:pt x="97" y="16"/>
                      </a:lnTo>
                      <a:lnTo>
                        <a:pt x="104" y="5"/>
                      </a:lnTo>
                      <a:lnTo>
                        <a:pt x="127" y="0"/>
                      </a:lnTo>
                      <a:lnTo>
                        <a:pt x="133" y="3"/>
                      </a:lnTo>
                      <a:lnTo>
                        <a:pt x="135" y="3"/>
                      </a:lnTo>
                      <a:lnTo>
                        <a:pt x="137" y="4"/>
                      </a:lnTo>
                      <a:lnTo>
                        <a:pt x="139" y="4"/>
                      </a:lnTo>
                      <a:lnTo>
                        <a:pt x="140" y="5"/>
                      </a:lnTo>
                      <a:lnTo>
                        <a:pt x="142" y="5"/>
                      </a:lnTo>
                      <a:lnTo>
                        <a:pt x="143" y="8"/>
                      </a:lnTo>
                      <a:lnTo>
                        <a:pt x="146" y="8"/>
                      </a:lnTo>
                      <a:lnTo>
                        <a:pt x="152" y="9"/>
                      </a:lnTo>
                      <a:lnTo>
                        <a:pt x="154" y="9"/>
                      </a:lnTo>
                      <a:lnTo>
                        <a:pt x="155" y="11"/>
                      </a:lnTo>
                      <a:lnTo>
                        <a:pt x="157" y="12"/>
                      </a:lnTo>
                      <a:lnTo>
                        <a:pt x="158" y="13"/>
                      </a:lnTo>
                      <a:lnTo>
                        <a:pt x="161" y="16"/>
                      </a:lnTo>
                      <a:lnTo>
                        <a:pt x="161" y="16"/>
                      </a:lnTo>
                      <a:lnTo>
                        <a:pt x="162" y="19"/>
                      </a:lnTo>
                      <a:lnTo>
                        <a:pt x="163" y="19"/>
                      </a:lnTo>
                      <a:lnTo>
                        <a:pt x="163" y="22"/>
                      </a:lnTo>
                      <a:lnTo>
                        <a:pt x="166" y="23"/>
                      </a:lnTo>
                      <a:lnTo>
                        <a:pt x="167" y="23"/>
                      </a:lnTo>
                      <a:lnTo>
                        <a:pt x="167" y="24"/>
                      </a:lnTo>
                      <a:lnTo>
                        <a:pt x="166" y="28"/>
                      </a:lnTo>
                      <a:lnTo>
                        <a:pt x="166" y="30"/>
                      </a:lnTo>
                      <a:lnTo>
                        <a:pt x="169" y="31"/>
                      </a:lnTo>
                      <a:lnTo>
                        <a:pt x="169" y="32"/>
                      </a:lnTo>
                      <a:lnTo>
                        <a:pt x="169" y="37"/>
                      </a:lnTo>
                      <a:lnTo>
                        <a:pt x="169" y="37"/>
                      </a:lnTo>
                      <a:lnTo>
                        <a:pt x="169" y="38"/>
                      </a:lnTo>
                      <a:lnTo>
                        <a:pt x="166" y="41"/>
                      </a:lnTo>
                      <a:lnTo>
                        <a:pt x="165" y="43"/>
                      </a:lnTo>
                      <a:lnTo>
                        <a:pt x="166" y="46"/>
                      </a:lnTo>
                      <a:lnTo>
                        <a:pt x="166" y="49"/>
                      </a:lnTo>
                      <a:lnTo>
                        <a:pt x="166" y="50"/>
                      </a:lnTo>
                      <a:lnTo>
                        <a:pt x="166" y="51"/>
                      </a:lnTo>
                      <a:lnTo>
                        <a:pt x="167" y="54"/>
                      </a:lnTo>
                      <a:lnTo>
                        <a:pt x="166" y="56"/>
                      </a:lnTo>
                      <a:lnTo>
                        <a:pt x="166" y="56"/>
                      </a:lnTo>
                      <a:lnTo>
                        <a:pt x="166" y="58"/>
                      </a:lnTo>
                      <a:lnTo>
                        <a:pt x="166" y="60"/>
                      </a:lnTo>
                      <a:lnTo>
                        <a:pt x="167" y="60"/>
                      </a:lnTo>
                      <a:lnTo>
                        <a:pt x="169" y="61"/>
                      </a:lnTo>
                      <a:lnTo>
                        <a:pt x="167" y="61"/>
                      </a:lnTo>
                      <a:lnTo>
                        <a:pt x="166" y="64"/>
                      </a:lnTo>
                      <a:lnTo>
                        <a:pt x="163" y="64"/>
                      </a:lnTo>
                      <a:lnTo>
                        <a:pt x="161" y="66"/>
                      </a:lnTo>
                      <a:lnTo>
                        <a:pt x="161" y="68"/>
                      </a:lnTo>
                      <a:lnTo>
                        <a:pt x="161" y="69"/>
                      </a:lnTo>
                      <a:lnTo>
                        <a:pt x="161" y="70"/>
                      </a:lnTo>
                      <a:lnTo>
                        <a:pt x="161" y="72"/>
                      </a:lnTo>
                      <a:lnTo>
                        <a:pt x="161" y="75"/>
                      </a:lnTo>
                      <a:lnTo>
                        <a:pt x="158" y="77"/>
                      </a:lnTo>
                      <a:lnTo>
                        <a:pt x="157" y="77"/>
                      </a:lnTo>
                      <a:lnTo>
                        <a:pt x="157" y="79"/>
                      </a:lnTo>
                      <a:lnTo>
                        <a:pt x="159" y="81"/>
                      </a:lnTo>
                      <a:lnTo>
                        <a:pt x="161" y="84"/>
                      </a:lnTo>
                      <a:lnTo>
                        <a:pt x="161" y="85"/>
                      </a:lnTo>
                      <a:lnTo>
                        <a:pt x="161" y="85"/>
                      </a:lnTo>
                      <a:lnTo>
                        <a:pt x="157" y="87"/>
                      </a:lnTo>
                      <a:lnTo>
                        <a:pt x="148" y="89"/>
                      </a:lnTo>
                      <a:lnTo>
                        <a:pt x="146" y="91"/>
                      </a:lnTo>
                      <a:lnTo>
                        <a:pt x="131" y="96"/>
                      </a:lnTo>
                      <a:lnTo>
                        <a:pt x="128" y="96"/>
                      </a:lnTo>
                      <a:lnTo>
                        <a:pt x="123" y="99"/>
                      </a:lnTo>
                      <a:lnTo>
                        <a:pt x="121" y="102"/>
                      </a:lnTo>
                      <a:lnTo>
                        <a:pt x="123" y="106"/>
                      </a:lnTo>
                      <a:lnTo>
                        <a:pt x="123" y="107"/>
                      </a:lnTo>
                      <a:lnTo>
                        <a:pt x="121" y="107"/>
                      </a:lnTo>
                      <a:lnTo>
                        <a:pt x="120" y="107"/>
                      </a:lnTo>
                      <a:lnTo>
                        <a:pt x="117" y="107"/>
                      </a:lnTo>
                      <a:lnTo>
                        <a:pt x="116" y="107"/>
                      </a:lnTo>
                      <a:lnTo>
                        <a:pt x="116" y="107"/>
                      </a:lnTo>
                      <a:lnTo>
                        <a:pt x="112" y="107"/>
                      </a:lnTo>
                      <a:lnTo>
                        <a:pt x="109" y="107"/>
                      </a:lnTo>
                      <a:lnTo>
                        <a:pt x="106" y="109"/>
                      </a:lnTo>
                      <a:lnTo>
                        <a:pt x="105" y="110"/>
                      </a:lnTo>
                      <a:lnTo>
                        <a:pt x="101" y="111"/>
                      </a:lnTo>
                      <a:lnTo>
                        <a:pt x="99" y="114"/>
                      </a:lnTo>
                      <a:lnTo>
                        <a:pt x="99" y="115"/>
                      </a:lnTo>
                      <a:lnTo>
                        <a:pt x="99" y="117"/>
                      </a:lnTo>
                      <a:lnTo>
                        <a:pt x="99" y="118"/>
                      </a:lnTo>
                      <a:lnTo>
                        <a:pt x="99" y="118"/>
                      </a:lnTo>
                      <a:lnTo>
                        <a:pt x="98" y="119"/>
                      </a:lnTo>
                      <a:lnTo>
                        <a:pt x="93" y="121"/>
                      </a:lnTo>
                      <a:lnTo>
                        <a:pt x="85" y="128"/>
                      </a:lnTo>
                      <a:lnTo>
                        <a:pt x="78" y="136"/>
                      </a:lnTo>
                      <a:lnTo>
                        <a:pt x="74" y="141"/>
                      </a:lnTo>
                      <a:lnTo>
                        <a:pt x="70" y="142"/>
                      </a:lnTo>
                      <a:lnTo>
                        <a:pt x="67" y="142"/>
                      </a:lnTo>
                      <a:lnTo>
                        <a:pt x="65" y="140"/>
                      </a:lnTo>
                      <a:lnTo>
                        <a:pt x="65" y="140"/>
                      </a:lnTo>
                      <a:lnTo>
                        <a:pt x="64" y="140"/>
                      </a:lnTo>
                      <a:lnTo>
                        <a:pt x="63" y="140"/>
                      </a:lnTo>
                      <a:lnTo>
                        <a:pt x="61" y="140"/>
                      </a:lnTo>
                      <a:lnTo>
                        <a:pt x="59" y="140"/>
                      </a:lnTo>
                      <a:lnTo>
                        <a:pt x="56" y="141"/>
                      </a:lnTo>
                      <a:lnTo>
                        <a:pt x="55" y="141"/>
                      </a:lnTo>
                      <a:lnTo>
                        <a:pt x="53" y="140"/>
                      </a:lnTo>
                      <a:lnTo>
                        <a:pt x="51" y="138"/>
                      </a:lnTo>
                      <a:lnTo>
                        <a:pt x="48" y="138"/>
                      </a:lnTo>
                      <a:lnTo>
                        <a:pt x="46" y="138"/>
                      </a:lnTo>
                      <a:lnTo>
                        <a:pt x="44" y="136"/>
                      </a:lnTo>
                      <a:lnTo>
                        <a:pt x="44" y="136"/>
                      </a:lnTo>
                      <a:lnTo>
                        <a:pt x="42" y="134"/>
                      </a:lnTo>
                      <a:lnTo>
                        <a:pt x="41" y="136"/>
                      </a:lnTo>
                      <a:lnTo>
                        <a:pt x="40" y="134"/>
                      </a:lnTo>
                      <a:lnTo>
                        <a:pt x="40" y="134"/>
                      </a:lnTo>
                      <a:lnTo>
                        <a:pt x="38" y="134"/>
                      </a:lnTo>
                      <a:lnTo>
                        <a:pt x="36" y="134"/>
                      </a:lnTo>
                      <a:lnTo>
                        <a:pt x="34" y="134"/>
                      </a:lnTo>
                      <a:lnTo>
                        <a:pt x="21" y="137"/>
                      </a:lnTo>
                      <a:lnTo>
                        <a:pt x="19" y="136"/>
                      </a:lnTo>
                      <a:lnTo>
                        <a:pt x="18" y="134"/>
                      </a:lnTo>
                      <a:lnTo>
                        <a:pt x="17" y="133"/>
                      </a:lnTo>
                      <a:lnTo>
                        <a:pt x="15" y="130"/>
                      </a:lnTo>
                      <a:lnTo>
                        <a:pt x="13" y="130"/>
                      </a:lnTo>
                      <a:lnTo>
                        <a:pt x="11" y="129"/>
                      </a:lnTo>
                      <a:lnTo>
                        <a:pt x="8" y="125"/>
                      </a:lnTo>
                      <a:lnTo>
                        <a:pt x="6" y="123"/>
                      </a:lnTo>
                      <a:lnTo>
                        <a:pt x="6" y="122"/>
                      </a:lnTo>
                      <a:lnTo>
                        <a:pt x="3" y="121"/>
                      </a:lnTo>
                      <a:lnTo>
                        <a:pt x="2" y="118"/>
                      </a:lnTo>
                      <a:lnTo>
                        <a:pt x="0" y="117"/>
                      </a:lnTo>
                      <a:lnTo>
                        <a:pt x="2" y="69"/>
                      </a:lnTo>
                      <a:lnTo>
                        <a:pt x="33" y="69"/>
                      </a:lnTo>
                      <a:lnTo>
                        <a:pt x="32" y="68"/>
                      </a:lnTo>
                      <a:lnTo>
                        <a:pt x="32" y="64"/>
                      </a:lnTo>
                      <a:lnTo>
                        <a:pt x="33" y="62"/>
                      </a:lnTo>
                      <a:lnTo>
                        <a:pt x="33" y="60"/>
                      </a:lnTo>
                      <a:lnTo>
                        <a:pt x="32" y="58"/>
                      </a:lnTo>
                      <a:lnTo>
                        <a:pt x="32" y="54"/>
                      </a:lnTo>
                      <a:lnTo>
                        <a:pt x="32" y="49"/>
                      </a:lnTo>
                      <a:lnTo>
                        <a:pt x="30" y="43"/>
                      </a:lnTo>
                      <a:lnTo>
                        <a:pt x="32" y="42"/>
                      </a:lnTo>
                      <a:lnTo>
                        <a:pt x="32" y="42"/>
                      </a:lnTo>
                      <a:lnTo>
                        <a:pt x="32" y="4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959"/>
                <p:cNvSpPr>
                  <a:spLocks/>
                </p:cNvSpPr>
                <p:nvPr/>
              </p:nvSpPr>
              <p:spPr bwMode="auto">
                <a:xfrm>
                  <a:off x="4891509" y="4751287"/>
                  <a:ext cx="333995" cy="330242"/>
                </a:xfrm>
                <a:custGeom>
                  <a:avLst/>
                  <a:gdLst/>
                  <a:ahLst/>
                  <a:cxnLst>
                    <a:cxn ang="0">
                      <a:pos x="162" y="167"/>
                    </a:cxn>
                    <a:cxn ang="0">
                      <a:pos x="153" y="159"/>
                    </a:cxn>
                    <a:cxn ang="0">
                      <a:pos x="147" y="152"/>
                    </a:cxn>
                    <a:cxn ang="0">
                      <a:pos x="177" y="102"/>
                    </a:cxn>
                    <a:cxn ang="0">
                      <a:pos x="177" y="92"/>
                    </a:cxn>
                    <a:cxn ang="0">
                      <a:pos x="177" y="76"/>
                    </a:cxn>
                    <a:cxn ang="0">
                      <a:pos x="171" y="76"/>
                    </a:cxn>
                    <a:cxn ang="0">
                      <a:pos x="166" y="77"/>
                    </a:cxn>
                    <a:cxn ang="0">
                      <a:pos x="156" y="76"/>
                    </a:cxn>
                    <a:cxn ang="0">
                      <a:pos x="152" y="77"/>
                    </a:cxn>
                    <a:cxn ang="0">
                      <a:pos x="152" y="72"/>
                    </a:cxn>
                    <a:cxn ang="0">
                      <a:pos x="152" y="65"/>
                    </a:cxn>
                    <a:cxn ang="0">
                      <a:pos x="151" y="58"/>
                    </a:cxn>
                    <a:cxn ang="0">
                      <a:pos x="148" y="54"/>
                    </a:cxn>
                    <a:cxn ang="0">
                      <a:pos x="145" y="47"/>
                    </a:cxn>
                    <a:cxn ang="0">
                      <a:pos x="145" y="37"/>
                    </a:cxn>
                    <a:cxn ang="0">
                      <a:pos x="145" y="30"/>
                    </a:cxn>
                    <a:cxn ang="0">
                      <a:pos x="147" y="22"/>
                    </a:cxn>
                    <a:cxn ang="0">
                      <a:pos x="130" y="15"/>
                    </a:cxn>
                    <a:cxn ang="0">
                      <a:pos x="111" y="20"/>
                    </a:cxn>
                    <a:cxn ang="0">
                      <a:pos x="110" y="30"/>
                    </a:cxn>
                    <a:cxn ang="0">
                      <a:pos x="91" y="31"/>
                    </a:cxn>
                    <a:cxn ang="0">
                      <a:pos x="83" y="26"/>
                    </a:cxn>
                    <a:cxn ang="0">
                      <a:pos x="77" y="19"/>
                    </a:cxn>
                    <a:cxn ang="0">
                      <a:pos x="75" y="9"/>
                    </a:cxn>
                    <a:cxn ang="0">
                      <a:pos x="73" y="4"/>
                    </a:cxn>
                    <a:cxn ang="0">
                      <a:pos x="49" y="0"/>
                    </a:cxn>
                    <a:cxn ang="0">
                      <a:pos x="34" y="1"/>
                    </a:cxn>
                    <a:cxn ang="0">
                      <a:pos x="23" y="0"/>
                    </a:cxn>
                    <a:cxn ang="0">
                      <a:pos x="16" y="3"/>
                    </a:cxn>
                    <a:cxn ang="0">
                      <a:pos x="11" y="5"/>
                    </a:cxn>
                    <a:cxn ang="0">
                      <a:pos x="22" y="28"/>
                    </a:cxn>
                    <a:cxn ang="0">
                      <a:pos x="23" y="47"/>
                    </a:cxn>
                    <a:cxn ang="0">
                      <a:pos x="30" y="69"/>
                    </a:cxn>
                    <a:cxn ang="0">
                      <a:pos x="26" y="96"/>
                    </a:cxn>
                    <a:cxn ang="0">
                      <a:pos x="11" y="111"/>
                    </a:cxn>
                    <a:cxn ang="0">
                      <a:pos x="5" y="133"/>
                    </a:cxn>
                    <a:cxn ang="0">
                      <a:pos x="0" y="153"/>
                    </a:cxn>
                    <a:cxn ang="0">
                      <a:pos x="0" y="166"/>
                    </a:cxn>
                    <a:cxn ang="0">
                      <a:pos x="4" y="164"/>
                    </a:cxn>
                    <a:cxn ang="0">
                      <a:pos x="12" y="164"/>
                    </a:cxn>
                    <a:cxn ang="0">
                      <a:pos x="20" y="162"/>
                    </a:cxn>
                    <a:cxn ang="0">
                      <a:pos x="24" y="162"/>
                    </a:cxn>
                    <a:cxn ang="0">
                      <a:pos x="27" y="164"/>
                    </a:cxn>
                    <a:cxn ang="0">
                      <a:pos x="37" y="167"/>
                    </a:cxn>
                    <a:cxn ang="0">
                      <a:pos x="94" y="167"/>
                    </a:cxn>
                    <a:cxn ang="0">
                      <a:pos x="100" y="172"/>
                    </a:cxn>
                    <a:cxn ang="0">
                      <a:pos x="107" y="174"/>
                    </a:cxn>
                    <a:cxn ang="0">
                      <a:pos x="117" y="174"/>
                    </a:cxn>
                    <a:cxn ang="0">
                      <a:pos x="122" y="172"/>
                    </a:cxn>
                    <a:cxn ang="0">
                      <a:pos x="132" y="175"/>
                    </a:cxn>
                    <a:cxn ang="0">
                      <a:pos x="136" y="175"/>
                    </a:cxn>
                    <a:cxn ang="0">
                      <a:pos x="140" y="176"/>
                    </a:cxn>
                    <a:cxn ang="0">
                      <a:pos x="166" y="171"/>
                    </a:cxn>
                  </a:cxnLst>
                  <a:rect l="0" t="0" r="r" b="b"/>
                  <a:pathLst>
                    <a:path w="178" h="176">
                      <a:moveTo>
                        <a:pt x="166" y="171"/>
                      </a:moveTo>
                      <a:lnTo>
                        <a:pt x="164" y="170"/>
                      </a:lnTo>
                      <a:lnTo>
                        <a:pt x="163" y="168"/>
                      </a:lnTo>
                      <a:lnTo>
                        <a:pt x="162" y="167"/>
                      </a:lnTo>
                      <a:lnTo>
                        <a:pt x="160" y="164"/>
                      </a:lnTo>
                      <a:lnTo>
                        <a:pt x="158" y="164"/>
                      </a:lnTo>
                      <a:lnTo>
                        <a:pt x="156" y="163"/>
                      </a:lnTo>
                      <a:lnTo>
                        <a:pt x="153" y="159"/>
                      </a:lnTo>
                      <a:lnTo>
                        <a:pt x="151" y="157"/>
                      </a:lnTo>
                      <a:lnTo>
                        <a:pt x="151" y="156"/>
                      </a:lnTo>
                      <a:lnTo>
                        <a:pt x="148" y="155"/>
                      </a:lnTo>
                      <a:lnTo>
                        <a:pt x="147" y="152"/>
                      </a:lnTo>
                      <a:lnTo>
                        <a:pt x="145" y="151"/>
                      </a:lnTo>
                      <a:lnTo>
                        <a:pt x="147" y="103"/>
                      </a:lnTo>
                      <a:lnTo>
                        <a:pt x="178" y="103"/>
                      </a:lnTo>
                      <a:lnTo>
                        <a:pt x="177" y="102"/>
                      </a:lnTo>
                      <a:lnTo>
                        <a:pt x="177" y="98"/>
                      </a:lnTo>
                      <a:lnTo>
                        <a:pt x="178" y="96"/>
                      </a:lnTo>
                      <a:lnTo>
                        <a:pt x="178" y="94"/>
                      </a:lnTo>
                      <a:lnTo>
                        <a:pt x="177" y="92"/>
                      </a:lnTo>
                      <a:lnTo>
                        <a:pt x="177" y="88"/>
                      </a:lnTo>
                      <a:lnTo>
                        <a:pt x="177" y="83"/>
                      </a:lnTo>
                      <a:lnTo>
                        <a:pt x="175" y="77"/>
                      </a:lnTo>
                      <a:lnTo>
                        <a:pt x="177" y="76"/>
                      </a:lnTo>
                      <a:lnTo>
                        <a:pt x="177" y="76"/>
                      </a:lnTo>
                      <a:lnTo>
                        <a:pt x="177" y="75"/>
                      </a:lnTo>
                      <a:lnTo>
                        <a:pt x="174" y="75"/>
                      </a:lnTo>
                      <a:lnTo>
                        <a:pt x="171" y="76"/>
                      </a:lnTo>
                      <a:lnTo>
                        <a:pt x="170" y="77"/>
                      </a:lnTo>
                      <a:lnTo>
                        <a:pt x="168" y="77"/>
                      </a:lnTo>
                      <a:lnTo>
                        <a:pt x="167" y="77"/>
                      </a:lnTo>
                      <a:lnTo>
                        <a:pt x="166" y="77"/>
                      </a:lnTo>
                      <a:lnTo>
                        <a:pt x="162" y="77"/>
                      </a:lnTo>
                      <a:lnTo>
                        <a:pt x="160" y="77"/>
                      </a:lnTo>
                      <a:lnTo>
                        <a:pt x="158" y="76"/>
                      </a:lnTo>
                      <a:lnTo>
                        <a:pt x="156" y="76"/>
                      </a:lnTo>
                      <a:lnTo>
                        <a:pt x="156" y="76"/>
                      </a:lnTo>
                      <a:lnTo>
                        <a:pt x="155" y="76"/>
                      </a:lnTo>
                      <a:lnTo>
                        <a:pt x="153" y="77"/>
                      </a:lnTo>
                      <a:lnTo>
                        <a:pt x="152" y="77"/>
                      </a:lnTo>
                      <a:lnTo>
                        <a:pt x="152" y="76"/>
                      </a:lnTo>
                      <a:lnTo>
                        <a:pt x="152" y="73"/>
                      </a:lnTo>
                      <a:lnTo>
                        <a:pt x="152" y="73"/>
                      </a:lnTo>
                      <a:lnTo>
                        <a:pt x="152" y="72"/>
                      </a:lnTo>
                      <a:lnTo>
                        <a:pt x="153" y="71"/>
                      </a:lnTo>
                      <a:lnTo>
                        <a:pt x="152" y="69"/>
                      </a:lnTo>
                      <a:lnTo>
                        <a:pt x="151" y="66"/>
                      </a:lnTo>
                      <a:lnTo>
                        <a:pt x="152" y="65"/>
                      </a:lnTo>
                      <a:lnTo>
                        <a:pt x="152" y="64"/>
                      </a:lnTo>
                      <a:lnTo>
                        <a:pt x="151" y="61"/>
                      </a:lnTo>
                      <a:lnTo>
                        <a:pt x="151" y="60"/>
                      </a:lnTo>
                      <a:lnTo>
                        <a:pt x="151" y="58"/>
                      </a:lnTo>
                      <a:lnTo>
                        <a:pt x="151" y="57"/>
                      </a:lnTo>
                      <a:lnTo>
                        <a:pt x="149" y="57"/>
                      </a:lnTo>
                      <a:lnTo>
                        <a:pt x="148" y="54"/>
                      </a:lnTo>
                      <a:lnTo>
                        <a:pt x="148" y="54"/>
                      </a:lnTo>
                      <a:lnTo>
                        <a:pt x="148" y="53"/>
                      </a:lnTo>
                      <a:lnTo>
                        <a:pt x="147" y="50"/>
                      </a:lnTo>
                      <a:lnTo>
                        <a:pt x="147" y="49"/>
                      </a:lnTo>
                      <a:lnTo>
                        <a:pt x="145" y="47"/>
                      </a:lnTo>
                      <a:lnTo>
                        <a:pt x="147" y="45"/>
                      </a:lnTo>
                      <a:lnTo>
                        <a:pt x="147" y="41"/>
                      </a:lnTo>
                      <a:lnTo>
                        <a:pt x="145" y="38"/>
                      </a:lnTo>
                      <a:lnTo>
                        <a:pt x="145" y="37"/>
                      </a:lnTo>
                      <a:lnTo>
                        <a:pt x="147" y="37"/>
                      </a:lnTo>
                      <a:lnTo>
                        <a:pt x="147" y="34"/>
                      </a:lnTo>
                      <a:lnTo>
                        <a:pt x="145" y="32"/>
                      </a:lnTo>
                      <a:lnTo>
                        <a:pt x="145" y="30"/>
                      </a:lnTo>
                      <a:lnTo>
                        <a:pt x="147" y="27"/>
                      </a:lnTo>
                      <a:lnTo>
                        <a:pt x="147" y="26"/>
                      </a:lnTo>
                      <a:lnTo>
                        <a:pt x="147" y="23"/>
                      </a:lnTo>
                      <a:lnTo>
                        <a:pt x="147" y="22"/>
                      </a:lnTo>
                      <a:lnTo>
                        <a:pt x="130" y="20"/>
                      </a:lnTo>
                      <a:lnTo>
                        <a:pt x="129" y="19"/>
                      </a:lnTo>
                      <a:lnTo>
                        <a:pt x="130" y="18"/>
                      </a:lnTo>
                      <a:lnTo>
                        <a:pt x="130" y="15"/>
                      </a:lnTo>
                      <a:lnTo>
                        <a:pt x="126" y="15"/>
                      </a:lnTo>
                      <a:lnTo>
                        <a:pt x="126" y="16"/>
                      </a:lnTo>
                      <a:lnTo>
                        <a:pt x="113" y="16"/>
                      </a:lnTo>
                      <a:lnTo>
                        <a:pt x="111" y="20"/>
                      </a:lnTo>
                      <a:lnTo>
                        <a:pt x="111" y="23"/>
                      </a:lnTo>
                      <a:lnTo>
                        <a:pt x="110" y="23"/>
                      </a:lnTo>
                      <a:lnTo>
                        <a:pt x="110" y="26"/>
                      </a:lnTo>
                      <a:lnTo>
                        <a:pt x="110" y="30"/>
                      </a:lnTo>
                      <a:lnTo>
                        <a:pt x="99" y="31"/>
                      </a:lnTo>
                      <a:lnTo>
                        <a:pt x="98" y="32"/>
                      </a:lnTo>
                      <a:lnTo>
                        <a:pt x="92" y="31"/>
                      </a:lnTo>
                      <a:lnTo>
                        <a:pt x="91" y="31"/>
                      </a:lnTo>
                      <a:lnTo>
                        <a:pt x="88" y="31"/>
                      </a:lnTo>
                      <a:lnTo>
                        <a:pt x="84" y="31"/>
                      </a:lnTo>
                      <a:lnTo>
                        <a:pt x="83" y="31"/>
                      </a:lnTo>
                      <a:lnTo>
                        <a:pt x="83" y="26"/>
                      </a:lnTo>
                      <a:lnTo>
                        <a:pt x="80" y="23"/>
                      </a:lnTo>
                      <a:lnTo>
                        <a:pt x="79" y="22"/>
                      </a:lnTo>
                      <a:lnTo>
                        <a:pt x="77" y="20"/>
                      </a:lnTo>
                      <a:lnTo>
                        <a:pt x="77" y="19"/>
                      </a:lnTo>
                      <a:lnTo>
                        <a:pt x="77" y="18"/>
                      </a:lnTo>
                      <a:lnTo>
                        <a:pt x="76" y="15"/>
                      </a:lnTo>
                      <a:lnTo>
                        <a:pt x="75" y="12"/>
                      </a:lnTo>
                      <a:lnTo>
                        <a:pt x="75" y="9"/>
                      </a:lnTo>
                      <a:lnTo>
                        <a:pt x="76" y="8"/>
                      </a:lnTo>
                      <a:lnTo>
                        <a:pt x="76" y="7"/>
                      </a:lnTo>
                      <a:lnTo>
                        <a:pt x="75" y="5"/>
                      </a:lnTo>
                      <a:lnTo>
                        <a:pt x="73" y="4"/>
                      </a:lnTo>
                      <a:lnTo>
                        <a:pt x="75" y="3"/>
                      </a:lnTo>
                      <a:lnTo>
                        <a:pt x="75" y="1"/>
                      </a:lnTo>
                      <a:lnTo>
                        <a:pt x="60" y="0"/>
                      </a:lnTo>
                      <a:lnTo>
                        <a:pt x="49" y="0"/>
                      </a:lnTo>
                      <a:lnTo>
                        <a:pt x="45" y="1"/>
                      </a:lnTo>
                      <a:lnTo>
                        <a:pt x="39" y="1"/>
                      </a:lnTo>
                      <a:lnTo>
                        <a:pt x="38" y="0"/>
                      </a:lnTo>
                      <a:lnTo>
                        <a:pt x="34" y="1"/>
                      </a:lnTo>
                      <a:lnTo>
                        <a:pt x="30" y="1"/>
                      </a:lnTo>
                      <a:lnTo>
                        <a:pt x="27" y="1"/>
                      </a:lnTo>
                      <a:lnTo>
                        <a:pt x="26" y="1"/>
                      </a:lnTo>
                      <a:lnTo>
                        <a:pt x="23" y="0"/>
                      </a:lnTo>
                      <a:lnTo>
                        <a:pt x="20" y="1"/>
                      </a:lnTo>
                      <a:lnTo>
                        <a:pt x="19" y="1"/>
                      </a:lnTo>
                      <a:lnTo>
                        <a:pt x="18" y="3"/>
                      </a:lnTo>
                      <a:lnTo>
                        <a:pt x="16" y="3"/>
                      </a:lnTo>
                      <a:lnTo>
                        <a:pt x="16" y="3"/>
                      </a:lnTo>
                      <a:lnTo>
                        <a:pt x="16" y="3"/>
                      </a:lnTo>
                      <a:lnTo>
                        <a:pt x="15" y="3"/>
                      </a:lnTo>
                      <a:lnTo>
                        <a:pt x="11" y="5"/>
                      </a:lnTo>
                      <a:lnTo>
                        <a:pt x="13" y="7"/>
                      </a:lnTo>
                      <a:lnTo>
                        <a:pt x="13" y="9"/>
                      </a:lnTo>
                      <a:lnTo>
                        <a:pt x="20" y="18"/>
                      </a:lnTo>
                      <a:lnTo>
                        <a:pt x="22" y="28"/>
                      </a:lnTo>
                      <a:lnTo>
                        <a:pt x="26" y="35"/>
                      </a:lnTo>
                      <a:lnTo>
                        <a:pt x="24" y="41"/>
                      </a:lnTo>
                      <a:lnTo>
                        <a:pt x="20" y="46"/>
                      </a:lnTo>
                      <a:lnTo>
                        <a:pt x="23" y="47"/>
                      </a:lnTo>
                      <a:lnTo>
                        <a:pt x="23" y="53"/>
                      </a:lnTo>
                      <a:lnTo>
                        <a:pt x="24" y="57"/>
                      </a:lnTo>
                      <a:lnTo>
                        <a:pt x="24" y="60"/>
                      </a:lnTo>
                      <a:lnTo>
                        <a:pt x="30" y="69"/>
                      </a:lnTo>
                      <a:lnTo>
                        <a:pt x="30" y="71"/>
                      </a:lnTo>
                      <a:lnTo>
                        <a:pt x="31" y="73"/>
                      </a:lnTo>
                      <a:lnTo>
                        <a:pt x="31" y="85"/>
                      </a:lnTo>
                      <a:lnTo>
                        <a:pt x="26" y="96"/>
                      </a:lnTo>
                      <a:lnTo>
                        <a:pt x="24" y="96"/>
                      </a:lnTo>
                      <a:lnTo>
                        <a:pt x="18" y="100"/>
                      </a:lnTo>
                      <a:lnTo>
                        <a:pt x="18" y="104"/>
                      </a:lnTo>
                      <a:lnTo>
                        <a:pt x="11" y="111"/>
                      </a:lnTo>
                      <a:lnTo>
                        <a:pt x="9" y="117"/>
                      </a:lnTo>
                      <a:lnTo>
                        <a:pt x="8" y="117"/>
                      </a:lnTo>
                      <a:lnTo>
                        <a:pt x="8" y="129"/>
                      </a:lnTo>
                      <a:lnTo>
                        <a:pt x="5" y="133"/>
                      </a:lnTo>
                      <a:lnTo>
                        <a:pt x="4" y="138"/>
                      </a:lnTo>
                      <a:lnTo>
                        <a:pt x="0" y="144"/>
                      </a:lnTo>
                      <a:lnTo>
                        <a:pt x="0" y="148"/>
                      </a:lnTo>
                      <a:lnTo>
                        <a:pt x="0" y="153"/>
                      </a:lnTo>
                      <a:lnTo>
                        <a:pt x="0" y="160"/>
                      </a:lnTo>
                      <a:lnTo>
                        <a:pt x="0" y="164"/>
                      </a:lnTo>
                      <a:lnTo>
                        <a:pt x="0" y="166"/>
                      </a:lnTo>
                      <a:lnTo>
                        <a:pt x="0" y="166"/>
                      </a:lnTo>
                      <a:lnTo>
                        <a:pt x="1" y="167"/>
                      </a:lnTo>
                      <a:lnTo>
                        <a:pt x="3" y="167"/>
                      </a:lnTo>
                      <a:lnTo>
                        <a:pt x="4" y="167"/>
                      </a:lnTo>
                      <a:lnTo>
                        <a:pt x="4" y="164"/>
                      </a:lnTo>
                      <a:lnTo>
                        <a:pt x="5" y="164"/>
                      </a:lnTo>
                      <a:lnTo>
                        <a:pt x="8" y="164"/>
                      </a:lnTo>
                      <a:lnTo>
                        <a:pt x="11" y="166"/>
                      </a:lnTo>
                      <a:lnTo>
                        <a:pt x="12" y="164"/>
                      </a:lnTo>
                      <a:lnTo>
                        <a:pt x="12" y="163"/>
                      </a:lnTo>
                      <a:lnTo>
                        <a:pt x="16" y="160"/>
                      </a:lnTo>
                      <a:lnTo>
                        <a:pt x="18" y="160"/>
                      </a:lnTo>
                      <a:lnTo>
                        <a:pt x="20" y="162"/>
                      </a:lnTo>
                      <a:lnTo>
                        <a:pt x="22" y="162"/>
                      </a:lnTo>
                      <a:lnTo>
                        <a:pt x="22" y="160"/>
                      </a:lnTo>
                      <a:lnTo>
                        <a:pt x="23" y="160"/>
                      </a:lnTo>
                      <a:lnTo>
                        <a:pt x="24" y="162"/>
                      </a:lnTo>
                      <a:lnTo>
                        <a:pt x="26" y="162"/>
                      </a:lnTo>
                      <a:lnTo>
                        <a:pt x="27" y="163"/>
                      </a:lnTo>
                      <a:lnTo>
                        <a:pt x="27" y="164"/>
                      </a:lnTo>
                      <a:lnTo>
                        <a:pt x="27" y="164"/>
                      </a:lnTo>
                      <a:lnTo>
                        <a:pt x="30" y="167"/>
                      </a:lnTo>
                      <a:lnTo>
                        <a:pt x="34" y="168"/>
                      </a:lnTo>
                      <a:lnTo>
                        <a:pt x="35" y="167"/>
                      </a:lnTo>
                      <a:lnTo>
                        <a:pt x="37" y="167"/>
                      </a:lnTo>
                      <a:lnTo>
                        <a:pt x="38" y="166"/>
                      </a:lnTo>
                      <a:lnTo>
                        <a:pt x="39" y="166"/>
                      </a:lnTo>
                      <a:lnTo>
                        <a:pt x="41" y="167"/>
                      </a:lnTo>
                      <a:lnTo>
                        <a:pt x="94" y="167"/>
                      </a:lnTo>
                      <a:lnTo>
                        <a:pt x="95" y="167"/>
                      </a:lnTo>
                      <a:lnTo>
                        <a:pt x="96" y="170"/>
                      </a:lnTo>
                      <a:lnTo>
                        <a:pt x="98" y="171"/>
                      </a:lnTo>
                      <a:lnTo>
                        <a:pt x="100" y="172"/>
                      </a:lnTo>
                      <a:lnTo>
                        <a:pt x="103" y="172"/>
                      </a:lnTo>
                      <a:lnTo>
                        <a:pt x="106" y="172"/>
                      </a:lnTo>
                      <a:lnTo>
                        <a:pt x="107" y="172"/>
                      </a:lnTo>
                      <a:lnTo>
                        <a:pt x="107" y="174"/>
                      </a:lnTo>
                      <a:lnTo>
                        <a:pt x="110" y="175"/>
                      </a:lnTo>
                      <a:lnTo>
                        <a:pt x="111" y="174"/>
                      </a:lnTo>
                      <a:lnTo>
                        <a:pt x="114" y="172"/>
                      </a:lnTo>
                      <a:lnTo>
                        <a:pt x="117" y="174"/>
                      </a:lnTo>
                      <a:lnTo>
                        <a:pt x="119" y="174"/>
                      </a:lnTo>
                      <a:lnTo>
                        <a:pt x="119" y="172"/>
                      </a:lnTo>
                      <a:lnTo>
                        <a:pt x="121" y="172"/>
                      </a:lnTo>
                      <a:lnTo>
                        <a:pt x="122" y="172"/>
                      </a:lnTo>
                      <a:lnTo>
                        <a:pt x="125" y="175"/>
                      </a:lnTo>
                      <a:lnTo>
                        <a:pt x="128" y="176"/>
                      </a:lnTo>
                      <a:lnTo>
                        <a:pt x="130" y="176"/>
                      </a:lnTo>
                      <a:lnTo>
                        <a:pt x="132" y="175"/>
                      </a:lnTo>
                      <a:lnTo>
                        <a:pt x="132" y="175"/>
                      </a:lnTo>
                      <a:lnTo>
                        <a:pt x="133" y="174"/>
                      </a:lnTo>
                      <a:lnTo>
                        <a:pt x="134" y="175"/>
                      </a:lnTo>
                      <a:lnTo>
                        <a:pt x="136" y="175"/>
                      </a:lnTo>
                      <a:lnTo>
                        <a:pt x="137" y="175"/>
                      </a:lnTo>
                      <a:lnTo>
                        <a:pt x="137" y="176"/>
                      </a:lnTo>
                      <a:lnTo>
                        <a:pt x="138" y="176"/>
                      </a:lnTo>
                      <a:lnTo>
                        <a:pt x="140" y="176"/>
                      </a:lnTo>
                      <a:lnTo>
                        <a:pt x="141" y="176"/>
                      </a:lnTo>
                      <a:lnTo>
                        <a:pt x="143" y="176"/>
                      </a:lnTo>
                      <a:lnTo>
                        <a:pt x="143" y="176"/>
                      </a:lnTo>
                      <a:lnTo>
                        <a:pt x="166" y="1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960"/>
                <p:cNvSpPr>
                  <a:spLocks/>
                </p:cNvSpPr>
                <p:nvPr/>
              </p:nvSpPr>
              <p:spPr bwMode="auto">
                <a:xfrm>
                  <a:off x="5249897" y="5015857"/>
                  <a:ext cx="210154" cy="189515"/>
                </a:xfrm>
                <a:custGeom>
                  <a:avLst/>
                  <a:gdLst/>
                  <a:ahLst/>
                  <a:cxnLst>
                    <a:cxn ang="0">
                      <a:pos x="5" y="31"/>
                    </a:cxn>
                    <a:cxn ang="0">
                      <a:pos x="10" y="34"/>
                    </a:cxn>
                    <a:cxn ang="0">
                      <a:pos x="17" y="33"/>
                    </a:cxn>
                    <a:cxn ang="0">
                      <a:pos x="19" y="33"/>
                    </a:cxn>
                    <a:cxn ang="0">
                      <a:pos x="28" y="34"/>
                    </a:cxn>
                    <a:cxn ang="0">
                      <a:pos x="47" y="14"/>
                    </a:cxn>
                    <a:cxn ang="0">
                      <a:pos x="53" y="11"/>
                    </a:cxn>
                    <a:cxn ang="0">
                      <a:pos x="53" y="7"/>
                    </a:cxn>
                    <a:cxn ang="0">
                      <a:pos x="60" y="2"/>
                    </a:cxn>
                    <a:cxn ang="0">
                      <a:pos x="70" y="0"/>
                    </a:cxn>
                    <a:cxn ang="0">
                      <a:pos x="74" y="0"/>
                    </a:cxn>
                    <a:cxn ang="0">
                      <a:pos x="77" y="6"/>
                    </a:cxn>
                    <a:cxn ang="0">
                      <a:pos x="85" y="8"/>
                    </a:cxn>
                    <a:cxn ang="0">
                      <a:pos x="90" y="7"/>
                    </a:cxn>
                    <a:cxn ang="0">
                      <a:pos x="100" y="12"/>
                    </a:cxn>
                    <a:cxn ang="0">
                      <a:pos x="108" y="18"/>
                    </a:cxn>
                    <a:cxn ang="0">
                      <a:pos x="111" y="22"/>
                    </a:cxn>
                    <a:cxn ang="0">
                      <a:pos x="111" y="27"/>
                    </a:cxn>
                    <a:cxn ang="0">
                      <a:pos x="109" y="35"/>
                    </a:cxn>
                    <a:cxn ang="0">
                      <a:pos x="111" y="40"/>
                    </a:cxn>
                    <a:cxn ang="0">
                      <a:pos x="108" y="45"/>
                    </a:cxn>
                    <a:cxn ang="0">
                      <a:pos x="106" y="50"/>
                    </a:cxn>
                    <a:cxn ang="0">
                      <a:pos x="108" y="56"/>
                    </a:cxn>
                    <a:cxn ang="0">
                      <a:pos x="109" y="63"/>
                    </a:cxn>
                    <a:cxn ang="0">
                      <a:pos x="104" y="68"/>
                    </a:cxn>
                    <a:cxn ang="0">
                      <a:pos x="102" y="74"/>
                    </a:cxn>
                    <a:cxn ang="0">
                      <a:pos x="101" y="80"/>
                    </a:cxn>
                    <a:cxn ang="0">
                      <a:pos x="82" y="99"/>
                    </a:cxn>
                    <a:cxn ang="0">
                      <a:pos x="71" y="99"/>
                    </a:cxn>
                    <a:cxn ang="0">
                      <a:pos x="66" y="98"/>
                    </a:cxn>
                    <a:cxn ang="0">
                      <a:pos x="56" y="95"/>
                    </a:cxn>
                    <a:cxn ang="0">
                      <a:pos x="55" y="91"/>
                    </a:cxn>
                    <a:cxn ang="0">
                      <a:pos x="48" y="88"/>
                    </a:cxn>
                    <a:cxn ang="0">
                      <a:pos x="41" y="88"/>
                    </a:cxn>
                    <a:cxn ang="0">
                      <a:pos x="34" y="83"/>
                    </a:cxn>
                    <a:cxn ang="0">
                      <a:pos x="32" y="75"/>
                    </a:cxn>
                    <a:cxn ang="0">
                      <a:pos x="28" y="71"/>
                    </a:cxn>
                    <a:cxn ang="0">
                      <a:pos x="28" y="68"/>
                    </a:cxn>
                    <a:cxn ang="0">
                      <a:pos x="22" y="63"/>
                    </a:cxn>
                    <a:cxn ang="0">
                      <a:pos x="14" y="53"/>
                    </a:cxn>
                    <a:cxn ang="0">
                      <a:pos x="11" y="50"/>
                    </a:cxn>
                    <a:cxn ang="0">
                      <a:pos x="7" y="44"/>
                    </a:cxn>
                    <a:cxn ang="0">
                      <a:pos x="6" y="40"/>
                    </a:cxn>
                    <a:cxn ang="0">
                      <a:pos x="0" y="37"/>
                    </a:cxn>
                    <a:cxn ang="0">
                      <a:pos x="0" y="33"/>
                    </a:cxn>
                    <a:cxn ang="0">
                      <a:pos x="0" y="31"/>
                    </a:cxn>
                  </a:cxnLst>
                  <a:rect l="0" t="0" r="r" b="b"/>
                  <a:pathLst>
                    <a:path w="112" h="101">
                      <a:moveTo>
                        <a:pt x="0" y="31"/>
                      </a:moveTo>
                      <a:lnTo>
                        <a:pt x="2" y="31"/>
                      </a:lnTo>
                      <a:lnTo>
                        <a:pt x="5" y="31"/>
                      </a:lnTo>
                      <a:lnTo>
                        <a:pt x="7" y="33"/>
                      </a:lnTo>
                      <a:lnTo>
                        <a:pt x="9" y="34"/>
                      </a:lnTo>
                      <a:lnTo>
                        <a:pt x="10" y="34"/>
                      </a:lnTo>
                      <a:lnTo>
                        <a:pt x="13" y="33"/>
                      </a:lnTo>
                      <a:lnTo>
                        <a:pt x="15" y="33"/>
                      </a:lnTo>
                      <a:lnTo>
                        <a:pt x="17" y="33"/>
                      </a:lnTo>
                      <a:lnTo>
                        <a:pt x="18" y="33"/>
                      </a:lnTo>
                      <a:lnTo>
                        <a:pt x="19" y="33"/>
                      </a:lnTo>
                      <a:lnTo>
                        <a:pt x="19" y="33"/>
                      </a:lnTo>
                      <a:lnTo>
                        <a:pt x="21" y="35"/>
                      </a:lnTo>
                      <a:lnTo>
                        <a:pt x="24" y="35"/>
                      </a:lnTo>
                      <a:lnTo>
                        <a:pt x="28" y="34"/>
                      </a:lnTo>
                      <a:lnTo>
                        <a:pt x="32" y="29"/>
                      </a:lnTo>
                      <a:lnTo>
                        <a:pt x="39" y="21"/>
                      </a:lnTo>
                      <a:lnTo>
                        <a:pt x="47" y="14"/>
                      </a:lnTo>
                      <a:lnTo>
                        <a:pt x="52" y="12"/>
                      </a:lnTo>
                      <a:lnTo>
                        <a:pt x="53" y="11"/>
                      </a:lnTo>
                      <a:lnTo>
                        <a:pt x="53" y="11"/>
                      </a:lnTo>
                      <a:lnTo>
                        <a:pt x="53" y="10"/>
                      </a:lnTo>
                      <a:lnTo>
                        <a:pt x="53" y="8"/>
                      </a:lnTo>
                      <a:lnTo>
                        <a:pt x="53" y="7"/>
                      </a:lnTo>
                      <a:lnTo>
                        <a:pt x="55" y="4"/>
                      </a:lnTo>
                      <a:lnTo>
                        <a:pt x="59" y="3"/>
                      </a:lnTo>
                      <a:lnTo>
                        <a:pt x="60" y="2"/>
                      </a:lnTo>
                      <a:lnTo>
                        <a:pt x="63" y="0"/>
                      </a:lnTo>
                      <a:lnTo>
                        <a:pt x="66" y="0"/>
                      </a:lnTo>
                      <a:lnTo>
                        <a:pt x="70" y="0"/>
                      </a:lnTo>
                      <a:lnTo>
                        <a:pt x="70" y="0"/>
                      </a:lnTo>
                      <a:lnTo>
                        <a:pt x="71" y="0"/>
                      </a:lnTo>
                      <a:lnTo>
                        <a:pt x="74" y="0"/>
                      </a:lnTo>
                      <a:lnTo>
                        <a:pt x="75" y="0"/>
                      </a:lnTo>
                      <a:lnTo>
                        <a:pt x="77" y="0"/>
                      </a:lnTo>
                      <a:lnTo>
                        <a:pt x="77" y="6"/>
                      </a:lnTo>
                      <a:lnTo>
                        <a:pt x="82" y="6"/>
                      </a:lnTo>
                      <a:lnTo>
                        <a:pt x="83" y="6"/>
                      </a:lnTo>
                      <a:lnTo>
                        <a:pt x="85" y="8"/>
                      </a:lnTo>
                      <a:lnTo>
                        <a:pt x="86" y="7"/>
                      </a:lnTo>
                      <a:lnTo>
                        <a:pt x="87" y="6"/>
                      </a:lnTo>
                      <a:lnTo>
                        <a:pt x="90" y="7"/>
                      </a:lnTo>
                      <a:lnTo>
                        <a:pt x="94" y="10"/>
                      </a:lnTo>
                      <a:lnTo>
                        <a:pt x="97" y="12"/>
                      </a:lnTo>
                      <a:lnTo>
                        <a:pt x="100" y="12"/>
                      </a:lnTo>
                      <a:lnTo>
                        <a:pt x="104" y="14"/>
                      </a:lnTo>
                      <a:lnTo>
                        <a:pt x="106" y="15"/>
                      </a:lnTo>
                      <a:lnTo>
                        <a:pt x="108" y="18"/>
                      </a:lnTo>
                      <a:lnTo>
                        <a:pt x="112" y="18"/>
                      </a:lnTo>
                      <a:lnTo>
                        <a:pt x="112" y="21"/>
                      </a:lnTo>
                      <a:lnTo>
                        <a:pt x="111" y="22"/>
                      </a:lnTo>
                      <a:lnTo>
                        <a:pt x="111" y="25"/>
                      </a:lnTo>
                      <a:lnTo>
                        <a:pt x="111" y="26"/>
                      </a:lnTo>
                      <a:lnTo>
                        <a:pt x="111" y="27"/>
                      </a:lnTo>
                      <a:lnTo>
                        <a:pt x="111" y="30"/>
                      </a:lnTo>
                      <a:lnTo>
                        <a:pt x="109" y="31"/>
                      </a:lnTo>
                      <a:lnTo>
                        <a:pt x="109" y="35"/>
                      </a:lnTo>
                      <a:lnTo>
                        <a:pt x="108" y="38"/>
                      </a:lnTo>
                      <a:lnTo>
                        <a:pt x="109" y="40"/>
                      </a:lnTo>
                      <a:lnTo>
                        <a:pt x="111" y="40"/>
                      </a:lnTo>
                      <a:lnTo>
                        <a:pt x="111" y="41"/>
                      </a:lnTo>
                      <a:lnTo>
                        <a:pt x="108" y="44"/>
                      </a:lnTo>
                      <a:lnTo>
                        <a:pt x="108" y="45"/>
                      </a:lnTo>
                      <a:lnTo>
                        <a:pt x="108" y="48"/>
                      </a:lnTo>
                      <a:lnTo>
                        <a:pt x="106" y="49"/>
                      </a:lnTo>
                      <a:lnTo>
                        <a:pt x="106" y="50"/>
                      </a:lnTo>
                      <a:lnTo>
                        <a:pt x="108" y="53"/>
                      </a:lnTo>
                      <a:lnTo>
                        <a:pt x="109" y="54"/>
                      </a:lnTo>
                      <a:lnTo>
                        <a:pt x="108" y="56"/>
                      </a:lnTo>
                      <a:lnTo>
                        <a:pt x="108" y="59"/>
                      </a:lnTo>
                      <a:lnTo>
                        <a:pt x="109" y="60"/>
                      </a:lnTo>
                      <a:lnTo>
                        <a:pt x="109" y="63"/>
                      </a:lnTo>
                      <a:lnTo>
                        <a:pt x="108" y="65"/>
                      </a:lnTo>
                      <a:lnTo>
                        <a:pt x="105" y="67"/>
                      </a:lnTo>
                      <a:lnTo>
                        <a:pt x="104" y="68"/>
                      </a:lnTo>
                      <a:lnTo>
                        <a:pt x="102" y="69"/>
                      </a:lnTo>
                      <a:lnTo>
                        <a:pt x="102" y="71"/>
                      </a:lnTo>
                      <a:lnTo>
                        <a:pt x="102" y="74"/>
                      </a:lnTo>
                      <a:lnTo>
                        <a:pt x="101" y="75"/>
                      </a:lnTo>
                      <a:lnTo>
                        <a:pt x="101" y="79"/>
                      </a:lnTo>
                      <a:lnTo>
                        <a:pt x="101" y="80"/>
                      </a:lnTo>
                      <a:lnTo>
                        <a:pt x="101" y="86"/>
                      </a:lnTo>
                      <a:lnTo>
                        <a:pt x="85" y="101"/>
                      </a:lnTo>
                      <a:lnTo>
                        <a:pt x="82" y="99"/>
                      </a:lnTo>
                      <a:lnTo>
                        <a:pt x="78" y="98"/>
                      </a:lnTo>
                      <a:lnTo>
                        <a:pt x="74" y="99"/>
                      </a:lnTo>
                      <a:lnTo>
                        <a:pt x="71" y="99"/>
                      </a:lnTo>
                      <a:lnTo>
                        <a:pt x="71" y="99"/>
                      </a:lnTo>
                      <a:lnTo>
                        <a:pt x="68" y="98"/>
                      </a:lnTo>
                      <a:lnTo>
                        <a:pt x="66" y="98"/>
                      </a:lnTo>
                      <a:lnTo>
                        <a:pt x="64" y="95"/>
                      </a:lnTo>
                      <a:lnTo>
                        <a:pt x="62" y="95"/>
                      </a:lnTo>
                      <a:lnTo>
                        <a:pt x="56" y="95"/>
                      </a:lnTo>
                      <a:lnTo>
                        <a:pt x="55" y="94"/>
                      </a:lnTo>
                      <a:lnTo>
                        <a:pt x="55" y="93"/>
                      </a:lnTo>
                      <a:lnTo>
                        <a:pt x="55" y="91"/>
                      </a:lnTo>
                      <a:lnTo>
                        <a:pt x="53" y="90"/>
                      </a:lnTo>
                      <a:lnTo>
                        <a:pt x="51" y="90"/>
                      </a:lnTo>
                      <a:lnTo>
                        <a:pt x="48" y="88"/>
                      </a:lnTo>
                      <a:lnTo>
                        <a:pt x="47" y="88"/>
                      </a:lnTo>
                      <a:lnTo>
                        <a:pt x="43" y="87"/>
                      </a:lnTo>
                      <a:lnTo>
                        <a:pt x="41" y="88"/>
                      </a:lnTo>
                      <a:lnTo>
                        <a:pt x="39" y="87"/>
                      </a:lnTo>
                      <a:lnTo>
                        <a:pt x="37" y="84"/>
                      </a:lnTo>
                      <a:lnTo>
                        <a:pt x="34" y="83"/>
                      </a:lnTo>
                      <a:lnTo>
                        <a:pt x="33" y="80"/>
                      </a:lnTo>
                      <a:lnTo>
                        <a:pt x="33" y="78"/>
                      </a:lnTo>
                      <a:lnTo>
                        <a:pt x="32" y="75"/>
                      </a:lnTo>
                      <a:lnTo>
                        <a:pt x="33" y="74"/>
                      </a:lnTo>
                      <a:lnTo>
                        <a:pt x="30" y="72"/>
                      </a:lnTo>
                      <a:lnTo>
                        <a:pt x="28" y="71"/>
                      </a:lnTo>
                      <a:lnTo>
                        <a:pt x="28" y="69"/>
                      </a:lnTo>
                      <a:lnTo>
                        <a:pt x="28" y="68"/>
                      </a:lnTo>
                      <a:lnTo>
                        <a:pt x="28" y="68"/>
                      </a:lnTo>
                      <a:lnTo>
                        <a:pt x="26" y="67"/>
                      </a:lnTo>
                      <a:lnTo>
                        <a:pt x="25" y="65"/>
                      </a:lnTo>
                      <a:lnTo>
                        <a:pt x="22" y="63"/>
                      </a:lnTo>
                      <a:lnTo>
                        <a:pt x="19" y="61"/>
                      </a:lnTo>
                      <a:lnTo>
                        <a:pt x="15" y="56"/>
                      </a:lnTo>
                      <a:lnTo>
                        <a:pt x="14" y="53"/>
                      </a:lnTo>
                      <a:lnTo>
                        <a:pt x="13" y="53"/>
                      </a:lnTo>
                      <a:lnTo>
                        <a:pt x="11" y="52"/>
                      </a:lnTo>
                      <a:lnTo>
                        <a:pt x="11" y="50"/>
                      </a:lnTo>
                      <a:lnTo>
                        <a:pt x="10" y="49"/>
                      </a:lnTo>
                      <a:lnTo>
                        <a:pt x="9" y="46"/>
                      </a:lnTo>
                      <a:lnTo>
                        <a:pt x="7" y="44"/>
                      </a:lnTo>
                      <a:lnTo>
                        <a:pt x="7" y="44"/>
                      </a:lnTo>
                      <a:lnTo>
                        <a:pt x="7" y="42"/>
                      </a:lnTo>
                      <a:lnTo>
                        <a:pt x="6" y="40"/>
                      </a:lnTo>
                      <a:lnTo>
                        <a:pt x="3" y="40"/>
                      </a:lnTo>
                      <a:lnTo>
                        <a:pt x="3" y="38"/>
                      </a:lnTo>
                      <a:lnTo>
                        <a:pt x="0" y="37"/>
                      </a:lnTo>
                      <a:lnTo>
                        <a:pt x="0" y="35"/>
                      </a:lnTo>
                      <a:lnTo>
                        <a:pt x="0" y="34"/>
                      </a:lnTo>
                      <a:lnTo>
                        <a:pt x="0" y="33"/>
                      </a:lnTo>
                      <a:lnTo>
                        <a:pt x="0" y="31"/>
                      </a:lnTo>
                      <a:lnTo>
                        <a:pt x="0" y="31"/>
                      </a:lnTo>
                      <a:lnTo>
                        <a:pt x="0" y="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961"/>
                <p:cNvSpPr>
                  <a:spLocks/>
                </p:cNvSpPr>
                <p:nvPr/>
              </p:nvSpPr>
              <p:spPr bwMode="auto">
                <a:xfrm>
                  <a:off x="5249897" y="5015857"/>
                  <a:ext cx="210154" cy="189515"/>
                </a:xfrm>
                <a:custGeom>
                  <a:avLst/>
                  <a:gdLst/>
                  <a:ahLst/>
                  <a:cxnLst>
                    <a:cxn ang="0">
                      <a:pos x="5" y="31"/>
                    </a:cxn>
                    <a:cxn ang="0">
                      <a:pos x="10" y="34"/>
                    </a:cxn>
                    <a:cxn ang="0">
                      <a:pos x="17" y="33"/>
                    </a:cxn>
                    <a:cxn ang="0">
                      <a:pos x="19" y="33"/>
                    </a:cxn>
                    <a:cxn ang="0">
                      <a:pos x="28" y="34"/>
                    </a:cxn>
                    <a:cxn ang="0">
                      <a:pos x="47" y="14"/>
                    </a:cxn>
                    <a:cxn ang="0">
                      <a:pos x="53" y="11"/>
                    </a:cxn>
                    <a:cxn ang="0">
                      <a:pos x="53" y="7"/>
                    </a:cxn>
                    <a:cxn ang="0">
                      <a:pos x="60" y="2"/>
                    </a:cxn>
                    <a:cxn ang="0">
                      <a:pos x="70" y="0"/>
                    </a:cxn>
                    <a:cxn ang="0">
                      <a:pos x="74" y="0"/>
                    </a:cxn>
                    <a:cxn ang="0">
                      <a:pos x="77" y="6"/>
                    </a:cxn>
                    <a:cxn ang="0">
                      <a:pos x="85" y="8"/>
                    </a:cxn>
                    <a:cxn ang="0">
                      <a:pos x="90" y="7"/>
                    </a:cxn>
                    <a:cxn ang="0">
                      <a:pos x="100" y="12"/>
                    </a:cxn>
                    <a:cxn ang="0">
                      <a:pos x="108" y="18"/>
                    </a:cxn>
                    <a:cxn ang="0">
                      <a:pos x="111" y="22"/>
                    </a:cxn>
                    <a:cxn ang="0">
                      <a:pos x="111" y="27"/>
                    </a:cxn>
                    <a:cxn ang="0">
                      <a:pos x="109" y="35"/>
                    </a:cxn>
                    <a:cxn ang="0">
                      <a:pos x="111" y="40"/>
                    </a:cxn>
                    <a:cxn ang="0">
                      <a:pos x="108" y="45"/>
                    </a:cxn>
                    <a:cxn ang="0">
                      <a:pos x="106" y="50"/>
                    </a:cxn>
                    <a:cxn ang="0">
                      <a:pos x="108" y="56"/>
                    </a:cxn>
                    <a:cxn ang="0">
                      <a:pos x="109" y="63"/>
                    </a:cxn>
                    <a:cxn ang="0">
                      <a:pos x="104" y="68"/>
                    </a:cxn>
                    <a:cxn ang="0">
                      <a:pos x="102" y="74"/>
                    </a:cxn>
                    <a:cxn ang="0">
                      <a:pos x="101" y="80"/>
                    </a:cxn>
                    <a:cxn ang="0">
                      <a:pos x="82" y="99"/>
                    </a:cxn>
                    <a:cxn ang="0">
                      <a:pos x="71" y="99"/>
                    </a:cxn>
                    <a:cxn ang="0">
                      <a:pos x="66" y="98"/>
                    </a:cxn>
                    <a:cxn ang="0">
                      <a:pos x="56" y="95"/>
                    </a:cxn>
                    <a:cxn ang="0">
                      <a:pos x="55" y="91"/>
                    </a:cxn>
                    <a:cxn ang="0">
                      <a:pos x="48" y="88"/>
                    </a:cxn>
                    <a:cxn ang="0">
                      <a:pos x="41" y="88"/>
                    </a:cxn>
                    <a:cxn ang="0">
                      <a:pos x="34" y="83"/>
                    </a:cxn>
                    <a:cxn ang="0">
                      <a:pos x="32" y="75"/>
                    </a:cxn>
                    <a:cxn ang="0">
                      <a:pos x="28" y="71"/>
                    </a:cxn>
                    <a:cxn ang="0">
                      <a:pos x="28" y="68"/>
                    </a:cxn>
                    <a:cxn ang="0">
                      <a:pos x="22" y="63"/>
                    </a:cxn>
                    <a:cxn ang="0">
                      <a:pos x="14" y="53"/>
                    </a:cxn>
                    <a:cxn ang="0">
                      <a:pos x="11" y="50"/>
                    </a:cxn>
                    <a:cxn ang="0">
                      <a:pos x="7" y="44"/>
                    </a:cxn>
                    <a:cxn ang="0">
                      <a:pos x="6" y="40"/>
                    </a:cxn>
                    <a:cxn ang="0">
                      <a:pos x="0" y="37"/>
                    </a:cxn>
                    <a:cxn ang="0">
                      <a:pos x="0" y="33"/>
                    </a:cxn>
                    <a:cxn ang="0">
                      <a:pos x="0" y="31"/>
                    </a:cxn>
                  </a:cxnLst>
                  <a:rect l="0" t="0" r="r" b="b"/>
                  <a:pathLst>
                    <a:path w="112" h="101">
                      <a:moveTo>
                        <a:pt x="0" y="31"/>
                      </a:moveTo>
                      <a:lnTo>
                        <a:pt x="2" y="31"/>
                      </a:lnTo>
                      <a:lnTo>
                        <a:pt x="5" y="31"/>
                      </a:lnTo>
                      <a:lnTo>
                        <a:pt x="7" y="33"/>
                      </a:lnTo>
                      <a:lnTo>
                        <a:pt x="9" y="34"/>
                      </a:lnTo>
                      <a:lnTo>
                        <a:pt x="10" y="34"/>
                      </a:lnTo>
                      <a:lnTo>
                        <a:pt x="13" y="33"/>
                      </a:lnTo>
                      <a:lnTo>
                        <a:pt x="15" y="33"/>
                      </a:lnTo>
                      <a:lnTo>
                        <a:pt x="17" y="33"/>
                      </a:lnTo>
                      <a:lnTo>
                        <a:pt x="18" y="33"/>
                      </a:lnTo>
                      <a:lnTo>
                        <a:pt x="19" y="33"/>
                      </a:lnTo>
                      <a:lnTo>
                        <a:pt x="19" y="33"/>
                      </a:lnTo>
                      <a:lnTo>
                        <a:pt x="21" y="35"/>
                      </a:lnTo>
                      <a:lnTo>
                        <a:pt x="24" y="35"/>
                      </a:lnTo>
                      <a:lnTo>
                        <a:pt x="28" y="34"/>
                      </a:lnTo>
                      <a:lnTo>
                        <a:pt x="32" y="29"/>
                      </a:lnTo>
                      <a:lnTo>
                        <a:pt x="39" y="21"/>
                      </a:lnTo>
                      <a:lnTo>
                        <a:pt x="47" y="14"/>
                      </a:lnTo>
                      <a:lnTo>
                        <a:pt x="52" y="12"/>
                      </a:lnTo>
                      <a:lnTo>
                        <a:pt x="53" y="11"/>
                      </a:lnTo>
                      <a:lnTo>
                        <a:pt x="53" y="11"/>
                      </a:lnTo>
                      <a:lnTo>
                        <a:pt x="53" y="10"/>
                      </a:lnTo>
                      <a:lnTo>
                        <a:pt x="53" y="8"/>
                      </a:lnTo>
                      <a:lnTo>
                        <a:pt x="53" y="7"/>
                      </a:lnTo>
                      <a:lnTo>
                        <a:pt x="55" y="4"/>
                      </a:lnTo>
                      <a:lnTo>
                        <a:pt x="59" y="3"/>
                      </a:lnTo>
                      <a:lnTo>
                        <a:pt x="60" y="2"/>
                      </a:lnTo>
                      <a:lnTo>
                        <a:pt x="63" y="0"/>
                      </a:lnTo>
                      <a:lnTo>
                        <a:pt x="66" y="0"/>
                      </a:lnTo>
                      <a:lnTo>
                        <a:pt x="70" y="0"/>
                      </a:lnTo>
                      <a:lnTo>
                        <a:pt x="70" y="0"/>
                      </a:lnTo>
                      <a:lnTo>
                        <a:pt x="71" y="0"/>
                      </a:lnTo>
                      <a:lnTo>
                        <a:pt x="74" y="0"/>
                      </a:lnTo>
                      <a:lnTo>
                        <a:pt x="75" y="0"/>
                      </a:lnTo>
                      <a:lnTo>
                        <a:pt x="77" y="0"/>
                      </a:lnTo>
                      <a:lnTo>
                        <a:pt x="77" y="6"/>
                      </a:lnTo>
                      <a:lnTo>
                        <a:pt x="82" y="6"/>
                      </a:lnTo>
                      <a:lnTo>
                        <a:pt x="83" y="6"/>
                      </a:lnTo>
                      <a:lnTo>
                        <a:pt x="85" y="8"/>
                      </a:lnTo>
                      <a:lnTo>
                        <a:pt x="86" y="7"/>
                      </a:lnTo>
                      <a:lnTo>
                        <a:pt x="87" y="6"/>
                      </a:lnTo>
                      <a:lnTo>
                        <a:pt x="90" y="7"/>
                      </a:lnTo>
                      <a:lnTo>
                        <a:pt x="94" y="10"/>
                      </a:lnTo>
                      <a:lnTo>
                        <a:pt x="97" y="12"/>
                      </a:lnTo>
                      <a:lnTo>
                        <a:pt x="100" y="12"/>
                      </a:lnTo>
                      <a:lnTo>
                        <a:pt x="104" y="14"/>
                      </a:lnTo>
                      <a:lnTo>
                        <a:pt x="106" y="15"/>
                      </a:lnTo>
                      <a:lnTo>
                        <a:pt x="108" y="18"/>
                      </a:lnTo>
                      <a:lnTo>
                        <a:pt x="112" y="18"/>
                      </a:lnTo>
                      <a:lnTo>
                        <a:pt x="112" y="21"/>
                      </a:lnTo>
                      <a:lnTo>
                        <a:pt x="111" y="22"/>
                      </a:lnTo>
                      <a:lnTo>
                        <a:pt x="111" y="25"/>
                      </a:lnTo>
                      <a:lnTo>
                        <a:pt x="111" y="26"/>
                      </a:lnTo>
                      <a:lnTo>
                        <a:pt x="111" y="27"/>
                      </a:lnTo>
                      <a:lnTo>
                        <a:pt x="111" y="30"/>
                      </a:lnTo>
                      <a:lnTo>
                        <a:pt x="109" y="31"/>
                      </a:lnTo>
                      <a:lnTo>
                        <a:pt x="109" y="35"/>
                      </a:lnTo>
                      <a:lnTo>
                        <a:pt x="108" y="38"/>
                      </a:lnTo>
                      <a:lnTo>
                        <a:pt x="109" y="40"/>
                      </a:lnTo>
                      <a:lnTo>
                        <a:pt x="111" y="40"/>
                      </a:lnTo>
                      <a:lnTo>
                        <a:pt x="111" y="41"/>
                      </a:lnTo>
                      <a:lnTo>
                        <a:pt x="108" y="44"/>
                      </a:lnTo>
                      <a:lnTo>
                        <a:pt x="108" y="45"/>
                      </a:lnTo>
                      <a:lnTo>
                        <a:pt x="108" y="48"/>
                      </a:lnTo>
                      <a:lnTo>
                        <a:pt x="106" y="49"/>
                      </a:lnTo>
                      <a:lnTo>
                        <a:pt x="106" y="50"/>
                      </a:lnTo>
                      <a:lnTo>
                        <a:pt x="108" y="53"/>
                      </a:lnTo>
                      <a:lnTo>
                        <a:pt x="109" y="54"/>
                      </a:lnTo>
                      <a:lnTo>
                        <a:pt x="108" y="56"/>
                      </a:lnTo>
                      <a:lnTo>
                        <a:pt x="108" y="59"/>
                      </a:lnTo>
                      <a:lnTo>
                        <a:pt x="109" y="60"/>
                      </a:lnTo>
                      <a:lnTo>
                        <a:pt x="109" y="63"/>
                      </a:lnTo>
                      <a:lnTo>
                        <a:pt x="108" y="65"/>
                      </a:lnTo>
                      <a:lnTo>
                        <a:pt x="105" y="67"/>
                      </a:lnTo>
                      <a:lnTo>
                        <a:pt x="104" y="68"/>
                      </a:lnTo>
                      <a:lnTo>
                        <a:pt x="102" y="69"/>
                      </a:lnTo>
                      <a:lnTo>
                        <a:pt x="102" y="71"/>
                      </a:lnTo>
                      <a:lnTo>
                        <a:pt x="102" y="74"/>
                      </a:lnTo>
                      <a:lnTo>
                        <a:pt x="101" y="75"/>
                      </a:lnTo>
                      <a:lnTo>
                        <a:pt x="101" y="79"/>
                      </a:lnTo>
                      <a:lnTo>
                        <a:pt x="101" y="80"/>
                      </a:lnTo>
                      <a:lnTo>
                        <a:pt x="101" y="86"/>
                      </a:lnTo>
                      <a:lnTo>
                        <a:pt x="85" y="101"/>
                      </a:lnTo>
                      <a:lnTo>
                        <a:pt x="82" y="99"/>
                      </a:lnTo>
                      <a:lnTo>
                        <a:pt x="78" y="98"/>
                      </a:lnTo>
                      <a:lnTo>
                        <a:pt x="74" y="99"/>
                      </a:lnTo>
                      <a:lnTo>
                        <a:pt x="71" y="99"/>
                      </a:lnTo>
                      <a:lnTo>
                        <a:pt x="71" y="99"/>
                      </a:lnTo>
                      <a:lnTo>
                        <a:pt x="68" y="98"/>
                      </a:lnTo>
                      <a:lnTo>
                        <a:pt x="66" y="98"/>
                      </a:lnTo>
                      <a:lnTo>
                        <a:pt x="64" y="95"/>
                      </a:lnTo>
                      <a:lnTo>
                        <a:pt x="62" y="95"/>
                      </a:lnTo>
                      <a:lnTo>
                        <a:pt x="56" y="95"/>
                      </a:lnTo>
                      <a:lnTo>
                        <a:pt x="55" y="94"/>
                      </a:lnTo>
                      <a:lnTo>
                        <a:pt x="55" y="93"/>
                      </a:lnTo>
                      <a:lnTo>
                        <a:pt x="55" y="91"/>
                      </a:lnTo>
                      <a:lnTo>
                        <a:pt x="53" y="90"/>
                      </a:lnTo>
                      <a:lnTo>
                        <a:pt x="51" y="90"/>
                      </a:lnTo>
                      <a:lnTo>
                        <a:pt x="48" y="88"/>
                      </a:lnTo>
                      <a:lnTo>
                        <a:pt x="47" y="88"/>
                      </a:lnTo>
                      <a:lnTo>
                        <a:pt x="43" y="87"/>
                      </a:lnTo>
                      <a:lnTo>
                        <a:pt x="41" y="88"/>
                      </a:lnTo>
                      <a:lnTo>
                        <a:pt x="39" y="87"/>
                      </a:lnTo>
                      <a:lnTo>
                        <a:pt x="37" y="84"/>
                      </a:lnTo>
                      <a:lnTo>
                        <a:pt x="34" y="83"/>
                      </a:lnTo>
                      <a:lnTo>
                        <a:pt x="33" y="80"/>
                      </a:lnTo>
                      <a:lnTo>
                        <a:pt x="33" y="78"/>
                      </a:lnTo>
                      <a:lnTo>
                        <a:pt x="32" y="75"/>
                      </a:lnTo>
                      <a:lnTo>
                        <a:pt x="33" y="74"/>
                      </a:lnTo>
                      <a:lnTo>
                        <a:pt x="30" y="72"/>
                      </a:lnTo>
                      <a:lnTo>
                        <a:pt x="28" y="71"/>
                      </a:lnTo>
                      <a:lnTo>
                        <a:pt x="28" y="69"/>
                      </a:lnTo>
                      <a:lnTo>
                        <a:pt x="28" y="68"/>
                      </a:lnTo>
                      <a:lnTo>
                        <a:pt x="28" y="68"/>
                      </a:lnTo>
                      <a:lnTo>
                        <a:pt x="26" y="67"/>
                      </a:lnTo>
                      <a:lnTo>
                        <a:pt x="25" y="65"/>
                      </a:lnTo>
                      <a:lnTo>
                        <a:pt x="22" y="63"/>
                      </a:lnTo>
                      <a:lnTo>
                        <a:pt x="19" y="61"/>
                      </a:lnTo>
                      <a:lnTo>
                        <a:pt x="15" y="56"/>
                      </a:lnTo>
                      <a:lnTo>
                        <a:pt x="14" y="53"/>
                      </a:lnTo>
                      <a:lnTo>
                        <a:pt x="13" y="53"/>
                      </a:lnTo>
                      <a:lnTo>
                        <a:pt x="11" y="52"/>
                      </a:lnTo>
                      <a:lnTo>
                        <a:pt x="11" y="50"/>
                      </a:lnTo>
                      <a:lnTo>
                        <a:pt x="10" y="49"/>
                      </a:lnTo>
                      <a:lnTo>
                        <a:pt x="9" y="46"/>
                      </a:lnTo>
                      <a:lnTo>
                        <a:pt x="7" y="44"/>
                      </a:lnTo>
                      <a:lnTo>
                        <a:pt x="7" y="44"/>
                      </a:lnTo>
                      <a:lnTo>
                        <a:pt x="7" y="42"/>
                      </a:lnTo>
                      <a:lnTo>
                        <a:pt x="6" y="40"/>
                      </a:lnTo>
                      <a:lnTo>
                        <a:pt x="3" y="40"/>
                      </a:lnTo>
                      <a:lnTo>
                        <a:pt x="3" y="38"/>
                      </a:lnTo>
                      <a:lnTo>
                        <a:pt x="0" y="37"/>
                      </a:lnTo>
                      <a:lnTo>
                        <a:pt x="0" y="35"/>
                      </a:lnTo>
                      <a:lnTo>
                        <a:pt x="0" y="34"/>
                      </a:lnTo>
                      <a:lnTo>
                        <a:pt x="0" y="33"/>
                      </a:lnTo>
                      <a:lnTo>
                        <a:pt x="0" y="31"/>
                      </a:lnTo>
                      <a:lnTo>
                        <a:pt x="0" y="31"/>
                      </a:lnTo>
                      <a:lnTo>
                        <a:pt x="0" y="3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962"/>
                <p:cNvSpPr>
                  <a:spLocks/>
                </p:cNvSpPr>
                <p:nvPr/>
              </p:nvSpPr>
              <p:spPr bwMode="auto">
                <a:xfrm>
                  <a:off x="5105416" y="5074024"/>
                  <a:ext cx="249559" cy="251435"/>
                </a:xfrm>
                <a:custGeom>
                  <a:avLst/>
                  <a:gdLst/>
                  <a:ahLst/>
                  <a:cxnLst>
                    <a:cxn ang="0">
                      <a:pos x="77" y="3"/>
                    </a:cxn>
                    <a:cxn ang="0">
                      <a:pos x="80" y="7"/>
                    </a:cxn>
                    <a:cxn ang="0">
                      <a:pos x="84" y="11"/>
                    </a:cxn>
                    <a:cxn ang="0">
                      <a:pos x="86" y="15"/>
                    </a:cxn>
                    <a:cxn ang="0">
                      <a:pos x="88" y="21"/>
                    </a:cxn>
                    <a:cxn ang="0">
                      <a:pos x="92" y="25"/>
                    </a:cxn>
                    <a:cxn ang="0">
                      <a:pos x="102" y="34"/>
                    </a:cxn>
                    <a:cxn ang="0">
                      <a:pos x="105" y="37"/>
                    </a:cxn>
                    <a:cxn ang="0">
                      <a:pos x="107" y="41"/>
                    </a:cxn>
                    <a:cxn ang="0">
                      <a:pos x="110" y="47"/>
                    </a:cxn>
                    <a:cxn ang="0">
                      <a:pos x="114" y="53"/>
                    </a:cxn>
                    <a:cxn ang="0">
                      <a:pos x="120" y="56"/>
                    </a:cxn>
                    <a:cxn ang="0">
                      <a:pos x="128" y="59"/>
                    </a:cxn>
                    <a:cxn ang="0">
                      <a:pos x="132" y="62"/>
                    </a:cxn>
                    <a:cxn ang="0">
                      <a:pos x="132" y="66"/>
                    </a:cxn>
                    <a:cxn ang="0">
                      <a:pos x="126" y="67"/>
                    </a:cxn>
                    <a:cxn ang="0">
                      <a:pos x="124" y="71"/>
                    </a:cxn>
                    <a:cxn ang="0">
                      <a:pos x="118" y="74"/>
                    </a:cxn>
                    <a:cxn ang="0">
                      <a:pos x="111" y="76"/>
                    </a:cxn>
                    <a:cxn ang="0">
                      <a:pos x="107" y="81"/>
                    </a:cxn>
                    <a:cxn ang="0">
                      <a:pos x="103" y="82"/>
                    </a:cxn>
                    <a:cxn ang="0">
                      <a:pos x="96" y="91"/>
                    </a:cxn>
                    <a:cxn ang="0">
                      <a:pos x="95" y="96"/>
                    </a:cxn>
                    <a:cxn ang="0">
                      <a:pos x="91" y="100"/>
                    </a:cxn>
                    <a:cxn ang="0">
                      <a:pos x="88" y="102"/>
                    </a:cxn>
                    <a:cxn ang="0">
                      <a:pos x="82" y="105"/>
                    </a:cxn>
                    <a:cxn ang="0">
                      <a:pos x="79" y="112"/>
                    </a:cxn>
                    <a:cxn ang="0">
                      <a:pos x="79" y="117"/>
                    </a:cxn>
                    <a:cxn ang="0">
                      <a:pos x="73" y="117"/>
                    </a:cxn>
                    <a:cxn ang="0">
                      <a:pos x="65" y="119"/>
                    </a:cxn>
                    <a:cxn ang="0">
                      <a:pos x="54" y="116"/>
                    </a:cxn>
                    <a:cxn ang="0">
                      <a:pos x="46" y="113"/>
                    </a:cxn>
                    <a:cxn ang="0">
                      <a:pos x="37" y="123"/>
                    </a:cxn>
                    <a:cxn ang="0">
                      <a:pos x="29" y="128"/>
                    </a:cxn>
                    <a:cxn ang="0">
                      <a:pos x="20" y="134"/>
                    </a:cxn>
                    <a:cxn ang="0">
                      <a:pos x="12" y="132"/>
                    </a:cxn>
                    <a:cxn ang="0">
                      <a:pos x="10" y="125"/>
                    </a:cxn>
                    <a:cxn ang="0">
                      <a:pos x="5" y="110"/>
                    </a:cxn>
                    <a:cxn ang="0">
                      <a:pos x="0" y="106"/>
                    </a:cxn>
                    <a:cxn ang="0">
                      <a:pos x="15" y="62"/>
                    </a:cxn>
                    <a:cxn ang="0">
                      <a:pos x="42" y="7"/>
                    </a:cxn>
                    <a:cxn ang="0">
                      <a:pos x="49" y="6"/>
                    </a:cxn>
                    <a:cxn ang="0">
                      <a:pos x="52" y="10"/>
                    </a:cxn>
                    <a:cxn ang="0">
                      <a:pos x="52" y="13"/>
                    </a:cxn>
                    <a:cxn ang="0">
                      <a:pos x="63" y="3"/>
                    </a:cxn>
                    <a:cxn ang="0">
                      <a:pos x="68" y="4"/>
                    </a:cxn>
                    <a:cxn ang="0">
                      <a:pos x="77" y="0"/>
                    </a:cxn>
                  </a:cxnLst>
                  <a:rect l="0" t="0" r="r" b="b"/>
                  <a:pathLst>
                    <a:path w="133" h="134">
                      <a:moveTo>
                        <a:pt x="77" y="0"/>
                      </a:moveTo>
                      <a:lnTo>
                        <a:pt x="77" y="2"/>
                      </a:lnTo>
                      <a:lnTo>
                        <a:pt x="77" y="3"/>
                      </a:lnTo>
                      <a:lnTo>
                        <a:pt x="77" y="4"/>
                      </a:lnTo>
                      <a:lnTo>
                        <a:pt x="77" y="6"/>
                      </a:lnTo>
                      <a:lnTo>
                        <a:pt x="80" y="7"/>
                      </a:lnTo>
                      <a:lnTo>
                        <a:pt x="80" y="9"/>
                      </a:lnTo>
                      <a:lnTo>
                        <a:pt x="83" y="9"/>
                      </a:lnTo>
                      <a:lnTo>
                        <a:pt x="84" y="11"/>
                      </a:lnTo>
                      <a:lnTo>
                        <a:pt x="84" y="13"/>
                      </a:lnTo>
                      <a:lnTo>
                        <a:pt x="84" y="13"/>
                      </a:lnTo>
                      <a:lnTo>
                        <a:pt x="86" y="15"/>
                      </a:lnTo>
                      <a:lnTo>
                        <a:pt x="87" y="18"/>
                      </a:lnTo>
                      <a:lnTo>
                        <a:pt x="88" y="19"/>
                      </a:lnTo>
                      <a:lnTo>
                        <a:pt x="88" y="21"/>
                      </a:lnTo>
                      <a:lnTo>
                        <a:pt x="90" y="22"/>
                      </a:lnTo>
                      <a:lnTo>
                        <a:pt x="91" y="22"/>
                      </a:lnTo>
                      <a:lnTo>
                        <a:pt x="92" y="25"/>
                      </a:lnTo>
                      <a:lnTo>
                        <a:pt x="96" y="30"/>
                      </a:lnTo>
                      <a:lnTo>
                        <a:pt x="99" y="32"/>
                      </a:lnTo>
                      <a:lnTo>
                        <a:pt x="102" y="34"/>
                      </a:lnTo>
                      <a:lnTo>
                        <a:pt x="103" y="36"/>
                      </a:lnTo>
                      <a:lnTo>
                        <a:pt x="105" y="37"/>
                      </a:lnTo>
                      <a:lnTo>
                        <a:pt x="105" y="37"/>
                      </a:lnTo>
                      <a:lnTo>
                        <a:pt x="105" y="38"/>
                      </a:lnTo>
                      <a:lnTo>
                        <a:pt x="105" y="40"/>
                      </a:lnTo>
                      <a:lnTo>
                        <a:pt x="107" y="41"/>
                      </a:lnTo>
                      <a:lnTo>
                        <a:pt x="110" y="43"/>
                      </a:lnTo>
                      <a:lnTo>
                        <a:pt x="109" y="44"/>
                      </a:lnTo>
                      <a:lnTo>
                        <a:pt x="110" y="47"/>
                      </a:lnTo>
                      <a:lnTo>
                        <a:pt x="110" y="49"/>
                      </a:lnTo>
                      <a:lnTo>
                        <a:pt x="111" y="52"/>
                      </a:lnTo>
                      <a:lnTo>
                        <a:pt x="114" y="53"/>
                      </a:lnTo>
                      <a:lnTo>
                        <a:pt x="116" y="56"/>
                      </a:lnTo>
                      <a:lnTo>
                        <a:pt x="118" y="57"/>
                      </a:lnTo>
                      <a:lnTo>
                        <a:pt x="120" y="56"/>
                      </a:lnTo>
                      <a:lnTo>
                        <a:pt x="124" y="57"/>
                      </a:lnTo>
                      <a:lnTo>
                        <a:pt x="125" y="57"/>
                      </a:lnTo>
                      <a:lnTo>
                        <a:pt x="128" y="59"/>
                      </a:lnTo>
                      <a:lnTo>
                        <a:pt x="130" y="59"/>
                      </a:lnTo>
                      <a:lnTo>
                        <a:pt x="132" y="60"/>
                      </a:lnTo>
                      <a:lnTo>
                        <a:pt x="132" y="62"/>
                      </a:lnTo>
                      <a:lnTo>
                        <a:pt x="132" y="63"/>
                      </a:lnTo>
                      <a:lnTo>
                        <a:pt x="133" y="64"/>
                      </a:lnTo>
                      <a:lnTo>
                        <a:pt x="132" y="66"/>
                      </a:lnTo>
                      <a:lnTo>
                        <a:pt x="130" y="66"/>
                      </a:lnTo>
                      <a:lnTo>
                        <a:pt x="128" y="66"/>
                      </a:lnTo>
                      <a:lnTo>
                        <a:pt x="126" y="67"/>
                      </a:lnTo>
                      <a:lnTo>
                        <a:pt x="126" y="68"/>
                      </a:lnTo>
                      <a:lnTo>
                        <a:pt x="126" y="71"/>
                      </a:lnTo>
                      <a:lnTo>
                        <a:pt x="124" y="71"/>
                      </a:lnTo>
                      <a:lnTo>
                        <a:pt x="122" y="74"/>
                      </a:lnTo>
                      <a:lnTo>
                        <a:pt x="120" y="74"/>
                      </a:lnTo>
                      <a:lnTo>
                        <a:pt x="118" y="74"/>
                      </a:lnTo>
                      <a:lnTo>
                        <a:pt x="117" y="74"/>
                      </a:lnTo>
                      <a:lnTo>
                        <a:pt x="114" y="74"/>
                      </a:lnTo>
                      <a:lnTo>
                        <a:pt x="111" y="76"/>
                      </a:lnTo>
                      <a:lnTo>
                        <a:pt x="110" y="78"/>
                      </a:lnTo>
                      <a:lnTo>
                        <a:pt x="109" y="79"/>
                      </a:lnTo>
                      <a:lnTo>
                        <a:pt x="107" y="81"/>
                      </a:lnTo>
                      <a:lnTo>
                        <a:pt x="106" y="81"/>
                      </a:lnTo>
                      <a:lnTo>
                        <a:pt x="105" y="82"/>
                      </a:lnTo>
                      <a:lnTo>
                        <a:pt x="103" y="82"/>
                      </a:lnTo>
                      <a:lnTo>
                        <a:pt x="101" y="83"/>
                      </a:lnTo>
                      <a:lnTo>
                        <a:pt x="98" y="89"/>
                      </a:lnTo>
                      <a:lnTo>
                        <a:pt x="96" y="91"/>
                      </a:lnTo>
                      <a:lnTo>
                        <a:pt x="98" y="93"/>
                      </a:lnTo>
                      <a:lnTo>
                        <a:pt x="98" y="96"/>
                      </a:lnTo>
                      <a:lnTo>
                        <a:pt x="95" y="96"/>
                      </a:lnTo>
                      <a:lnTo>
                        <a:pt x="95" y="97"/>
                      </a:lnTo>
                      <a:lnTo>
                        <a:pt x="92" y="97"/>
                      </a:lnTo>
                      <a:lnTo>
                        <a:pt x="91" y="100"/>
                      </a:lnTo>
                      <a:lnTo>
                        <a:pt x="90" y="101"/>
                      </a:lnTo>
                      <a:lnTo>
                        <a:pt x="90" y="101"/>
                      </a:lnTo>
                      <a:lnTo>
                        <a:pt x="88" y="102"/>
                      </a:lnTo>
                      <a:lnTo>
                        <a:pt x="87" y="104"/>
                      </a:lnTo>
                      <a:lnTo>
                        <a:pt x="84" y="104"/>
                      </a:lnTo>
                      <a:lnTo>
                        <a:pt x="82" y="105"/>
                      </a:lnTo>
                      <a:lnTo>
                        <a:pt x="80" y="108"/>
                      </a:lnTo>
                      <a:lnTo>
                        <a:pt x="80" y="110"/>
                      </a:lnTo>
                      <a:lnTo>
                        <a:pt x="79" y="112"/>
                      </a:lnTo>
                      <a:lnTo>
                        <a:pt x="79" y="115"/>
                      </a:lnTo>
                      <a:lnTo>
                        <a:pt x="79" y="117"/>
                      </a:lnTo>
                      <a:lnTo>
                        <a:pt x="79" y="117"/>
                      </a:lnTo>
                      <a:lnTo>
                        <a:pt x="76" y="120"/>
                      </a:lnTo>
                      <a:lnTo>
                        <a:pt x="75" y="119"/>
                      </a:lnTo>
                      <a:lnTo>
                        <a:pt x="73" y="117"/>
                      </a:lnTo>
                      <a:lnTo>
                        <a:pt x="71" y="119"/>
                      </a:lnTo>
                      <a:lnTo>
                        <a:pt x="68" y="119"/>
                      </a:lnTo>
                      <a:lnTo>
                        <a:pt x="65" y="119"/>
                      </a:lnTo>
                      <a:lnTo>
                        <a:pt x="63" y="119"/>
                      </a:lnTo>
                      <a:lnTo>
                        <a:pt x="60" y="119"/>
                      </a:lnTo>
                      <a:lnTo>
                        <a:pt x="54" y="116"/>
                      </a:lnTo>
                      <a:lnTo>
                        <a:pt x="53" y="116"/>
                      </a:lnTo>
                      <a:lnTo>
                        <a:pt x="52" y="113"/>
                      </a:lnTo>
                      <a:lnTo>
                        <a:pt x="46" y="113"/>
                      </a:lnTo>
                      <a:lnTo>
                        <a:pt x="44" y="113"/>
                      </a:lnTo>
                      <a:lnTo>
                        <a:pt x="39" y="116"/>
                      </a:lnTo>
                      <a:lnTo>
                        <a:pt x="37" y="123"/>
                      </a:lnTo>
                      <a:lnTo>
                        <a:pt x="35" y="125"/>
                      </a:lnTo>
                      <a:lnTo>
                        <a:pt x="30" y="127"/>
                      </a:lnTo>
                      <a:lnTo>
                        <a:pt x="29" y="128"/>
                      </a:lnTo>
                      <a:lnTo>
                        <a:pt x="26" y="131"/>
                      </a:lnTo>
                      <a:lnTo>
                        <a:pt x="23" y="131"/>
                      </a:lnTo>
                      <a:lnTo>
                        <a:pt x="20" y="134"/>
                      </a:lnTo>
                      <a:lnTo>
                        <a:pt x="18" y="132"/>
                      </a:lnTo>
                      <a:lnTo>
                        <a:pt x="15" y="134"/>
                      </a:lnTo>
                      <a:lnTo>
                        <a:pt x="12" y="132"/>
                      </a:lnTo>
                      <a:lnTo>
                        <a:pt x="8" y="134"/>
                      </a:lnTo>
                      <a:lnTo>
                        <a:pt x="8" y="131"/>
                      </a:lnTo>
                      <a:lnTo>
                        <a:pt x="10" y="125"/>
                      </a:lnTo>
                      <a:lnTo>
                        <a:pt x="10" y="123"/>
                      </a:lnTo>
                      <a:lnTo>
                        <a:pt x="7" y="115"/>
                      </a:lnTo>
                      <a:lnTo>
                        <a:pt x="5" y="110"/>
                      </a:lnTo>
                      <a:lnTo>
                        <a:pt x="0" y="106"/>
                      </a:lnTo>
                      <a:lnTo>
                        <a:pt x="0" y="106"/>
                      </a:lnTo>
                      <a:lnTo>
                        <a:pt x="0" y="106"/>
                      </a:lnTo>
                      <a:lnTo>
                        <a:pt x="0" y="106"/>
                      </a:lnTo>
                      <a:lnTo>
                        <a:pt x="3" y="62"/>
                      </a:lnTo>
                      <a:lnTo>
                        <a:pt x="15" y="62"/>
                      </a:lnTo>
                      <a:lnTo>
                        <a:pt x="18" y="10"/>
                      </a:lnTo>
                      <a:lnTo>
                        <a:pt x="29" y="11"/>
                      </a:lnTo>
                      <a:lnTo>
                        <a:pt x="42" y="7"/>
                      </a:lnTo>
                      <a:lnTo>
                        <a:pt x="46" y="6"/>
                      </a:lnTo>
                      <a:lnTo>
                        <a:pt x="49" y="6"/>
                      </a:lnTo>
                      <a:lnTo>
                        <a:pt x="49" y="6"/>
                      </a:lnTo>
                      <a:lnTo>
                        <a:pt x="50" y="6"/>
                      </a:lnTo>
                      <a:lnTo>
                        <a:pt x="50" y="9"/>
                      </a:lnTo>
                      <a:lnTo>
                        <a:pt x="52" y="10"/>
                      </a:lnTo>
                      <a:lnTo>
                        <a:pt x="50" y="10"/>
                      </a:lnTo>
                      <a:lnTo>
                        <a:pt x="50" y="13"/>
                      </a:lnTo>
                      <a:lnTo>
                        <a:pt x="52" y="13"/>
                      </a:lnTo>
                      <a:lnTo>
                        <a:pt x="57" y="10"/>
                      </a:lnTo>
                      <a:lnTo>
                        <a:pt x="60" y="6"/>
                      </a:lnTo>
                      <a:lnTo>
                        <a:pt x="63" y="3"/>
                      </a:lnTo>
                      <a:lnTo>
                        <a:pt x="65" y="3"/>
                      </a:lnTo>
                      <a:lnTo>
                        <a:pt x="65" y="3"/>
                      </a:lnTo>
                      <a:lnTo>
                        <a:pt x="68" y="4"/>
                      </a:lnTo>
                      <a:lnTo>
                        <a:pt x="69" y="3"/>
                      </a:lnTo>
                      <a:lnTo>
                        <a:pt x="73" y="0"/>
                      </a:lnTo>
                      <a:lnTo>
                        <a:pt x="77" y="0"/>
                      </a:lnTo>
                      <a:lnTo>
                        <a:pt x="77" y="0"/>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963"/>
                <p:cNvSpPr>
                  <a:spLocks/>
                </p:cNvSpPr>
                <p:nvPr/>
              </p:nvSpPr>
              <p:spPr bwMode="auto">
                <a:xfrm>
                  <a:off x="4891509" y="5051507"/>
                  <a:ext cx="358389" cy="337748"/>
                </a:xfrm>
                <a:custGeom>
                  <a:avLst/>
                  <a:gdLst/>
                  <a:ahLst/>
                  <a:cxnLst>
                    <a:cxn ang="0">
                      <a:pos x="117" y="74"/>
                    </a:cxn>
                    <a:cxn ang="0">
                      <a:pos x="143" y="23"/>
                    </a:cxn>
                    <a:cxn ang="0">
                      <a:pos x="163" y="18"/>
                    </a:cxn>
                    <a:cxn ang="0">
                      <a:pos x="164" y="21"/>
                    </a:cxn>
                    <a:cxn ang="0">
                      <a:pos x="164" y="25"/>
                    </a:cxn>
                    <a:cxn ang="0">
                      <a:pos x="174" y="18"/>
                    </a:cxn>
                    <a:cxn ang="0">
                      <a:pos x="179" y="15"/>
                    </a:cxn>
                    <a:cxn ang="0">
                      <a:pos x="187" y="12"/>
                    </a:cxn>
                    <a:cxn ang="0">
                      <a:pos x="189" y="10"/>
                    </a:cxn>
                    <a:cxn ang="0">
                      <a:pos x="185" y="8"/>
                    </a:cxn>
                    <a:cxn ang="0">
                      <a:pos x="181" y="8"/>
                    </a:cxn>
                    <a:cxn ang="0">
                      <a:pos x="143" y="16"/>
                    </a:cxn>
                    <a:cxn ang="0">
                      <a:pos x="138" y="16"/>
                    </a:cxn>
                    <a:cxn ang="0">
                      <a:pos x="136" y="15"/>
                    </a:cxn>
                    <a:cxn ang="0">
                      <a:pos x="132" y="15"/>
                    </a:cxn>
                    <a:cxn ang="0">
                      <a:pos x="128" y="16"/>
                    </a:cxn>
                    <a:cxn ang="0">
                      <a:pos x="121" y="12"/>
                    </a:cxn>
                    <a:cxn ang="0">
                      <a:pos x="117" y="14"/>
                    </a:cxn>
                    <a:cxn ang="0">
                      <a:pos x="110" y="15"/>
                    </a:cxn>
                    <a:cxn ang="0">
                      <a:pos x="106" y="12"/>
                    </a:cxn>
                    <a:cxn ang="0">
                      <a:pos x="98" y="11"/>
                    </a:cxn>
                    <a:cxn ang="0">
                      <a:pos x="94" y="7"/>
                    </a:cxn>
                    <a:cxn ang="0">
                      <a:pos x="38" y="6"/>
                    </a:cxn>
                    <a:cxn ang="0">
                      <a:pos x="34" y="8"/>
                    </a:cxn>
                    <a:cxn ang="0">
                      <a:pos x="27" y="4"/>
                    </a:cxn>
                    <a:cxn ang="0">
                      <a:pos x="24" y="2"/>
                    </a:cxn>
                    <a:cxn ang="0">
                      <a:pos x="22" y="2"/>
                    </a:cxn>
                    <a:cxn ang="0">
                      <a:pos x="16" y="0"/>
                    </a:cxn>
                    <a:cxn ang="0">
                      <a:pos x="11" y="6"/>
                    </a:cxn>
                    <a:cxn ang="0">
                      <a:pos x="4" y="4"/>
                    </a:cxn>
                    <a:cxn ang="0">
                      <a:pos x="1" y="7"/>
                    </a:cxn>
                    <a:cxn ang="0">
                      <a:pos x="0" y="18"/>
                    </a:cxn>
                    <a:cxn ang="0">
                      <a:pos x="20" y="50"/>
                    </a:cxn>
                    <a:cxn ang="0">
                      <a:pos x="28" y="71"/>
                    </a:cxn>
                    <a:cxn ang="0">
                      <a:pos x="34" y="88"/>
                    </a:cxn>
                    <a:cxn ang="0">
                      <a:pos x="41" y="117"/>
                    </a:cxn>
                    <a:cxn ang="0">
                      <a:pos x="39" y="129"/>
                    </a:cxn>
                    <a:cxn ang="0">
                      <a:pos x="45" y="140"/>
                    </a:cxn>
                    <a:cxn ang="0">
                      <a:pos x="45" y="146"/>
                    </a:cxn>
                    <a:cxn ang="0">
                      <a:pos x="49" y="158"/>
                    </a:cxn>
                    <a:cxn ang="0">
                      <a:pos x="57" y="170"/>
                    </a:cxn>
                    <a:cxn ang="0">
                      <a:pos x="66" y="171"/>
                    </a:cxn>
                    <a:cxn ang="0">
                      <a:pos x="68" y="166"/>
                    </a:cxn>
                    <a:cxn ang="0">
                      <a:pos x="75" y="169"/>
                    </a:cxn>
                    <a:cxn ang="0">
                      <a:pos x="81" y="177"/>
                    </a:cxn>
                    <a:cxn ang="0">
                      <a:pos x="88" y="178"/>
                    </a:cxn>
                    <a:cxn ang="0">
                      <a:pos x="94" y="177"/>
                    </a:cxn>
                    <a:cxn ang="0">
                      <a:pos x="98" y="180"/>
                    </a:cxn>
                    <a:cxn ang="0">
                      <a:pos x="102" y="174"/>
                    </a:cxn>
                    <a:cxn ang="0">
                      <a:pos x="111" y="170"/>
                    </a:cxn>
                    <a:cxn ang="0">
                      <a:pos x="114" y="118"/>
                    </a:cxn>
                  </a:cxnLst>
                  <a:rect l="0" t="0" r="r" b="b"/>
                  <a:pathLst>
                    <a:path w="191" h="180">
                      <a:moveTo>
                        <a:pt x="114" y="118"/>
                      </a:moveTo>
                      <a:lnTo>
                        <a:pt x="114" y="118"/>
                      </a:lnTo>
                      <a:lnTo>
                        <a:pt x="117" y="74"/>
                      </a:lnTo>
                      <a:lnTo>
                        <a:pt x="129" y="74"/>
                      </a:lnTo>
                      <a:lnTo>
                        <a:pt x="132" y="22"/>
                      </a:lnTo>
                      <a:lnTo>
                        <a:pt x="143" y="23"/>
                      </a:lnTo>
                      <a:lnTo>
                        <a:pt x="156" y="19"/>
                      </a:lnTo>
                      <a:lnTo>
                        <a:pt x="160" y="18"/>
                      </a:lnTo>
                      <a:lnTo>
                        <a:pt x="163" y="18"/>
                      </a:lnTo>
                      <a:lnTo>
                        <a:pt x="163" y="18"/>
                      </a:lnTo>
                      <a:lnTo>
                        <a:pt x="164" y="18"/>
                      </a:lnTo>
                      <a:lnTo>
                        <a:pt x="164" y="21"/>
                      </a:lnTo>
                      <a:lnTo>
                        <a:pt x="166" y="22"/>
                      </a:lnTo>
                      <a:lnTo>
                        <a:pt x="164" y="22"/>
                      </a:lnTo>
                      <a:lnTo>
                        <a:pt x="164" y="25"/>
                      </a:lnTo>
                      <a:lnTo>
                        <a:pt x="166" y="25"/>
                      </a:lnTo>
                      <a:lnTo>
                        <a:pt x="171" y="22"/>
                      </a:lnTo>
                      <a:lnTo>
                        <a:pt x="174" y="18"/>
                      </a:lnTo>
                      <a:lnTo>
                        <a:pt x="177" y="15"/>
                      </a:lnTo>
                      <a:lnTo>
                        <a:pt x="179" y="15"/>
                      </a:lnTo>
                      <a:lnTo>
                        <a:pt x="179" y="15"/>
                      </a:lnTo>
                      <a:lnTo>
                        <a:pt x="182" y="16"/>
                      </a:lnTo>
                      <a:lnTo>
                        <a:pt x="183" y="15"/>
                      </a:lnTo>
                      <a:lnTo>
                        <a:pt x="187" y="12"/>
                      </a:lnTo>
                      <a:lnTo>
                        <a:pt x="191" y="12"/>
                      </a:lnTo>
                      <a:lnTo>
                        <a:pt x="189" y="10"/>
                      </a:lnTo>
                      <a:lnTo>
                        <a:pt x="189" y="10"/>
                      </a:lnTo>
                      <a:lnTo>
                        <a:pt x="187" y="8"/>
                      </a:lnTo>
                      <a:lnTo>
                        <a:pt x="186" y="10"/>
                      </a:lnTo>
                      <a:lnTo>
                        <a:pt x="185" y="8"/>
                      </a:lnTo>
                      <a:lnTo>
                        <a:pt x="185" y="8"/>
                      </a:lnTo>
                      <a:lnTo>
                        <a:pt x="183" y="8"/>
                      </a:lnTo>
                      <a:lnTo>
                        <a:pt x="181" y="8"/>
                      </a:lnTo>
                      <a:lnTo>
                        <a:pt x="179" y="8"/>
                      </a:lnTo>
                      <a:lnTo>
                        <a:pt x="143" y="16"/>
                      </a:lnTo>
                      <a:lnTo>
                        <a:pt x="143" y="16"/>
                      </a:lnTo>
                      <a:lnTo>
                        <a:pt x="141" y="16"/>
                      </a:lnTo>
                      <a:lnTo>
                        <a:pt x="140" y="16"/>
                      </a:lnTo>
                      <a:lnTo>
                        <a:pt x="138" y="16"/>
                      </a:lnTo>
                      <a:lnTo>
                        <a:pt x="137" y="16"/>
                      </a:lnTo>
                      <a:lnTo>
                        <a:pt x="137" y="15"/>
                      </a:lnTo>
                      <a:lnTo>
                        <a:pt x="136" y="15"/>
                      </a:lnTo>
                      <a:lnTo>
                        <a:pt x="134" y="15"/>
                      </a:lnTo>
                      <a:lnTo>
                        <a:pt x="133" y="14"/>
                      </a:lnTo>
                      <a:lnTo>
                        <a:pt x="132" y="15"/>
                      </a:lnTo>
                      <a:lnTo>
                        <a:pt x="132" y="15"/>
                      </a:lnTo>
                      <a:lnTo>
                        <a:pt x="130" y="16"/>
                      </a:lnTo>
                      <a:lnTo>
                        <a:pt x="128" y="16"/>
                      </a:lnTo>
                      <a:lnTo>
                        <a:pt x="125" y="15"/>
                      </a:lnTo>
                      <a:lnTo>
                        <a:pt x="122" y="12"/>
                      </a:lnTo>
                      <a:lnTo>
                        <a:pt x="121" y="12"/>
                      </a:lnTo>
                      <a:lnTo>
                        <a:pt x="119" y="12"/>
                      </a:lnTo>
                      <a:lnTo>
                        <a:pt x="119" y="14"/>
                      </a:lnTo>
                      <a:lnTo>
                        <a:pt x="117" y="14"/>
                      </a:lnTo>
                      <a:lnTo>
                        <a:pt x="114" y="12"/>
                      </a:lnTo>
                      <a:lnTo>
                        <a:pt x="111" y="14"/>
                      </a:lnTo>
                      <a:lnTo>
                        <a:pt x="110" y="15"/>
                      </a:lnTo>
                      <a:lnTo>
                        <a:pt x="107" y="14"/>
                      </a:lnTo>
                      <a:lnTo>
                        <a:pt x="107" y="12"/>
                      </a:lnTo>
                      <a:lnTo>
                        <a:pt x="106" y="12"/>
                      </a:lnTo>
                      <a:lnTo>
                        <a:pt x="103" y="12"/>
                      </a:lnTo>
                      <a:lnTo>
                        <a:pt x="100" y="12"/>
                      </a:lnTo>
                      <a:lnTo>
                        <a:pt x="98" y="11"/>
                      </a:lnTo>
                      <a:lnTo>
                        <a:pt x="96" y="10"/>
                      </a:lnTo>
                      <a:lnTo>
                        <a:pt x="95" y="7"/>
                      </a:lnTo>
                      <a:lnTo>
                        <a:pt x="94" y="7"/>
                      </a:lnTo>
                      <a:lnTo>
                        <a:pt x="41" y="7"/>
                      </a:lnTo>
                      <a:lnTo>
                        <a:pt x="39" y="6"/>
                      </a:lnTo>
                      <a:lnTo>
                        <a:pt x="38" y="6"/>
                      </a:lnTo>
                      <a:lnTo>
                        <a:pt x="37" y="7"/>
                      </a:lnTo>
                      <a:lnTo>
                        <a:pt x="35" y="7"/>
                      </a:lnTo>
                      <a:lnTo>
                        <a:pt x="34" y="8"/>
                      </a:lnTo>
                      <a:lnTo>
                        <a:pt x="30" y="7"/>
                      </a:lnTo>
                      <a:lnTo>
                        <a:pt x="27" y="4"/>
                      </a:lnTo>
                      <a:lnTo>
                        <a:pt x="27" y="4"/>
                      </a:lnTo>
                      <a:lnTo>
                        <a:pt x="27" y="3"/>
                      </a:lnTo>
                      <a:lnTo>
                        <a:pt x="26" y="2"/>
                      </a:lnTo>
                      <a:lnTo>
                        <a:pt x="24" y="2"/>
                      </a:lnTo>
                      <a:lnTo>
                        <a:pt x="23" y="0"/>
                      </a:lnTo>
                      <a:lnTo>
                        <a:pt x="22" y="0"/>
                      </a:lnTo>
                      <a:lnTo>
                        <a:pt x="22" y="2"/>
                      </a:lnTo>
                      <a:lnTo>
                        <a:pt x="20" y="2"/>
                      </a:lnTo>
                      <a:lnTo>
                        <a:pt x="18" y="0"/>
                      </a:lnTo>
                      <a:lnTo>
                        <a:pt x="16" y="0"/>
                      </a:lnTo>
                      <a:lnTo>
                        <a:pt x="12" y="3"/>
                      </a:lnTo>
                      <a:lnTo>
                        <a:pt x="12" y="4"/>
                      </a:lnTo>
                      <a:lnTo>
                        <a:pt x="11" y="6"/>
                      </a:lnTo>
                      <a:lnTo>
                        <a:pt x="8" y="4"/>
                      </a:lnTo>
                      <a:lnTo>
                        <a:pt x="5" y="4"/>
                      </a:lnTo>
                      <a:lnTo>
                        <a:pt x="4" y="4"/>
                      </a:lnTo>
                      <a:lnTo>
                        <a:pt x="4" y="7"/>
                      </a:lnTo>
                      <a:lnTo>
                        <a:pt x="3" y="7"/>
                      </a:lnTo>
                      <a:lnTo>
                        <a:pt x="1" y="7"/>
                      </a:lnTo>
                      <a:lnTo>
                        <a:pt x="0" y="6"/>
                      </a:lnTo>
                      <a:lnTo>
                        <a:pt x="0" y="6"/>
                      </a:lnTo>
                      <a:lnTo>
                        <a:pt x="0" y="18"/>
                      </a:lnTo>
                      <a:lnTo>
                        <a:pt x="8" y="26"/>
                      </a:lnTo>
                      <a:lnTo>
                        <a:pt x="13" y="34"/>
                      </a:lnTo>
                      <a:lnTo>
                        <a:pt x="20" y="50"/>
                      </a:lnTo>
                      <a:lnTo>
                        <a:pt x="22" y="56"/>
                      </a:lnTo>
                      <a:lnTo>
                        <a:pt x="28" y="67"/>
                      </a:lnTo>
                      <a:lnTo>
                        <a:pt x="28" y="71"/>
                      </a:lnTo>
                      <a:lnTo>
                        <a:pt x="37" y="82"/>
                      </a:lnTo>
                      <a:lnTo>
                        <a:pt x="37" y="87"/>
                      </a:lnTo>
                      <a:lnTo>
                        <a:pt x="34" y="88"/>
                      </a:lnTo>
                      <a:lnTo>
                        <a:pt x="37" y="95"/>
                      </a:lnTo>
                      <a:lnTo>
                        <a:pt x="37" y="106"/>
                      </a:lnTo>
                      <a:lnTo>
                        <a:pt x="41" y="117"/>
                      </a:lnTo>
                      <a:lnTo>
                        <a:pt x="41" y="124"/>
                      </a:lnTo>
                      <a:lnTo>
                        <a:pt x="42" y="128"/>
                      </a:lnTo>
                      <a:lnTo>
                        <a:pt x="39" y="129"/>
                      </a:lnTo>
                      <a:lnTo>
                        <a:pt x="42" y="131"/>
                      </a:lnTo>
                      <a:lnTo>
                        <a:pt x="42" y="139"/>
                      </a:lnTo>
                      <a:lnTo>
                        <a:pt x="45" y="140"/>
                      </a:lnTo>
                      <a:lnTo>
                        <a:pt x="46" y="141"/>
                      </a:lnTo>
                      <a:lnTo>
                        <a:pt x="45" y="143"/>
                      </a:lnTo>
                      <a:lnTo>
                        <a:pt x="45" y="146"/>
                      </a:lnTo>
                      <a:lnTo>
                        <a:pt x="46" y="148"/>
                      </a:lnTo>
                      <a:lnTo>
                        <a:pt x="46" y="154"/>
                      </a:lnTo>
                      <a:lnTo>
                        <a:pt x="49" y="158"/>
                      </a:lnTo>
                      <a:lnTo>
                        <a:pt x="53" y="165"/>
                      </a:lnTo>
                      <a:lnTo>
                        <a:pt x="56" y="167"/>
                      </a:lnTo>
                      <a:lnTo>
                        <a:pt x="57" y="170"/>
                      </a:lnTo>
                      <a:lnTo>
                        <a:pt x="61" y="173"/>
                      </a:lnTo>
                      <a:lnTo>
                        <a:pt x="64" y="173"/>
                      </a:lnTo>
                      <a:lnTo>
                        <a:pt x="66" y="171"/>
                      </a:lnTo>
                      <a:lnTo>
                        <a:pt x="66" y="170"/>
                      </a:lnTo>
                      <a:lnTo>
                        <a:pt x="66" y="169"/>
                      </a:lnTo>
                      <a:lnTo>
                        <a:pt x="68" y="166"/>
                      </a:lnTo>
                      <a:lnTo>
                        <a:pt x="71" y="165"/>
                      </a:lnTo>
                      <a:lnTo>
                        <a:pt x="72" y="169"/>
                      </a:lnTo>
                      <a:lnTo>
                        <a:pt x="75" y="169"/>
                      </a:lnTo>
                      <a:lnTo>
                        <a:pt x="73" y="171"/>
                      </a:lnTo>
                      <a:lnTo>
                        <a:pt x="76" y="175"/>
                      </a:lnTo>
                      <a:lnTo>
                        <a:pt x="81" y="177"/>
                      </a:lnTo>
                      <a:lnTo>
                        <a:pt x="84" y="178"/>
                      </a:lnTo>
                      <a:lnTo>
                        <a:pt x="85" y="178"/>
                      </a:lnTo>
                      <a:lnTo>
                        <a:pt x="88" y="178"/>
                      </a:lnTo>
                      <a:lnTo>
                        <a:pt x="90" y="178"/>
                      </a:lnTo>
                      <a:lnTo>
                        <a:pt x="91" y="177"/>
                      </a:lnTo>
                      <a:lnTo>
                        <a:pt x="94" y="177"/>
                      </a:lnTo>
                      <a:lnTo>
                        <a:pt x="95" y="180"/>
                      </a:lnTo>
                      <a:lnTo>
                        <a:pt x="96" y="180"/>
                      </a:lnTo>
                      <a:lnTo>
                        <a:pt x="98" y="180"/>
                      </a:lnTo>
                      <a:lnTo>
                        <a:pt x="98" y="177"/>
                      </a:lnTo>
                      <a:lnTo>
                        <a:pt x="99" y="175"/>
                      </a:lnTo>
                      <a:lnTo>
                        <a:pt x="102" y="174"/>
                      </a:lnTo>
                      <a:lnTo>
                        <a:pt x="103" y="171"/>
                      </a:lnTo>
                      <a:lnTo>
                        <a:pt x="106" y="170"/>
                      </a:lnTo>
                      <a:lnTo>
                        <a:pt x="111" y="170"/>
                      </a:lnTo>
                      <a:lnTo>
                        <a:pt x="113" y="170"/>
                      </a:lnTo>
                      <a:lnTo>
                        <a:pt x="114" y="118"/>
                      </a:lnTo>
                      <a:lnTo>
                        <a:pt x="114" y="11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964"/>
                <p:cNvSpPr>
                  <a:spLocks noEditPoints="1"/>
                </p:cNvSpPr>
                <p:nvPr/>
              </p:nvSpPr>
              <p:spPr bwMode="auto">
                <a:xfrm>
                  <a:off x="5718991" y="4916408"/>
                  <a:ext cx="204526" cy="380905"/>
                </a:xfrm>
                <a:custGeom>
                  <a:avLst/>
                  <a:gdLst/>
                  <a:ahLst/>
                  <a:cxnLst>
                    <a:cxn ang="0">
                      <a:pos x="32" y="200"/>
                    </a:cxn>
                    <a:cxn ang="0">
                      <a:pos x="51" y="194"/>
                    </a:cxn>
                    <a:cxn ang="0">
                      <a:pos x="58" y="184"/>
                    </a:cxn>
                    <a:cxn ang="0">
                      <a:pos x="60" y="174"/>
                    </a:cxn>
                    <a:cxn ang="0">
                      <a:pos x="64" y="167"/>
                    </a:cxn>
                    <a:cxn ang="0">
                      <a:pos x="72" y="146"/>
                    </a:cxn>
                    <a:cxn ang="0">
                      <a:pos x="83" y="118"/>
                    </a:cxn>
                    <a:cxn ang="0">
                      <a:pos x="90" y="101"/>
                    </a:cxn>
                    <a:cxn ang="0">
                      <a:pos x="96" y="82"/>
                    </a:cxn>
                    <a:cxn ang="0">
                      <a:pos x="97" y="69"/>
                    </a:cxn>
                    <a:cxn ang="0">
                      <a:pos x="100" y="60"/>
                    </a:cxn>
                    <a:cxn ang="0">
                      <a:pos x="100" y="52"/>
                    </a:cxn>
                    <a:cxn ang="0">
                      <a:pos x="106" y="59"/>
                    </a:cxn>
                    <a:cxn ang="0">
                      <a:pos x="108" y="52"/>
                    </a:cxn>
                    <a:cxn ang="0">
                      <a:pos x="105" y="41"/>
                    </a:cxn>
                    <a:cxn ang="0">
                      <a:pos x="106" y="31"/>
                    </a:cxn>
                    <a:cxn ang="0">
                      <a:pos x="102" y="12"/>
                    </a:cxn>
                    <a:cxn ang="0">
                      <a:pos x="97" y="7"/>
                    </a:cxn>
                    <a:cxn ang="0">
                      <a:pos x="94" y="6"/>
                    </a:cxn>
                    <a:cxn ang="0">
                      <a:pos x="90" y="10"/>
                    </a:cxn>
                    <a:cxn ang="0">
                      <a:pos x="89" y="16"/>
                    </a:cxn>
                    <a:cxn ang="0">
                      <a:pos x="83" y="25"/>
                    </a:cxn>
                    <a:cxn ang="0">
                      <a:pos x="79" y="25"/>
                    </a:cxn>
                    <a:cxn ang="0">
                      <a:pos x="78" y="33"/>
                    </a:cxn>
                    <a:cxn ang="0">
                      <a:pos x="74" y="34"/>
                    </a:cxn>
                    <a:cxn ang="0">
                      <a:pos x="77" y="41"/>
                    </a:cxn>
                    <a:cxn ang="0">
                      <a:pos x="68" y="45"/>
                    </a:cxn>
                    <a:cxn ang="0">
                      <a:pos x="66" y="42"/>
                    </a:cxn>
                    <a:cxn ang="0">
                      <a:pos x="64" y="49"/>
                    </a:cxn>
                    <a:cxn ang="0">
                      <a:pos x="62" y="53"/>
                    </a:cxn>
                    <a:cxn ang="0">
                      <a:pos x="60" y="48"/>
                    </a:cxn>
                    <a:cxn ang="0">
                      <a:pos x="53" y="60"/>
                    </a:cxn>
                    <a:cxn ang="0">
                      <a:pos x="49" y="55"/>
                    </a:cxn>
                    <a:cxn ang="0">
                      <a:pos x="41" y="56"/>
                    </a:cxn>
                    <a:cxn ang="0">
                      <a:pos x="40" y="59"/>
                    </a:cxn>
                    <a:cxn ang="0">
                      <a:pos x="29" y="63"/>
                    </a:cxn>
                    <a:cxn ang="0">
                      <a:pos x="22" y="64"/>
                    </a:cxn>
                    <a:cxn ang="0">
                      <a:pos x="15" y="80"/>
                    </a:cxn>
                    <a:cxn ang="0">
                      <a:pos x="17" y="91"/>
                    </a:cxn>
                    <a:cxn ang="0">
                      <a:pos x="22" y="107"/>
                    </a:cxn>
                    <a:cxn ang="0">
                      <a:pos x="19" y="118"/>
                    </a:cxn>
                    <a:cxn ang="0">
                      <a:pos x="14" y="127"/>
                    </a:cxn>
                    <a:cxn ang="0">
                      <a:pos x="5" y="137"/>
                    </a:cxn>
                    <a:cxn ang="0">
                      <a:pos x="2" y="150"/>
                    </a:cxn>
                    <a:cxn ang="0">
                      <a:pos x="5" y="163"/>
                    </a:cxn>
                    <a:cxn ang="0">
                      <a:pos x="9" y="169"/>
                    </a:cxn>
                    <a:cxn ang="0">
                      <a:pos x="5" y="178"/>
                    </a:cxn>
                    <a:cxn ang="0">
                      <a:pos x="7" y="189"/>
                    </a:cxn>
                    <a:cxn ang="0">
                      <a:pos x="14" y="196"/>
                    </a:cxn>
                    <a:cxn ang="0">
                      <a:pos x="21" y="200"/>
                    </a:cxn>
                    <a:cxn ang="0">
                      <a:pos x="24" y="203"/>
                    </a:cxn>
                    <a:cxn ang="0">
                      <a:pos x="87" y="12"/>
                    </a:cxn>
                    <a:cxn ang="0">
                      <a:pos x="85" y="19"/>
                    </a:cxn>
                    <a:cxn ang="0">
                      <a:pos x="85" y="19"/>
                    </a:cxn>
                    <a:cxn ang="0">
                      <a:pos x="83" y="19"/>
                    </a:cxn>
                    <a:cxn ang="0">
                      <a:pos x="81" y="19"/>
                    </a:cxn>
                    <a:cxn ang="0">
                      <a:pos x="100" y="72"/>
                    </a:cxn>
                    <a:cxn ang="0">
                      <a:pos x="102" y="71"/>
                    </a:cxn>
                  </a:cxnLst>
                  <a:rect l="0" t="0" r="r" b="b"/>
                  <a:pathLst>
                    <a:path w="109" h="203">
                      <a:moveTo>
                        <a:pt x="24" y="203"/>
                      </a:moveTo>
                      <a:lnTo>
                        <a:pt x="25" y="201"/>
                      </a:lnTo>
                      <a:lnTo>
                        <a:pt x="29" y="201"/>
                      </a:lnTo>
                      <a:lnTo>
                        <a:pt x="32" y="200"/>
                      </a:lnTo>
                      <a:lnTo>
                        <a:pt x="34" y="197"/>
                      </a:lnTo>
                      <a:lnTo>
                        <a:pt x="44" y="196"/>
                      </a:lnTo>
                      <a:lnTo>
                        <a:pt x="47" y="196"/>
                      </a:lnTo>
                      <a:lnTo>
                        <a:pt x="51" y="194"/>
                      </a:lnTo>
                      <a:lnTo>
                        <a:pt x="52" y="192"/>
                      </a:lnTo>
                      <a:lnTo>
                        <a:pt x="55" y="192"/>
                      </a:lnTo>
                      <a:lnTo>
                        <a:pt x="56" y="188"/>
                      </a:lnTo>
                      <a:lnTo>
                        <a:pt x="58" y="184"/>
                      </a:lnTo>
                      <a:lnTo>
                        <a:pt x="59" y="181"/>
                      </a:lnTo>
                      <a:lnTo>
                        <a:pt x="62" y="180"/>
                      </a:lnTo>
                      <a:lnTo>
                        <a:pt x="60" y="175"/>
                      </a:lnTo>
                      <a:lnTo>
                        <a:pt x="60" y="174"/>
                      </a:lnTo>
                      <a:lnTo>
                        <a:pt x="62" y="173"/>
                      </a:lnTo>
                      <a:lnTo>
                        <a:pt x="63" y="169"/>
                      </a:lnTo>
                      <a:lnTo>
                        <a:pt x="63" y="167"/>
                      </a:lnTo>
                      <a:lnTo>
                        <a:pt x="64" y="167"/>
                      </a:lnTo>
                      <a:lnTo>
                        <a:pt x="67" y="163"/>
                      </a:lnTo>
                      <a:lnTo>
                        <a:pt x="68" y="154"/>
                      </a:lnTo>
                      <a:lnTo>
                        <a:pt x="70" y="148"/>
                      </a:lnTo>
                      <a:lnTo>
                        <a:pt x="72" y="146"/>
                      </a:lnTo>
                      <a:lnTo>
                        <a:pt x="74" y="140"/>
                      </a:lnTo>
                      <a:lnTo>
                        <a:pt x="78" y="133"/>
                      </a:lnTo>
                      <a:lnTo>
                        <a:pt x="81" y="122"/>
                      </a:lnTo>
                      <a:lnTo>
                        <a:pt x="83" y="118"/>
                      </a:lnTo>
                      <a:lnTo>
                        <a:pt x="83" y="113"/>
                      </a:lnTo>
                      <a:lnTo>
                        <a:pt x="86" y="107"/>
                      </a:lnTo>
                      <a:lnTo>
                        <a:pt x="87" y="106"/>
                      </a:lnTo>
                      <a:lnTo>
                        <a:pt x="90" y="101"/>
                      </a:lnTo>
                      <a:lnTo>
                        <a:pt x="91" y="93"/>
                      </a:lnTo>
                      <a:lnTo>
                        <a:pt x="93" y="87"/>
                      </a:lnTo>
                      <a:lnTo>
                        <a:pt x="94" y="86"/>
                      </a:lnTo>
                      <a:lnTo>
                        <a:pt x="96" y="82"/>
                      </a:lnTo>
                      <a:lnTo>
                        <a:pt x="94" y="79"/>
                      </a:lnTo>
                      <a:lnTo>
                        <a:pt x="96" y="75"/>
                      </a:lnTo>
                      <a:lnTo>
                        <a:pt x="98" y="71"/>
                      </a:lnTo>
                      <a:lnTo>
                        <a:pt x="97" y="69"/>
                      </a:lnTo>
                      <a:lnTo>
                        <a:pt x="100" y="67"/>
                      </a:lnTo>
                      <a:lnTo>
                        <a:pt x="100" y="64"/>
                      </a:lnTo>
                      <a:lnTo>
                        <a:pt x="98" y="63"/>
                      </a:lnTo>
                      <a:lnTo>
                        <a:pt x="100" y="60"/>
                      </a:lnTo>
                      <a:lnTo>
                        <a:pt x="98" y="57"/>
                      </a:lnTo>
                      <a:lnTo>
                        <a:pt x="98" y="56"/>
                      </a:lnTo>
                      <a:lnTo>
                        <a:pt x="98" y="52"/>
                      </a:lnTo>
                      <a:lnTo>
                        <a:pt x="100" y="52"/>
                      </a:lnTo>
                      <a:lnTo>
                        <a:pt x="101" y="53"/>
                      </a:lnTo>
                      <a:lnTo>
                        <a:pt x="101" y="56"/>
                      </a:lnTo>
                      <a:lnTo>
                        <a:pt x="104" y="59"/>
                      </a:lnTo>
                      <a:lnTo>
                        <a:pt x="106" y="59"/>
                      </a:lnTo>
                      <a:lnTo>
                        <a:pt x="106" y="57"/>
                      </a:lnTo>
                      <a:lnTo>
                        <a:pt x="106" y="55"/>
                      </a:lnTo>
                      <a:lnTo>
                        <a:pt x="108" y="55"/>
                      </a:lnTo>
                      <a:lnTo>
                        <a:pt x="108" y="52"/>
                      </a:lnTo>
                      <a:lnTo>
                        <a:pt x="109" y="50"/>
                      </a:lnTo>
                      <a:lnTo>
                        <a:pt x="109" y="48"/>
                      </a:lnTo>
                      <a:lnTo>
                        <a:pt x="106" y="44"/>
                      </a:lnTo>
                      <a:lnTo>
                        <a:pt x="105" y="41"/>
                      </a:lnTo>
                      <a:lnTo>
                        <a:pt x="106" y="40"/>
                      </a:lnTo>
                      <a:lnTo>
                        <a:pt x="106" y="37"/>
                      </a:lnTo>
                      <a:lnTo>
                        <a:pt x="105" y="33"/>
                      </a:lnTo>
                      <a:lnTo>
                        <a:pt x="106" y="31"/>
                      </a:lnTo>
                      <a:lnTo>
                        <a:pt x="106" y="25"/>
                      </a:lnTo>
                      <a:lnTo>
                        <a:pt x="104" y="22"/>
                      </a:lnTo>
                      <a:lnTo>
                        <a:pt x="104" y="15"/>
                      </a:lnTo>
                      <a:lnTo>
                        <a:pt x="102" y="12"/>
                      </a:lnTo>
                      <a:lnTo>
                        <a:pt x="102" y="14"/>
                      </a:lnTo>
                      <a:lnTo>
                        <a:pt x="100" y="10"/>
                      </a:lnTo>
                      <a:lnTo>
                        <a:pt x="98" y="7"/>
                      </a:lnTo>
                      <a:lnTo>
                        <a:pt x="97" y="7"/>
                      </a:lnTo>
                      <a:lnTo>
                        <a:pt x="98" y="3"/>
                      </a:lnTo>
                      <a:lnTo>
                        <a:pt x="97" y="0"/>
                      </a:lnTo>
                      <a:lnTo>
                        <a:pt x="93" y="4"/>
                      </a:lnTo>
                      <a:lnTo>
                        <a:pt x="94" y="6"/>
                      </a:lnTo>
                      <a:lnTo>
                        <a:pt x="91" y="7"/>
                      </a:lnTo>
                      <a:lnTo>
                        <a:pt x="89" y="6"/>
                      </a:lnTo>
                      <a:lnTo>
                        <a:pt x="87" y="6"/>
                      </a:lnTo>
                      <a:lnTo>
                        <a:pt x="90" y="10"/>
                      </a:lnTo>
                      <a:lnTo>
                        <a:pt x="90" y="11"/>
                      </a:lnTo>
                      <a:lnTo>
                        <a:pt x="91" y="12"/>
                      </a:lnTo>
                      <a:lnTo>
                        <a:pt x="91" y="14"/>
                      </a:lnTo>
                      <a:lnTo>
                        <a:pt x="89" y="16"/>
                      </a:lnTo>
                      <a:lnTo>
                        <a:pt x="89" y="21"/>
                      </a:lnTo>
                      <a:lnTo>
                        <a:pt x="87" y="23"/>
                      </a:lnTo>
                      <a:lnTo>
                        <a:pt x="85" y="22"/>
                      </a:lnTo>
                      <a:lnTo>
                        <a:pt x="83" y="25"/>
                      </a:lnTo>
                      <a:lnTo>
                        <a:pt x="82" y="27"/>
                      </a:lnTo>
                      <a:lnTo>
                        <a:pt x="81" y="29"/>
                      </a:lnTo>
                      <a:lnTo>
                        <a:pt x="79" y="27"/>
                      </a:lnTo>
                      <a:lnTo>
                        <a:pt x="79" y="25"/>
                      </a:lnTo>
                      <a:lnTo>
                        <a:pt x="78" y="25"/>
                      </a:lnTo>
                      <a:lnTo>
                        <a:pt x="75" y="26"/>
                      </a:lnTo>
                      <a:lnTo>
                        <a:pt x="75" y="29"/>
                      </a:lnTo>
                      <a:lnTo>
                        <a:pt x="78" y="33"/>
                      </a:lnTo>
                      <a:lnTo>
                        <a:pt x="79" y="33"/>
                      </a:lnTo>
                      <a:lnTo>
                        <a:pt x="78" y="34"/>
                      </a:lnTo>
                      <a:lnTo>
                        <a:pt x="77" y="34"/>
                      </a:lnTo>
                      <a:lnTo>
                        <a:pt x="74" y="34"/>
                      </a:lnTo>
                      <a:lnTo>
                        <a:pt x="74" y="37"/>
                      </a:lnTo>
                      <a:lnTo>
                        <a:pt x="77" y="38"/>
                      </a:lnTo>
                      <a:lnTo>
                        <a:pt x="78" y="40"/>
                      </a:lnTo>
                      <a:lnTo>
                        <a:pt x="77" y="41"/>
                      </a:lnTo>
                      <a:lnTo>
                        <a:pt x="75" y="40"/>
                      </a:lnTo>
                      <a:lnTo>
                        <a:pt x="72" y="41"/>
                      </a:lnTo>
                      <a:lnTo>
                        <a:pt x="72" y="42"/>
                      </a:lnTo>
                      <a:lnTo>
                        <a:pt x="68" y="45"/>
                      </a:lnTo>
                      <a:lnTo>
                        <a:pt x="68" y="42"/>
                      </a:lnTo>
                      <a:lnTo>
                        <a:pt x="68" y="42"/>
                      </a:lnTo>
                      <a:lnTo>
                        <a:pt x="68" y="40"/>
                      </a:lnTo>
                      <a:lnTo>
                        <a:pt x="66" y="42"/>
                      </a:lnTo>
                      <a:lnTo>
                        <a:pt x="67" y="44"/>
                      </a:lnTo>
                      <a:lnTo>
                        <a:pt x="66" y="45"/>
                      </a:lnTo>
                      <a:lnTo>
                        <a:pt x="63" y="46"/>
                      </a:lnTo>
                      <a:lnTo>
                        <a:pt x="64" y="49"/>
                      </a:lnTo>
                      <a:lnTo>
                        <a:pt x="66" y="50"/>
                      </a:lnTo>
                      <a:lnTo>
                        <a:pt x="66" y="52"/>
                      </a:lnTo>
                      <a:lnTo>
                        <a:pt x="64" y="52"/>
                      </a:lnTo>
                      <a:lnTo>
                        <a:pt x="62" y="53"/>
                      </a:lnTo>
                      <a:lnTo>
                        <a:pt x="62" y="52"/>
                      </a:lnTo>
                      <a:lnTo>
                        <a:pt x="60" y="52"/>
                      </a:lnTo>
                      <a:lnTo>
                        <a:pt x="62" y="49"/>
                      </a:lnTo>
                      <a:lnTo>
                        <a:pt x="60" y="48"/>
                      </a:lnTo>
                      <a:lnTo>
                        <a:pt x="55" y="52"/>
                      </a:lnTo>
                      <a:lnTo>
                        <a:pt x="55" y="56"/>
                      </a:lnTo>
                      <a:lnTo>
                        <a:pt x="55" y="59"/>
                      </a:lnTo>
                      <a:lnTo>
                        <a:pt x="53" y="60"/>
                      </a:lnTo>
                      <a:lnTo>
                        <a:pt x="52" y="59"/>
                      </a:lnTo>
                      <a:lnTo>
                        <a:pt x="51" y="59"/>
                      </a:lnTo>
                      <a:lnTo>
                        <a:pt x="51" y="55"/>
                      </a:lnTo>
                      <a:lnTo>
                        <a:pt x="49" y="55"/>
                      </a:lnTo>
                      <a:lnTo>
                        <a:pt x="47" y="57"/>
                      </a:lnTo>
                      <a:lnTo>
                        <a:pt x="43" y="56"/>
                      </a:lnTo>
                      <a:lnTo>
                        <a:pt x="43" y="56"/>
                      </a:lnTo>
                      <a:lnTo>
                        <a:pt x="41" y="56"/>
                      </a:lnTo>
                      <a:lnTo>
                        <a:pt x="41" y="60"/>
                      </a:lnTo>
                      <a:lnTo>
                        <a:pt x="40" y="60"/>
                      </a:lnTo>
                      <a:lnTo>
                        <a:pt x="40" y="61"/>
                      </a:lnTo>
                      <a:lnTo>
                        <a:pt x="40" y="59"/>
                      </a:lnTo>
                      <a:lnTo>
                        <a:pt x="37" y="57"/>
                      </a:lnTo>
                      <a:lnTo>
                        <a:pt x="36" y="60"/>
                      </a:lnTo>
                      <a:lnTo>
                        <a:pt x="34" y="57"/>
                      </a:lnTo>
                      <a:lnTo>
                        <a:pt x="29" y="63"/>
                      </a:lnTo>
                      <a:lnTo>
                        <a:pt x="28" y="63"/>
                      </a:lnTo>
                      <a:lnTo>
                        <a:pt x="26" y="63"/>
                      </a:lnTo>
                      <a:lnTo>
                        <a:pt x="24" y="63"/>
                      </a:lnTo>
                      <a:lnTo>
                        <a:pt x="22" y="64"/>
                      </a:lnTo>
                      <a:lnTo>
                        <a:pt x="24" y="68"/>
                      </a:lnTo>
                      <a:lnTo>
                        <a:pt x="18" y="75"/>
                      </a:lnTo>
                      <a:lnTo>
                        <a:pt x="19" y="76"/>
                      </a:lnTo>
                      <a:lnTo>
                        <a:pt x="15" y="80"/>
                      </a:lnTo>
                      <a:lnTo>
                        <a:pt x="15" y="83"/>
                      </a:lnTo>
                      <a:lnTo>
                        <a:pt x="17" y="84"/>
                      </a:lnTo>
                      <a:lnTo>
                        <a:pt x="15" y="87"/>
                      </a:lnTo>
                      <a:lnTo>
                        <a:pt x="17" y="91"/>
                      </a:lnTo>
                      <a:lnTo>
                        <a:pt x="17" y="95"/>
                      </a:lnTo>
                      <a:lnTo>
                        <a:pt x="21" y="102"/>
                      </a:lnTo>
                      <a:lnTo>
                        <a:pt x="19" y="105"/>
                      </a:lnTo>
                      <a:lnTo>
                        <a:pt x="22" y="107"/>
                      </a:lnTo>
                      <a:lnTo>
                        <a:pt x="22" y="109"/>
                      </a:lnTo>
                      <a:lnTo>
                        <a:pt x="21" y="110"/>
                      </a:lnTo>
                      <a:lnTo>
                        <a:pt x="21" y="112"/>
                      </a:lnTo>
                      <a:lnTo>
                        <a:pt x="19" y="118"/>
                      </a:lnTo>
                      <a:lnTo>
                        <a:pt x="17" y="121"/>
                      </a:lnTo>
                      <a:lnTo>
                        <a:pt x="17" y="124"/>
                      </a:lnTo>
                      <a:lnTo>
                        <a:pt x="14" y="125"/>
                      </a:lnTo>
                      <a:lnTo>
                        <a:pt x="14" y="127"/>
                      </a:lnTo>
                      <a:lnTo>
                        <a:pt x="11" y="129"/>
                      </a:lnTo>
                      <a:lnTo>
                        <a:pt x="11" y="135"/>
                      </a:lnTo>
                      <a:lnTo>
                        <a:pt x="9" y="136"/>
                      </a:lnTo>
                      <a:lnTo>
                        <a:pt x="5" y="137"/>
                      </a:lnTo>
                      <a:lnTo>
                        <a:pt x="5" y="139"/>
                      </a:lnTo>
                      <a:lnTo>
                        <a:pt x="5" y="143"/>
                      </a:lnTo>
                      <a:lnTo>
                        <a:pt x="2" y="147"/>
                      </a:lnTo>
                      <a:lnTo>
                        <a:pt x="2" y="150"/>
                      </a:lnTo>
                      <a:lnTo>
                        <a:pt x="0" y="152"/>
                      </a:lnTo>
                      <a:lnTo>
                        <a:pt x="2" y="154"/>
                      </a:lnTo>
                      <a:lnTo>
                        <a:pt x="2" y="159"/>
                      </a:lnTo>
                      <a:lnTo>
                        <a:pt x="5" y="163"/>
                      </a:lnTo>
                      <a:lnTo>
                        <a:pt x="5" y="166"/>
                      </a:lnTo>
                      <a:lnTo>
                        <a:pt x="5" y="169"/>
                      </a:lnTo>
                      <a:lnTo>
                        <a:pt x="7" y="170"/>
                      </a:lnTo>
                      <a:lnTo>
                        <a:pt x="9" y="169"/>
                      </a:lnTo>
                      <a:lnTo>
                        <a:pt x="7" y="170"/>
                      </a:lnTo>
                      <a:lnTo>
                        <a:pt x="5" y="171"/>
                      </a:lnTo>
                      <a:lnTo>
                        <a:pt x="5" y="174"/>
                      </a:lnTo>
                      <a:lnTo>
                        <a:pt x="5" y="178"/>
                      </a:lnTo>
                      <a:lnTo>
                        <a:pt x="5" y="185"/>
                      </a:lnTo>
                      <a:lnTo>
                        <a:pt x="6" y="185"/>
                      </a:lnTo>
                      <a:lnTo>
                        <a:pt x="6" y="188"/>
                      </a:lnTo>
                      <a:lnTo>
                        <a:pt x="7" y="189"/>
                      </a:lnTo>
                      <a:lnTo>
                        <a:pt x="9" y="192"/>
                      </a:lnTo>
                      <a:lnTo>
                        <a:pt x="10" y="192"/>
                      </a:lnTo>
                      <a:lnTo>
                        <a:pt x="11" y="194"/>
                      </a:lnTo>
                      <a:lnTo>
                        <a:pt x="14" y="196"/>
                      </a:lnTo>
                      <a:lnTo>
                        <a:pt x="15" y="196"/>
                      </a:lnTo>
                      <a:lnTo>
                        <a:pt x="17" y="197"/>
                      </a:lnTo>
                      <a:lnTo>
                        <a:pt x="18" y="197"/>
                      </a:lnTo>
                      <a:lnTo>
                        <a:pt x="21" y="200"/>
                      </a:lnTo>
                      <a:lnTo>
                        <a:pt x="22" y="201"/>
                      </a:lnTo>
                      <a:lnTo>
                        <a:pt x="24" y="201"/>
                      </a:lnTo>
                      <a:lnTo>
                        <a:pt x="24" y="203"/>
                      </a:lnTo>
                      <a:lnTo>
                        <a:pt x="24" y="203"/>
                      </a:lnTo>
                      <a:close/>
                      <a:moveTo>
                        <a:pt x="86" y="15"/>
                      </a:moveTo>
                      <a:lnTo>
                        <a:pt x="85" y="14"/>
                      </a:lnTo>
                      <a:lnTo>
                        <a:pt x="87" y="11"/>
                      </a:lnTo>
                      <a:lnTo>
                        <a:pt x="87" y="12"/>
                      </a:lnTo>
                      <a:lnTo>
                        <a:pt x="86" y="15"/>
                      </a:lnTo>
                      <a:lnTo>
                        <a:pt x="86" y="15"/>
                      </a:lnTo>
                      <a:close/>
                      <a:moveTo>
                        <a:pt x="85" y="19"/>
                      </a:moveTo>
                      <a:lnTo>
                        <a:pt x="85" y="19"/>
                      </a:lnTo>
                      <a:lnTo>
                        <a:pt x="86" y="21"/>
                      </a:lnTo>
                      <a:lnTo>
                        <a:pt x="85" y="21"/>
                      </a:lnTo>
                      <a:lnTo>
                        <a:pt x="85" y="19"/>
                      </a:lnTo>
                      <a:lnTo>
                        <a:pt x="85" y="19"/>
                      </a:lnTo>
                      <a:close/>
                      <a:moveTo>
                        <a:pt x="81" y="19"/>
                      </a:moveTo>
                      <a:lnTo>
                        <a:pt x="81" y="18"/>
                      </a:lnTo>
                      <a:lnTo>
                        <a:pt x="81" y="19"/>
                      </a:lnTo>
                      <a:lnTo>
                        <a:pt x="83" y="19"/>
                      </a:lnTo>
                      <a:lnTo>
                        <a:pt x="82" y="22"/>
                      </a:lnTo>
                      <a:lnTo>
                        <a:pt x="81" y="21"/>
                      </a:lnTo>
                      <a:lnTo>
                        <a:pt x="79" y="21"/>
                      </a:lnTo>
                      <a:lnTo>
                        <a:pt x="81" y="19"/>
                      </a:lnTo>
                      <a:lnTo>
                        <a:pt x="81" y="19"/>
                      </a:lnTo>
                      <a:close/>
                      <a:moveTo>
                        <a:pt x="100" y="76"/>
                      </a:moveTo>
                      <a:lnTo>
                        <a:pt x="100" y="74"/>
                      </a:lnTo>
                      <a:lnTo>
                        <a:pt x="100" y="72"/>
                      </a:lnTo>
                      <a:lnTo>
                        <a:pt x="101" y="71"/>
                      </a:lnTo>
                      <a:lnTo>
                        <a:pt x="101" y="71"/>
                      </a:lnTo>
                      <a:lnTo>
                        <a:pt x="102" y="69"/>
                      </a:lnTo>
                      <a:lnTo>
                        <a:pt x="102" y="71"/>
                      </a:lnTo>
                      <a:lnTo>
                        <a:pt x="101" y="74"/>
                      </a:lnTo>
                      <a:lnTo>
                        <a:pt x="100" y="7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965"/>
                <p:cNvSpPr>
                  <a:spLocks/>
                </p:cNvSpPr>
                <p:nvPr/>
              </p:nvSpPr>
              <p:spPr bwMode="auto">
                <a:xfrm>
                  <a:off x="5390626" y="4878881"/>
                  <a:ext cx="281457" cy="446578"/>
                </a:xfrm>
                <a:custGeom>
                  <a:avLst/>
                  <a:gdLst/>
                  <a:ahLst/>
                  <a:cxnLst>
                    <a:cxn ang="0">
                      <a:pos x="26" y="148"/>
                    </a:cxn>
                    <a:cxn ang="0">
                      <a:pos x="30" y="140"/>
                    </a:cxn>
                    <a:cxn ang="0">
                      <a:pos x="33" y="129"/>
                    </a:cxn>
                    <a:cxn ang="0">
                      <a:pos x="33" y="121"/>
                    </a:cxn>
                    <a:cxn ang="0">
                      <a:pos x="34" y="113"/>
                    </a:cxn>
                    <a:cxn ang="0">
                      <a:pos x="36" y="100"/>
                    </a:cxn>
                    <a:cxn ang="0">
                      <a:pos x="37" y="91"/>
                    </a:cxn>
                    <a:cxn ang="0">
                      <a:pos x="22" y="85"/>
                    </a:cxn>
                    <a:cxn ang="0">
                      <a:pos x="10" y="81"/>
                    </a:cxn>
                    <a:cxn ang="0">
                      <a:pos x="0" y="68"/>
                    </a:cxn>
                    <a:cxn ang="0">
                      <a:pos x="27" y="55"/>
                    </a:cxn>
                    <a:cxn ang="0">
                      <a:pos x="45" y="53"/>
                    </a:cxn>
                    <a:cxn ang="0">
                      <a:pos x="52" y="57"/>
                    </a:cxn>
                    <a:cxn ang="0">
                      <a:pos x="61" y="62"/>
                    </a:cxn>
                    <a:cxn ang="0">
                      <a:pos x="56" y="77"/>
                    </a:cxn>
                    <a:cxn ang="0">
                      <a:pos x="64" y="89"/>
                    </a:cxn>
                    <a:cxn ang="0">
                      <a:pos x="69" y="96"/>
                    </a:cxn>
                    <a:cxn ang="0">
                      <a:pos x="72" y="81"/>
                    </a:cxn>
                    <a:cxn ang="0">
                      <a:pos x="76" y="69"/>
                    </a:cxn>
                    <a:cxn ang="0">
                      <a:pos x="79" y="65"/>
                    </a:cxn>
                    <a:cxn ang="0">
                      <a:pos x="75" y="53"/>
                    </a:cxn>
                    <a:cxn ang="0">
                      <a:pos x="65" y="42"/>
                    </a:cxn>
                    <a:cxn ang="0">
                      <a:pos x="78" y="13"/>
                    </a:cxn>
                    <a:cxn ang="0">
                      <a:pos x="84" y="15"/>
                    </a:cxn>
                    <a:cxn ang="0">
                      <a:pos x="94" y="13"/>
                    </a:cxn>
                    <a:cxn ang="0">
                      <a:pos x="101" y="15"/>
                    </a:cxn>
                    <a:cxn ang="0">
                      <a:pos x="109" y="11"/>
                    </a:cxn>
                    <a:cxn ang="0">
                      <a:pos x="120" y="11"/>
                    </a:cxn>
                    <a:cxn ang="0">
                      <a:pos x="132" y="7"/>
                    </a:cxn>
                    <a:cxn ang="0">
                      <a:pos x="144" y="0"/>
                    </a:cxn>
                    <a:cxn ang="0">
                      <a:pos x="148" y="3"/>
                    </a:cxn>
                    <a:cxn ang="0">
                      <a:pos x="146" y="12"/>
                    </a:cxn>
                    <a:cxn ang="0">
                      <a:pos x="147" y="23"/>
                    </a:cxn>
                    <a:cxn ang="0">
                      <a:pos x="146" y="36"/>
                    </a:cxn>
                    <a:cxn ang="0">
                      <a:pos x="143" y="51"/>
                    </a:cxn>
                    <a:cxn ang="0">
                      <a:pos x="148" y="60"/>
                    </a:cxn>
                    <a:cxn ang="0">
                      <a:pos x="144" y="65"/>
                    </a:cxn>
                    <a:cxn ang="0">
                      <a:pos x="144" y="69"/>
                    </a:cxn>
                    <a:cxn ang="0">
                      <a:pos x="136" y="83"/>
                    </a:cxn>
                    <a:cxn ang="0">
                      <a:pos x="121" y="92"/>
                    </a:cxn>
                    <a:cxn ang="0">
                      <a:pos x="99" y="103"/>
                    </a:cxn>
                    <a:cxn ang="0">
                      <a:pos x="91" y="107"/>
                    </a:cxn>
                    <a:cxn ang="0">
                      <a:pos x="83" y="118"/>
                    </a:cxn>
                    <a:cxn ang="0">
                      <a:pos x="69" y="127"/>
                    </a:cxn>
                    <a:cxn ang="0">
                      <a:pos x="60" y="132"/>
                    </a:cxn>
                    <a:cxn ang="0">
                      <a:pos x="59" y="138"/>
                    </a:cxn>
                    <a:cxn ang="0">
                      <a:pos x="60" y="152"/>
                    </a:cxn>
                    <a:cxn ang="0">
                      <a:pos x="64" y="171"/>
                    </a:cxn>
                    <a:cxn ang="0">
                      <a:pos x="67" y="171"/>
                    </a:cxn>
                    <a:cxn ang="0">
                      <a:pos x="67" y="180"/>
                    </a:cxn>
                    <a:cxn ang="0">
                      <a:pos x="63" y="191"/>
                    </a:cxn>
                    <a:cxn ang="0">
                      <a:pos x="64" y="201"/>
                    </a:cxn>
                    <a:cxn ang="0">
                      <a:pos x="29" y="219"/>
                    </a:cxn>
                    <a:cxn ang="0">
                      <a:pos x="22" y="225"/>
                    </a:cxn>
                    <a:cxn ang="0">
                      <a:pos x="27" y="231"/>
                    </a:cxn>
                    <a:cxn ang="0">
                      <a:pos x="26" y="236"/>
                    </a:cxn>
                    <a:cxn ang="0">
                      <a:pos x="16" y="236"/>
                    </a:cxn>
                    <a:cxn ang="0">
                      <a:pos x="15" y="228"/>
                    </a:cxn>
                    <a:cxn ang="0">
                      <a:pos x="15" y="213"/>
                    </a:cxn>
                    <a:cxn ang="0">
                      <a:pos x="14" y="193"/>
                    </a:cxn>
                    <a:cxn ang="0">
                      <a:pos x="10" y="174"/>
                    </a:cxn>
                  </a:cxnLst>
                  <a:rect l="0" t="0" r="r" b="b"/>
                  <a:pathLst>
                    <a:path w="150" h="238">
                      <a:moveTo>
                        <a:pt x="10" y="174"/>
                      </a:moveTo>
                      <a:lnTo>
                        <a:pt x="26" y="159"/>
                      </a:lnTo>
                      <a:lnTo>
                        <a:pt x="26" y="153"/>
                      </a:lnTo>
                      <a:lnTo>
                        <a:pt x="26" y="152"/>
                      </a:lnTo>
                      <a:lnTo>
                        <a:pt x="26" y="148"/>
                      </a:lnTo>
                      <a:lnTo>
                        <a:pt x="27" y="147"/>
                      </a:lnTo>
                      <a:lnTo>
                        <a:pt x="27" y="144"/>
                      </a:lnTo>
                      <a:lnTo>
                        <a:pt x="27" y="142"/>
                      </a:lnTo>
                      <a:lnTo>
                        <a:pt x="29" y="141"/>
                      </a:lnTo>
                      <a:lnTo>
                        <a:pt x="30" y="140"/>
                      </a:lnTo>
                      <a:lnTo>
                        <a:pt x="33" y="138"/>
                      </a:lnTo>
                      <a:lnTo>
                        <a:pt x="34" y="136"/>
                      </a:lnTo>
                      <a:lnTo>
                        <a:pt x="34" y="133"/>
                      </a:lnTo>
                      <a:lnTo>
                        <a:pt x="33" y="132"/>
                      </a:lnTo>
                      <a:lnTo>
                        <a:pt x="33" y="129"/>
                      </a:lnTo>
                      <a:lnTo>
                        <a:pt x="34" y="127"/>
                      </a:lnTo>
                      <a:lnTo>
                        <a:pt x="33" y="126"/>
                      </a:lnTo>
                      <a:lnTo>
                        <a:pt x="31" y="123"/>
                      </a:lnTo>
                      <a:lnTo>
                        <a:pt x="31" y="122"/>
                      </a:lnTo>
                      <a:lnTo>
                        <a:pt x="33" y="121"/>
                      </a:lnTo>
                      <a:lnTo>
                        <a:pt x="33" y="118"/>
                      </a:lnTo>
                      <a:lnTo>
                        <a:pt x="33" y="117"/>
                      </a:lnTo>
                      <a:lnTo>
                        <a:pt x="36" y="114"/>
                      </a:lnTo>
                      <a:lnTo>
                        <a:pt x="36" y="113"/>
                      </a:lnTo>
                      <a:lnTo>
                        <a:pt x="34" y="113"/>
                      </a:lnTo>
                      <a:lnTo>
                        <a:pt x="33" y="111"/>
                      </a:lnTo>
                      <a:lnTo>
                        <a:pt x="34" y="108"/>
                      </a:lnTo>
                      <a:lnTo>
                        <a:pt x="34" y="104"/>
                      </a:lnTo>
                      <a:lnTo>
                        <a:pt x="36" y="103"/>
                      </a:lnTo>
                      <a:lnTo>
                        <a:pt x="36" y="100"/>
                      </a:lnTo>
                      <a:lnTo>
                        <a:pt x="36" y="99"/>
                      </a:lnTo>
                      <a:lnTo>
                        <a:pt x="36" y="98"/>
                      </a:lnTo>
                      <a:lnTo>
                        <a:pt x="36" y="95"/>
                      </a:lnTo>
                      <a:lnTo>
                        <a:pt x="37" y="94"/>
                      </a:lnTo>
                      <a:lnTo>
                        <a:pt x="37" y="91"/>
                      </a:lnTo>
                      <a:lnTo>
                        <a:pt x="33" y="91"/>
                      </a:lnTo>
                      <a:lnTo>
                        <a:pt x="31" y="88"/>
                      </a:lnTo>
                      <a:lnTo>
                        <a:pt x="29" y="87"/>
                      </a:lnTo>
                      <a:lnTo>
                        <a:pt x="25" y="85"/>
                      </a:lnTo>
                      <a:lnTo>
                        <a:pt x="22" y="85"/>
                      </a:lnTo>
                      <a:lnTo>
                        <a:pt x="19" y="83"/>
                      </a:lnTo>
                      <a:lnTo>
                        <a:pt x="15" y="80"/>
                      </a:lnTo>
                      <a:lnTo>
                        <a:pt x="12" y="79"/>
                      </a:lnTo>
                      <a:lnTo>
                        <a:pt x="11" y="80"/>
                      </a:lnTo>
                      <a:lnTo>
                        <a:pt x="10" y="81"/>
                      </a:lnTo>
                      <a:lnTo>
                        <a:pt x="8" y="79"/>
                      </a:lnTo>
                      <a:lnTo>
                        <a:pt x="7" y="79"/>
                      </a:lnTo>
                      <a:lnTo>
                        <a:pt x="2" y="79"/>
                      </a:lnTo>
                      <a:lnTo>
                        <a:pt x="2" y="72"/>
                      </a:lnTo>
                      <a:lnTo>
                        <a:pt x="0" y="68"/>
                      </a:lnTo>
                      <a:lnTo>
                        <a:pt x="2" y="65"/>
                      </a:lnTo>
                      <a:lnTo>
                        <a:pt x="7" y="62"/>
                      </a:lnTo>
                      <a:lnTo>
                        <a:pt x="10" y="62"/>
                      </a:lnTo>
                      <a:lnTo>
                        <a:pt x="25" y="57"/>
                      </a:lnTo>
                      <a:lnTo>
                        <a:pt x="27" y="55"/>
                      </a:lnTo>
                      <a:lnTo>
                        <a:pt x="36" y="53"/>
                      </a:lnTo>
                      <a:lnTo>
                        <a:pt x="40" y="51"/>
                      </a:lnTo>
                      <a:lnTo>
                        <a:pt x="44" y="50"/>
                      </a:lnTo>
                      <a:lnTo>
                        <a:pt x="44" y="51"/>
                      </a:lnTo>
                      <a:lnTo>
                        <a:pt x="45" y="53"/>
                      </a:lnTo>
                      <a:lnTo>
                        <a:pt x="46" y="54"/>
                      </a:lnTo>
                      <a:lnTo>
                        <a:pt x="46" y="57"/>
                      </a:lnTo>
                      <a:lnTo>
                        <a:pt x="49" y="58"/>
                      </a:lnTo>
                      <a:lnTo>
                        <a:pt x="49" y="57"/>
                      </a:lnTo>
                      <a:lnTo>
                        <a:pt x="52" y="57"/>
                      </a:lnTo>
                      <a:lnTo>
                        <a:pt x="53" y="55"/>
                      </a:lnTo>
                      <a:lnTo>
                        <a:pt x="56" y="55"/>
                      </a:lnTo>
                      <a:lnTo>
                        <a:pt x="60" y="57"/>
                      </a:lnTo>
                      <a:lnTo>
                        <a:pt x="61" y="60"/>
                      </a:lnTo>
                      <a:lnTo>
                        <a:pt x="61" y="62"/>
                      </a:lnTo>
                      <a:lnTo>
                        <a:pt x="60" y="66"/>
                      </a:lnTo>
                      <a:lnTo>
                        <a:pt x="57" y="69"/>
                      </a:lnTo>
                      <a:lnTo>
                        <a:pt x="57" y="73"/>
                      </a:lnTo>
                      <a:lnTo>
                        <a:pt x="55" y="75"/>
                      </a:lnTo>
                      <a:lnTo>
                        <a:pt x="56" y="77"/>
                      </a:lnTo>
                      <a:lnTo>
                        <a:pt x="56" y="81"/>
                      </a:lnTo>
                      <a:lnTo>
                        <a:pt x="57" y="83"/>
                      </a:lnTo>
                      <a:lnTo>
                        <a:pt x="59" y="85"/>
                      </a:lnTo>
                      <a:lnTo>
                        <a:pt x="61" y="88"/>
                      </a:lnTo>
                      <a:lnTo>
                        <a:pt x="64" y="89"/>
                      </a:lnTo>
                      <a:lnTo>
                        <a:pt x="65" y="91"/>
                      </a:lnTo>
                      <a:lnTo>
                        <a:pt x="67" y="94"/>
                      </a:lnTo>
                      <a:lnTo>
                        <a:pt x="65" y="95"/>
                      </a:lnTo>
                      <a:lnTo>
                        <a:pt x="67" y="96"/>
                      </a:lnTo>
                      <a:lnTo>
                        <a:pt x="69" y="96"/>
                      </a:lnTo>
                      <a:lnTo>
                        <a:pt x="69" y="94"/>
                      </a:lnTo>
                      <a:lnTo>
                        <a:pt x="69" y="89"/>
                      </a:lnTo>
                      <a:lnTo>
                        <a:pt x="71" y="88"/>
                      </a:lnTo>
                      <a:lnTo>
                        <a:pt x="71" y="85"/>
                      </a:lnTo>
                      <a:lnTo>
                        <a:pt x="72" y="81"/>
                      </a:lnTo>
                      <a:lnTo>
                        <a:pt x="75" y="80"/>
                      </a:lnTo>
                      <a:lnTo>
                        <a:pt x="78" y="79"/>
                      </a:lnTo>
                      <a:lnTo>
                        <a:pt x="78" y="76"/>
                      </a:lnTo>
                      <a:lnTo>
                        <a:pt x="78" y="72"/>
                      </a:lnTo>
                      <a:lnTo>
                        <a:pt x="76" y="69"/>
                      </a:lnTo>
                      <a:lnTo>
                        <a:pt x="78" y="68"/>
                      </a:lnTo>
                      <a:lnTo>
                        <a:pt x="76" y="68"/>
                      </a:lnTo>
                      <a:lnTo>
                        <a:pt x="76" y="66"/>
                      </a:lnTo>
                      <a:lnTo>
                        <a:pt x="79" y="66"/>
                      </a:lnTo>
                      <a:lnTo>
                        <a:pt x="79" y="65"/>
                      </a:lnTo>
                      <a:lnTo>
                        <a:pt x="80" y="64"/>
                      </a:lnTo>
                      <a:lnTo>
                        <a:pt x="80" y="62"/>
                      </a:lnTo>
                      <a:lnTo>
                        <a:pt x="80" y="61"/>
                      </a:lnTo>
                      <a:lnTo>
                        <a:pt x="79" y="57"/>
                      </a:lnTo>
                      <a:lnTo>
                        <a:pt x="75" y="53"/>
                      </a:lnTo>
                      <a:lnTo>
                        <a:pt x="75" y="50"/>
                      </a:lnTo>
                      <a:lnTo>
                        <a:pt x="69" y="46"/>
                      </a:lnTo>
                      <a:lnTo>
                        <a:pt x="68" y="45"/>
                      </a:lnTo>
                      <a:lnTo>
                        <a:pt x="67" y="43"/>
                      </a:lnTo>
                      <a:lnTo>
                        <a:pt x="65" y="42"/>
                      </a:lnTo>
                      <a:lnTo>
                        <a:pt x="60" y="39"/>
                      </a:lnTo>
                      <a:lnTo>
                        <a:pt x="59" y="26"/>
                      </a:lnTo>
                      <a:lnTo>
                        <a:pt x="61" y="13"/>
                      </a:lnTo>
                      <a:lnTo>
                        <a:pt x="75" y="13"/>
                      </a:lnTo>
                      <a:lnTo>
                        <a:pt x="78" y="13"/>
                      </a:lnTo>
                      <a:lnTo>
                        <a:pt x="78" y="12"/>
                      </a:lnTo>
                      <a:lnTo>
                        <a:pt x="80" y="12"/>
                      </a:lnTo>
                      <a:lnTo>
                        <a:pt x="80" y="12"/>
                      </a:lnTo>
                      <a:lnTo>
                        <a:pt x="82" y="13"/>
                      </a:lnTo>
                      <a:lnTo>
                        <a:pt x="84" y="15"/>
                      </a:lnTo>
                      <a:lnTo>
                        <a:pt x="86" y="15"/>
                      </a:lnTo>
                      <a:lnTo>
                        <a:pt x="87" y="16"/>
                      </a:lnTo>
                      <a:lnTo>
                        <a:pt x="87" y="17"/>
                      </a:lnTo>
                      <a:lnTo>
                        <a:pt x="91" y="16"/>
                      </a:lnTo>
                      <a:lnTo>
                        <a:pt x="94" y="13"/>
                      </a:lnTo>
                      <a:lnTo>
                        <a:pt x="95" y="13"/>
                      </a:lnTo>
                      <a:lnTo>
                        <a:pt x="97" y="12"/>
                      </a:lnTo>
                      <a:lnTo>
                        <a:pt x="98" y="13"/>
                      </a:lnTo>
                      <a:lnTo>
                        <a:pt x="98" y="15"/>
                      </a:lnTo>
                      <a:lnTo>
                        <a:pt x="101" y="15"/>
                      </a:lnTo>
                      <a:lnTo>
                        <a:pt x="102" y="16"/>
                      </a:lnTo>
                      <a:lnTo>
                        <a:pt x="105" y="15"/>
                      </a:lnTo>
                      <a:lnTo>
                        <a:pt x="109" y="15"/>
                      </a:lnTo>
                      <a:lnTo>
                        <a:pt x="110" y="12"/>
                      </a:lnTo>
                      <a:lnTo>
                        <a:pt x="109" y="11"/>
                      </a:lnTo>
                      <a:lnTo>
                        <a:pt x="110" y="9"/>
                      </a:lnTo>
                      <a:lnTo>
                        <a:pt x="113" y="11"/>
                      </a:lnTo>
                      <a:lnTo>
                        <a:pt x="116" y="9"/>
                      </a:lnTo>
                      <a:lnTo>
                        <a:pt x="117" y="11"/>
                      </a:lnTo>
                      <a:lnTo>
                        <a:pt x="120" y="11"/>
                      </a:lnTo>
                      <a:lnTo>
                        <a:pt x="121" y="9"/>
                      </a:lnTo>
                      <a:lnTo>
                        <a:pt x="127" y="8"/>
                      </a:lnTo>
                      <a:lnTo>
                        <a:pt x="128" y="9"/>
                      </a:lnTo>
                      <a:lnTo>
                        <a:pt x="131" y="8"/>
                      </a:lnTo>
                      <a:lnTo>
                        <a:pt x="132" y="7"/>
                      </a:lnTo>
                      <a:lnTo>
                        <a:pt x="135" y="7"/>
                      </a:lnTo>
                      <a:lnTo>
                        <a:pt x="137" y="5"/>
                      </a:lnTo>
                      <a:lnTo>
                        <a:pt x="140" y="4"/>
                      </a:lnTo>
                      <a:lnTo>
                        <a:pt x="141" y="3"/>
                      </a:lnTo>
                      <a:lnTo>
                        <a:pt x="144" y="0"/>
                      </a:lnTo>
                      <a:lnTo>
                        <a:pt x="146" y="1"/>
                      </a:lnTo>
                      <a:lnTo>
                        <a:pt x="147" y="0"/>
                      </a:lnTo>
                      <a:lnTo>
                        <a:pt x="148" y="0"/>
                      </a:lnTo>
                      <a:lnTo>
                        <a:pt x="150" y="0"/>
                      </a:lnTo>
                      <a:lnTo>
                        <a:pt x="148" y="3"/>
                      </a:lnTo>
                      <a:lnTo>
                        <a:pt x="148" y="5"/>
                      </a:lnTo>
                      <a:lnTo>
                        <a:pt x="148" y="5"/>
                      </a:lnTo>
                      <a:lnTo>
                        <a:pt x="146" y="9"/>
                      </a:lnTo>
                      <a:lnTo>
                        <a:pt x="146" y="11"/>
                      </a:lnTo>
                      <a:lnTo>
                        <a:pt x="146" y="12"/>
                      </a:lnTo>
                      <a:lnTo>
                        <a:pt x="146" y="13"/>
                      </a:lnTo>
                      <a:lnTo>
                        <a:pt x="146" y="15"/>
                      </a:lnTo>
                      <a:lnTo>
                        <a:pt x="146" y="19"/>
                      </a:lnTo>
                      <a:lnTo>
                        <a:pt x="147" y="23"/>
                      </a:lnTo>
                      <a:lnTo>
                        <a:pt x="147" y="23"/>
                      </a:lnTo>
                      <a:lnTo>
                        <a:pt x="147" y="27"/>
                      </a:lnTo>
                      <a:lnTo>
                        <a:pt x="147" y="28"/>
                      </a:lnTo>
                      <a:lnTo>
                        <a:pt x="147" y="31"/>
                      </a:lnTo>
                      <a:lnTo>
                        <a:pt x="146" y="32"/>
                      </a:lnTo>
                      <a:lnTo>
                        <a:pt x="146" y="36"/>
                      </a:lnTo>
                      <a:lnTo>
                        <a:pt x="146" y="43"/>
                      </a:lnTo>
                      <a:lnTo>
                        <a:pt x="144" y="43"/>
                      </a:lnTo>
                      <a:lnTo>
                        <a:pt x="146" y="45"/>
                      </a:lnTo>
                      <a:lnTo>
                        <a:pt x="146" y="51"/>
                      </a:lnTo>
                      <a:lnTo>
                        <a:pt x="143" y="51"/>
                      </a:lnTo>
                      <a:lnTo>
                        <a:pt x="143" y="53"/>
                      </a:lnTo>
                      <a:lnTo>
                        <a:pt x="144" y="53"/>
                      </a:lnTo>
                      <a:lnTo>
                        <a:pt x="147" y="53"/>
                      </a:lnTo>
                      <a:lnTo>
                        <a:pt x="147" y="54"/>
                      </a:lnTo>
                      <a:lnTo>
                        <a:pt x="148" y="60"/>
                      </a:lnTo>
                      <a:lnTo>
                        <a:pt x="147" y="61"/>
                      </a:lnTo>
                      <a:lnTo>
                        <a:pt x="146" y="62"/>
                      </a:lnTo>
                      <a:lnTo>
                        <a:pt x="146" y="64"/>
                      </a:lnTo>
                      <a:lnTo>
                        <a:pt x="146" y="65"/>
                      </a:lnTo>
                      <a:lnTo>
                        <a:pt x="144" y="65"/>
                      </a:lnTo>
                      <a:lnTo>
                        <a:pt x="141" y="68"/>
                      </a:lnTo>
                      <a:lnTo>
                        <a:pt x="143" y="68"/>
                      </a:lnTo>
                      <a:lnTo>
                        <a:pt x="143" y="68"/>
                      </a:lnTo>
                      <a:lnTo>
                        <a:pt x="146" y="68"/>
                      </a:lnTo>
                      <a:lnTo>
                        <a:pt x="144" y="69"/>
                      </a:lnTo>
                      <a:lnTo>
                        <a:pt x="143" y="72"/>
                      </a:lnTo>
                      <a:lnTo>
                        <a:pt x="141" y="73"/>
                      </a:lnTo>
                      <a:lnTo>
                        <a:pt x="139" y="76"/>
                      </a:lnTo>
                      <a:lnTo>
                        <a:pt x="139" y="79"/>
                      </a:lnTo>
                      <a:lnTo>
                        <a:pt x="136" y="83"/>
                      </a:lnTo>
                      <a:lnTo>
                        <a:pt x="133" y="83"/>
                      </a:lnTo>
                      <a:lnTo>
                        <a:pt x="133" y="85"/>
                      </a:lnTo>
                      <a:lnTo>
                        <a:pt x="124" y="91"/>
                      </a:lnTo>
                      <a:lnTo>
                        <a:pt x="122" y="91"/>
                      </a:lnTo>
                      <a:lnTo>
                        <a:pt x="121" y="92"/>
                      </a:lnTo>
                      <a:lnTo>
                        <a:pt x="113" y="98"/>
                      </a:lnTo>
                      <a:lnTo>
                        <a:pt x="109" y="96"/>
                      </a:lnTo>
                      <a:lnTo>
                        <a:pt x="109" y="98"/>
                      </a:lnTo>
                      <a:lnTo>
                        <a:pt x="105" y="99"/>
                      </a:lnTo>
                      <a:lnTo>
                        <a:pt x="99" y="103"/>
                      </a:lnTo>
                      <a:lnTo>
                        <a:pt x="98" y="102"/>
                      </a:lnTo>
                      <a:lnTo>
                        <a:pt x="98" y="104"/>
                      </a:lnTo>
                      <a:lnTo>
                        <a:pt x="94" y="108"/>
                      </a:lnTo>
                      <a:lnTo>
                        <a:pt x="93" y="108"/>
                      </a:lnTo>
                      <a:lnTo>
                        <a:pt x="91" y="107"/>
                      </a:lnTo>
                      <a:lnTo>
                        <a:pt x="91" y="111"/>
                      </a:lnTo>
                      <a:lnTo>
                        <a:pt x="90" y="111"/>
                      </a:lnTo>
                      <a:lnTo>
                        <a:pt x="89" y="113"/>
                      </a:lnTo>
                      <a:lnTo>
                        <a:pt x="83" y="117"/>
                      </a:lnTo>
                      <a:lnTo>
                        <a:pt x="83" y="118"/>
                      </a:lnTo>
                      <a:lnTo>
                        <a:pt x="82" y="119"/>
                      </a:lnTo>
                      <a:lnTo>
                        <a:pt x="80" y="119"/>
                      </a:lnTo>
                      <a:lnTo>
                        <a:pt x="80" y="122"/>
                      </a:lnTo>
                      <a:lnTo>
                        <a:pt x="76" y="122"/>
                      </a:lnTo>
                      <a:lnTo>
                        <a:pt x="69" y="127"/>
                      </a:lnTo>
                      <a:lnTo>
                        <a:pt x="69" y="130"/>
                      </a:lnTo>
                      <a:lnTo>
                        <a:pt x="67" y="132"/>
                      </a:lnTo>
                      <a:lnTo>
                        <a:pt x="64" y="132"/>
                      </a:lnTo>
                      <a:lnTo>
                        <a:pt x="63" y="134"/>
                      </a:lnTo>
                      <a:lnTo>
                        <a:pt x="60" y="132"/>
                      </a:lnTo>
                      <a:lnTo>
                        <a:pt x="59" y="132"/>
                      </a:lnTo>
                      <a:lnTo>
                        <a:pt x="59" y="133"/>
                      </a:lnTo>
                      <a:lnTo>
                        <a:pt x="60" y="136"/>
                      </a:lnTo>
                      <a:lnTo>
                        <a:pt x="60" y="137"/>
                      </a:lnTo>
                      <a:lnTo>
                        <a:pt x="59" y="138"/>
                      </a:lnTo>
                      <a:lnTo>
                        <a:pt x="59" y="141"/>
                      </a:lnTo>
                      <a:lnTo>
                        <a:pt x="57" y="142"/>
                      </a:lnTo>
                      <a:lnTo>
                        <a:pt x="61" y="149"/>
                      </a:lnTo>
                      <a:lnTo>
                        <a:pt x="61" y="151"/>
                      </a:lnTo>
                      <a:lnTo>
                        <a:pt x="60" y="152"/>
                      </a:lnTo>
                      <a:lnTo>
                        <a:pt x="61" y="153"/>
                      </a:lnTo>
                      <a:lnTo>
                        <a:pt x="63" y="155"/>
                      </a:lnTo>
                      <a:lnTo>
                        <a:pt x="63" y="159"/>
                      </a:lnTo>
                      <a:lnTo>
                        <a:pt x="64" y="161"/>
                      </a:lnTo>
                      <a:lnTo>
                        <a:pt x="64" y="171"/>
                      </a:lnTo>
                      <a:lnTo>
                        <a:pt x="64" y="174"/>
                      </a:lnTo>
                      <a:lnTo>
                        <a:pt x="65" y="174"/>
                      </a:lnTo>
                      <a:lnTo>
                        <a:pt x="65" y="171"/>
                      </a:lnTo>
                      <a:lnTo>
                        <a:pt x="67" y="167"/>
                      </a:lnTo>
                      <a:lnTo>
                        <a:pt x="67" y="171"/>
                      </a:lnTo>
                      <a:lnTo>
                        <a:pt x="68" y="171"/>
                      </a:lnTo>
                      <a:lnTo>
                        <a:pt x="68" y="174"/>
                      </a:lnTo>
                      <a:lnTo>
                        <a:pt x="67" y="176"/>
                      </a:lnTo>
                      <a:lnTo>
                        <a:pt x="67" y="179"/>
                      </a:lnTo>
                      <a:lnTo>
                        <a:pt x="67" y="180"/>
                      </a:lnTo>
                      <a:lnTo>
                        <a:pt x="65" y="185"/>
                      </a:lnTo>
                      <a:lnTo>
                        <a:pt x="65" y="187"/>
                      </a:lnTo>
                      <a:lnTo>
                        <a:pt x="64" y="189"/>
                      </a:lnTo>
                      <a:lnTo>
                        <a:pt x="64" y="191"/>
                      </a:lnTo>
                      <a:lnTo>
                        <a:pt x="63" y="191"/>
                      </a:lnTo>
                      <a:lnTo>
                        <a:pt x="64" y="194"/>
                      </a:lnTo>
                      <a:lnTo>
                        <a:pt x="65" y="193"/>
                      </a:lnTo>
                      <a:lnTo>
                        <a:pt x="67" y="194"/>
                      </a:lnTo>
                      <a:lnTo>
                        <a:pt x="64" y="197"/>
                      </a:lnTo>
                      <a:lnTo>
                        <a:pt x="64" y="201"/>
                      </a:lnTo>
                      <a:lnTo>
                        <a:pt x="59" y="206"/>
                      </a:lnTo>
                      <a:lnTo>
                        <a:pt x="49" y="210"/>
                      </a:lnTo>
                      <a:lnTo>
                        <a:pt x="37" y="213"/>
                      </a:lnTo>
                      <a:lnTo>
                        <a:pt x="31" y="217"/>
                      </a:lnTo>
                      <a:lnTo>
                        <a:pt x="29" y="219"/>
                      </a:lnTo>
                      <a:lnTo>
                        <a:pt x="27" y="220"/>
                      </a:lnTo>
                      <a:lnTo>
                        <a:pt x="26" y="221"/>
                      </a:lnTo>
                      <a:lnTo>
                        <a:pt x="25" y="225"/>
                      </a:lnTo>
                      <a:lnTo>
                        <a:pt x="23" y="225"/>
                      </a:lnTo>
                      <a:lnTo>
                        <a:pt x="22" y="225"/>
                      </a:lnTo>
                      <a:lnTo>
                        <a:pt x="22" y="227"/>
                      </a:lnTo>
                      <a:lnTo>
                        <a:pt x="23" y="229"/>
                      </a:lnTo>
                      <a:lnTo>
                        <a:pt x="23" y="232"/>
                      </a:lnTo>
                      <a:lnTo>
                        <a:pt x="25" y="231"/>
                      </a:lnTo>
                      <a:lnTo>
                        <a:pt x="27" y="231"/>
                      </a:lnTo>
                      <a:lnTo>
                        <a:pt x="27" y="228"/>
                      </a:lnTo>
                      <a:lnTo>
                        <a:pt x="29" y="228"/>
                      </a:lnTo>
                      <a:lnTo>
                        <a:pt x="29" y="229"/>
                      </a:lnTo>
                      <a:lnTo>
                        <a:pt x="27" y="233"/>
                      </a:lnTo>
                      <a:lnTo>
                        <a:pt x="26" y="236"/>
                      </a:lnTo>
                      <a:lnTo>
                        <a:pt x="26" y="238"/>
                      </a:lnTo>
                      <a:lnTo>
                        <a:pt x="23" y="238"/>
                      </a:lnTo>
                      <a:lnTo>
                        <a:pt x="19" y="238"/>
                      </a:lnTo>
                      <a:lnTo>
                        <a:pt x="18" y="238"/>
                      </a:lnTo>
                      <a:lnTo>
                        <a:pt x="16" y="236"/>
                      </a:lnTo>
                      <a:lnTo>
                        <a:pt x="18" y="233"/>
                      </a:lnTo>
                      <a:lnTo>
                        <a:pt x="18" y="232"/>
                      </a:lnTo>
                      <a:lnTo>
                        <a:pt x="18" y="231"/>
                      </a:lnTo>
                      <a:lnTo>
                        <a:pt x="16" y="229"/>
                      </a:lnTo>
                      <a:lnTo>
                        <a:pt x="15" y="228"/>
                      </a:lnTo>
                      <a:lnTo>
                        <a:pt x="14" y="227"/>
                      </a:lnTo>
                      <a:lnTo>
                        <a:pt x="14" y="227"/>
                      </a:lnTo>
                      <a:lnTo>
                        <a:pt x="14" y="221"/>
                      </a:lnTo>
                      <a:lnTo>
                        <a:pt x="14" y="217"/>
                      </a:lnTo>
                      <a:lnTo>
                        <a:pt x="15" y="213"/>
                      </a:lnTo>
                      <a:lnTo>
                        <a:pt x="15" y="202"/>
                      </a:lnTo>
                      <a:lnTo>
                        <a:pt x="14" y="198"/>
                      </a:lnTo>
                      <a:lnTo>
                        <a:pt x="14" y="195"/>
                      </a:lnTo>
                      <a:lnTo>
                        <a:pt x="14" y="193"/>
                      </a:lnTo>
                      <a:lnTo>
                        <a:pt x="14" y="193"/>
                      </a:lnTo>
                      <a:lnTo>
                        <a:pt x="14" y="186"/>
                      </a:lnTo>
                      <a:lnTo>
                        <a:pt x="12" y="182"/>
                      </a:lnTo>
                      <a:lnTo>
                        <a:pt x="11" y="179"/>
                      </a:lnTo>
                      <a:lnTo>
                        <a:pt x="10" y="175"/>
                      </a:lnTo>
                      <a:lnTo>
                        <a:pt x="10" y="17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3" name="Groupe 1540"/>
                <p:cNvGrpSpPr/>
                <p:nvPr/>
              </p:nvGrpSpPr>
              <p:grpSpPr>
                <a:xfrm>
                  <a:off x="5283671" y="5293561"/>
                  <a:ext cx="140729" cy="146357"/>
                  <a:chOff x="5770563" y="5106988"/>
                  <a:chExt cx="119063" cy="123825"/>
                </a:xfrm>
                <a:grpFill/>
              </p:grpSpPr>
              <p:sp>
                <p:nvSpPr>
                  <p:cNvPr id="366" name="Freeform 967"/>
                  <p:cNvSpPr>
                    <a:spLocks/>
                  </p:cNvSpPr>
                  <p:nvPr/>
                </p:nvSpPr>
                <p:spPr bwMode="auto">
                  <a:xfrm>
                    <a:off x="5856288" y="5106988"/>
                    <a:ext cx="33338" cy="36513"/>
                  </a:xfrm>
                  <a:custGeom>
                    <a:avLst/>
                    <a:gdLst/>
                    <a:ahLst/>
                    <a:cxnLst>
                      <a:cxn ang="0">
                        <a:pos x="17" y="6"/>
                      </a:cxn>
                      <a:cxn ang="0">
                        <a:pos x="17" y="6"/>
                      </a:cxn>
                      <a:cxn ang="0">
                        <a:pos x="18" y="7"/>
                      </a:cxn>
                      <a:cxn ang="0">
                        <a:pos x="19" y="8"/>
                      </a:cxn>
                      <a:cxn ang="0">
                        <a:pos x="21" y="10"/>
                      </a:cxn>
                      <a:cxn ang="0">
                        <a:pos x="21" y="11"/>
                      </a:cxn>
                      <a:cxn ang="0">
                        <a:pos x="21" y="12"/>
                      </a:cxn>
                      <a:cxn ang="0">
                        <a:pos x="19" y="15"/>
                      </a:cxn>
                      <a:cxn ang="0">
                        <a:pos x="21" y="17"/>
                      </a:cxn>
                      <a:cxn ang="0">
                        <a:pos x="19" y="17"/>
                      </a:cxn>
                      <a:cxn ang="0">
                        <a:pos x="18" y="18"/>
                      </a:cxn>
                      <a:cxn ang="0">
                        <a:pos x="18" y="19"/>
                      </a:cxn>
                      <a:cxn ang="0">
                        <a:pos x="17" y="22"/>
                      </a:cxn>
                      <a:cxn ang="0">
                        <a:pos x="15" y="23"/>
                      </a:cxn>
                      <a:cxn ang="0">
                        <a:pos x="10" y="23"/>
                      </a:cxn>
                      <a:cxn ang="0">
                        <a:pos x="5" y="21"/>
                      </a:cxn>
                      <a:cxn ang="0">
                        <a:pos x="3" y="18"/>
                      </a:cxn>
                      <a:cxn ang="0">
                        <a:pos x="2" y="15"/>
                      </a:cxn>
                      <a:cxn ang="0">
                        <a:pos x="0" y="14"/>
                      </a:cxn>
                      <a:cxn ang="0">
                        <a:pos x="2" y="11"/>
                      </a:cxn>
                      <a:cxn ang="0">
                        <a:pos x="6" y="4"/>
                      </a:cxn>
                      <a:cxn ang="0">
                        <a:pos x="6" y="2"/>
                      </a:cxn>
                      <a:cxn ang="0">
                        <a:pos x="9" y="0"/>
                      </a:cxn>
                      <a:cxn ang="0">
                        <a:pos x="13" y="3"/>
                      </a:cxn>
                      <a:cxn ang="0">
                        <a:pos x="14" y="4"/>
                      </a:cxn>
                      <a:cxn ang="0">
                        <a:pos x="17" y="6"/>
                      </a:cxn>
                      <a:cxn ang="0">
                        <a:pos x="17" y="6"/>
                      </a:cxn>
                    </a:cxnLst>
                    <a:rect l="0" t="0" r="r" b="b"/>
                    <a:pathLst>
                      <a:path w="21" h="23">
                        <a:moveTo>
                          <a:pt x="17" y="6"/>
                        </a:moveTo>
                        <a:lnTo>
                          <a:pt x="17" y="6"/>
                        </a:lnTo>
                        <a:lnTo>
                          <a:pt x="18" y="7"/>
                        </a:lnTo>
                        <a:lnTo>
                          <a:pt x="19" y="8"/>
                        </a:lnTo>
                        <a:lnTo>
                          <a:pt x="21" y="10"/>
                        </a:lnTo>
                        <a:lnTo>
                          <a:pt x="21" y="11"/>
                        </a:lnTo>
                        <a:lnTo>
                          <a:pt x="21" y="12"/>
                        </a:lnTo>
                        <a:lnTo>
                          <a:pt x="19" y="15"/>
                        </a:lnTo>
                        <a:lnTo>
                          <a:pt x="21" y="17"/>
                        </a:lnTo>
                        <a:lnTo>
                          <a:pt x="19" y="17"/>
                        </a:lnTo>
                        <a:lnTo>
                          <a:pt x="18" y="18"/>
                        </a:lnTo>
                        <a:lnTo>
                          <a:pt x="18" y="19"/>
                        </a:lnTo>
                        <a:lnTo>
                          <a:pt x="17" y="22"/>
                        </a:lnTo>
                        <a:lnTo>
                          <a:pt x="15" y="23"/>
                        </a:lnTo>
                        <a:lnTo>
                          <a:pt x="10" y="23"/>
                        </a:lnTo>
                        <a:lnTo>
                          <a:pt x="5" y="21"/>
                        </a:lnTo>
                        <a:lnTo>
                          <a:pt x="3" y="18"/>
                        </a:lnTo>
                        <a:lnTo>
                          <a:pt x="2" y="15"/>
                        </a:lnTo>
                        <a:lnTo>
                          <a:pt x="0" y="14"/>
                        </a:lnTo>
                        <a:lnTo>
                          <a:pt x="2" y="11"/>
                        </a:lnTo>
                        <a:lnTo>
                          <a:pt x="6" y="4"/>
                        </a:lnTo>
                        <a:lnTo>
                          <a:pt x="6" y="2"/>
                        </a:lnTo>
                        <a:lnTo>
                          <a:pt x="9" y="0"/>
                        </a:lnTo>
                        <a:lnTo>
                          <a:pt x="13" y="3"/>
                        </a:lnTo>
                        <a:lnTo>
                          <a:pt x="14" y="4"/>
                        </a:lnTo>
                        <a:lnTo>
                          <a:pt x="17" y="6"/>
                        </a:lnTo>
                        <a:lnTo>
                          <a:pt x="17"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968"/>
                  <p:cNvSpPr>
                    <a:spLocks/>
                  </p:cNvSpPr>
                  <p:nvPr/>
                </p:nvSpPr>
                <p:spPr bwMode="auto">
                  <a:xfrm>
                    <a:off x="5770563" y="5180013"/>
                    <a:ext cx="52388" cy="50800"/>
                  </a:xfrm>
                  <a:custGeom>
                    <a:avLst/>
                    <a:gdLst/>
                    <a:ahLst/>
                    <a:cxnLst>
                      <a:cxn ang="0">
                        <a:pos x="4" y="26"/>
                      </a:cxn>
                      <a:cxn ang="0">
                        <a:pos x="4" y="24"/>
                      </a:cxn>
                      <a:cxn ang="0">
                        <a:pos x="3" y="21"/>
                      </a:cxn>
                      <a:cxn ang="0">
                        <a:pos x="3" y="19"/>
                      </a:cxn>
                      <a:cxn ang="0">
                        <a:pos x="0" y="18"/>
                      </a:cxn>
                      <a:cxn ang="0">
                        <a:pos x="0" y="15"/>
                      </a:cxn>
                      <a:cxn ang="0">
                        <a:pos x="1" y="14"/>
                      </a:cxn>
                      <a:cxn ang="0">
                        <a:pos x="6" y="11"/>
                      </a:cxn>
                      <a:cxn ang="0">
                        <a:pos x="7" y="7"/>
                      </a:cxn>
                      <a:cxn ang="0">
                        <a:pos x="10" y="5"/>
                      </a:cxn>
                      <a:cxn ang="0">
                        <a:pos x="15" y="3"/>
                      </a:cxn>
                      <a:cxn ang="0">
                        <a:pos x="16" y="2"/>
                      </a:cxn>
                      <a:cxn ang="0">
                        <a:pos x="18" y="2"/>
                      </a:cxn>
                      <a:cxn ang="0">
                        <a:pos x="18" y="0"/>
                      </a:cxn>
                      <a:cxn ang="0">
                        <a:pos x="21" y="0"/>
                      </a:cxn>
                      <a:cxn ang="0">
                        <a:pos x="22" y="2"/>
                      </a:cxn>
                      <a:cxn ang="0">
                        <a:pos x="23" y="0"/>
                      </a:cxn>
                      <a:cxn ang="0">
                        <a:pos x="25" y="2"/>
                      </a:cxn>
                      <a:cxn ang="0">
                        <a:pos x="27" y="2"/>
                      </a:cxn>
                      <a:cxn ang="0">
                        <a:pos x="30" y="3"/>
                      </a:cxn>
                      <a:cxn ang="0">
                        <a:pos x="33" y="9"/>
                      </a:cxn>
                      <a:cxn ang="0">
                        <a:pos x="33" y="13"/>
                      </a:cxn>
                      <a:cxn ang="0">
                        <a:pos x="30" y="15"/>
                      </a:cxn>
                      <a:cxn ang="0">
                        <a:pos x="27" y="17"/>
                      </a:cxn>
                      <a:cxn ang="0">
                        <a:pos x="27" y="18"/>
                      </a:cxn>
                      <a:cxn ang="0">
                        <a:pos x="29" y="19"/>
                      </a:cxn>
                      <a:cxn ang="0">
                        <a:pos x="29" y="21"/>
                      </a:cxn>
                      <a:cxn ang="0">
                        <a:pos x="26" y="24"/>
                      </a:cxn>
                      <a:cxn ang="0">
                        <a:pos x="23" y="22"/>
                      </a:cxn>
                      <a:cxn ang="0">
                        <a:pos x="22" y="24"/>
                      </a:cxn>
                      <a:cxn ang="0">
                        <a:pos x="19" y="24"/>
                      </a:cxn>
                      <a:cxn ang="0">
                        <a:pos x="16" y="25"/>
                      </a:cxn>
                      <a:cxn ang="0">
                        <a:pos x="15" y="28"/>
                      </a:cxn>
                      <a:cxn ang="0">
                        <a:pos x="15" y="29"/>
                      </a:cxn>
                      <a:cxn ang="0">
                        <a:pos x="14" y="30"/>
                      </a:cxn>
                      <a:cxn ang="0">
                        <a:pos x="11" y="32"/>
                      </a:cxn>
                      <a:cxn ang="0">
                        <a:pos x="8" y="30"/>
                      </a:cxn>
                      <a:cxn ang="0">
                        <a:pos x="7" y="28"/>
                      </a:cxn>
                      <a:cxn ang="0">
                        <a:pos x="4" y="26"/>
                      </a:cxn>
                    </a:cxnLst>
                    <a:rect l="0" t="0" r="r" b="b"/>
                    <a:pathLst>
                      <a:path w="33" h="32">
                        <a:moveTo>
                          <a:pt x="4" y="26"/>
                        </a:moveTo>
                        <a:lnTo>
                          <a:pt x="4" y="24"/>
                        </a:lnTo>
                        <a:lnTo>
                          <a:pt x="3" y="21"/>
                        </a:lnTo>
                        <a:lnTo>
                          <a:pt x="3" y="19"/>
                        </a:lnTo>
                        <a:lnTo>
                          <a:pt x="0" y="18"/>
                        </a:lnTo>
                        <a:lnTo>
                          <a:pt x="0" y="15"/>
                        </a:lnTo>
                        <a:lnTo>
                          <a:pt x="1" y="14"/>
                        </a:lnTo>
                        <a:lnTo>
                          <a:pt x="6" y="11"/>
                        </a:lnTo>
                        <a:lnTo>
                          <a:pt x="7" y="7"/>
                        </a:lnTo>
                        <a:lnTo>
                          <a:pt x="10" y="5"/>
                        </a:lnTo>
                        <a:lnTo>
                          <a:pt x="15" y="3"/>
                        </a:lnTo>
                        <a:lnTo>
                          <a:pt x="16" y="2"/>
                        </a:lnTo>
                        <a:lnTo>
                          <a:pt x="18" y="2"/>
                        </a:lnTo>
                        <a:lnTo>
                          <a:pt x="18" y="0"/>
                        </a:lnTo>
                        <a:lnTo>
                          <a:pt x="21" y="0"/>
                        </a:lnTo>
                        <a:lnTo>
                          <a:pt x="22" y="2"/>
                        </a:lnTo>
                        <a:lnTo>
                          <a:pt x="23" y="0"/>
                        </a:lnTo>
                        <a:lnTo>
                          <a:pt x="25" y="2"/>
                        </a:lnTo>
                        <a:lnTo>
                          <a:pt x="27" y="2"/>
                        </a:lnTo>
                        <a:lnTo>
                          <a:pt x="30" y="3"/>
                        </a:lnTo>
                        <a:lnTo>
                          <a:pt x="33" y="9"/>
                        </a:lnTo>
                        <a:lnTo>
                          <a:pt x="33" y="13"/>
                        </a:lnTo>
                        <a:lnTo>
                          <a:pt x="30" y="15"/>
                        </a:lnTo>
                        <a:lnTo>
                          <a:pt x="27" y="17"/>
                        </a:lnTo>
                        <a:lnTo>
                          <a:pt x="27" y="18"/>
                        </a:lnTo>
                        <a:lnTo>
                          <a:pt x="29" y="19"/>
                        </a:lnTo>
                        <a:lnTo>
                          <a:pt x="29" y="21"/>
                        </a:lnTo>
                        <a:lnTo>
                          <a:pt x="26" y="24"/>
                        </a:lnTo>
                        <a:lnTo>
                          <a:pt x="23" y="22"/>
                        </a:lnTo>
                        <a:lnTo>
                          <a:pt x="22" y="24"/>
                        </a:lnTo>
                        <a:lnTo>
                          <a:pt x="19" y="24"/>
                        </a:lnTo>
                        <a:lnTo>
                          <a:pt x="16" y="25"/>
                        </a:lnTo>
                        <a:lnTo>
                          <a:pt x="15" y="28"/>
                        </a:lnTo>
                        <a:lnTo>
                          <a:pt x="15" y="29"/>
                        </a:lnTo>
                        <a:lnTo>
                          <a:pt x="14" y="30"/>
                        </a:lnTo>
                        <a:lnTo>
                          <a:pt x="11" y="32"/>
                        </a:lnTo>
                        <a:lnTo>
                          <a:pt x="8" y="30"/>
                        </a:lnTo>
                        <a:lnTo>
                          <a:pt x="7" y="28"/>
                        </a:lnTo>
                        <a:lnTo>
                          <a:pt x="4" y="2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e 321"/>
              <p:cNvGrpSpPr/>
              <p:nvPr/>
            </p:nvGrpSpPr>
            <p:grpSpPr>
              <a:xfrm>
                <a:off x="3259059" y="1276236"/>
                <a:ext cx="1780684" cy="1450440"/>
                <a:chOff x="3259059" y="1276236"/>
                <a:chExt cx="1780684" cy="1450440"/>
              </a:xfrm>
              <a:grpFill/>
            </p:grpSpPr>
            <p:sp>
              <p:nvSpPr>
                <p:cNvPr id="305" name="Freeform 969"/>
                <p:cNvSpPr>
                  <a:spLocks noEditPoints="1"/>
                </p:cNvSpPr>
                <p:nvPr/>
              </p:nvSpPr>
              <p:spPr bwMode="auto">
                <a:xfrm>
                  <a:off x="4758286" y="1595220"/>
                  <a:ext cx="281457" cy="305850"/>
                </a:xfrm>
                <a:custGeom>
                  <a:avLst/>
                  <a:gdLst/>
                  <a:ahLst/>
                  <a:cxnLst>
                    <a:cxn ang="0">
                      <a:pos x="68" y="16"/>
                    </a:cxn>
                    <a:cxn ang="0">
                      <a:pos x="101" y="34"/>
                    </a:cxn>
                    <a:cxn ang="0">
                      <a:pos x="95" y="42"/>
                    </a:cxn>
                    <a:cxn ang="0">
                      <a:pos x="89" y="47"/>
                    </a:cxn>
                    <a:cxn ang="0">
                      <a:pos x="113" y="50"/>
                    </a:cxn>
                    <a:cxn ang="0">
                      <a:pos x="129" y="49"/>
                    </a:cxn>
                    <a:cxn ang="0">
                      <a:pos x="146" y="31"/>
                    </a:cxn>
                    <a:cxn ang="0">
                      <a:pos x="140" y="14"/>
                    </a:cxn>
                    <a:cxn ang="0">
                      <a:pos x="123" y="5"/>
                    </a:cxn>
                    <a:cxn ang="0">
                      <a:pos x="114" y="16"/>
                    </a:cxn>
                    <a:cxn ang="0">
                      <a:pos x="106" y="1"/>
                    </a:cxn>
                    <a:cxn ang="0">
                      <a:pos x="104" y="12"/>
                    </a:cxn>
                    <a:cxn ang="0">
                      <a:pos x="98" y="12"/>
                    </a:cxn>
                    <a:cxn ang="0">
                      <a:pos x="83" y="8"/>
                    </a:cxn>
                    <a:cxn ang="0">
                      <a:pos x="78" y="16"/>
                    </a:cxn>
                    <a:cxn ang="0">
                      <a:pos x="72" y="19"/>
                    </a:cxn>
                    <a:cxn ang="0">
                      <a:pos x="71" y="26"/>
                    </a:cxn>
                    <a:cxn ang="0">
                      <a:pos x="102" y="99"/>
                    </a:cxn>
                    <a:cxn ang="0">
                      <a:pos x="121" y="103"/>
                    </a:cxn>
                    <a:cxn ang="0">
                      <a:pos x="132" y="118"/>
                    </a:cxn>
                    <a:cxn ang="0">
                      <a:pos x="121" y="121"/>
                    </a:cxn>
                    <a:cxn ang="0">
                      <a:pos x="102" y="128"/>
                    </a:cxn>
                    <a:cxn ang="0">
                      <a:pos x="102" y="103"/>
                    </a:cxn>
                    <a:cxn ang="0">
                      <a:pos x="87" y="60"/>
                    </a:cxn>
                    <a:cxn ang="0">
                      <a:pos x="102" y="95"/>
                    </a:cxn>
                    <a:cxn ang="0">
                      <a:pos x="110" y="80"/>
                    </a:cxn>
                    <a:cxn ang="0">
                      <a:pos x="94" y="86"/>
                    </a:cxn>
                    <a:cxn ang="0">
                      <a:pos x="3" y="80"/>
                    </a:cxn>
                    <a:cxn ang="0">
                      <a:pos x="11" y="88"/>
                    </a:cxn>
                    <a:cxn ang="0">
                      <a:pos x="65" y="162"/>
                    </a:cxn>
                    <a:cxn ang="0">
                      <a:pos x="59" y="148"/>
                    </a:cxn>
                    <a:cxn ang="0">
                      <a:pos x="48" y="141"/>
                    </a:cxn>
                    <a:cxn ang="0">
                      <a:pos x="37" y="130"/>
                    </a:cxn>
                    <a:cxn ang="0">
                      <a:pos x="44" y="124"/>
                    </a:cxn>
                    <a:cxn ang="0">
                      <a:pos x="44" y="118"/>
                    </a:cxn>
                    <a:cxn ang="0">
                      <a:pos x="64" y="109"/>
                    </a:cxn>
                    <a:cxn ang="0">
                      <a:pos x="44" y="114"/>
                    </a:cxn>
                    <a:cxn ang="0">
                      <a:pos x="34" y="105"/>
                    </a:cxn>
                    <a:cxn ang="0">
                      <a:pos x="49" y="95"/>
                    </a:cxn>
                    <a:cxn ang="0">
                      <a:pos x="56" y="88"/>
                    </a:cxn>
                    <a:cxn ang="0">
                      <a:pos x="46" y="90"/>
                    </a:cxn>
                    <a:cxn ang="0">
                      <a:pos x="44" y="83"/>
                    </a:cxn>
                    <a:cxn ang="0">
                      <a:pos x="41" y="91"/>
                    </a:cxn>
                    <a:cxn ang="0">
                      <a:pos x="26" y="95"/>
                    </a:cxn>
                    <a:cxn ang="0">
                      <a:pos x="17" y="84"/>
                    </a:cxn>
                    <a:cxn ang="0">
                      <a:pos x="8" y="69"/>
                    </a:cxn>
                    <a:cxn ang="0">
                      <a:pos x="10" y="65"/>
                    </a:cxn>
                    <a:cxn ang="0">
                      <a:pos x="6" y="64"/>
                    </a:cxn>
                    <a:cxn ang="0">
                      <a:pos x="3" y="42"/>
                    </a:cxn>
                    <a:cxn ang="0">
                      <a:pos x="14" y="35"/>
                    </a:cxn>
                    <a:cxn ang="0">
                      <a:pos x="25" y="39"/>
                    </a:cxn>
                    <a:cxn ang="0">
                      <a:pos x="23" y="47"/>
                    </a:cxn>
                    <a:cxn ang="0">
                      <a:pos x="32" y="54"/>
                    </a:cxn>
                    <a:cxn ang="0">
                      <a:pos x="41" y="49"/>
                    </a:cxn>
                    <a:cxn ang="0">
                      <a:pos x="51" y="71"/>
                    </a:cxn>
                    <a:cxn ang="0">
                      <a:pos x="45" y="37"/>
                    </a:cxn>
                    <a:cxn ang="0">
                      <a:pos x="59" y="28"/>
                    </a:cxn>
                    <a:cxn ang="0">
                      <a:pos x="65" y="49"/>
                    </a:cxn>
                    <a:cxn ang="0">
                      <a:pos x="84" y="62"/>
                    </a:cxn>
                    <a:cxn ang="0">
                      <a:pos x="94" y="77"/>
                    </a:cxn>
                    <a:cxn ang="0">
                      <a:pos x="83" y="99"/>
                    </a:cxn>
                    <a:cxn ang="0">
                      <a:pos x="79" y="125"/>
                    </a:cxn>
                    <a:cxn ang="0">
                      <a:pos x="71" y="148"/>
                    </a:cxn>
                  </a:cxnLst>
                  <a:rect l="0" t="0" r="r" b="b"/>
                  <a:pathLst>
                    <a:path w="150" h="163">
                      <a:moveTo>
                        <a:pt x="68" y="16"/>
                      </a:moveTo>
                      <a:lnTo>
                        <a:pt x="67" y="14"/>
                      </a:lnTo>
                      <a:lnTo>
                        <a:pt x="65" y="12"/>
                      </a:lnTo>
                      <a:lnTo>
                        <a:pt x="67" y="11"/>
                      </a:lnTo>
                      <a:lnTo>
                        <a:pt x="68" y="9"/>
                      </a:lnTo>
                      <a:lnTo>
                        <a:pt x="70" y="11"/>
                      </a:lnTo>
                      <a:lnTo>
                        <a:pt x="71" y="12"/>
                      </a:lnTo>
                      <a:lnTo>
                        <a:pt x="71" y="14"/>
                      </a:lnTo>
                      <a:lnTo>
                        <a:pt x="70" y="15"/>
                      </a:lnTo>
                      <a:lnTo>
                        <a:pt x="68" y="16"/>
                      </a:lnTo>
                      <a:lnTo>
                        <a:pt x="68" y="16"/>
                      </a:lnTo>
                      <a:close/>
                      <a:moveTo>
                        <a:pt x="82" y="38"/>
                      </a:moveTo>
                      <a:lnTo>
                        <a:pt x="82" y="38"/>
                      </a:lnTo>
                      <a:lnTo>
                        <a:pt x="83" y="37"/>
                      </a:lnTo>
                      <a:lnTo>
                        <a:pt x="86" y="35"/>
                      </a:lnTo>
                      <a:lnTo>
                        <a:pt x="87" y="34"/>
                      </a:lnTo>
                      <a:lnTo>
                        <a:pt x="93" y="34"/>
                      </a:lnTo>
                      <a:lnTo>
                        <a:pt x="97" y="34"/>
                      </a:lnTo>
                      <a:lnTo>
                        <a:pt x="98" y="33"/>
                      </a:lnTo>
                      <a:lnTo>
                        <a:pt x="101" y="33"/>
                      </a:lnTo>
                      <a:lnTo>
                        <a:pt x="101" y="33"/>
                      </a:lnTo>
                      <a:lnTo>
                        <a:pt x="101" y="34"/>
                      </a:lnTo>
                      <a:lnTo>
                        <a:pt x="101" y="35"/>
                      </a:lnTo>
                      <a:lnTo>
                        <a:pt x="99" y="37"/>
                      </a:lnTo>
                      <a:lnTo>
                        <a:pt x="98" y="38"/>
                      </a:lnTo>
                      <a:lnTo>
                        <a:pt x="95" y="37"/>
                      </a:lnTo>
                      <a:lnTo>
                        <a:pt x="91" y="38"/>
                      </a:lnTo>
                      <a:lnTo>
                        <a:pt x="89" y="37"/>
                      </a:lnTo>
                      <a:lnTo>
                        <a:pt x="89" y="38"/>
                      </a:lnTo>
                      <a:lnTo>
                        <a:pt x="90" y="39"/>
                      </a:lnTo>
                      <a:lnTo>
                        <a:pt x="94" y="39"/>
                      </a:lnTo>
                      <a:lnTo>
                        <a:pt x="95" y="41"/>
                      </a:lnTo>
                      <a:lnTo>
                        <a:pt x="95" y="42"/>
                      </a:lnTo>
                      <a:lnTo>
                        <a:pt x="94" y="42"/>
                      </a:lnTo>
                      <a:lnTo>
                        <a:pt x="91" y="41"/>
                      </a:lnTo>
                      <a:lnTo>
                        <a:pt x="90" y="42"/>
                      </a:lnTo>
                      <a:lnTo>
                        <a:pt x="89" y="42"/>
                      </a:lnTo>
                      <a:lnTo>
                        <a:pt x="86" y="41"/>
                      </a:lnTo>
                      <a:lnTo>
                        <a:pt x="83" y="39"/>
                      </a:lnTo>
                      <a:lnTo>
                        <a:pt x="80" y="41"/>
                      </a:lnTo>
                      <a:lnTo>
                        <a:pt x="80" y="42"/>
                      </a:lnTo>
                      <a:lnTo>
                        <a:pt x="82" y="43"/>
                      </a:lnTo>
                      <a:lnTo>
                        <a:pt x="87" y="47"/>
                      </a:lnTo>
                      <a:lnTo>
                        <a:pt x="89" y="47"/>
                      </a:lnTo>
                      <a:lnTo>
                        <a:pt x="91" y="46"/>
                      </a:lnTo>
                      <a:lnTo>
                        <a:pt x="93" y="47"/>
                      </a:lnTo>
                      <a:lnTo>
                        <a:pt x="94" y="50"/>
                      </a:lnTo>
                      <a:lnTo>
                        <a:pt x="94" y="52"/>
                      </a:lnTo>
                      <a:lnTo>
                        <a:pt x="95" y="53"/>
                      </a:lnTo>
                      <a:lnTo>
                        <a:pt x="98" y="52"/>
                      </a:lnTo>
                      <a:lnTo>
                        <a:pt x="102" y="52"/>
                      </a:lnTo>
                      <a:lnTo>
                        <a:pt x="106" y="50"/>
                      </a:lnTo>
                      <a:lnTo>
                        <a:pt x="109" y="50"/>
                      </a:lnTo>
                      <a:lnTo>
                        <a:pt x="112" y="49"/>
                      </a:lnTo>
                      <a:lnTo>
                        <a:pt x="113" y="50"/>
                      </a:lnTo>
                      <a:lnTo>
                        <a:pt x="112" y="53"/>
                      </a:lnTo>
                      <a:lnTo>
                        <a:pt x="113" y="56"/>
                      </a:lnTo>
                      <a:lnTo>
                        <a:pt x="116" y="58"/>
                      </a:lnTo>
                      <a:lnTo>
                        <a:pt x="118" y="58"/>
                      </a:lnTo>
                      <a:lnTo>
                        <a:pt x="123" y="57"/>
                      </a:lnTo>
                      <a:lnTo>
                        <a:pt x="124" y="56"/>
                      </a:lnTo>
                      <a:lnTo>
                        <a:pt x="124" y="54"/>
                      </a:lnTo>
                      <a:lnTo>
                        <a:pt x="124" y="53"/>
                      </a:lnTo>
                      <a:lnTo>
                        <a:pt x="124" y="52"/>
                      </a:lnTo>
                      <a:lnTo>
                        <a:pt x="127" y="49"/>
                      </a:lnTo>
                      <a:lnTo>
                        <a:pt x="129" y="49"/>
                      </a:lnTo>
                      <a:lnTo>
                        <a:pt x="131" y="50"/>
                      </a:lnTo>
                      <a:lnTo>
                        <a:pt x="133" y="52"/>
                      </a:lnTo>
                      <a:lnTo>
                        <a:pt x="135" y="52"/>
                      </a:lnTo>
                      <a:lnTo>
                        <a:pt x="139" y="49"/>
                      </a:lnTo>
                      <a:lnTo>
                        <a:pt x="139" y="47"/>
                      </a:lnTo>
                      <a:lnTo>
                        <a:pt x="139" y="43"/>
                      </a:lnTo>
                      <a:lnTo>
                        <a:pt x="137" y="42"/>
                      </a:lnTo>
                      <a:lnTo>
                        <a:pt x="140" y="41"/>
                      </a:lnTo>
                      <a:lnTo>
                        <a:pt x="142" y="38"/>
                      </a:lnTo>
                      <a:lnTo>
                        <a:pt x="144" y="34"/>
                      </a:lnTo>
                      <a:lnTo>
                        <a:pt x="146" y="31"/>
                      </a:lnTo>
                      <a:lnTo>
                        <a:pt x="148" y="28"/>
                      </a:lnTo>
                      <a:lnTo>
                        <a:pt x="150" y="26"/>
                      </a:lnTo>
                      <a:lnTo>
                        <a:pt x="150" y="23"/>
                      </a:lnTo>
                      <a:lnTo>
                        <a:pt x="148" y="22"/>
                      </a:lnTo>
                      <a:lnTo>
                        <a:pt x="148" y="19"/>
                      </a:lnTo>
                      <a:lnTo>
                        <a:pt x="148" y="18"/>
                      </a:lnTo>
                      <a:lnTo>
                        <a:pt x="148" y="16"/>
                      </a:lnTo>
                      <a:lnTo>
                        <a:pt x="148" y="15"/>
                      </a:lnTo>
                      <a:lnTo>
                        <a:pt x="144" y="15"/>
                      </a:lnTo>
                      <a:lnTo>
                        <a:pt x="142" y="14"/>
                      </a:lnTo>
                      <a:lnTo>
                        <a:pt x="140" y="14"/>
                      </a:lnTo>
                      <a:lnTo>
                        <a:pt x="135" y="14"/>
                      </a:lnTo>
                      <a:lnTo>
                        <a:pt x="133" y="14"/>
                      </a:lnTo>
                      <a:lnTo>
                        <a:pt x="131" y="12"/>
                      </a:lnTo>
                      <a:lnTo>
                        <a:pt x="128" y="12"/>
                      </a:lnTo>
                      <a:lnTo>
                        <a:pt x="127" y="11"/>
                      </a:lnTo>
                      <a:lnTo>
                        <a:pt x="125" y="9"/>
                      </a:lnTo>
                      <a:lnTo>
                        <a:pt x="125" y="8"/>
                      </a:lnTo>
                      <a:lnTo>
                        <a:pt x="123" y="9"/>
                      </a:lnTo>
                      <a:lnTo>
                        <a:pt x="123" y="9"/>
                      </a:lnTo>
                      <a:lnTo>
                        <a:pt x="123" y="7"/>
                      </a:lnTo>
                      <a:lnTo>
                        <a:pt x="123" y="5"/>
                      </a:lnTo>
                      <a:lnTo>
                        <a:pt x="121" y="7"/>
                      </a:lnTo>
                      <a:lnTo>
                        <a:pt x="120" y="9"/>
                      </a:lnTo>
                      <a:lnTo>
                        <a:pt x="118" y="9"/>
                      </a:lnTo>
                      <a:lnTo>
                        <a:pt x="118" y="7"/>
                      </a:lnTo>
                      <a:lnTo>
                        <a:pt x="117" y="5"/>
                      </a:lnTo>
                      <a:lnTo>
                        <a:pt x="117" y="7"/>
                      </a:lnTo>
                      <a:lnTo>
                        <a:pt x="117" y="8"/>
                      </a:lnTo>
                      <a:lnTo>
                        <a:pt x="117" y="9"/>
                      </a:lnTo>
                      <a:lnTo>
                        <a:pt x="114" y="12"/>
                      </a:lnTo>
                      <a:lnTo>
                        <a:pt x="114" y="14"/>
                      </a:lnTo>
                      <a:lnTo>
                        <a:pt x="114" y="16"/>
                      </a:lnTo>
                      <a:lnTo>
                        <a:pt x="112" y="15"/>
                      </a:lnTo>
                      <a:lnTo>
                        <a:pt x="112" y="14"/>
                      </a:lnTo>
                      <a:lnTo>
                        <a:pt x="110" y="14"/>
                      </a:lnTo>
                      <a:lnTo>
                        <a:pt x="110" y="15"/>
                      </a:lnTo>
                      <a:lnTo>
                        <a:pt x="110" y="16"/>
                      </a:lnTo>
                      <a:lnTo>
                        <a:pt x="109" y="15"/>
                      </a:lnTo>
                      <a:lnTo>
                        <a:pt x="109" y="14"/>
                      </a:lnTo>
                      <a:lnTo>
                        <a:pt x="110" y="9"/>
                      </a:lnTo>
                      <a:lnTo>
                        <a:pt x="110" y="5"/>
                      </a:lnTo>
                      <a:lnTo>
                        <a:pt x="109" y="4"/>
                      </a:lnTo>
                      <a:lnTo>
                        <a:pt x="106" y="1"/>
                      </a:lnTo>
                      <a:lnTo>
                        <a:pt x="105" y="0"/>
                      </a:lnTo>
                      <a:lnTo>
                        <a:pt x="104" y="0"/>
                      </a:lnTo>
                      <a:lnTo>
                        <a:pt x="104" y="3"/>
                      </a:lnTo>
                      <a:lnTo>
                        <a:pt x="105" y="4"/>
                      </a:lnTo>
                      <a:lnTo>
                        <a:pt x="106" y="5"/>
                      </a:lnTo>
                      <a:lnTo>
                        <a:pt x="104" y="5"/>
                      </a:lnTo>
                      <a:lnTo>
                        <a:pt x="102" y="4"/>
                      </a:lnTo>
                      <a:lnTo>
                        <a:pt x="101" y="4"/>
                      </a:lnTo>
                      <a:lnTo>
                        <a:pt x="102" y="7"/>
                      </a:lnTo>
                      <a:lnTo>
                        <a:pt x="104" y="9"/>
                      </a:lnTo>
                      <a:lnTo>
                        <a:pt x="104" y="12"/>
                      </a:lnTo>
                      <a:lnTo>
                        <a:pt x="104" y="15"/>
                      </a:lnTo>
                      <a:lnTo>
                        <a:pt x="104" y="18"/>
                      </a:lnTo>
                      <a:lnTo>
                        <a:pt x="105" y="22"/>
                      </a:lnTo>
                      <a:lnTo>
                        <a:pt x="104" y="24"/>
                      </a:lnTo>
                      <a:lnTo>
                        <a:pt x="104" y="24"/>
                      </a:lnTo>
                      <a:lnTo>
                        <a:pt x="102" y="22"/>
                      </a:lnTo>
                      <a:lnTo>
                        <a:pt x="99" y="19"/>
                      </a:lnTo>
                      <a:lnTo>
                        <a:pt x="97" y="18"/>
                      </a:lnTo>
                      <a:lnTo>
                        <a:pt x="97" y="16"/>
                      </a:lnTo>
                      <a:lnTo>
                        <a:pt x="98" y="14"/>
                      </a:lnTo>
                      <a:lnTo>
                        <a:pt x="98" y="12"/>
                      </a:lnTo>
                      <a:lnTo>
                        <a:pt x="97" y="12"/>
                      </a:lnTo>
                      <a:lnTo>
                        <a:pt x="94" y="14"/>
                      </a:lnTo>
                      <a:lnTo>
                        <a:pt x="93" y="14"/>
                      </a:lnTo>
                      <a:lnTo>
                        <a:pt x="91" y="14"/>
                      </a:lnTo>
                      <a:lnTo>
                        <a:pt x="90" y="16"/>
                      </a:lnTo>
                      <a:lnTo>
                        <a:pt x="87" y="15"/>
                      </a:lnTo>
                      <a:lnTo>
                        <a:pt x="87" y="14"/>
                      </a:lnTo>
                      <a:lnTo>
                        <a:pt x="87" y="12"/>
                      </a:lnTo>
                      <a:lnTo>
                        <a:pt x="86" y="12"/>
                      </a:lnTo>
                      <a:lnTo>
                        <a:pt x="84" y="9"/>
                      </a:lnTo>
                      <a:lnTo>
                        <a:pt x="83" y="8"/>
                      </a:lnTo>
                      <a:lnTo>
                        <a:pt x="82" y="7"/>
                      </a:lnTo>
                      <a:lnTo>
                        <a:pt x="80" y="7"/>
                      </a:lnTo>
                      <a:lnTo>
                        <a:pt x="79" y="5"/>
                      </a:lnTo>
                      <a:lnTo>
                        <a:pt x="79" y="3"/>
                      </a:lnTo>
                      <a:lnTo>
                        <a:pt x="78" y="1"/>
                      </a:lnTo>
                      <a:lnTo>
                        <a:pt x="78" y="0"/>
                      </a:lnTo>
                      <a:lnTo>
                        <a:pt x="76" y="3"/>
                      </a:lnTo>
                      <a:lnTo>
                        <a:pt x="75" y="5"/>
                      </a:lnTo>
                      <a:lnTo>
                        <a:pt x="76" y="9"/>
                      </a:lnTo>
                      <a:lnTo>
                        <a:pt x="78" y="12"/>
                      </a:lnTo>
                      <a:lnTo>
                        <a:pt x="78" y="16"/>
                      </a:lnTo>
                      <a:lnTo>
                        <a:pt x="78" y="16"/>
                      </a:lnTo>
                      <a:lnTo>
                        <a:pt x="75" y="15"/>
                      </a:lnTo>
                      <a:lnTo>
                        <a:pt x="75" y="12"/>
                      </a:lnTo>
                      <a:lnTo>
                        <a:pt x="74" y="11"/>
                      </a:lnTo>
                      <a:lnTo>
                        <a:pt x="74" y="14"/>
                      </a:lnTo>
                      <a:lnTo>
                        <a:pt x="74" y="16"/>
                      </a:lnTo>
                      <a:lnTo>
                        <a:pt x="75" y="19"/>
                      </a:lnTo>
                      <a:lnTo>
                        <a:pt x="75" y="20"/>
                      </a:lnTo>
                      <a:lnTo>
                        <a:pt x="75" y="23"/>
                      </a:lnTo>
                      <a:lnTo>
                        <a:pt x="74" y="22"/>
                      </a:lnTo>
                      <a:lnTo>
                        <a:pt x="72" y="19"/>
                      </a:lnTo>
                      <a:lnTo>
                        <a:pt x="71" y="18"/>
                      </a:lnTo>
                      <a:lnTo>
                        <a:pt x="67" y="18"/>
                      </a:lnTo>
                      <a:lnTo>
                        <a:pt x="64" y="16"/>
                      </a:lnTo>
                      <a:lnTo>
                        <a:pt x="63" y="18"/>
                      </a:lnTo>
                      <a:lnTo>
                        <a:pt x="64" y="22"/>
                      </a:lnTo>
                      <a:lnTo>
                        <a:pt x="65" y="20"/>
                      </a:lnTo>
                      <a:lnTo>
                        <a:pt x="68" y="22"/>
                      </a:lnTo>
                      <a:lnTo>
                        <a:pt x="67" y="24"/>
                      </a:lnTo>
                      <a:lnTo>
                        <a:pt x="67" y="24"/>
                      </a:lnTo>
                      <a:lnTo>
                        <a:pt x="70" y="24"/>
                      </a:lnTo>
                      <a:lnTo>
                        <a:pt x="71" y="26"/>
                      </a:lnTo>
                      <a:lnTo>
                        <a:pt x="67" y="28"/>
                      </a:lnTo>
                      <a:lnTo>
                        <a:pt x="67" y="30"/>
                      </a:lnTo>
                      <a:lnTo>
                        <a:pt x="70" y="34"/>
                      </a:lnTo>
                      <a:lnTo>
                        <a:pt x="72" y="35"/>
                      </a:lnTo>
                      <a:lnTo>
                        <a:pt x="74" y="37"/>
                      </a:lnTo>
                      <a:lnTo>
                        <a:pt x="78" y="37"/>
                      </a:lnTo>
                      <a:lnTo>
                        <a:pt x="80" y="37"/>
                      </a:lnTo>
                      <a:lnTo>
                        <a:pt x="82" y="38"/>
                      </a:lnTo>
                      <a:lnTo>
                        <a:pt x="82" y="38"/>
                      </a:lnTo>
                      <a:close/>
                      <a:moveTo>
                        <a:pt x="101" y="102"/>
                      </a:moveTo>
                      <a:lnTo>
                        <a:pt x="102" y="99"/>
                      </a:lnTo>
                      <a:lnTo>
                        <a:pt x="105" y="98"/>
                      </a:lnTo>
                      <a:lnTo>
                        <a:pt x="110" y="96"/>
                      </a:lnTo>
                      <a:lnTo>
                        <a:pt x="113" y="95"/>
                      </a:lnTo>
                      <a:lnTo>
                        <a:pt x="117" y="92"/>
                      </a:lnTo>
                      <a:lnTo>
                        <a:pt x="121" y="90"/>
                      </a:lnTo>
                      <a:lnTo>
                        <a:pt x="121" y="94"/>
                      </a:lnTo>
                      <a:lnTo>
                        <a:pt x="124" y="96"/>
                      </a:lnTo>
                      <a:lnTo>
                        <a:pt x="124" y="98"/>
                      </a:lnTo>
                      <a:lnTo>
                        <a:pt x="121" y="99"/>
                      </a:lnTo>
                      <a:lnTo>
                        <a:pt x="121" y="100"/>
                      </a:lnTo>
                      <a:lnTo>
                        <a:pt x="121" y="103"/>
                      </a:lnTo>
                      <a:lnTo>
                        <a:pt x="124" y="107"/>
                      </a:lnTo>
                      <a:lnTo>
                        <a:pt x="128" y="109"/>
                      </a:lnTo>
                      <a:lnTo>
                        <a:pt x="129" y="107"/>
                      </a:lnTo>
                      <a:lnTo>
                        <a:pt x="133" y="106"/>
                      </a:lnTo>
                      <a:lnTo>
                        <a:pt x="135" y="107"/>
                      </a:lnTo>
                      <a:lnTo>
                        <a:pt x="136" y="109"/>
                      </a:lnTo>
                      <a:lnTo>
                        <a:pt x="139" y="110"/>
                      </a:lnTo>
                      <a:lnTo>
                        <a:pt x="137" y="110"/>
                      </a:lnTo>
                      <a:lnTo>
                        <a:pt x="135" y="111"/>
                      </a:lnTo>
                      <a:lnTo>
                        <a:pt x="132" y="115"/>
                      </a:lnTo>
                      <a:lnTo>
                        <a:pt x="132" y="118"/>
                      </a:lnTo>
                      <a:lnTo>
                        <a:pt x="131" y="124"/>
                      </a:lnTo>
                      <a:lnTo>
                        <a:pt x="128" y="125"/>
                      </a:lnTo>
                      <a:lnTo>
                        <a:pt x="125" y="126"/>
                      </a:lnTo>
                      <a:lnTo>
                        <a:pt x="124" y="129"/>
                      </a:lnTo>
                      <a:lnTo>
                        <a:pt x="124" y="130"/>
                      </a:lnTo>
                      <a:lnTo>
                        <a:pt x="121" y="133"/>
                      </a:lnTo>
                      <a:lnTo>
                        <a:pt x="120" y="133"/>
                      </a:lnTo>
                      <a:lnTo>
                        <a:pt x="120" y="130"/>
                      </a:lnTo>
                      <a:lnTo>
                        <a:pt x="121" y="128"/>
                      </a:lnTo>
                      <a:lnTo>
                        <a:pt x="120" y="125"/>
                      </a:lnTo>
                      <a:lnTo>
                        <a:pt x="121" y="121"/>
                      </a:lnTo>
                      <a:lnTo>
                        <a:pt x="121" y="118"/>
                      </a:lnTo>
                      <a:lnTo>
                        <a:pt x="120" y="118"/>
                      </a:lnTo>
                      <a:lnTo>
                        <a:pt x="118" y="118"/>
                      </a:lnTo>
                      <a:lnTo>
                        <a:pt x="117" y="119"/>
                      </a:lnTo>
                      <a:lnTo>
                        <a:pt x="116" y="122"/>
                      </a:lnTo>
                      <a:lnTo>
                        <a:pt x="113" y="124"/>
                      </a:lnTo>
                      <a:lnTo>
                        <a:pt x="112" y="124"/>
                      </a:lnTo>
                      <a:lnTo>
                        <a:pt x="109" y="126"/>
                      </a:lnTo>
                      <a:lnTo>
                        <a:pt x="106" y="126"/>
                      </a:lnTo>
                      <a:lnTo>
                        <a:pt x="104" y="128"/>
                      </a:lnTo>
                      <a:lnTo>
                        <a:pt x="102" y="128"/>
                      </a:lnTo>
                      <a:lnTo>
                        <a:pt x="102" y="125"/>
                      </a:lnTo>
                      <a:lnTo>
                        <a:pt x="104" y="124"/>
                      </a:lnTo>
                      <a:lnTo>
                        <a:pt x="102" y="122"/>
                      </a:lnTo>
                      <a:lnTo>
                        <a:pt x="105" y="119"/>
                      </a:lnTo>
                      <a:lnTo>
                        <a:pt x="105" y="115"/>
                      </a:lnTo>
                      <a:lnTo>
                        <a:pt x="108" y="113"/>
                      </a:lnTo>
                      <a:lnTo>
                        <a:pt x="108" y="110"/>
                      </a:lnTo>
                      <a:lnTo>
                        <a:pt x="108" y="107"/>
                      </a:lnTo>
                      <a:lnTo>
                        <a:pt x="108" y="106"/>
                      </a:lnTo>
                      <a:lnTo>
                        <a:pt x="105" y="106"/>
                      </a:lnTo>
                      <a:lnTo>
                        <a:pt x="102" y="103"/>
                      </a:lnTo>
                      <a:lnTo>
                        <a:pt x="101" y="102"/>
                      </a:lnTo>
                      <a:lnTo>
                        <a:pt x="101" y="102"/>
                      </a:lnTo>
                      <a:close/>
                      <a:moveTo>
                        <a:pt x="87" y="61"/>
                      </a:moveTo>
                      <a:lnTo>
                        <a:pt x="89" y="64"/>
                      </a:lnTo>
                      <a:lnTo>
                        <a:pt x="90" y="65"/>
                      </a:lnTo>
                      <a:lnTo>
                        <a:pt x="93" y="67"/>
                      </a:lnTo>
                      <a:lnTo>
                        <a:pt x="95" y="65"/>
                      </a:lnTo>
                      <a:lnTo>
                        <a:pt x="95" y="62"/>
                      </a:lnTo>
                      <a:lnTo>
                        <a:pt x="93" y="61"/>
                      </a:lnTo>
                      <a:lnTo>
                        <a:pt x="89" y="60"/>
                      </a:lnTo>
                      <a:lnTo>
                        <a:pt x="87" y="60"/>
                      </a:lnTo>
                      <a:lnTo>
                        <a:pt x="87" y="61"/>
                      </a:lnTo>
                      <a:lnTo>
                        <a:pt x="87" y="61"/>
                      </a:lnTo>
                      <a:close/>
                      <a:moveTo>
                        <a:pt x="93" y="86"/>
                      </a:moveTo>
                      <a:lnTo>
                        <a:pt x="95" y="87"/>
                      </a:lnTo>
                      <a:lnTo>
                        <a:pt x="98" y="87"/>
                      </a:lnTo>
                      <a:lnTo>
                        <a:pt x="99" y="90"/>
                      </a:lnTo>
                      <a:lnTo>
                        <a:pt x="99" y="91"/>
                      </a:lnTo>
                      <a:lnTo>
                        <a:pt x="99" y="92"/>
                      </a:lnTo>
                      <a:lnTo>
                        <a:pt x="101" y="94"/>
                      </a:lnTo>
                      <a:lnTo>
                        <a:pt x="99" y="96"/>
                      </a:lnTo>
                      <a:lnTo>
                        <a:pt x="102" y="95"/>
                      </a:lnTo>
                      <a:lnTo>
                        <a:pt x="104" y="96"/>
                      </a:lnTo>
                      <a:lnTo>
                        <a:pt x="104" y="95"/>
                      </a:lnTo>
                      <a:lnTo>
                        <a:pt x="108" y="92"/>
                      </a:lnTo>
                      <a:lnTo>
                        <a:pt x="110" y="92"/>
                      </a:lnTo>
                      <a:lnTo>
                        <a:pt x="112" y="91"/>
                      </a:lnTo>
                      <a:lnTo>
                        <a:pt x="112" y="90"/>
                      </a:lnTo>
                      <a:lnTo>
                        <a:pt x="112" y="87"/>
                      </a:lnTo>
                      <a:lnTo>
                        <a:pt x="113" y="86"/>
                      </a:lnTo>
                      <a:lnTo>
                        <a:pt x="114" y="83"/>
                      </a:lnTo>
                      <a:lnTo>
                        <a:pt x="113" y="80"/>
                      </a:lnTo>
                      <a:lnTo>
                        <a:pt x="110" y="80"/>
                      </a:lnTo>
                      <a:lnTo>
                        <a:pt x="110" y="79"/>
                      </a:lnTo>
                      <a:lnTo>
                        <a:pt x="109" y="79"/>
                      </a:lnTo>
                      <a:lnTo>
                        <a:pt x="108" y="80"/>
                      </a:lnTo>
                      <a:lnTo>
                        <a:pt x="104" y="81"/>
                      </a:lnTo>
                      <a:lnTo>
                        <a:pt x="104" y="80"/>
                      </a:lnTo>
                      <a:lnTo>
                        <a:pt x="102" y="79"/>
                      </a:lnTo>
                      <a:lnTo>
                        <a:pt x="99" y="80"/>
                      </a:lnTo>
                      <a:lnTo>
                        <a:pt x="99" y="83"/>
                      </a:lnTo>
                      <a:lnTo>
                        <a:pt x="98" y="83"/>
                      </a:lnTo>
                      <a:lnTo>
                        <a:pt x="97" y="83"/>
                      </a:lnTo>
                      <a:lnTo>
                        <a:pt x="94" y="86"/>
                      </a:lnTo>
                      <a:lnTo>
                        <a:pt x="93" y="86"/>
                      </a:lnTo>
                      <a:lnTo>
                        <a:pt x="93" y="86"/>
                      </a:lnTo>
                      <a:close/>
                      <a:moveTo>
                        <a:pt x="14" y="99"/>
                      </a:moveTo>
                      <a:lnTo>
                        <a:pt x="12" y="95"/>
                      </a:lnTo>
                      <a:lnTo>
                        <a:pt x="11" y="95"/>
                      </a:lnTo>
                      <a:lnTo>
                        <a:pt x="11" y="92"/>
                      </a:lnTo>
                      <a:lnTo>
                        <a:pt x="8" y="91"/>
                      </a:lnTo>
                      <a:lnTo>
                        <a:pt x="6" y="90"/>
                      </a:lnTo>
                      <a:lnTo>
                        <a:pt x="4" y="88"/>
                      </a:lnTo>
                      <a:lnTo>
                        <a:pt x="4" y="83"/>
                      </a:lnTo>
                      <a:lnTo>
                        <a:pt x="3" y="80"/>
                      </a:lnTo>
                      <a:lnTo>
                        <a:pt x="2" y="79"/>
                      </a:lnTo>
                      <a:lnTo>
                        <a:pt x="2" y="75"/>
                      </a:lnTo>
                      <a:lnTo>
                        <a:pt x="2" y="73"/>
                      </a:lnTo>
                      <a:lnTo>
                        <a:pt x="3" y="75"/>
                      </a:lnTo>
                      <a:lnTo>
                        <a:pt x="6" y="77"/>
                      </a:lnTo>
                      <a:lnTo>
                        <a:pt x="7" y="80"/>
                      </a:lnTo>
                      <a:lnTo>
                        <a:pt x="6" y="83"/>
                      </a:lnTo>
                      <a:lnTo>
                        <a:pt x="8" y="86"/>
                      </a:lnTo>
                      <a:lnTo>
                        <a:pt x="10" y="87"/>
                      </a:lnTo>
                      <a:lnTo>
                        <a:pt x="11" y="87"/>
                      </a:lnTo>
                      <a:lnTo>
                        <a:pt x="11" y="88"/>
                      </a:lnTo>
                      <a:lnTo>
                        <a:pt x="12" y="88"/>
                      </a:lnTo>
                      <a:lnTo>
                        <a:pt x="14" y="91"/>
                      </a:lnTo>
                      <a:lnTo>
                        <a:pt x="15" y="95"/>
                      </a:lnTo>
                      <a:lnTo>
                        <a:pt x="17" y="98"/>
                      </a:lnTo>
                      <a:lnTo>
                        <a:pt x="17" y="99"/>
                      </a:lnTo>
                      <a:lnTo>
                        <a:pt x="15" y="99"/>
                      </a:lnTo>
                      <a:lnTo>
                        <a:pt x="15" y="99"/>
                      </a:lnTo>
                      <a:lnTo>
                        <a:pt x="14" y="99"/>
                      </a:lnTo>
                      <a:lnTo>
                        <a:pt x="14" y="99"/>
                      </a:lnTo>
                      <a:close/>
                      <a:moveTo>
                        <a:pt x="67" y="163"/>
                      </a:moveTo>
                      <a:lnTo>
                        <a:pt x="65" y="162"/>
                      </a:lnTo>
                      <a:lnTo>
                        <a:pt x="64" y="162"/>
                      </a:lnTo>
                      <a:lnTo>
                        <a:pt x="64" y="163"/>
                      </a:lnTo>
                      <a:lnTo>
                        <a:pt x="63" y="163"/>
                      </a:lnTo>
                      <a:lnTo>
                        <a:pt x="63" y="162"/>
                      </a:lnTo>
                      <a:lnTo>
                        <a:pt x="63" y="158"/>
                      </a:lnTo>
                      <a:lnTo>
                        <a:pt x="61" y="156"/>
                      </a:lnTo>
                      <a:lnTo>
                        <a:pt x="60" y="156"/>
                      </a:lnTo>
                      <a:lnTo>
                        <a:pt x="56" y="151"/>
                      </a:lnTo>
                      <a:lnTo>
                        <a:pt x="56" y="149"/>
                      </a:lnTo>
                      <a:lnTo>
                        <a:pt x="59" y="148"/>
                      </a:lnTo>
                      <a:lnTo>
                        <a:pt x="59" y="148"/>
                      </a:lnTo>
                      <a:lnTo>
                        <a:pt x="60" y="147"/>
                      </a:lnTo>
                      <a:lnTo>
                        <a:pt x="60" y="145"/>
                      </a:lnTo>
                      <a:lnTo>
                        <a:pt x="60" y="144"/>
                      </a:lnTo>
                      <a:lnTo>
                        <a:pt x="59" y="144"/>
                      </a:lnTo>
                      <a:lnTo>
                        <a:pt x="57" y="144"/>
                      </a:lnTo>
                      <a:lnTo>
                        <a:pt x="56" y="144"/>
                      </a:lnTo>
                      <a:lnTo>
                        <a:pt x="55" y="145"/>
                      </a:lnTo>
                      <a:lnTo>
                        <a:pt x="52" y="147"/>
                      </a:lnTo>
                      <a:lnTo>
                        <a:pt x="49" y="144"/>
                      </a:lnTo>
                      <a:lnTo>
                        <a:pt x="49" y="143"/>
                      </a:lnTo>
                      <a:lnTo>
                        <a:pt x="48" y="141"/>
                      </a:lnTo>
                      <a:lnTo>
                        <a:pt x="46" y="140"/>
                      </a:lnTo>
                      <a:lnTo>
                        <a:pt x="45" y="140"/>
                      </a:lnTo>
                      <a:lnTo>
                        <a:pt x="44" y="140"/>
                      </a:lnTo>
                      <a:lnTo>
                        <a:pt x="42" y="137"/>
                      </a:lnTo>
                      <a:lnTo>
                        <a:pt x="42" y="136"/>
                      </a:lnTo>
                      <a:lnTo>
                        <a:pt x="41" y="134"/>
                      </a:lnTo>
                      <a:lnTo>
                        <a:pt x="40" y="134"/>
                      </a:lnTo>
                      <a:lnTo>
                        <a:pt x="40" y="134"/>
                      </a:lnTo>
                      <a:lnTo>
                        <a:pt x="40" y="132"/>
                      </a:lnTo>
                      <a:lnTo>
                        <a:pt x="37" y="132"/>
                      </a:lnTo>
                      <a:lnTo>
                        <a:pt x="37" y="130"/>
                      </a:lnTo>
                      <a:lnTo>
                        <a:pt x="37" y="129"/>
                      </a:lnTo>
                      <a:lnTo>
                        <a:pt x="37" y="129"/>
                      </a:lnTo>
                      <a:lnTo>
                        <a:pt x="37" y="126"/>
                      </a:lnTo>
                      <a:lnTo>
                        <a:pt x="37" y="125"/>
                      </a:lnTo>
                      <a:lnTo>
                        <a:pt x="36" y="124"/>
                      </a:lnTo>
                      <a:lnTo>
                        <a:pt x="36" y="122"/>
                      </a:lnTo>
                      <a:lnTo>
                        <a:pt x="38" y="121"/>
                      </a:lnTo>
                      <a:lnTo>
                        <a:pt x="40" y="121"/>
                      </a:lnTo>
                      <a:lnTo>
                        <a:pt x="42" y="124"/>
                      </a:lnTo>
                      <a:lnTo>
                        <a:pt x="42" y="124"/>
                      </a:lnTo>
                      <a:lnTo>
                        <a:pt x="44" y="124"/>
                      </a:lnTo>
                      <a:lnTo>
                        <a:pt x="45" y="122"/>
                      </a:lnTo>
                      <a:lnTo>
                        <a:pt x="46" y="124"/>
                      </a:lnTo>
                      <a:lnTo>
                        <a:pt x="48" y="124"/>
                      </a:lnTo>
                      <a:lnTo>
                        <a:pt x="51" y="124"/>
                      </a:lnTo>
                      <a:lnTo>
                        <a:pt x="55" y="124"/>
                      </a:lnTo>
                      <a:lnTo>
                        <a:pt x="56" y="122"/>
                      </a:lnTo>
                      <a:lnTo>
                        <a:pt x="53" y="121"/>
                      </a:lnTo>
                      <a:lnTo>
                        <a:pt x="51" y="121"/>
                      </a:lnTo>
                      <a:lnTo>
                        <a:pt x="46" y="119"/>
                      </a:lnTo>
                      <a:lnTo>
                        <a:pt x="44" y="118"/>
                      </a:lnTo>
                      <a:lnTo>
                        <a:pt x="44" y="118"/>
                      </a:lnTo>
                      <a:lnTo>
                        <a:pt x="46" y="117"/>
                      </a:lnTo>
                      <a:lnTo>
                        <a:pt x="48" y="117"/>
                      </a:lnTo>
                      <a:lnTo>
                        <a:pt x="53" y="115"/>
                      </a:lnTo>
                      <a:lnTo>
                        <a:pt x="56" y="114"/>
                      </a:lnTo>
                      <a:lnTo>
                        <a:pt x="59" y="114"/>
                      </a:lnTo>
                      <a:lnTo>
                        <a:pt x="61" y="113"/>
                      </a:lnTo>
                      <a:lnTo>
                        <a:pt x="61" y="113"/>
                      </a:lnTo>
                      <a:lnTo>
                        <a:pt x="63" y="114"/>
                      </a:lnTo>
                      <a:lnTo>
                        <a:pt x="63" y="111"/>
                      </a:lnTo>
                      <a:lnTo>
                        <a:pt x="64" y="110"/>
                      </a:lnTo>
                      <a:lnTo>
                        <a:pt x="64" y="109"/>
                      </a:lnTo>
                      <a:lnTo>
                        <a:pt x="63" y="109"/>
                      </a:lnTo>
                      <a:lnTo>
                        <a:pt x="61" y="110"/>
                      </a:lnTo>
                      <a:lnTo>
                        <a:pt x="60" y="111"/>
                      </a:lnTo>
                      <a:lnTo>
                        <a:pt x="55" y="111"/>
                      </a:lnTo>
                      <a:lnTo>
                        <a:pt x="52" y="111"/>
                      </a:lnTo>
                      <a:lnTo>
                        <a:pt x="52" y="110"/>
                      </a:lnTo>
                      <a:lnTo>
                        <a:pt x="49" y="110"/>
                      </a:lnTo>
                      <a:lnTo>
                        <a:pt x="49" y="111"/>
                      </a:lnTo>
                      <a:lnTo>
                        <a:pt x="48" y="111"/>
                      </a:lnTo>
                      <a:lnTo>
                        <a:pt x="46" y="114"/>
                      </a:lnTo>
                      <a:lnTo>
                        <a:pt x="44" y="114"/>
                      </a:lnTo>
                      <a:lnTo>
                        <a:pt x="42" y="114"/>
                      </a:lnTo>
                      <a:lnTo>
                        <a:pt x="41" y="115"/>
                      </a:lnTo>
                      <a:lnTo>
                        <a:pt x="38" y="115"/>
                      </a:lnTo>
                      <a:lnTo>
                        <a:pt x="36" y="117"/>
                      </a:lnTo>
                      <a:lnTo>
                        <a:pt x="34" y="117"/>
                      </a:lnTo>
                      <a:lnTo>
                        <a:pt x="33" y="115"/>
                      </a:lnTo>
                      <a:lnTo>
                        <a:pt x="33" y="113"/>
                      </a:lnTo>
                      <a:lnTo>
                        <a:pt x="32" y="109"/>
                      </a:lnTo>
                      <a:lnTo>
                        <a:pt x="33" y="107"/>
                      </a:lnTo>
                      <a:lnTo>
                        <a:pt x="33" y="106"/>
                      </a:lnTo>
                      <a:lnTo>
                        <a:pt x="34" y="105"/>
                      </a:lnTo>
                      <a:lnTo>
                        <a:pt x="36" y="103"/>
                      </a:lnTo>
                      <a:lnTo>
                        <a:pt x="37" y="105"/>
                      </a:lnTo>
                      <a:lnTo>
                        <a:pt x="37" y="106"/>
                      </a:lnTo>
                      <a:lnTo>
                        <a:pt x="38" y="106"/>
                      </a:lnTo>
                      <a:lnTo>
                        <a:pt x="38" y="105"/>
                      </a:lnTo>
                      <a:lnTo>
                        <a:pt x="41" y="103"/>
                      </a:lnTo>
                      <a:lnTo>
                        <a:pt x="42" y="103"/>
                      </a:lnTo>
                      <a:lnTo>
                        <a:pt x="44" y="100"/>
                      </a:lnTo>
                      <a:lnTo>
                        <a:pt x="46" y="98"/>
                      </a:lnTo>
                      <a:lnTo>
                        <a:pt x="49" y="96"/>
                      </a:lnTo>
                      <a:lnTo>
                        <a:pt x="49" y="95"/>
                      </a:lnTo>
                      <a:lnTo>
                        <a:pt x="49" y="94"/>
                      </a:lnTo>
                      <a:lnTo>
                        <a:pt x="53" y="92"/>
                      </a:lnTo>
                      <a:lnTo>
                        <a:pt x="57" y="92"/>
                      </a:lnTo>
                      <a:lnTo>
                        <a:pt x="60" y="90"/>
                      </a:lnTo>
                      <a:lnTo>
                        <a:pt x="63" y="90"/>
                      </a:lnTo>
                      <a:lnTo>
                        <a:pt x="64" y="88"/>
                      </a:lnTo>
                      <a:lnTo>
                        <a:pt x="64" y="87"/>
                      </a:lnTo>
                      <a:lnTo>
                        <a:pt x="63" y="87"/>
                      </a:lnTo>
                      <a:lnTo>
                        <a:pt x="60" y="88"/>
                      </a:lnTo>
                      <a:lnTo>
                        <a:pt x="59" y="90"/>
                      </a:lnTo>
                      <a:lnTo>
                        <a:pt x="56" y="88"/>
                      </a:lnTo>
                      <a:lnTo>
                        <a:pt x="56" y="86"/>
                      </a:lnTo>
                      <a:lnTo>
                        <a:pt x="57" y="83"/>
                      </a:lnTo>
                      <a:lnTo>
                        <a:pt x="57" y="80"/>
                      </a:lnTo>
                      <a:lnTo>
                        <a:pt x="56" y="77"/>
                      </a:lnTo>
                      <a:lnTo>
                        <a:pt x="55" y="77"/>
                      </a:lnTo>
                      <a:lnTo>
                        <a:pt x="55" y="80"/>
                      </a:lnTo>
                      <a:lnTo>
                        <a:pt x="55" y="83"/>
                      </a:lnTo>
                      <a:lnTo>
                        <a:pt x="53" y="86"/>
                      </a:lnTo>
                      <a:lnTo>
                        <a:pt x="49" y="90"/>
                      </a:lnTo>
                      <a:lnTo>
                        <a:pt x="48" y="90"/>
                      </a:lnTo>
                      <a:lnTo>
                        <a:pt x="46" y="90"/>
                      </a:lnTo>
                      <a:lnTo>
                        <a:pt x="45" y="86"/>
                      </a:lnTo>
                      <a:lnTo>
                        <a:pt x="46" y="84"/>
                      </a:lnTo>
                      <a:lnTo>
                        <a:pt x="48" y="83"/>
                      </a:lnTo>
                      <a:lnTo>
                        <a:pt x="48" y="80"/>
                      </a:lnTo>
                      <a:lnTo>
                        <a:pt x="46" y="79"/>
                      </a:lnTo>
                      <a:lnTo>
                        <a:pt x="46" y="76"/>
                      </a:lnTo>
                      <a:lnTo>
                        <a:pt x="45" y="75"/>
                      </a:lnTo>
                      <a:lnTo>
                        <a:pt x="44" y="75"/>
                      </a:lnTo>
                      <a:lnTo>
                        <a:pt x="44" y="76"/>
                      </a:lnTo>
                      <a:lnTo>
                        <a:pt x="44" y="80"/>
                      </a:lnTo>
                      <a:lnTo>
                        <a:pt x="44" y="83"/>
                      </a:lnTo>
                      <a:lnTo>
                        <a:pt x="42" y="84"/>
                      </a:lnTo>
                      <a:lnTo>
                        <a:pt x="41" y="83"/>
                      </a:lnTo>
                      <a:lnTo>
                        <a:pt x="42" y="81"/>
                      </a:lnTo>
                      <a:lnTo>
                        <a:pt x="41" y="79"/>
                      </a:lnTo>
                      <a:lnTo>
                        <a:pt x="40" y="79"/>
                      </a:lnTo>
                      <a:lnTo>
                        <a:pt x="38" y="79"/>
                      </a:lnTo>
                      <a:lnTo>
                        <a:pt x="38" y="81"/>
                      </a:lnTo>
                      <a:lnTo>
                        <a:pt x="38" y="83"/>
                      </a:lnTo>
                      <a:lnTo>
                        <a:pt x="38" y="86"/>
                      </a:lnTo>
                      <a:lnTo>
                        <a:pt x="40" y="88"/>
                      </a:lnTo>
                      <a:lnTo>
                        <a:pt x="41" y="91"/>
                      </a:lnTo>
                      <a:lnTo>
                        <a:pt x="41" y="94"/>
                      </a:lnTo>
                      <a:lnTo>
                        <a:pt x="40" y="92"/>
                      </a:lnTo>
                      <a:lnTo>
                        <a:pt x="37" y="94"/>
                      </a:lnTo>
                      <a:lnTo>
                        <a:pt x="36" y="96"/>
                      </a:lnTo>
                      <a:lnTo>
                        <a:pt x="36" y="99"/>
                      </a:lnTo>
                      <a:lnTo>
                        <a:pt x="34" y="100"/>
                      </a:lnTo>
                      <a:lnTo>
                        <a:pt x="29" y="100"/>
                      </a:lnTo>
                      <a:lnTo>
                        <a:pt x="26" y="100"/>
                      </a:lnTo>
                      <a:lnTo>
                        <a:pt x="26" y="99"/>
                      </a:lnTo>
                      <a:lnTo>
                        <a:pt x="27" y="98"/>
                      </a:lnTo>
                      <a:lnTo>
                        <a:pt x="26" y="95"/>
                      </a:lnTo>
                      <a:lnTo>
                        <a:pt x="23" y="92"/>
                      </a:lnTo>
                      <a:lnTo>
                        <a:pt x="21" y="92"/>
                      </a:lnTo>
                      <a:lnTo>
                        <a:pt x="21" y="92"/>
                      </a:lnTo>
                      <a:lnTo>
                        <a:pt x="18" y="90"/>
                      </a:lnTo>
                      <a:lnTo>
                        <a:pt x="18" y="87"/>
                      </a:lnTo>
                      <a:lnTo>
                        <a:pt x="22" y="87"/>
                      </a:lnTo>
                      <a:lnTo>
                        <a:pt x="23" y="86"/>
                      </a:lnTo>
                      <a:lnTo>
                        <a:pt x="22" y="84"/>
                      </a:lnTo>
                      <a:lnTo>
                        <a:pt x="21" y="84"/>
                      </a:lnTo>
                      <a:lnTo>
                        <a:pt x="19" y="86"/>
                      </a:lnTo>
                      <a:lnTo>
                        <a:pt x="17" y="84"/>
                      </a:lnTo>
                      <a:lnTo>
                        <a:pt x="17" y="83"/>
                      </a:lnTo>
                      <a:lnTo>
                        <a:pt x="15" y="81"/>
                      </a:lnTo>
                      <a:lnTo>
                        <a:pt x="12" y="80"/>
                      </a:lnTo>
                      <a:lnTo>
                        <a:pt x="11" y="77"/>
                      </a:lnTo>
                      <a:lnTo>
                        <a:pt x="12" y="76"/>
                      </a:lnTo>
                      <a:lnTo>
                        <a:pt x="12" y="76"/>
                      </a:lnTo>
                      <a:lnTo>
                        <a:pt x="11" y="75"/>
                      </a:lnTo>
                      <a:lnTo>
                        <a:pt x="8" y="73"/>
                      </a:lnTo>
                      <a:lnTo>
                        <a:pt x="7" y="71"/>
                      </a:lnTo>
                      <a:lnTo>
                        <a:pt x="7" y="69"/>
                      </a:lnTo>
                      <a:lnTo>
                        <a:pt x="8" y="69"/>
                      </a:lnTo>
                      <a:lnTo>
                        <a:pt x="11" y="72"/>
                      </a:lnTo>
                      <a:lnTo>
                        <a:pt x="12" y="73"/>
                      </a:lnTo>
                      <a:lnTo>
                        <a:pt x="12" y="73"/>
                      </a:lnTo>
                      <a:lnTo>
                        <a:pt x="14" y="73"/>
                      </a:lnTo>
                      <a:lnTo>
                        <a:pt x="15" y="72"/>
                      </a:lnTo>
                      <a:lnTo>
                        <a:pt x="15" y="69"/>
                      </a:lnTo>
                      <a:lnTo>
                        <a:pt x="15" y="69"/>
                      </a:lnTo>
                      <a:lnTo>
                        <a:pt x="14" y="69"/>
                      </a:lnTo>
                      <a:lnTo>
                        <a:pt x="12" y="69"/>
                      </a:lnTo>
                      <a:lnTo>
                        <a:pt x="12" y="68"/>
                      </a:lnTo>
                      <a:lnTo>
                        <a:pt x="10" y="65"/>
                      </a:lnTo>
                      <a:lnTo>
                        <a:pt x="10" y="64"/>
                      </a:lnTo>
                      <a:lnTo>
                        <a:pt x="10" y="64"/>
                      </a:lnTo>
                      <a:lnTo>
                        <a:pt x="11" y="60"/>
                      </a:lnTo>
                      <a:lnTo>
                        <a:pt x="12" y="57"/>
                      </a:lnTo>
                      <a:lnTo>
                        <a:pt x="11" y="57"/>
                      </a:lnTo>
                      <a:lnTo>
                        <a:pt x="10" y="57"/>
                      </a:lnTo>
                      <a:lnTo>
                        <a:pt x="8" y="56"/>
                      </a:lnTo>
                      <a:lnTo>
                        <a:pt x="7" y="56"/>
                      </a:lnTo>
                      <a:lnTo>
                        <a:pt x="7" y="60"/>
                      </a:lnTo>
                      <a:lnTo>
                        <a:pt x="7" y="61"/>
                      </a:lnTo>
                      <a:lnTo>
                        <a:pt x="6" y="64"/>
                      </a:lnTo>
                      <a:lnTo>
                        <a:pt x="4" y="65"/>
                      </a:lnTo>
                      <a:lnTo>
                        <a:pt x="4" y="62"/>
                      </a:lnTo>
                      <a:lnTo>
                        <a:pt x="0" y="58"/>
                      </a:lnTo>
                      <a:lnTo>
                        <a:pt x="0" y="54"/>
                      </a:lnTo>
                      <a:lnTo>
                        <a:pt x="0" y="52"/>
                      </a:lnTo>
                      <a:lnTo>
                        <a:pt x="0" y="49"/>
                      </a:lnTo>
                      <a:lnTo>
                        <a:pt x="2" y="49"/>
                      </a:lnTo>
                      <a:lnTo>
                        <a:pt x="3" y="46"/>
                      </a:lnTo>
                      <a:lnTo>
                        <a:pt x="4" y="46"/>
                      </a:lnTo>
                      <a:lnTo>
                        <a:pt x="4" y="43"/>
                      </a:lnTo>
                      <a:lnTo>
                        <a:pt x="3" y="42"/>
                      </a:lnTo>
                      <a:lnTo>
                        <a:pt x="3" y="39"/>
                      </a:lnTo>
                      <a:lnTo>
                        <a:pt x="6" y="37"/>
                      </a:lnTo>
                      <a:lnTo>
                        <a:pt x="8" y="37"/>
                      </a:lnTo>
                      <a:lnTo>
                        <a:pt x="10" y="41"/>
                      </a:lnTo>
                      <a:lnTo>
                        <a:pt x="11" y="42"/>
                      </a:lnTo>
                      <a:lnTo>
                        <a:pt x="12" y="43"/>
                      </a:lnTo>
                      <a:lnTo>
                        <a:pt x="14" y="42"/>
                      </a:lnTo>
                      <a:lnTo>
                        <a:pt x="11" y="38"/>
                      </a:lnTo>
                      <a:lnTo>
                        <a:pt x="11" y="35"/>
                      </a:lnTo>
                      <a:lnTo>
                        <a:pt x="11" y="35"/>
                      </a:lnTo>
                      <a:lnTo>
                        <a:pt x="14" y="35"/>
                      </a:lnTo>
                      <a:lnTo>
                        <a:pt x="14" y="38"/>
                      </a:lnTo>
                      <a:lnTo>
                        <a:pt x="15" y="38"/>
                      </a:lnTo>
                      <a:lnTo>
                        <a:pt x="17" y="38"/>
                      </a:lnTo>
                      <a:lnTo>
                        <a:pt x="22" y="33"/>
                      </a:lnTo>
                      <a:lnTo>
                        <a:pt x="26" y="33"/>
                      </a:lnTo>
                      <a:lnTo>
                        <a:pt x="27" y="34"/>
                      </a:lnTo>
                      <a:lnTo>
                        <a:pt x="29" y="37"/>
                      </a:lnTo>
                      <a:lnTo>
                        <a:pt x="29" y="39"/>
                      </a:lnTo>
                      <a:lnTo>
                        <a:pt x="26" y="41"/>
                      </a:lnTo>
                      <a:lnTo>
                        <a:pt x="25" y="41"/>
                      </a:lnTo>
                      <a:lnTo>
                        <a:pt x="25" y="39"/>
                      </a:lnTo>
                      <a:lnTo>
                        <a:pt x="23" y="39"/>
                      </a:lnTo>
                      <a:lnTo>
                        <a:pt x="19" y="42"/>
                      </a:lnTo>
                      <a:lnTo>
                        <a:pt x="19" y="43"/>
                      </a:lnTo>
                      <a:lnTo>
                        <a:pt x="18" y="43"/>
                      </a:lnTo>
                      <a:lnTo>
                        <a:pt x="18" y="46"/>
                      </a:lnTo>
                      <a:lnTo>
                        <a:pt x="19" y="46"/>
                      </a:lnTo>
                      <a:lnTo>
                        <a:pt x="21" y="45"/>
                      </a:lnTo>
                      <a:lnTo>
                        <a:pt x="25" y="43"/>
                      </a:lnTo>
                      <a:lnTo>
                        <a:pt x="26" y="45"/>
                      </a:lnTo>
                      <a:lnTo>
                        <a:pt x="26" y="46"/>
                      </a:lnTo>
                      <a:lnTo>
                        <a:pt x="23" y="47"/>
                      </a:lnTo>
                      <a:lnTo>
                        <a:pt x="23" y="49"/>
                      </a:lnTo>
                      <a:lnTo>
                        <a:pt x="25" y="50"/>
                      </a:lnTo>
                      <a:lnTo>
                        <a:pt x="25" y="49"/>
                      </a:lnTo>
                      <a:lnTo>
                        <a:pt x="26" y="49"/>
                      </a:lnTo>
                      <a:lnTo>
                        <a:pt x="27" y="50"/>
                      </a:lnTo>
                      <a:lnTo>
                        <a:pt x="29" y="52"/>
                      </a:lnTo>
                      <a:lnTo>
                        <a:pt x="29" y="53"/>
                      </a:lnTo>
                      <a:lnTo>
                        <a:pt x="29" y="57"/>
                      </a:lnTo>
                      <a:lnTo>
                        <a:pt x="30" y="58"/>
                      </a:lnTo>
                      <a:lnTo>
                        <a:pt x="32" y="58"/>
                      </a:lnTo>
                      <a:lnTo>
                        <a:pt x="32" y="54"/>
                      </a:lnTo>
                      <a:lnTo>
                        <a:pt x="29" y="52"/>
                      </a:lnTo>
                      <a:lnTo>
                        <a:pt x="29" y="49"/>
                      </a:lnTo>
                      <a:lnTo>
                        <a:pt x="30" y="45"/>
                      </a:lnTo>
                      <a:lnTo>
                        <a:pt x="33" y="41"/>
                      </a:lnTo>
                      <a:lnTo>
                        <a:pt x="33" y="38"/>
                      </a:lnTo>
                      <a:lnTo>
                        <a:pt x="34" y="37"/>
                      </a:lnTo>
                      <a:lnTo>
                        <a:pt x="36" y="37"/>
                      </a:lnTo>
                      <a:lnTo>
                        <a:pt x="38" y="41"/>
                      </a:lnTo>
                      <a:lnTo>
                        <a:pt x="41" y="42"/>
                      </a:lnTo>
                      <a:lnTo>
                        <a:pt x="41" y="43"/>
                      </a:lnTo>
                      <a:lnTo>
                        <a:pt x="41" y="49"/>
                      </a:lnTo>
                      <a:lnTo>
                        <a:pt x="44" y="56"/>
                      </a:lnTo>
                      <a:lnTo>
                        <a:pt x="44" y="57"/>
                      </a:lnTo>
                      <a:lnTo>
                        <a:pt x="44" y="60"/>
                      </a:lnTo>
                      <a:lnTo>
                        <a:pt x="41" y="61"/>
                      </a:lnTo>
                      <a:lnTo>
                        <a:pt x="41" y="62"/>
                      </a:lnTo>
                      <a:lnTo>
                        <a:pt x="42" y="62"/>
                      </a:lnTo>
                      <a:lnTo>
                        <a:pt x="44" y="61"/>
                      </a:lnTo>
                      <a:lnTo>
                        <a:pt x="46" y="62"/>
                      </a:lnTo>
                      <a:lnTo>
                        <a:pt x="48" y="64"/>
                      </a:lnTo>
                      <a:lnTo>
                        <a:pt x="49" y="69"/>
                      </a:lnTo>
                      <a:lnTo>
                        <a:pt x="51" y="71"/>
                      </a:lnTo>
                      <a:lnTo>
                        <a:pt x="52" y="71"/>
                      </a:lnTo>
                      <a:lnTo>
                        <a:pt x="53" y="68"/>
                      </a:lnTo>
                      <a:lnTo>
                        <a:pt x="51" y="65"/>
                      </a:lnTo>
                      <a:lnTo>
                        <a:pt x="51" y="61"/>
                      </a:lnTo>
                      <a:lnTo>
                        <a:pt x="48" y="58"/>
                      </a:lnTo>
                      <a:lnTo>
                        <a:pt x="46" y="54"/>
                      </a:lnTo>
                      <a:lnTo>
                        <a:pt x="46" y="50"/>
                      </a:lnTo>
                      <a:lnTo>
                        <a:pt x="46" y="42"/>
                      </a:lnTo>
                      <a:lnTo>
                        <a:pt x="45" y="41"/>
                      </a:lnTo>
                      <a:lnTo>
                        <a:pt x="45" y="39"/>
                      </a:lnTo>
                      <a:lnTo>
                        <a:pt x="45" y="37"/>
                      </a:lnTo>
                      <a:lnTo>
                        <a:pt x="45" y="34"/>
                      </a:lnTo>
                      <a:lnTo>
                        <a:pt x="46" y="31"/>
                      </a:lnTo>
                      <a:lnTo>
                        <a:pt x="46" y="27"/>
                      </a:lnTo>
                      <a:lnTo>
                        <a:pt x="48" y="24"/>
                      </a:lnTo>
                      <a:lnTo>
                        <a:pt x="49" y="24"/>
                      </a:lnTo>
                      <a:lnTo>
                        <a:pt x="51" y="24"/>
                      </a:lnTo>
                      <a:lnTo>
                        <a:pt x="53" y="28"/>
                      </a:lnTo>
                      <a:lnTo>
                        <a:pt x="53" y="31"/>
                      </a:lnTo>
                      <a:lnTo>
                        <a:pt x="55" y="33"/>
                      </a:lnTo>
                      <a:lnTo>
                        <a:pt x="56" y="30"/>
                      </a:lnTo>
                      <a:lnTo>
                        <a:pt x="59" y="28"/>
                      </a:lnTo>
                      <a:lnTo>
                        <a:pt x="60" y="30"/>
                      </a:lnTo>
                      <a:lnTo>
                        <a:pt x="63" y="34"/>
                      </a:lnTo>
                      <a:lnTo>
                        <a:pt x="64" y="38"/>
                      </a:lnTo>
                      <a:lnTo>
                        <a:pt x="64" y="41"/>
                      </a:lnTo>
                      <a:lnTo>
                        <a:pt x="63" y="42"/>
                      </a:lnTo>
                      <a:lnTo>
                        <a:pt x="63" y="47"/>
                      </a:lnTo>
                      <a:lnTo>
                        <a:pt x="63" y="52"/>
                      </a:lnTo>
                      <a:lnTo>
                        <a:pt x="63" y="53"/>
                      </a:lnTo>
                      <a:lnTo>
                        <a:pt x="64" y="54"/>
                      </a:lnTo>
                      <a:lnTo>
                        <a:pt x="65" y="52"/>
                      </a:lnTo>
                      <a:lnTo>
                        <a:pt x="65" y="49"/>
                      </a:lnTo>
                      <a:lnTo>
                        <a:pt x="65" y="43"/>
                      </a:lnTo>
                      <a:lnTo>
                        <a:pt x="65" y="41"/>
                      </a:lnTo>
                      <a:lnTo>
                        <a:pt x="68" y="39"/>
                      </a:lnTo>
                      <a:lnTo>
                        <a:pt x="71" y="42"/>
                      </a:lnTo>
                      <a:lnTo>
                        <a:pt x="74" y="47"/>
                      </a:lnTo>
                      <a:lnTo>
                        <a:pt x="75" y="54"/>
                      </a:lnTo>
                      <a:lnTo>
                        <a:pt x="75" y="56"/>
                      </a:lnTo>
                      <a:lnTo>
                        <a:pt x="76" y="58"/>
                      </a:lnTo>
                      <a:lnTo>
                        <a:pt x="80" y="58"/>
                      </a:lnTo>
                      <a:lnTo>
                        <a:pt x="82" y="58"/>
                      </a:lnTo>
                      <a:lnTo>
                        <a:pt x="84" y="62"/>
                      </a:lnTo>
                      <a:lnTo>
                        <a:pt x="86" y="64"/>
                      </a:lnTo>
                      <a:lnTo>
                        <a:pt x="90" y="68"/>
                      </a:lnTo>
                      <a:lnTo>
                        <a:pt x="93" y="69"/>
                      </a:lnTo>
                      <a:lnTo>
                        <a:pt x="99" y="71"/>
                      </a:lnTo>
                      <a:lnTo>
                        <a:pt x="101" y="72"/>
                      </a:lnTo>
                      <a:lnTo>
                        <a:pt x="101" y="75"/>
                      </a:lnTo>
                      <a:lnTo>
                        <a:pt x="101" y="76"/>
                      </a:lnTo>
                      <a:lnTo>
                        <a:pt x="99" y="79"/>
                      </a:lnTo>
                      <a:lnTo>
                        <a:pt x="99" y="79"/>
                      </a:lnTo>
                      <a:lnTo>
                        <a:pt x="97" y="76"/>
                      </a:lnTo>
                      <a:lnTo>
                        <a:pt x="94" y="77"/>
                      </a:lnTo>
                      <a:lnTo>
                        <a:pt x="93" y="77"/>
                      </a:lnTo>
                      <a:lnTo>
                        <a:pt x="89" y="80"/>
                      </a:lnTo>
                      <a:lnTo>
                        <a:pt x="86" y="80"/>
                      </a:lnTo>
                      <a:lnTo>
                        <a:pt x="86" y="81"/>
                      </a:lnTo>
                      <a:lnTo>
                        <a:pt x="86" y="83"/>
                      </a:lnTo>
                      <a:lnTo>
                        <a:pt x="86" y="84"/>
                      </a:lnTo>
                      <a:lnTo>
                        <a:pt x="83" y="87"/>
                      </a:lnTo>
                      <a:lnTo>
                        <a:pt x="83" y="88"/>
                      </a:lnTo>
                      <a:lnTo>
                        <a:pt x="83" y="92"/>
                      </a:lnTo>
                      <a:lnTo>
                        <a:pt x="83" y="98"/>
                      </a:lnTo>
                      <a:lnTo>
                        <a:pt x="83" y="99"/>
                      </a:lnTo>
                      <a:lnTo>
                        <a:pt x="83" y="103"/>
                      </a:lnTo>
                      <a:lnTo>
                        <a:pt x="83" y="103"/>
                      </a:lnTo>
                      <a:lnTo>
                        <a:pt x="83" y="106"/>
                      </a:lnTo>
                      <a:lnTo>
                        <a:pt x="80" y="105"/>
                      </a:lnTo>
                      <a:lnTo>
                        <a:pt x="79" y="106"/>
                      </a:lnTo>
                      <a:lnTo>
                        <a:pt x="79" y="109"/>
                      </a:lnTo>
                      <a:lnTo>
                        <a:pt x="80" y="113"/>
                      </a:lnTo>
                      <a:lnTo>
                        <a:pt x="80" y="115"/>
                      </a:lnTo>
                      <a:lnTo>
                        <a:pt x="79" y="118"/>
                      </a:lnTo>
                      <a:lnTo>
                        <a:pt x="79" y="122"/>
                      </a:lnTo>
                      <a:lnTo>
                        <a:pt x="79" y="125"/>
                      </a:lnTo>
                      <a:lnTo>
                        <a:pt x="79" y="125"/>
                      </a:lnTo>
                      <a:lnTo>
                        <a:pt x="75" y="125"/>
                      </a:lnTo>
                      <a:lnTo>
                        <a:pt x="74" y="126"/>
                      </a:lnTo>
                      <a:lnTo>
                        <a:pt x="75" y="128"/>
                      </a:lnTo>
                      <a:lnTo>
                        <a:pt x="75" y="129"/>
                      </a:lnTo>
                      <a:lnTo>
                        <a:pt x="74" y="130"/>
                      </a:lnTo>
                      <a:lnTo>
                        <a:pt x="74" y="133"/>
                      </a:lnTo>
                      <a:lnTo>
                        <a:pt x="74" y="134"/>
                      </a:lnTo>
                      <a:lnTo>
                        <a:pt x="72" y="144"/>
                      </a:lnTo>
                      <a:lnTo>
                        <a:pt x="72" y="147"/>
                      </a:lnTo>
                      <a:lnTo>
                        <a:pt x="71" y="148"/>
                      </a:lnTo>
                      <a:lnTo>
                        <a:pt x="71" y="151"/>
                      </a:lnTo>
                      <a:lnTo>
                        <a:pt x="72" y="155"/>
                      </a:lnTo>
                      <a:lnTo>
                        <a:pt x="72" y="156"/>
                      </a:lnTo>
                      <a:lnTo>
                        <a:pt x="71" y="158"/>
                      </a:lnTo>
                      <a:lnTo>
                        <a:pt x="71" y="160"/>
                      </a:lnTo>
                      <a:lnTo>
                        <a:pt x="70" y="163"/>
                      </a:lnTo>
                      <a:lnTo>
                        <a:pt x="67" y="163"/>
                      </a:lnTo>
                      <a:lnTo>
                        <a:pt x="67" y="16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6" name="Freeform 971"/>
                <p:cNvSpPr>
                  <a:spLocks noEditPoints="1"/>
                </p:cNvSpPr>
                <p:nvPr/>
              </p:nvSpPr>
              <p:spPr bwMode="auto">
                <a:xfrm>
                  <a:off x="4052768" y="2454601"/>
                  <a:ext cx="234548" cy="148234"/>
                </a:xfrm>
                <a:custGeom>
                  <a:avLst/>
                  <a:gdLst/>
                  <a:ahLst/>
                  <a:cxnLst>
                    <a:cxn ang="0">
                      <a:pos x="45" y="77"/>
                    </a:cxn>
                    <a:cxn ang="0">
                      <a:pos x="39" y="68"/>
                    </a:cxn>
                    <a:cxn ang="0">
                      <a:pos x="54" y="76"/>
                    </a:cxn>
                    <a:cxn ang="0">
                      <a:pos x="67" y="70"/>
                    </a:cxn>
                    <a:cxn ang="0">
                      <a:pos x="77" y="66"/>
                    </a:cxn>
                    <a:cxn ang="0">
                      <a:pos x="83" y="64"/>
                    </a:cxn>
                    <a:cxn ang="0">
                      <a:pos x="90" y="65"/>
                    </a:cxn>
                    <a:cxn ang="0">
                      <a:pos x="105" y="51"/>
                    </a:cxn>
                    <a:cxn ang="0">
                      <a:pos x="113" y="51"/>
                    </a:cxn>
                    <a:cxn ang="0">
                      <a:pos x="113" y="43"/>
                    </a:cxn>
                    <a:cxn ang="0">
                      <a:pos x="121" y="42"/>
                    </a:cxn>
                    <a:cxn ang="0">
                      <a:pos x="119" y="30"/>
                    </a:cxn>
                    <a:cxn ang="0">
                      <a:pos x="117" y="24"/>
                    </a:cxn>
                    <a:cxn ang="0">
                      <a:pos x="113" y="22"/>
                    </a:cxn>
                    <a:cxn ang="0">
                      <a:pos x="114" y="11"/>
                    </a:cxn>
                    <a:cxn ang="0">
                      <a:pos x="111" y="5"/>
                    </a:cxn>
                    <a:cxn ang="0">
                      <a:pos x="106" y="8"/>
                    </a:cxn>
                    <a:cxn ang="0">
                      <a:pos x="100" y="4"/>
                    </a:cxn>
                    <a:cxn ang="0">
                      <a:pos x="92" y="4"/>
                    </a:cxn>
                    <a:cxn ang="0">
                      <a:pos x="87" y="8"/>
                    </a:cxn>
                    <a:cxn ang="0">
                      <a:pos x="77" y="8"/>
                    </a:cxn>
                    <a:cxn ang="0">
                      <a:pos x="73" y="17"/>
                    </a:cxn>
                    <a:cxn ang="0">
                      <a:pos x="68" y="11"/>
                    </a:cxn>
                    <a:cxn ang="0">
                      <a:pos x="60" y="16"/>
                    </a:cxn>
                    <a:cxn ang="0">
                      <a:pos x="53" y="8"/>
                    </a:cxn>
                    <a:cxn ang="0">
                      <a:pos x="49" y="23"/>
                    </a:cxn>
                    <a:cxn ang="0">
                      <a:pos x="41" y="27"/>
                    </a:cxn>
                    <a:cxn ang="0">
                      <a:pos x="35" y="26"/>
                    </a:cxn>
                    <a:cxn ang="0">
                      <a:pos x="34" y="16"/>
                    </a:cxn>
                    <a:cxn ang="0">
                      <a:pos x="37" y="9"/>
                    </a:cxn>
                    <a:cxn ang="0">
                      <a:pos x="28" y="2"/>
                    </a:cxn>
                    <a:cxn ang="0">
                      <a:pos x="16" y="1"/>
                    </a:cxn>
                    <a:cxn ang="0">
                      <a:pos x="24" y="2"/>
                    </a:cxn>
                    <a:cxn ang="0">
                      <a:pos x="20" y="5"/>
                    </a:cxn>
                    <a:cxn ang="0">
                      <a:pos x="24" y="11"/>
                    </a:cxn>
                    <a:cxn ang="0">
                      <a:pos x="16" y="5"/>
                    </a:cxn>
                    <a:cxn ang="0">
                      <a:pos x="12" y="7"/>
                    </a:cxn>
                    <a:cxn ang="0">
                      <a:pos x="14" y="12"/>
                    </a:cxn>
                    <a:cxn ang="0">
                      <a:pos x="11" y="16"/>
                    </a:cxn>
                    <a:cxn ang="0">
                      <a:pos x="5" y="15"/>
                    </a:cxn>
                    <a:cxn ang="0">
                      <a:pos x="3" y="19"/>
                    </a:cxn>
                    <a:cxn ang="0">
                      <a:pos x="8" y="26"/>
                    </a:cxn>
                    <a:cxn ang="0">
                      <a:pos x="15" y="22"/>
                    </a:cxn>
                    <a:cxn ang="0">
                      <a:pos x="23" y="22"/>
                    </a:cxn>
                    <a:cxn ang="0">
                      <a:pos x="27" y="22"/>
                    </a:cxn>
                    <a:cxn ang="0">
                      <a:pos x="31" y="26"/>
                    </a:cxn>
                    <a:cxn ang="0">
                      <a:pos x="20" y="30"/>
                    </a:cxn>
                    <a:cxn ang="0">
                      <a:pos x="31" y="31"/>
                    </a:cxn>
                    <a:cxn ang="0">
                      <a:pos x="19" y="34"/>
                    </a:cxn>
                    <a:cxn ang="0">
                      <a:pos x="16" y="34"/>
                    </a:cxn>
                    <a:cxn ang="0">
                      <a:pos x="5" y="35"/>
                    </a:cxn>
                    <a:cxn ang="0">
                      <a:pos x="8" y="41"/>
                    </a:cxn>
                    <a:cxn ang="0">
                      <a:pos x="22" y="42"/>
                    </a:cxn>
                    <a:cxn ang="0">
                      <a:pos x="24" y="49"/>
                    </a:cxn>
                    <a:cxn ang="0">
                      <a:pos x="26" y="53"/>
                    </a:cxn>
                    <a:cxn ang="0">
                      <a:pos x="28" y="53"/>
                    </a:cxn>
                    <a:cxn ang="0">
                      <a:pos x="20" y="58"/>
                    </a:cxn>
                    <a:cxn ang="0">
                      <a:pos x="15" y="57"/>
                    </a:cxn>
                    <a:cxn ang="0">
                      <a:pos x="19" y="66"/>
                    </a:cxn>
                    <a:cxn ang="0">
                      <a:pos x="33" y="65"/>
                    </a:cxn>
                  </a:cxnLst>
                  <a:rect l="0" t="0" r="r" b="b"/>
                  <a:pathLst>
                    <a:path w="125" h="79">
                      <a:moveTo>
                        <a:pt x="43" y="79"/>
                      </a:moveTo>
                      <a:lnTo>
                        <a:pt x="42" y="77"/>
                      </a:lnTo>
                      <a:lnTo>
                        <a:pt x="43" y="75"/>
                      </a:lnTo>
                      <a:lnTo>
                        <a:pt x="45" y="75"/>
                      </a:lnTo>
                      <a:lnTo>
                        <a:pt x="45" y="77"/>
                      </a:lnTo>
                      <a:lnTo>
                        <a:pt x="43" y="79"/>
                      </a:lnTo>
                      <a:lnTo>
                        <a:pt x="43" y="79"/>
                      </a:lnTo>
                      <a:close/>
                      <a:moveTo>
                        <a:pt x="37" y="66"/>
                      </a:moveTo>
                      <a:lnTo>
                        <a:pt x="39" y="65"/>
                      </a:lnTo>
                      <a:lnTo>
                        <a:pt x="39" y="68"/>
                      </a:lnTo>
                      <a:lnTo>
                        <a:pt x="43" y="72"/>
                      </a:lnTo>
                      <a:lnTo>
                        <a:pt x="45" y="73"/>
                      </a:lnTo>
                      <a:lnTo>
                        <a:pt x="47" y="70"/>
                      </a:lnTo>
                      <a:lnTo>
                        <a:pt x="50" y="70"/>
                      </a:lnTo>
                      <a:lnTo>
                        <a:pt x="54" y="76"/>
                      </a:lnTo>
                      <a:lnTo>
                        <a:pt x="60" y="75"/>
                      </a:lnTo>
                      <a:lnTo>
                        <a:pt x="62" y="76"/>
                      </a:lnTo>
                      <a:lnTo>
                        <a:pt x="67" y="75"/>
                      </a:lnTo>
                      <a:lnTo>
                        <a:pt x="67" y="72"/>
                      </a:lnTo>
                      <a:lnTo>
                        <a:pt x="67" y="70"/>
                      </a:lnTo>
                      <a:lnTo>
                        <a:pt x="68" y="72"/>
                      </a:lnTo>
                      <a:lnTo>
                        <a:pt x="71" y="73"/>
                      </a:lnTo>
                      <a:lnTo>
                        <a:pt x="73" y="70"/>
                      </a:lnTo>
                      <a:lnTo>
                        <a:pt x="75" y="66"/>
                      </a:lnTo>
                      <a:lnTo>
                        <a:pt x="77" y="66"/>
                      </a:lnTo>
                      <a:lnTo>
                        <a:pt x="76" y="68"/>
                      </a:lnTo>
                      <a:lnTo>
                        <a:pt x="77" y="69"/>
                      </a:lnTo>
                      <a:lnTo>
                        <a:pt x="79" y="68"/>
                      </a:lnTo>
                      <a:lnTo>
                        <a:pt x="80" y="68"/>
                      </a:lnTo>
                      <a:lnTo>
                        <a:pt x="83" y="64"/>
                      </a:lnTo>
                      <a:lnTo>
                        <a:pt x="84" y="65"/>
                      </a:lnTo>
                      <a:lnTo>
                        <a:pt x="86" y="65"/>
                      </a:lnTo>
                      <a:lnTo>
                        <a:pt x="88" y="65"/>
                      </a:lnTo>
                      <a:lnTo>
                        <a:pt x="88" y="65"/>
                      </a:lnTo>
                      <a:lnTo>
                        <a:pt x="90" y="65"/>
                      </a:lnTo>
                      <a:lnTo>
                        <a:pt x="95" y="60"/>
                      </a:lnTo>
                      <a:lnTo>
                        <a:pt x="98" y="57"/>
                      </a:lnTo>
                      <a:lnTo>
                        <a:pt x="105" y="55"/>
                      </a:lnTo>
                      <a:lnTo>
                        <a:pt x="106" y="53"/>
                      </a:lnTo>
                      <a:lnTo>
                        <a:pt x="105" y="51"/>
                      </a:lnTo>
                      <a:lnTo>
                        <a:pt x="106" y="50"/>
                      </a:lnTo>
                      <a:lnTo>
                        <a:pt x="107" y="50"/>
                      </a:lnTo>
                      <a:lnTo>
                        <a:pt x="107" y="53"/>
                      </a:lnTo>
                      <a:lnTo>
                        <a:pt x="111" y="54"/>
                      </a:lnTo>
                      <a:lnTo>
                        <a:pt x="113" y="51"/>
                      </a:lnTo>
                      <a:lnTo>
                        <a:pt x="114" y="50"/>
                      </a:lnTo>
                      <a:lnTo>
                        <a:pt x="113" y="49"/>
                      </a:lnTo>
                      <a:lnTo>
                        <a:pt x="113" y="47"/>
                      </a:lnTo>
                      <a:lnTo>
                        <a:pt x="114" y="46"/>
                      </a:lnTo>
                      <a:lnTo>
                        <a:pt x="113" y="43"/>
                      </a:lnTo>
                      <a:lnTo>
                        <a:pt x="114" y="42"/>
                      </a:lnTo>
                      <a:lnTo>
                        <a:pt x="117" y="43"/>
                      </a:lnTo>
                      <a:lnTo>
                        <a:pt x="117" y="45"/>
                      </a:lnTo>
                      <a:lnTo>
                        <a:pt x="119" y="45"/>
                      </a:lnTo>
                      <a:lnTo>
                        <a:pt x="121" y="42"/>
                      </a:lnTo>
                      <a:lnTo>
                        <a:pt x="121" y="39"/>
                      </a:lnTo>
                      <a:lnTo>
                        <a:pt x="118" y="36"/>
                      </a:lnTo>
                      <a:lnTo>
                        <a:pt x="118" y="34"/>
                      </a:lnTo>
                      <a:lnTo>
                        <a:pt x="119" y="32"/>
                      </a:lnTo>
                      <a:lnTo>
                        <a:pt x="119" y="30"/>
                      </a:lnTo>
                      <a:lnTo>
                        <a:pt x="122" y="28"/>
                      </a:lnTo>
                      <a:lnTo>
                        <a:pt x="124" y="28"/>
                      </a:lnTo>
                      <a:lnTo>
                        <a:pt x="125" y="27"/>
                      </a:lnTo>
                      <a:lnTo>
                        <a:pt x="122" y="24"/>
                      </a:lnTo>
                      <a:lnTo>
                        <a:pt x="117" y="24"/>
                      </a:lnTo>
                      <a:lnTo>
                        <a:pt x="115" y="26"/>
                      </a:lnTo>
                      <a:lnTo>
                        <a:pt x="117" y="23"/>
                      </a:lnTo>
                      <a:lnTo>
                        <a:pt x="117" y="20"/>
                      </a:lnTo>
                      <a:lnTo>
                        <a:pt x="113" y="20"/>
                      </a:lnTo>
                      <a:lnTo>
                        <a:pt x="113" y="22"/>
                      </a:lnTo>
                      <a:lnTo>
                        <a:pt x="111" y="19"/>
                      </a:lnTo>
                      <a:lnTo>
                        <a:pt x="113" y="16"/>
                      </a:lnTo>
                      <a:lnTo>
                        <a:pt x="115" y="16"/>
                      </a:lnTo>
                      <a:lnTo>
                        <a:pt x="115" y="12"/>
                      </a:lnTo>
                      <a:lnTo>
                        <a:pt x="114" y="11"/>
                      </a:lnTo>
                      <a:lnTo>
                        <a:pt x="111" y="12"/>
                      </a:lnTo>
                      <a:lnTo>
                        <a:pt x="110" y="12"/>
                      </a:lnTo>
                      <a:lnTo>
                        <a:pt x="109" y="9"/>
                      </a:lnTo>
                      <a:lnTo>
                        <a:pt x="111" y="8"/>
                      </a:lnTo>
                      <a:lnTo>
                        <a:pt x="111" y="5"/>
                      </a:lnTo>
                      <a:lnTo>
                        <a:pt x="113" y="4"/>
                      </a:lnTo>
                      <a:lnTo>
                        <a:pt x="115" y="4"/>
                      </a:lnTo>
                      <a:lnTo>
                        <a:pt x="113" y="2"/>
                      </a:lnTo>
                      <a:lnTo>
                        <a:pt x="110" y="2"/>
                      </a:lnTo>
                      <a:lnTo>
                        <a:pt x="106" y="8"/>
                      </a:lnTo>
                      <a:lnTo>
                        <a:pt x="105" y="9"/>
                      </a:lnTo>
                      <a:lnTo>
                        <a:pt x="103" y="9"/>
                      </a:lnTo>
                      <a:lnTo>
                        <a:pt x="102" y="7"/>
                      </a:lnTo>
                      <a:lnTo>
                        <a:pt x="102" y="5"/>
                      </a:lnTo>
                      <a:lnTo>
                        <a:pt x="100" y="4"/>
                      </a:lnTo>
                      <a:lnTo>
                        <a:pt x="100" y="1"/>
                      </a:lnTo>
                      <a:lnTo>
                        <a:pt x="98" y="1"/>
                      </a:lnTo>
                      <a:lnTo>
                        <a:pt x="95" y="2"/>
                      </a:lnTo>
                      <a:lnTo>
                        <a:pt x="94" y="1"/>
                      </a:lnTo>
                      <a:lnTo>
                        <a:pt x="92" y="4"/>
                      </a:lnTo>
                      <a:lnTo>
                        <a:pt x="94" y="7"/>
                      </a:lnTo>
                      <a:lnTo>
                        <a:pt x="92" y="8"/>
                      </a:lnTo>
                      <a:lnTo>
                        <a:pt x="90" y="9"/>
                      </a:lnTo>
                      <a:lnTo>
                        <a:pt x="87" y="11"/>
                      </a:lnTo>
                      <a:lnTo>
                        <a:pt x="87" y="8"/>
                      </a:lnTo>
                      <a:lnTo>
                        <a:pt x="86" y="7"/>
                      </a:lnTo>
                      <a:lnTo>
                        <a:pt x="84" y="9"/>
                      </a:lnTo>
                      <a:lnTo>
                        <a:pt x="83" y="12"/>
                      </a:lnTo>
                      <a:lnTo>
                        <a:pt x="80" y="12"/>
                      </a:lnTo>
                      <a:lnTo>
                        <a:pt x="77" y="8"/>
                      </a:lnTo>
                      <a:lnTo>
                        <a:pt x="75" y="8"/>
                      </a:lnTo>
                      <a:lnTo>
                        <a:pt x="75" y="8"/>
                      </a:lnTo>
                      <a:lnTo>
                        <a:pt x="72" y="8"/>
                      </a:lnTo>
                      <a:lnTo>
                        <a:pt x="71" y="12"/>
                      </a:lnTo>
                      <a:lnTo>
                        <a:pt x="73" y="17"/>
                      </a:lnTo>
                      <a:lnTo>
                        <a:pt x="71" y="24"/>
                      </a:lnTo>
                      <a:lnTo>
                        <a:pt x="72" y="19"/>
                      </a:lnTo>
                      <a:lnTo>
                        <a:pt x="69" y="15"/>
                      </a:lnTo>
                      <a:lnTo>
                        <a:pt x="69" y="12"/>
                      </a:lnTo>
                      <a:lnTo>
                        <a:pt x="68" y="11"/>
                      </a:lnTo>
                      <a:lnTo>
                        <a:pt x="68" y="8"/>
                      </a:lnTo>
                      <a:lnTo>
                        <a:pt x="65" y="7"/>
                      </a:lnTo>
                      <a:lnTo>
                        <a:pt x="60" y="11"/>
                      </a:lnTo>
                      <a:lnTo>
                        <a:pt x="58" y="13"/>
                      </a:lnTo>
                      <a:lnTo>
                        <a:pt x="60" y="16"/>
                      </a:lnTo>
                      <a:lnTo>
                        <a:pt x="57" y="19"/>
                      </a:lnTo>
                      <a:lnTo>
                        <a:pt x="56" y="19"/>
                      </a:lnTo>
                      <a:lnTo>
                        <a:pt x="54" y="15"/>
                      </a:lnTo>
                      <a:lnTo>
                        <a:pt x="53" y="15"/>
                      </a:lnTo>
                      <a:lnTo>
                        <a:pt x="53" y="8"/>
                      </a:lnTo>
                      <a:lnTo>
                        <a:pt x="50" y="7"/>
                      </a:lnTo>
                      <a:lnTo>
                        <a:pt x="47" y="9"/>
                      </a:lnTo>
                      <a:lnTo>
                        <a:pt x="47" y="16"/>
                      </a:lnTo>
                      <a:lnTo>
                        <a:pt x="49" y="19"/>
                      </a:lnTo>
                      <a:lnTo>
                        <a:pt x="49" y="23"/>
                      </a:lnTo>
                      <a:lnTo>
                        <a:pt x="47" y="26"/>
                      </a:lnTo>
                      <a:lnTo>
                        <a:pt x="45" y="26"/>
                      </a:lnTo>
                      <a:lnTo>
                        <a:pt x="45" y="22"/>
                      </a:lnTo>
                      <a:lnTo>
                        <a:pt x="42" y="23"/>
                      </a:lnTo>
                      <a:lnTo>
                        <a:pt x="41" y="27"/>
                      </a:lnTo>
                      <a:lnTo>
                        <a:pt x="39" y="28"/>
                      </a:lnTo>
                      <a:lnTo>
                        <a:pt x="38" y="32"/>
                      </a:lnTo>
                      <a:lnTo>
                        <a:pt x="37" y="28"/>
                      </a:lnTo>
                      <a:lnTo>
                        <a:pt x="35" y="27"/>
                      </a:lnTo>
                      <a:lnTo>
                        <a:pt x="35" y="26"/>
                      </a:lnTo>
                      <a:lnTo>
                        <a:pt x="37" y="23"/>
                      </a:lnTo>
                      <a:lnTo>
                        <a:pt x="37" y="20"/>
                      </a:lnTo>
                      <a:lnTo>
                        <a:pt x="34" y="20"/>
                      </a:lnTo>
                      <a:lnTo>
                        <a:pt x="35" y="19"/>
                      </a:lnTo>
                      <a:lnTo>
                        <a:pt x="34" y="16"/>
                      </a:lnTo>
                      <a:lnTo>
                        <a:pt x="35" y="17"/>
                      </a:lnTo>
                      <a:lnTo>
                        <a:pt x="38" y="15"/>
                      </a:lnTo>
                      <a:lnTo>
                        <a:pt x="38" y="13"/>
                      </a:lnTo>
                      <a:lnTo>
                        <a:pt x="35" y="12"/>
                      </a:lnTo>
                      <a:lnTo>
                        <a:pt x="37" y="9"/>
                      </a:lnTo>
                      <a:lnTo>
                        <a:pt x="35" y="8"/>
                      </a:lnTo>
                      <a:lnTo>
                        <a:pt x="34" y="9"/>
                      </a:lnTo>
                      <a:lnTo>
                        <a:pt x="33" y="7"/>
                      </a:lnTo>
                      <a:lnTo>
                        <a:pt x="28" y="5"/>
                      </a:lnTo>
                      <a:lnTo>
                        <a:pt x="28" y="2"/>
                      </a:lnTo>
                      <a:lnTo>
                        <a:pt x="27" y="0"/>
                      </a:lnTo>
                      <a:lnTo>
                        <a:pt x="24" y="0"/>
                      </a:lnTo>
                      <a:lnTo>
                        <a:pt x="22" y="0"/>
                      </a:lnTo>
                      <a:lnTo>
                        <a:pt x="18" y="0"/>
                      </a:lnTo>
                      <a:lnTo>
                        <a:pt x="16" y="1"/>
                      </a:lnTo>
                      <a:lnTo>
                        <a:pt x="18" y="2"/>
                      </a:lnTo>
                      <a:lnTo>
                        <a:pt x="20" y="2"/>
                      </a:lnTo>
                      <a:lnTo>
                        <a:pt x="20" y="1"/>
                      </a:lnTo>
                      <a:lnTo>
                        <a:pt x="22" y="1"/>
                      </a:lnTo>
                      <a:lnTo>
                        <a:pt x="24" y="2"/>
                      </a:lnTo>
                      <a:lnTo>
                        <a:pt x="26" y="2"/>
                      </a:lnTo>
                      <a:lnTo>
                        <a:pt x="24" y="4"/>
                      </a:lnTo>
                      <a:lnTo>
                        <a:pt x="23" y="4"/>
                      </a:lnTo>
                      <a:lnTo>
                        <a:pt x="20" y="4"/>
                      </a:lnTo>
                      <a:lnTo>
                        <a:pt x="20" y="5"/>
                      </a:lnTo>
                      <a:lnTo>
                        <a:pt x="24" y="7"/>
                      </a:lnTo>
                      <a:lnTo>
                        <a:pt x="27" y="11"/>
                      </a:lnTo>
                      <a:lnTo>
                        <a:pt x="26" y="12"/>
                      </a:lnTo>
                      <a:lnTo>
                        <a:pt x="24" y="12"/>
                      </a:lnTo>
                      <a:lnTo>
                        <a:pt x="24" y="11"/>
                      </a:lnTo>
                      <a:lnTo>
                        <a:pt x="22" y="9"/>
                      </a:lnTo>
                      <a:lnTo>
                        <a:pt x="20" y="11"/>
                      </a:lnTo>
                      <a:lnTo>
                        <a:pt x="18" y="11"/>
                      </a:lnTo>
                      <a:lnTo>
                        <a:pt x="19" y="8"/>
                      </a:lnTo>
                      <a:lnTo>
                        <a:pt x="16" y="5"/>
                      </a:lnTo>
                      <a:lnTo>
                        <a:pt x="14" y="4"/>
                      </a:lnTo>
                      <a:lnTo>
                        <a:pt x="12" y="5"/>
                      </a:lnTo>
                      <a:lnTo>
                        <a:pt x="14" y="8"/>
                      </a:lnTo>
                      <a:lnTo>
                        <a:pt x="14" y="9"/>
                      </a:lnTo>
                      <a:lnTo>
                        <a:pt x="12" y="7"/>
                      </a:lnTo>
                      <a:lnTo>
                        <a:pt x="9" y="7"/>
                      </a:lnTo>
                      <a:lnTo>
                        <a:pt x="8" y="8"/>
                      </a:lnTo>
                      <a:lnTo>
                        <a:pt x="11" y="11"/>
                      </a:lnTo>
                      <a:lnTo>
                        <a:pt x="12" y="11"/>
                      </a:lnTo>
                      <a:lnTo>
                        <a:pt x="14" y="12"/>
                      </a:lnTo>
                      <a:lnTo>
                        <a:pt x="11" y="12"/>
                      </a:lnTo>
                      <a:lnTo>
                        <a:pt x="8" y="12"/>
                      </a:lnTo>
                      <a:lnTo>
                        <a:pt x="9" y="15"/>
                      </a:lnTo>
                      <a:lnTo>
                        <a:pt x="14" y="16"/>
                      </a:lnTo>
                      <a:lnTo>
                        <a:pt x="11" y="16"/>
                      </a:lnTo>
                      <a:lnTo>
                        <a:pt x="11" y="17"/>
                      </a:lnTo>
                      <a:lnTo>
                        <a:pt x="11" y="19"/>
                      </a:lnTo>
                      <a:lnTo>
                        <a:pt x="11" y="19"/>
                      </a:lnTo>
                      <a:lnTo>
                        <a:pt x="7" y="15"/>
                      </a:lnTo>
                      <a:lnTo>
                        <a:pt x="5" y="15"/>
                      </a:lnTo>
                      <a:lnTo>
                        <a:pt x="4" y="16"/>
                      </a:lnTo>
                      <a:lnTo>
                        <a:pt x="5" y="19"/>
                      </a:lnTo>
                      <a:lnTo>
                        <a:pt x="7" y="22"/>
                      </a:lnTo>
                      <a:lnTo>
                        <a:pt x="5" y="22"/>
                      </a:lnTo>
                      <a:lnTo>
                        <a:pt x="3" y="19"/>
                      </a:lnTo>
                      <a:lnTo>
                        <a:pt x="1" y="17"/>
                      </a:lnTo>
                      <a:lnTo>
                        <a:pt x="0" y="20"/>
                      </a:lnTo>
                      <a:lnTo>
                        <a:pt x="3" y="22"/>
                      </a:lnTo>
                      <a:lnTo>
                        <a:pt x="4" y="24"/>
                      </a:lnTo>
                      <a:lnTo>
                        <a:pt x="8" y="26"/>
                      </a:lnTo>
                      <a:lnTo>
                        <a:pt x="9" y="23"/>
                      </a:lnTo>
                      <a:lnTo>
                        <a:pt x="14" y="22"/>
                      </a:lnTo>
                      <a:lnTo>
                        <a:pt x="15" y="19"/>
                      </a:lnTo>
                      <a:lnTo>
                        <a:pt x="15" y="20"/>
                      </a:lnTo>
                      <a:lnTo>
                        <a:pt x="15" y="22"/>
                      </a:lnTo>
                      <a:lnTo>
                        <a:pt x="16" y="22"/>
                      </a:lnTo>
                      <a:lnTo>
                        <a:pt x="19" y="20"/>
                      </a:lnTo>
                      <a:lnTo>
                        <a:pt x="19" y="23"/>
                      </a:lnTo>
                      <a:lnTo>
                        <a:pt x="20" y="23"/>
                      </a:lnTo>
                      <a:lnTo>
                        <a:pt x="23" y="22"/>
                      </a:lnTo>
                      <a:lnTo>
                        <a:pt x="23" y="20"/>
                      </a:lnTo>
                      <a:lnTo>
                        <a:pt x="23" y="23"/>
                      </a:lnTo>
                      <a:lnTo>
                        <a:pt x="24" y="23"/>
                      </a:lnTo>
                      <a:lnTo>
                        <a:pt x="27" y="20"/>
                      </a:lnTo>
                      <a:lnTo>
                        <a:pt x="27" y="22"/>
                      </a:lnTo>
                      <a:lnTo>
                        <a:pt x="26" y="24"/>
                      </a:lnTo>
                      <a:lnTo>
                        <a:pt x="27" y="26"/>
                      </a:lnTo>
                      <a:lnTo>
                        <a:pt x="30" y="23"/>
                      </a:lnTo>
                      <a:lnTo>
                        <a:pt x="33" y="26"/>
                      </a:lnTo>
                      <a:lnTo>
                        <a:pt x="31" y="26"/>
                      </a:lnTo>
                      <a:lnTo>
                        <a:pt x="28" y="26"/>
                      </a:lnTo>
                      <a:lnTo>
                        <a:pt x="27" y="27"/>
                      </a:lnTo>
                      <a:lnTo>
                        <a:pt x="24" y="28"/>
                      </a:lnTo>
                      <a:lnTo>
                        <a:pt x="20" y="30"/>
                      </a:lnTo>
                      <a:lnTo>
                        <a:pt x="20" y="30"/>
                      </a:lnTo>
                      <a:lnTo>
                        <a:pt x="26" y="31"/>
                      </a:lnTo>
                      <a:lnTo>
                        <a:pt x="28" y="31"/>
                      </a:lnTo>
                      <a:lnTo>
                        <a:pt x="28" y="30"/>
                      </a:lnTo>
                      <a:lnTo>
                        <a:pt x="31" y="28"/>
                      </a:lnTo>
                      <a:lnTo>
                        <a:pt x="31" y="31"/>
                      </a:lnTo>
                      <a:lnTo>
                        <a:pt x="28" y="34"/>
                      </a:lnTo>
                      <a:lnTo>
                        <a:pt x="24" y="34"/>
                      </a:lnTo>
                      <a:lnTo>
                        <a:pt x="23" y="34"/>
                      </a:lnTo>
                      <a:lnTo>
                        <a:pt x="20" y="35"/>
                      </a:lnTo>
                      <a:lnTo>
                        <a:pt x="19" y="34"/>
                      </a:lnTo>
                      <a:lnTo>
                        <a:pt x="18" y="34"/>
                      </a:lnTo>
                      <a:lnTo>
                        <a:pt x="18" y="32"/>
                      </a:lnTo>
                      <a:lnTo>
                        <a:pt x="16" y="32"/>
                      </a:lnTo>
                      <a:lnTo>
                        <a:pt x="16" y="32"/>
                      </a:lnTo>
                      <a:lnTo>
                        <a:pt x="16" y="34"/>
                      </a:lnTo>
                      <a:lnTo>
                        <a:pt x="15" y="35"/>
                      </a:lnTo>
                      <a:lnTo>
                        <a:pt x="14" y="34"/>
                      </a:lnTo>
                      <a:lnTo>
                        <a:pt x="11" y="35"/>
                      </a:lnTo>
                      <a:lnTo>
                        <a:pt x="8" y="35"/>
                      </a:lnTo>
                      <a:lnTo>
                        <a:pt x="5" y="35"/>
                      </a:lnTo>
                      <a:lnTo>
                        <a:pt x="3" y="35"/>
                      </a:lnTo>
                      <a:lnTo>
                        <a:pt x="1" y="35"/>
                      </a:lnTo>
                      <a:lnTo>
                        <a:pt x="4" y="38"/>
                      </a:lnTo>
                      <a:lnTo>
                        <a:pt x="5" y="41"/>
                      </a:lnTo>
                      <a:lnTo>
                        <a:pt x="8" y="41"/>
                      </a:lnTo>
                      <a:lnTo>
                        <a:pt x="8" y="41"/>
                      </a:lnTo>
                      <a:lnTo>
                        <a:pt x="14" y="42"/>
                      </a:lnTo>
                      <a:lnTo>
                        <a:pt x="19" y="41"/>
                      </a:lnTo>
                      <a:lnTo>
                        <a:pt x="22" y="41"/>
                      </a:lnTo>
                      <a:lnTo>
                        <a:pt x="22" y="42"/>
                      </a:lnTo>
                      <a:lnTo>
                        <a:pt x="19" y="43"/>
                      </a:lnTo>
                      <a:lnTo>
                        <a:pt x="19" y="45"/>
                      </a:lnTo>
                      <a:lnTo>
                        <a:pt x="22" y="47"/>
                      </a:lnTo>
                      <a:lnTo>
                        <a:pt x="23" y="49"/>
                      </a:lnTo>
                      <a:lnTo>
                        <a:pt x="24" y="49"/>
                      </a:lnTo>
                      <a:lnTo>
                        <a:pt x="28" y="46"/>
                      </a:lnTo>
                      <a:lnTo>
                        <a:pt x="27" y="47"/>
                      </a:lnTo>
                      <a:lnTo>
                        <a:pt x="24" y="50"/>
                      </a:lnTo>
                      <a:lnTo>
                        <a:pt x="23" y="51"/>
                      </a:lnTo>
                      <a:lnTo>
                        <a:pt x="26" y="53"/>
                      </a:lnTo>
                      <a:lnTo>
                        <a:pt x="30" y="50"/>
                      </a:lnTo>
                      <a:lnTo>
                        <a:pt x="33" y="51"/>
                      </a:lnTo>
                      <a:lnTo>
                        <a:pt x="33" y="53"/>
                      </a:lnTo>
                      <a:lnTo>
                        <a:pt x="31" y="51"/>
                      </a:lnTo>
                      <a:lnTo>
                        <a:pt x="28" y="53"/>
                      </a:lnTo>
                      <a:lnTo>
                        <a:pt x="27" y="54"/>
                      </a:lnTo>
                      <a:lnTo>
                        <a:pt x="24" y="54"/>
                      </a:lnTo>
                      <a:lnTo>
                        <a:pt x="23" y="57"/>
                      </a:lnTo>
                      <a:lnTo>
                        <a:pt x="23" y="58"/>
                      </a:lnTo>
                      <a:lnTo>
                        <a:pt x="20" y="58"/>
                      </a:lnTo>
                      <a:lnTo>
                        <a:pt x="19" y="58"/>
                      </a:lnTo>
                      <a:lnTo>
                        <a:pt x="18" y="57"/>
                      </a:lnTo>
                      <a:lnTo>
                        <a:pt x="16" y="55"/>
                      </a:lnTo>
                      <a:lnTo>
                        <a:pt x="16" y="57"/>
                      </a:lnTo>
                      <a:lnTo>
                        <a:pt x="15" y="57"/>
                      </a:lnTo>
                      <a:lnTo>
                        <a:pt x="15" y="60"/>
                      </a:lnTo>
                      <a:lnTo>
                        <a:pt x="16" y="61"/>
                      </a:lnTo>
                      <a:lnTo>
                        <a:pt x="16" y="61"/>
                      </a:lnTo>
                      <a:lnTo>
                        <a:pt x="15" y="66"/>
                      </a:lnTo>
                      <a:lnTo>
                        <a:pt x="19" y="66"/>
                      </a:lnTo>
                      <a:lnTo>
                        <a:pt x="19" y="65"/>
                      </a:lnTo>
                      <a:lnTo>
                        <a:pt x="22" y="66"/>
                      </a:lnTo>
                      <a:lnTo>
                        <a:pt x="26" y="66"/>
                      </a:lnTo>
                      <a:lnTo>
                        <a:pt x="30" y="64"/>
                      </a:lnTo>
                      <a:lnTo>
                        <a:pt x="33" y="65"/>
                      </a:lnTo>
                      <a:lnTo>
                        <a:pt x="35" y="64"/>
                      </a:lnTo>
                      <a:lnTo>
                        <a:pt x="35" y="66"/>
                      </a:lnTo>
                      <a:lnTo>
                        <a:pt x="37" y="6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7" name="Freeform 973"/>
                <p:cNvSpPr>
                  <a:spLocks noEditPoints="1"/>
                </p:cNvSpPr>
                <p:nvPr/>
              </p:nvSpPr>
              <p:spPr bwMode="auto">
                <a:xfrm>
                  <a:off x="3259059" y="1276236"/>
                  <a:ext cx="1133333" cy="1450440"/>
                </a:xfrm>
                <a:custGeom>
                  <a:avLst/>
                  <a:gdLst/>
                  <a:ahLst/>
                  <a:cxnLst>
                    <a:cxn ang="0">
                      <a:pos x="154" y="736"/>
                    </a:cxn>
                    <a:cxn ang="0">
                      <a:pos x="110" y="715"/>
                    </a:cxn>
                    <a:cxn ang="0">
                      <a:pos x="101" y="670"/>
                    </a:cxn>
                    <a:cxn ang="0">
                      <a:pos x="104" y="644"/>
                    </a:cxn>
                    <a:cxn ang="0">
                      <a:pos x="90" y="614"/>
                    </a:cxn>
                    <a:cxn ang="0">
                      <a:pos x="90" y="583"/>
                    </a:cxn>
                    <a:cxn ang="0">
                      <a:pos x="120" y="571"/>
                    </a:cxn>
                    <a:cxn ang="0">
                      <a:pos x="120" y="554"/>
                    </a:cxn>
                    <a:cxn ang="0">
                      <a:pos x="146" y="515"/>
                    </a:cxn>
                    <a:cxn ang="0">
                      <a:pos x="143" y="486"/>
                    </a:cxn>
                    <a:cxn ang="0">
                      <a:pos x="131" y="451"/>
                    </a:cxn>
                    <a:cxn ang="0">
                      <a:pos x="119" y="431"/>
                    </a:cxn>
                    <a:cxn ang="0">
                      <a:pos x="121" y="353"/>
                    </a:cxn>
                    <a:cxn ang="0">
                      <a:pos x="53" y="285"/>
                    </a:cxn>
                    <a:cxn ang="0">
                      <a:pos x="9" y="242"/>
                    </a:cxn>
                    <a:cxn ang="0">
                      <a:pos x="26" y="215"/>
                    </a:cxn>
                    <a:cxn ang="0">
                      <a:pos x="91" y="169"/>
                    </a:cxn>
                    <a:cxn ang="0">
                      <a:pos x="124" y="102"/>
                    </a:cxn>
                    <a:cxn ang="0">
                      <a:pos x="199" y="82"/>
                    </a:cxn>
                    <a:cxn ang="0">
                      <a:pos x="246" y="86"/>
                    </a:cxn>
                    <a:cxn ang="0">
                      <a:pos x="314" y="99"/>
                    </a:cxn>
                    <a:cxn ang="0">
                      <a:pos x="363" y="68"/>
                    </a:cxn>
                    <a:cxn ang="0">
                      <a:pos x="389" y="31"/>
                    </a:cxn>
                    <a:cxn ang="0">
                      <a:pos x="498" y="27"/>
                    </a:cxn>
                    <a:cxn ang="0">
                      <a:pos x="428" y="37"/>
                    </a:cxn>
                    <a:cxn ang="0">
                      <a:pos x="517" y="56"/>
                    </a:cxn>
                    <a:cxn ang="0">
                      <a:pos x="438" y="86"/>
                    </a:cxn>
                    <a:cxn ang="0">
                      <a:pos x="473" y="118"/>
                    </a:cxn>
                    <a:cxn ang="0">
                      <a:pos x="488" y="156"/>
                    </a:cxn>
                    <a:cxn ang="0">
                      <a:pos x="602" y="132"/>
                    </a:cxn>
                    <a:cxn ang="0">
                      <a:pos x="559" y="181"/>
                    </a:cxn>
                    <a:cxn ang="0">
                      <a:pos x="511" y="268"/>
                    </a:cxn>
                    <a:cxn ang="0">
                      <a:pos x="511" y="318"/>
                    </a:cxn>
                    <a:cxn ang="0">
                      <a:pos x="490" y="347"/>
                    </a:cxn>
                    <a:cxn ang="0">
                      <a:pos x="481" y="378"/>
                    </a:cxn>
                    <a:cxn ang="0">
                      <a:pos x="484" y="413"/>
                    </a:cxn>
                    <a:cxn ang="0">
                      <a:pos x="445" y="423"/>
                    </a:cxn>
                    <a:cxn ang="0">
                      <a:pos x="424" y="444"/>
                    </a:cxn>
                    <a:cxn ang="0">
                      <a:pos x="469" y="485"/>
                    </a:cxn>
                    <a:cxn ang="0">
                      <a:pos x="438" y="496"/>
                    </a:cxn>
                    <a:cxn ang="0">
                      <a:pos x="400" y="503"/>
                    </a:cxn>
                    <a:cxn ang="0">
                      <a:pos x="447" y="530"/>
                    </a:cxn>
                    <a:cxn ang="0">
                      <a:pos x="397" y="568"/>
                    </a:cxn>
                    <a:cxn ang="0">
                      <a:pos x="336" y="586"/>
                    </a:cxn>
                    <a:cxn ang="0">
                      <a:pos x="276" y="628"/>
                    </a:cxn>
                    <a:cxn ang="0">
                      <a:pos x="227" y="647"/>
                    </a:cxn>
                    <a:cxn ang="0">
                      <a:pos x="212" y="694"/>
                    </a:cxn>
                    <a:cxn ang="0">
                      <a:pos x="189" y="730"/>
                    </a:cxn>
                    <a:cxn ang="0">
                      <a:pos x="172" y="764"/>
                    </a:cxn>
                    <a:cxn ang="0">
                      <a:pos x="212" y="703"/>
                    </a:cxn>
                    <a:cxn ang="0">
                      <a:pos x="417" y="518"/>
                    </a:cxn>
                    <a:cxn ang="0">
                      <a:pos x="466" y="448"/>
                    </a:cxn>
                    <a:cxn ang="0">
                      <a:pos x="509" y="395"/>
                    </a:cxn>
                    <a:cxn ang="0">
                      <a:pos x="495" y="332"/>
                    </a:cxn>
                    <a:cxn ang="0">
                      <a:pos x="528" y="185"/>
                    </a:cxn>
                    <a:cxn ang="0">
                      <a:pos x="374" y="19"/>
                    </a:cxn>
                    <a:cxn ang="0">
                      <a:pos x="310" y="87"/>
                    </a:cxn>
                    <a:cxn ang="0">
                      <a:pos x="112" y="344"/>
                    </a:cxn>
                    <a:cxn ang="0">
                      <a:pos x="115" y="402"/>
                    </a:cxn>
                    <a:cxn ang="0">
                      <a:pos x="105" y="443"/>
                    </a:cxn>
                    <a:cxn ang="0">
                      <a:pos x="90" y="626"/>
                    </a:cxn>
                    <a:cxn ang="0">
                      <a:pos x="138" y="486"/>
                    </a:cxn>
                    <a:cxn ang="0">
                      <a:pos x="120" y="523"/>
                    </a:cxn>
                  </a:cxnLst>
                  <a:rect l="0" t="0" r="r" b="b"/>
                  <a:pathLst>
                    <a:path w="604" h="773">
                      <a:moveTo>
                        <a:pt x="180" y="765"/>
                      </a:moveTo>
                      <a:lnTo>
                        <a:pt x="173" y="762"/>
                      </a:lnTo>
                      <a:lnTo>
                        <a:pt x="170" y="762"/>
                      </a:lnTo>
                      <a:lnTo>
                        <a:pt x="169" y="761"/>
                      </a:lnTo>
                      <a:lnTo>
                        <a:pt x="170" y="758"/>
                      </a:lnTo>
                      <a:lnTo>
                        <a:pt x="170" y="758"/>
                      </a:lnTo>
                      <a:lnTo>
                        <a:pt x="170" y="757"/>
                      </a:lnTo>
                      <a:lnTo>
                        <a:pt x="169" y="757"/>
                      </a:lnTo>
                      <a:lnTo>
                        <a:pt x="168" y="758"/>
                      </a:lnTo>
                      <a:lnTo>
                        <a:pt x="168" y="758"/>
                      </a:lnTo>
                      <a:lnTo>
                        <a:pt x="166" y="762"/>
                      </a:lnTo>
                      <a:lnTo>
                        <a:pt x="165" y="761"/>
                      </a:lnTo>
                      <a:lnTo>
                        <a:pt x="163" y="761"/>
                      </a:lnTo>
                      <a:lnTo>
                        <a:pt x="163" y="762"/>
                      </a:lnTo>
                      <a:lnTo>
                        <a:pt x="163" y="765"/>
                      </a:lnTo>
                      <a:lnTo>
                        <a:pt x="162" y="766"/>
                      </a:lnTo>
                      <a:lnTo>
                        <a:pt x="161" y="765"/>
                      </a:lnTo>
                      <a:lnTo>
                        <a:pt x="162" y="762"/>
                      </a:lnTo>
                      <a:lnTo>
                        <a:pt x="162" y="761"/>
                      </a:lnTo>
                      <a:lnTo>
                        <a:pt x="162" y="758"/>
                      </a:lnTo>
                      <a:lnTo>
                        <a:pt x="165" y="755"/>
                      </a:lnTo>
                      <a:lnTo>
                        <a:pt x="165" y="754"/>
                      </a:lnTo>
                      <a:lnTo>
                        <a:pt x="163" y="755"/>
                      </a:lnTo>
                      <a:lnTo>
                        <a:pt x="161" y="761"/>
                      </a:lnTo>
                      <a:lnTo>
                        <a:pt x="158" y="762"/>
                      </a:lnTo>
                      <a:lnTo>
                        <a:pt x="158" y="762"/>
                      </a:lnTo>
                      <a:lnTo>
                        <a:pt x="158" y="761"/>
                      </a:lnTo>
                      <a:lnTo>
                        <a:pt x="161" y="758"/>
                      </a:lnTo>
                      <a:lnTo>
                        <a:pt x="161" y="755"/>
                      </a:lnTo>
                      <a:lnTo>
                        <a:pt x="162" y="753"/>
                      </a:lnTo>
                      <a:lnTo>
                        <a:pt x="161" y="753"/>
                      </a:lnTo>
                      <a:lnTo>
                        <a:pt x="159" y="753"/>
                      </a:lnTo>
                      <a:lnTo>
                        <a:pt x="158" y="755"/>
                      </a:lnTo>
                      <a:lnTo>
                        <a:pt x="157" y="755"/>
                      </a:lnTo>
                      <a:lnTo>
                        <a:pt x="157" y="755"/>
                      </a:lnTo>
                      <a:lnTo>
                        <a:pt x="157" y="753"/>
                      </a:lnTo>
                      <a:lnTo>
                        <a:pt x="159" y="751"/>
                      </a:lnTo>
                      <a:lnTo>
                        <a:pt x="158" y="750"/>
                      </a:lnTo>
                      <a:lnTo>
                        <a:pt x="157" y="751"/>
                      </a:lnTo>
                      <a:lnTo>
                        <a:pt x="155" y="753"/>
                      </a:lnTo>
                      <a:lnTo>
                        <a:pt x="154" y="753"/>
                      </a:lnTo>
                      <a:lnTo>
                        <a:pt x="154" y="755"/>
                      </a:lnTo>
                      <a:lnTo>
                        <a:pt x="153" y="753"/>
                      </a:lnTo>
                      <a:lnTo>
                        <a:pt x="153" y="751"/>
                      </a:lnTo>
                      <a:lnTo>
                        <a:pt x="151" y="751"/>
                      </a:lnTo>
                      <a:lnTo>
                        <a:pt x="150" y="753"/>
                      </a:lnTo>
                      <a:lnTo>
                        <a:pt x="148" y="753"/>
                      </a:lnTo>
                      <a:lnTo>
                        <a:pt x="150" y="751"/>
                      </a:lnTo>
                      <a:lnTo>
                        <a:pt x="154" y="749"/>
                      </a:lnTo>
                      <a:lnTo>
                        <a:pt x="154" y="747"/>
                      </a:lnTo>
                      <a:lnTo>
                        <a:pt x="155" y="746"/>
                      </a:lnTo>
                      <a:lnTo>
                        <a:pt x="158" y="745"/>
                      </a:lnTo>
                      <a:lnTo>
                        <a:pt x="158" y="743"/>
                      </a:lnTo>
                      <a:lnTo>
                        <a:pt x="155" y="746"/>
                      </a:lnTo>
                      <a:lnTo>
                        <a:pt x="153" y="746"/>
                      </a:lnTo>
                      <a:lnTo>
                        <a:pt x="151" y="746"/>
                      </a:lnTo>
                      <a:lnTo>
                        <a:pt x="153" y="745"/>
                      </a:lnTo>
                      <a:lnTo>
                        <a:pt x="155" y="745"/>
                      </a:lnTo>
                      <a:lnTo>
                        <a:pt x="157" y="742"/>
                      </a:lnTo>
                      <a:lnTo>
                        <a:pt x="159" y="742"/>
                      </a:lnTo>
                      <a:lnTo>
                        <a:pt x="161" y="741"/>
                      </a:lnTo>
                      <a:lnTo>
                        <a:pt x="161" y="738"/>
                      </a:lnTo>
                      <a:lnTo>
                        <a:pt x="161" y="736"/>
                      </a:lnTo>
                      <a:lnTo>
                        <a:pt x="159" y="736"/>
                      </a:lnTo>
                      <a:lnTo>
                        <a:pt x="157" y="741"/>
                      </a:lnTo>
                      <a:lnTo>
                        <a:pt x="153" y="743"/>
                      </a:lnTo>
                      <a:lnTo>
                        <a:pt x="150" y="743"/>
                      </a:lnTo>
                      <a:lnTo>
                        <a:pt x="148" y="743"/>
                      </a:lnTo>
                      <a:lnTo>
                        <a:pt x="150" y="742"/>
                      </a:lnTo>
                      <a:lnTo>
                        <a:pt x="151" y="742"/>
                      </a:lnTo>
                      <a:lnTo>
                        <a:pt x="154" y="739"/>
                      </a:lnTo>
                      <a:lnTo>
                        <a:pt x="154" y="736"/>
                      </a:lnTo>
                      <a:lnTo>
                        <a:pt x="153" y="734"/>
                      </a:lnTo>
                      <a:lnTo>
                        <a:pt x="151" y="734"/>
                      </a:lnTo>
                      <a:lnTo>
                        <a:pt x="150" y="734"/>
                      </a:lnTo>
                      <a:lnTo>
                        <a:pt x="150" y="736"/>
                      </a:lnTo>
                      <a:lnTo>
                        <a:pt x="151" y="736"/>
                      </a:lnTo>
                      <a:lnTo>
                        <a:pt x="151" y="738"/>
                      </a:lnTo>
                      <a:lnTo>
                        <a:pt x="150" y="739"/>
                      </a:lnTo>
                      <a:lnTo>
                        <a:pt x="148" y="739"/>
                      </a:lnTo>
                      <a:lnTo>
                        <a:pt x="146" y="739"/>
                      </a:lnTo>
                      <a:lnTo>
                        <a:pt x="144" y="739"/>
                      </a:lnTo>
                      <a:lnTo>
                        <a:pt x="143" y="741"/>
                      </a:lnTo>
                      <a:lnTo>
                        <a:pt x="142" y="742"/>
                      </a:lnTo>
                      <a:lnTo>
                        <a:pt x="140" y="743"/>
                      </a:lnTo>
                      <a:lnTo>
                        <a:pt x="139" y="742"/>
                      </a:lnTo>
                      <a:lnTo>
                        <a:pt x="138" y="742"/>
                      </a:lnTo>
                      <a:lnTo>
                        <a:pt x="135" y="742"/>
                      </a:lnTo>
                      <a:lnTo>
                        <a:pt x="134" y="743"/>
                      </a:lnTo>
                      <a:lnTo>
                        <a:pt x="132" y="742"/>
                      </a:lnTo>
                      <a:lnTo>
                        <a:pt x="131" y="743"/>
                      </a:lnTo>
                      <a:lnTo>
                        <a:pt x="131" y="745"/>
                      </a:lnTo>
                      <a:lnTo>
                        <a:pt x="131" y="746"/>
                      </a:lnTo>
                      <a:lnTo>
                        <a:pt x="131" y="746"/>
                      </a:lnTo>
                      <a:lnTo>
                        <a:pt x="127" y="745"/>
                      </a:lnTo>
                      <a:lnTo>
                        <a:pt x="125" y="743"/>
                      </a:lnTo>
                      <a:lnTo>
                        <a:pt x="127" y="742"/>
                      </a:lnTo>
                      <a:lnTo>
                        <a:pt x="129" y="742"/>
                      </a:lnTo>
                      <a:lnTo>
                        <a:pt x="131" y="741"/>
                      </a:lnTo>
                      <a:lnTo>
                        <a:pt x="131" y="739"/>
                      </a:lnTo>
                      <a:lnTo>
                        <a:pt x="128" y="738"/>
                      </a:lnTo>
                      <a:lnTo>
                        <a:pt x="128" y="735"/>
                      </a:lnTo>
                      <a:lnTo>
                        <a:pt x="125" y="734"/>
                      </a:lnTo>
                      <a:lnTo>
                        <a:pt x="125" y="732"/>
                      </a:lnTo>
                      <a:lnTo>
                        <a:pt x="124" y="734"/>
                      </a:lnTo>
                      <a:lnTo>
                        <a:pt x="120" y="736"/>
                      </a:lnTo>
                      <a:lnTo>
                        <a:pt x="119" y="735"/>
                      </a:lnTo>
                      <a:lnTo>
                        <a:pt x="117" y="734"/>
                      </a:lnTo>
                      <a:lnTo>
                        <a:pt x="120" y="731"/>
                      </a:lnTo>
                      <a:lnTo>
                        <a:pt x="119" y="730"/>
                      </a:lnTo>
                      <a:lnTo>
                        <a:pt x="117" y="730"/>
                      </a:lnTo>
                      <a:lnTo>
                        <a:pt x="117" y="730"/>
                      </a:lnTo>
                      <a:lnTo>
                        <a:pt x="120" y="728"/>
                      </a:lnTo>
                      <a:lnTo>
                        <a:pt x="123" y="728"/>
                      </a:lnTo>
                      <a:lnTo>
                        <a:pt x="123" y="727"/>
                      </a:lnTo>
                      <a:lnTo>
                        <a:pt x="123" y="726"/>
                      </a:lnTo>
                      <a:lnTo>
                        <a:pt x="121" y="726"/>
                      </a:lnTo>
                      <a:lnTo>
                        <a:pt x="119" y="726"/>
                      </a:lnTo>
                      <a:lnTo>
                        <a:pt x="116" y="727"/>
                      </a:lnTo>
                      <a:lnTo>
                        <a:pt x="113" y="728"/>
                      </a:lnTo>
                      <a:lnTo>
                        <a:pt x="110" y="727"/>
                      </a:lnTo>
                      <a:lnTo>
                        <a:pt x="112" y="726"/>
                      </a:lnTo>
                      <a:lnTo>
                        <a:pt x="113" y="726"/>
                      </a:lnTo>
                      <a:lnTo>
                        <a:pt x="115" y="724"/>
                      </a:lnTo>
                      <a:lnTo>
                        <a:pt x="115" y="722"/>
                      </a:lnTo>
                      <a:lnTo>
                        <a:pt x="117" y="720"/>
                      </a:lnTo>
                      <a:lnTo>
                        <a:pt x="119" y="719"/>
                      </a:lnTo>
                      <a:lnTo>
                        <a:pt x="119" y="719"/>
                      </a:lnTo>
                      <a:lnTo>
                        <a:pt x="116" y="717"/>
                      </a:lnTo>
                      <a:lnTo>
                        <a:pt x="115" y="719"/>
                      </a:lnTo>
                      <a:lnTo>
                        <a:pt x="112" y="720"/>
                      </a:lnTo>
                      <a:lnTo>
                        <a:pt x="110" y="719"/>
                      </a:lnTo>
                      <a:lnTo>
                        <a:pt x="112" y="717"/>
                      </a:lnTo>
                      <a:lnTo>
                        <a:pt x="113" y="716"/>
                      </a:lnTo>
                      <a:lnTo>
                        <a:pt x="116" y="717"/>
                      </a:lnTo>
                      <a:lnTo>
                        <a:pt x="117" y="716"/>
                      </a:lnTo>
                      <a:lnTo>
                        <a:pt x="119" y="715"/>
                      </a:lnTo>
                      <a:lnTo>
                        <a:pt x="119" y="713"/>
                      </a:lnTo>
                      <a:lnTo>
                        <a:pt x="119" y="712"/>
                      </a:lnTo>
                      <a:lnTo>
                        <a:pt x="119" y="711"/>
                      </a:lnTo>
                      <a:lnTo>
                        <a:pt x="115" y="712"/>
                      </a:lnTo>
                      <a:lnTo>
                        <a:pt x="115" y="713"/>
                      </a:lnTo>
                      <a:lnTo>
                        <a:pt x="113" y="715"/>
                      </a:lnTo>
                      <a:lnTo>
                        <a:pt x="110" y="715"/>
                      </a:lnTo>
                      <a:lnTo>
                        <a:pt x="112" y="713"/>
                      </a:lnTo>
                      <a:lnTo>
                        <a:pt x="113" y="712"/>
                      </a:lnTo>
                      <a:lnTo>
                        <a:pt x="113" y="711"/>
                      </a:lnTo>
                      <a:lnTo>
                        <a:pt x="112" y="709"/>
                      </a:lnTo>
                      <a:lnTo>
                        <a:pt x="113" y="708"/>
                      </a:lnTo>
                      <a:lnTo>
                        <a:pt x="113" y="708"/>
                      </a:lnTo>
                      <a:lnTo>
                        <a:pt x="112" y="707"/>
                      </a:lnTo>
                      <a:lnTo>
                        <a:pt x="110" y="707"/>
                      </a:lnTo>
                      <a:lnTo>
                        <a:pt x="110" y="707"/>
                      </a:lnTo>
                      <a:lnTo>
                        <a:pt x="112" y="705"/>
                      </a:lnTo>
                      <a:lnTo>
                        <a:pt x="110" y="703"/>
                      </a:lnTo>
                      <a:lnTo>
                        <a:pt x="109" y="703"/>
                      </a:lnTo>
                      <a:lnTo>
                        <a:pt x="108" y="704"/>
                      </a:lnTo>
                      <a:lnTo>
                        <a:pt x="106" y="704"/>
                      </a:lnTo>
                      <a:lnTo>
                        <a:pt x="106" y="703"/>
                      </a:lnTo>
                      <a:lnTo>
                        <a:pt x="108" y="701"/>
                      </a:lnTo>
                      <a:lnTo>
                        <a:pt x="109" y="698"/>
                      </a:lnTo>
                      <a:lnTo>
                        <a:pt x="109" y="698"/>
                      </a:lnTo>
                      <a:lnTo>
                        <a:pt x="112" y="696"/>
                      </a:lnTo>
                      <a:lnTo>
                        <a:pt x="110" y="694"/>
                      </a:lnTo>
                      <a:lnTo>
                        <a:pt x="112" y="693"/>
                      </a:lnTo>
                      <a:lnTo>
                        <a:pt x="112" y="692"/>
                      </a:lnTo>
                      <a:lnTo>
                        <a:pt x="112" y="690"/>
                      </a:lnTo>
                      <a:lnTo>
                        <a:pt x="110" y="692"/>
                      </a:lnTo>
                      <a:lnTo>
                        <a:pt x="110" y="692"/>
                      </a:lnTo>
                      <a:lnTo>
                        <a:pt x="109" y="690"/>
                      </a:lnTo>
                      <a:lnTo>
                        <a:pt x="106" y="690"/>
                      </a:lnTo>
                      <a:lnTo>
                        <a:pt x="106" y="692"/>
                      </a:lnTo>
                      <a:lnTo>
                        <a:pt x="105" y="692"/>
                      </a:lnTo>
                      <a:lnTo>
                        <a:pt x="104" y="689"/>
                      </a:lnTo>
                      <a:lnTo>
                        <a:pt x="105" y="688"/>
                      </a:lnTo>
                      <a:lnTo>
                        <a:pt x="108" y="686"/>
                      </a:lnTo>
                      <a:lnTo>
                        <a:pt x="108" y="685"/>
                      </a:lnTo>
                      <a:lnTo>
                        <a:pt x="106" y="683"/>
                      </a:lnTo>
                      <a:lnTo>
                        <a:pt x="104" y="683"/>
                      </a:lnTo>
                      <a:lnTo>
                        <a:pt x="102" y="685"/>
                      </a:lnTo>
                      <a:lnTo>
                        <a:pt x="101" y="685"/>
                      </a:lnTo>
                      <a:lnTo>
                        <a:pt x="100" y="683"/>
                      </a:lnTo>
                      <a:lnTo>
                        <a:pt x="101" y="682"/>
                      </a:lnTo>
                      <a:lnTo>
                        <a:pt x="102" y="682"/>
                      </a:lnTo>
                      <a:lnTo>
                        <a:pt x="105" y="682"/>
                      </a:lnTo>
                      <a:lnTo>
                        <a:pt x="108" y="682"/>
                      </a:lnTo>
                      <a:lnTo>
                        <a:pt x="109" y="681"/>
                      </a:lnTo>
                      <a:lnTo>
                        <a:pt x="108" y="681"/>
                      </a:lnTo>
                      <a:lnTo>
                        <a:pt x="106" y="679"/>
                      </a:lnTo>
                      <a:lnTo>
                        <a:pt x="104" y="679"/>
                      </a:lnTo>
                      <a:lnTo>
                        <a:pt x="102" y="681"/>
                      </a:lnTo>
                      <a:lnTo>
                        <a:pt x="101" y="681"/>
                      </a:lnTo>
                      <a:lnTo>
                        <a:pt x="100" y="679"/>
                      </a:lnTo>
                      <a:lnTo>
                        <a:pt x="102" y="677"/>
                      </a:lnTo>
                      <a:lnTo>
                        <a:pt x="105" y="677"/>
                      </a:lnTo>
                      <a:lnTo>
                        <a:pt x="106" y="677"/>
                      </a:lnTo>
                      <a:lnTo>
                        <a:pt x="105" y="675"/>
                      </a:lnTo>
                      <a:lnTo>
                        <a:pt x="104" y="675"/>
                      </a:lnTo>
                      <a:lnTo>
                        <a:pt x="102" y="674"/>
                      </a:lnTo>
                      <a:lnTo>
                        <a:pt x="104" y="674"/>
                      </a:lnTo>
                      <a:lnTo>
                        <a:pt x="105" y="674"/>
                      </a:lnTo>
                      <a:lnTo>
                        <a:pt x="106" y="675"/>
                      </a:lnTo>
                      <a:lnTo>
                        <a:pt x="109" y="674"/>
                      </a:lnTo>
                      <a:lnTo>
                        <a:pt x="110" y="673"/>
                      </a:lnTo>
                      <a:lnTo>
                        <a:pt x="110" y="671"/>
                      </a:lnTo>
                      <a:lnTo>
                        <a:pt x="109" y="673"/>
                      </a:lnTo>
                      <a:lnTo>
                        <a:pt x="106" y="673"/>
                      </a:lnTo>
                      <a:lnTo>
                        <a:pt x="105" y="673"/>
                      </a:lnTo>
                      <a:lnTo>
                        <a:pt x="104" y="673"/>
                      </a:lnTo>
                      <a:lnTo>
                        <a:pt x="102" y="673"/>
                      </a:lnTo>
                      <a:lnTo>
                        <a:pt x="101" y="674"/>
                      </a:lnTo>
                      <a:lnTo>
                        <a:pt x="100" y="675"/>
                      </a:lnTo>
                      <a:lnTo>
                        <a:pt x="98" y="674"/>
                      </a:lnTo>
                      <a:lnTo>
                        <a:pt x="97" y="671"/>
                      </a:lnTo>
                      <a:lnTo>
                        <a:pt x="98" y="670"/>
                      </a:lnTo>
                      <a:lnTo>
                        <a:pt x="101" y="670"/>
                      </a:lnTo>
                      <a:lnTo>
                        <a:pt x="104" y="669"/>
                      </a:lnTo>
                      <a:lnTo>
                        <a:pt x="104" y="667"/>
                      </a:lnTo>
                      <a:lnTo>
                        <a:pt x="101" y="669"/>
                      </a:lnTo>
                      <a:lnTo>
                        <a:pt x="98" y="667"/>
                      </a:lnTo>
                      <a:lnTo>
                        <a:pt x="97" y="666"/>
                      </a:lnTo>
                      <a:lnTo>
                        <a:pt x="98" y="663"/>
                      </a:lnTo>
                      <a:lnTo>
                        <a:pt x="101" y="663"/>
                      </a:lnTo>
                      <a:lnTo>
                        <a:pt x="106" y="663"/>
                      </a:lnTo>
                      <a:lnTo>
                        <a:pt x="109" y="663"/>
                      </a:lnTo>
                      <a:lnTo>
                        <a:pt x="113" y="663"/>
                      </a:lnTo>
                      <a:lnTo>
                        <a:pt x="115" y="660"/>
                      </a:lnTo>
                      <a:lnTo>
                        <a:pt x="115" y="660"/>
                      </a:lnTo>
                      <a:lnTo>
                        <a:pt x="113" y="660"/>
                      </a:lnTo>
                      <a:lnTo>
                        <a:pt x="110" y="659"/>
                      </a:lnTo>
                      <a:lnTo>
                        <a:pt x="108" y="660"/>
                      </a:lnTo>
                      <a:lnTo>
                        <a:pt x="104" y="662"/>
                      </a:lnTo>
                      <a:lnTo>
                        <a:pt x="102" y="663"/>
                      </a:lnTo>
                      <a:lnTo>
                        <a:pt x="100" y="663"/>
                      </a:lnTo>
                      <a:lnTo>
                        <a:pt x="98" y="662"/>
                      </a:lnTo>
                      <a:lnTo>
                        <a:pt x="100" y="660"/>
                      </a:lnTo>
                      <a:lnTo>
                        <a:pt x="104" y="662"/>
                      </a:lnTo>
                      <a:lnTo>
                        <a:pt x="105" y="660"/>
                      </a:lnTo>
                      <a:lnTo>
                        <a:pt x="108" y="656"/>
                      </a:lnTo>
                      <a:lnTo>
                        <a:pt x="110" y="656"/>
                      </a:lnTo>
                      <a:lnTo>
                        <a:pt x="112" y="656"/>
                      </a:lnTo>
                      <a:lnTo>
                        <a:pt x="113" y="659"/>
                      </a:lnTo>
                      <a:lnTo>
                        <a:pt x="115" y="659"/>
                      </a:lnTo>
                      <a:lnTo>
                        <a:pt x="116" y="658"/>
                      </a:lnTo>
                      <a:lnTo>
                        <a:pt x="115" y="658"/>
                      </a:lnTo>
                      <a:lnTo>
                        <a:pt x="112" y="655"/>
                      </a:lnTo>
                      <a:lnTo>
                        <a:pt x="110" y="655"/>
                      </a:lnTo>
                      <a:lnTo>
                        <a:pt x="109" y="654"/>
                      </a:lnTo>
                      <a:lnTo>
                        <a:pt x="110" y="652"/>
                      </a:lnTo>
                      <a:lnTo>
                        <a:pt x="112" y="652"/>
                      </a:lnTo>
                      <a:lnTo>
                        <a:pt x="113" y="651"/>
                      </a:lnTo>
                      <a:lnTo>
                        <a:pt x="113" y="651"/>
                      </a:lnTo>
                      <a:lnTo>
                        <a:pt x="115" y="654"/>
                      </a:lnTo>
                      <a:lnTo>
                        <a:pt x="117" y="656"/>
                      </a:lnTo>
                      <a:lnTo>
                        <a:pt x="119" y="658"/>
                      </a:lnTo>
                      <a:lnTo>
                        <a:pt x="120" y="656"/>
                      </a:lnTo>
                      <a:lnTo>
                        <a:pt x="119" y="655"/>
                      </a:lnTo>
                      <a:lnTo>
                        <a:pt x="117" y="654"/>
                      </a:lnTo>
                      <a:lnTo>
                        <a:pt x="117" y="650"/>
                      </a:lnTo>
                      <a:lnTo>
                        <a:pt x="119" y="647"/>
                      </a:lnTo>
                      <a:lnTo>
                        <a:pt x="119" y="647"/>
                      </a:lnTo>
                      <a:lnTo>
                        <a:pt x="117" y="647"/>
                      </a:lnTo>
                      <a:lnTo>
                        <a:pt x="116" y="648"/>
                      </a:lnTo>
                      <a:lnTo>
                        <a:pt x="115" y="648"/>
                      </a:lnTo>
                      <a:lnTo>
                        <a:pt x="113" y="647"/>
                      </a:lnTo>
                      <a:lnTo>
                        <a:pt x="112" y="647"/>
                      </a:lnTo>
                      <a:lnTo>
                        <a:pt x="109" y="651"/>
                      </a:lnTo>
                      <a:lnTo>
                        <a:pt x="108" y="651"/>
                      </a:lnTo>
                      <a:lnTo>
                        <a:pt x="106" y="651"/>
                      </a:lnTo>
                      <a:lnTo>
                        <a:pt x="106" y="650"/>
                      </a:lnTo>
                      <a:lnTo>
                        <a:pt x="108" y="648"/>
                      </a:lnTo>
                      <a:lnTo>
                        <a:pt x="108" y="648"/>
                      </a:lnTo>
                      <a:lnTo>
                        <a:pt x="106" y="648"/>
                      </a:lnTo>
                      <a:lnTo>
                        <a:pt x="105" y="651"/>
                      </a:lnTo>
                      <a:lnTo>
                        <a:pt x="104" y="651"/>
                      </a:lnTo>
                      <a:lnTo>
                        <a:pt x="101" y="654"/>
                      </a:lnTo>
                      <a:lnTo>
                        <a:pt x="100" y="655"/>
                      </a:lnTo>
                      <a:lnTo>
                        <a:pt x="97" y="658"/>
                      </a:lnTo>
                      <a:lnTo>
                        <a:pt x="96" y="658"/>
                      </a:lnTo>
                      <a:lnTo>
                        <a:pt x="96" y="655"/>
                      </a:lnTo>
                      <a:lnTo>
                        <a:pt x="96" y="652"/>
                      </a:lnTo>
                      <a:lnTo>
                        <a:pt x="97" y="651"/>
                      </a:lnTo>
                      <a:lnTo>
                        <a:pt x="94" y="650"/>
                      </a:lnTo>
                      <a:lnTo>
                        <a:pt x="96" y="648"/>
                      </a:lnTo>
                      <a:lnTo>
                        <a:pt x="96" y="645"/>
                      </a:lnTo>
                      <a:lnTo>
                        <a:pt x="97" y="645"/>
                      </a:lnTo>
                      <a:lnTo>
                        <a:pt x="101" y="644"/>
                      </a:lnTo>
                      <a:lnTo>
                        <a:pt x="104" y="644"/>
                      </a:lnTo>
                      <a:lnTo>
                        <a:pt x="105" y="641"/>
                      </a:lnTo>
                      <a:lnTo>
                        <a:pt x="106" y="641"/>
                      </a:lnTo>
                      <a:lnTo>
                        <a:pt x="105" y="640"/>
                      </a:lnTo>
                      <a:lnTo>
                        <a:pt x="104" y="640"/>
                      </a:lnTo>
                      <a:lnTo>
                        <a:pt x="102" y="641"/>
                      </a:lnTo>
                      <a:lnTo>
                        <a:pt x="101" y="641"/>
                      </a:lnTo>
                      <a:lnTo>
                        <a:pt x="100" y="643"/>
                      </a:lnTo>
                      <a:lnTo>
                        <a:pt x="98" y="644"/>
                      </a:lnTo>
                      <a:lnTo>
                        <a:pt x="97" y="644"/>
                      </a:lnTo>
                      <a:lnTo>
                        <a:pt x="96" y="641"/>
                      </a:lnTo>
                      <a:lnTo>
                        <a:pt x="96" y="637"/>
                      </a:lnTo>
                      <a:lnTo>
                        <a:pt x="97" y="637"/>
                      </a:lnTo>
                      <a:lnTo>
                        <a:pt x="97" y="635"/>
                      </a:lnTo>
                      <a:lnTo>
                        <a:pt x="96" y="632"/>
                      </a:lnTo>
                      <a:lnTo>
                        <a:pt x="96" y="632"/>
                      </a:lnTo>
                      <a:lnTo>
                        <a:pt x="94" y="635"/>
                      </a:lnTo>
                      <a:lnTo>
                        <a:pt x="93" y="633"/>
                      </a:lnTo>
                      <a:lnTo>
                        <a:pt x="91" y="632"/>
                      </a:lnTo>
                      <a:lnTo>
                        <a:pt x="94" y="630"/>
                      </a:lnTo>
                      <a:lnTo>
                        <a:pt x="97" y="630"/>
                      </a:lnTo>
                      <a:lnTo>
                        <a:pt x="98" y="629"/>
                      </a:lnTo>
                      <a:lnTo>
                        <a:pt x="102" y="628"/>
                      </a:lnTo>
                      <a:lnTo>
                        <a:pt x="104" y="626"/>
                      </a:lnTo>
                      <a:lnTo>
                        <a:pt x="105" y="626"/>
                      </a:lnTo>
                      <a:lnTo>
                        <a:pt x="105" y="624"/>
                      </a:lnTo>
                      <a:lnTo>
                        <a:pt x="106" y="622"/>
                      </a:lnTo>
                      <a:lnTo>
                        <a:pt x="108" y="624"/>
                      </a:lnTo>
                      <a:lnTo>
                        <a:pt x="108" y="622"/>
                      </a:lnTo>
                      <a:lnTo>
                        <a:pt x="113" y="622"/>
                      </a:lnTo>
                      <a:lnTo>
                        <a:pt x="115" y="624"/>
                      </a:lnTo>
                      <a:lnTo>
                        <a:pt x="116" y="624"/>
                      </a:lnTo>
                      <a:lnTo>
                        <a:pt x="116" y="622"/>
                      </a:lnTo>
                      <a:lnTo>
                        <a:pt x="113" y="621"/>
                      </a:lnTo>
                      <a:lnTo>
                        <a:pt x="112" y="620"/>
                      </a:lnTo>
                      <a:lnTo>
                        <a:pt x="110" y="620"/>
                      </a:lnTo>
                      <a:lnTo>
                        <a:pt x="105" y="622"/>
                      </a:lnTo>
                      <a:lnTo>
                        <a:pt x="104" y="622"/>
                      </a:lnTo>
                      <a:lnTo>
                        <a:pt x="102" y="622"/>
                      </a:lnTo>
                      <a:lnTo>
                        <a:pt x="102" y="625"/>
                      </a:lnTo>
                      <a:lnTo>
                        <a:pt x="101" y="626"/>
                      </a:lnTo>
                      <a:lnTo>
                        <a:pt x="98" y="626"/>
                      </a:lnTo>
                      <a:lnTo>
                        <a:pt x="97" y="629"/>
                      </a:lnTo>
                      <a:lnTo>
                        <a:pt x="96" y="629"/>
                      </a:lnTo>
                      <a:lnTo>
                        <a:pt x="94" y="628"/>
                      </a:lnTo>
                      <a:lnTo>
                        <a:pt x="96" y="626"/>
                      </a:lnTo>
                      <a:lnTo>
                        <a:pt x="93" y="625"/>
                      </a:lnTo>
                      <a:lnTo>
                        <a:pt x="94" y="625"/>
                      </a:lnTo>
                      <a:lnTo>
                        <a:pt x="96" y="622"/>
                      </a:lnTo>
                      <a:lnTo>
                        <a:pt x="93" y="621"/>
                      </a:lnTo>
                      <a:lnTo>
                        <a:pt x="91" y="621"/>
                      </a:lnTo>
                      <a:lnTo>
                        <a:pt x="90" y="620"/>
                      </a:lnTo>
                      <a:lnTo>
                        <a:pt x="90" y="618"/>
                      </a:lnTo>
                      <a:lnTo>
                        <a:pt x="93" y="617"/>
                      </a:lnTo>
                      <a:lnTo>
                        <a:pt x="96" y="616"/>
                      </a:lnTo>
                      <a:lnTo>
                        <a:pt x="97" y="616"/>
                      </a:lnTo>
                      <a:lnTo>
                        <a:pt x="97" y="617"/>
                      </a:lnTo>
                      <a:lnTo>
                        <a:pt x="100" y="617"/>
                      </a:lnTo>
                      <a:lnTo>
                        <a:pt x="102" y="616"/>
                      </a:lnTo>
                      <a:lnTo>
                        <a:pt x="104" y="614"/>
                      </a:lnTo>
                      <a:lnTo>
                        <a:pt x="106" y="614"/>
                      </a:lnTo>
                      <a:lnTo>
                        <a:pt x="106" y="613"/>
                      </a:lnTo>
                      <a:lnTo>
                        <a:pt x="106" y="613"/>
                      </a:lnTo>
                      <a:lnTo>
                        <a:pt x="104" y="611"/>
                      </a:lnTo>
                      <a:lnTo>
                        <a:pt x="101" y="614"/>
                      </a:lnTo>
                      <a:lnTo>
                        <a:pt x="100" y="616"/>
                      </a:lnTo>
                      <a:lnTo>
                        <a:pt x="98" y="614"/>
                      </a:lnTo>
                      <a:lnTo>
                        <a:pt x="97" y="613"/>
                      </a:lnTo>
                      <a:lnTo>
                        <a:pt x="96" y="613"/>
                      </a:lnTo>
                      <a:lnTo>
                        <a:pt x="94" y="614"/>
                      </a:lnTo>
                      <a:lnTo>
                        <a:pt x="91" y="616"/>
                      </a:lnTo>
                      <a:lnTo>
                        <a:pt x="91" y="614"/>
                      </a:lnTo>
                      <a:lnTo>
                        <a:pt x="90" y="614"/>
                      </a:lnTo>
                      <a:lnTo>
                        <a:pt x="89" y="614"/>
                      </a:lnTo>
                      <a:lnTo>
                        <a:pt x="87" y="614"/>
                      </a:lnTo>
                      <a:lnTo>
                        <a:pt x="87" y="613"/>
                      </a:lnTo>
                      <a:lnTo>
                        <a:pt x="89" y="613"/>
                      </a:lnTo>
                      <a:lnTo>
                        <a:pt x="93" y="611"/>
                      </a:lnTo>
                      <a:lnTo>
                        <a:pt x="97" y="609"/>
                      </a:lnTo>
                      <a:lnTo>
                        <a:pt x="100" y="609"/>
                      </a:lnTo>
                      <a:lnTo>
                        <a:pt x="104" y="607"/>
                      </a:lnTo>
                      <a:lnTo>
                        <a:pt x="105" y="605"/>
                      </a:lnTo>
                      <a:lnTo>
                        <a:pt x="110" y="601"/>
                      </a:lnTo>
                      <a:lnTo>
                        <a:pt x="115" y="598"/>
                      </a:lnTo>
                      <a:lnTo>
                        <a:pt x="117" y="597"/>
                      </a:lnTo>
                      <a:lnTo>
                        <a:pt x="120" y="597"/>
                      </a:lnTo>
                      <a:lnTo>
                        <a:pt x="121" y="595"/>
                      </a:lnTo>
                      <a:lnTo>
                        <a:pt x="121" y="595"/>
                      </a:lnTo>
                      <a:lnTo>
                        <a:pt x="119" y="594"/>
                      </a:lnTo>
                      <a:lnTo>
                        <a:pt x="116" y="595"/>
                      </a:lnTo>
                      <a:lnTo>
                        <a:pt x="108" y="598"/>
                      </a:lnTo>
                      <a:lnTo>
                        <a:pt x="105" y="602"/>
                      </a:lnTo>
                      <a:lnTo>
                        <a:pt x="104" y="605"/>
                      </a:lnTo>
                      <a:lnTo>
                        <a:pt x="101" y="606"/>
                      </a:lnTo>
                      <a:lnTo>
                        <a:pt x="96" y="607"/>
                      </a:lnTo>
                      <a:lnTo>
                        <a:pt x="94" y="609"/>
                      </a:lnTo>
                      <a:lnTo>
                        <a:pt x="89" y="610"/>
                      </a:lnTo>
                      <a:lnTo>
                        <a:pt x="86" y="610"/>
                      </a:lnTo>
                      <a:lnTo>
                        <a:pt x="86" y="609"/>
                      </a:lnTo>
                      <a:lnTo>
                        <a:pt x="87" y="609"/>
                      </a:lnTo>
                      <a:lnTo>
                        <a:pt x="87" y="603"/>
                      </a:lnTo>
                      <a:lnTo>
                        <a:pt x="89" y="602"/>
                      </a:lnTo>
                      <a:lnTo>
                        <a:pt x="90" y="602"/>
                      </a:lnTo>
                      <a:lnTo>
                        <a:pt x="91" y="603"/>
                      </a:lnTo>
                      <a:lnTo>
                        <a:pt x="94" y="602"/>
                      </a:lnTo>
                      <a:lnTo>
                        <a:pt x="97" y="602"/>
                      </a:lnTo>
                      <a:lnTo>
                        <a:pt x="100" y="602"/>
                      </a:lnTo>
                      <a:lnTo>
                        <a:pt x="98" y="601"/>
                      </a:lnTo>
                      <a:lnTo>
                        <a:pt x="97" y="601"/>
                      </a:lnTo>
                      <a:lnTo>
                        <a:pt x="94" y="601"/>
                      </a:lnTo>
                      <a:lnTo>
                        <a:pt x="93" y="601"/>
                      </a:lnTo>
                      <a:lnTo>
                        <a:pt x="91" y="601"/>
                      </a:lnTo>
                      <a:lnTo>
                        <a:pt x="90" y="598"/>
                      </a:lnTo>
                      <a:lnTo>
                        <a:pt x="90" y="598"/>
                      </a:lnTo>
                      <a:lnTo>
                        <a:pt x="93" y="597"/>
                      </a:lnTo>
                      <a:lnTo>
                        <a:pt x="96" y="598"/>
                      </a:lnTo>
                      <a:lnTo>
                        <a:pt x="98" y="598"/>
                      </a:lnTo>
                      <a:lnTo>
                        <a:pt x="101" y="598"/>
                      </a:lnTo>
                      <a:lnTo>
                        <a:pt x="100" y="597"/>
                      </a:lnTo>
                      <a:lnTo>
                        <a:pt x="98" y="597"/>
                      </a:lnTo>
                      <a:lnTo>
                        <a:pt x="97" y="597"/>
                      </a:lnTo>
                      <a:lnTo>
                        <a:pt x="97" y="595"/>
                      </a:lnTo>
                      <a:lnTo>
                        <a:pt x="97" y="594"/>
                      </a:lnTo>
                      <a:lnTo>
                        <a:pt x="100" y="594"/>
                      </a:lnTo>
                      <a:lnTo>
                        <a:pt x="100" y="594"/>
                      </a:lnTo>
                      <a:lnTo>
                        <a:pt x="101" y="594"/>
                      </a:lnTo>
                      <a:lnTo>
                        <a:pt x="102" y="594"/>
                      </a:lnTo>
                      <a:lnTo>
                        <a:pt x="104" y="594"/>
                      </a:lnTo>
                      <a:lnTo>
                        <a:pt x="104" y="592"/>
                      </a:lnTo>
                      <a:lnTo>
                        <a:pt x="104" y="590"/>
                      </a:lnTo>
                      <a:lnTo>
                        <a:pt x="104" y="590"/>
                      </a:lnTo>
                      <a:lnTo>
                        <a:pt x="101" y="590"/>
                      </a:lnTo>
                      <a:lnTo>
                        <a:pt x="101" y="591"/>
                      </a:lnTo>
                      <a:lnTo>
                        <a:pt x="98" y="591"/>
                      </a:lnTo>
                      <a:lnTo>
                        <a:pt x="91" y="588"/>
                      </a:lnTo>
                      <a:lnTo>
                        <a:pt x="90" y="588"/>
                      </a:lnTo>
                      <a:lnTo>
                        <a:pt x="87" y="587"/>
                      </a:lnTo>
                      <a:lnTo>
                        <a:pt x="89" y="587"/>
                      </a:lnTo>
                      <a:lnTo>
                        <a:pt x="91" y="587"/>
                      </a:lnTo>
                      <a:lnTo>
                        <a:pt x="93" y="587"/>
                      </a:lnTo>
                      <a:lnTo>
                        <a:pt x="94" y="587"/>
                      </a:lnTo>
                      <a:lnTo>
                        <a:pt x="93" y="586"/>
                      </a:lnTo>
                      <a:lnTo>
                        <a:pt x="91" y="586"/>
                      </a:lnTo>
                      <a:lnTo>
                        <a:pt x="90" y="584"/>
                      </a:lnTo>
                      <a:lnTo>
                        <a:pt x="90" y="583"/>
                      </a:lnTo>
                      <a:lnTo>
                        <a:pt x="94" y="583"/>
                      </a:lnTo>
                      <a:lnTo>
                        <a:pt x="94" y="583"/>
                      </a:lnTo>
                      <a:lnTo>
                        <a:pt x="97" y="583"/>
                      </a:lnTo>
                      <a:lnTo>
                        <a:pt x="106" y="583"/>
                      </a:lnTo>
                      <a:lnTo>
                        <a:pt x="109" y="583"/>
                      </a:lnTo>
                      <a:lnTo>
                        <a:pt x="112" y="583"/>
                      </a:lnTo>
                      <a:lnTo>
                        <a:pt x="113" y="583"/>
                      </a:lnTo>
                      <a:lnTo>
                        <a:pt x="113" y="582"/>
                      </a:lnTo>
                      <a:lnTo>
                        <a:pt x="109" y="580"/>
                      </a:lnTo>
                      <a:lnTo>
                        <a:pt x="105" y="580"/>
                      </a:lnTo>
                      <a:lnTo>
                        <a:pt x="101" y="580"/>
                      </a:lnTo>
                      <a:lnTo>
                        <a:pt x="98" y="582"/>
                      </a:lnTo>
                      <a:lnTo>
                        <a:pt x="97" y="580"/>
                      </a:lnTo>
                      <a:lnTo>
                        <a:pt x="96" y="580"/>
                      </a:lnTo>
                      <a:lnTo>
                        <a:pt x="93" y="580"/>
                      </a:lnTo>
                      <a:lnTo>
                        <a:pt x="91" y="582"/>
                      </a:lnTo>
                      <a:lnTo>
                        <a:pt x="90" y="582"/>
                      </a:lnTo>
                      <a:lnTo>
                        <a:pt x="90" y="579"/>
                      </a:lnTo>
                      <a:lnTo>
                        <a:pt x="93" y="578"/>
                      </a:lnTo>
                      <a:lnTo>
                        <a:pt x="94" y="576"/>
                      </a:lnTo>
                      <a:lnTo>
                        <a:pt x="97" y="575"/>
                      </a:lnTo>
                      <a:lnTo>
                        <a:pt x="100" y="573"/>
                      </a:lnTo>
                      <a:lnTo>
                        <a:pt x="100" y="571"/>
                      </a:lnTo>
                      <a:lnTo>
                        <a:pt x="102" y="569"/>
                      </a:lnTo>
                      <a:lnTo>
                        <a:pt x="104" y="569"/>
                      </a:lnTo>
                      <a:lnTo>
                        <a:pt x="105" y="571"/>
                      </a:lnTo>
                      <a:lnTo>
                        <a:pt x="108" y="569"/>
                      </a:lnTo>
                      <a:lnTo>
                        <a:pt x="109" y="569"/>
                      </a:lnTo>
                      <a:lnTo>
                        <a:pt x="110" y="569"/>
                      </a:lnTo>
                      <a:lnTo>
                        <a:pt x="112" y="571"/>
                      </a:lnTo>
                      <a:lnTo>
                        <a:pt x="115" y="571"/>
                      </a:lnTo>
                      <a:lnTo>
                        <a:pt x="117" y="573"/>
                      </a:lnTo>
                      <a:lnTo>
                        <a:pt x="120" y="573"/>
                      </a:lnTo>
                      <a:lnTo>
                        <a:pt x="123" y="575"/>
                      </a:lnTo>
                      <a:lnTo>
                        <a:pt x="125" y="578"/>
                      </a:lnTo>
                      <a:lnTo>
                        <a:pt x="128" y="579"/>
                      </a:lnTo>
                      <a:lnTo>
                        <a:pt x="132" y="580"/>
                      </a:lnTo>
                      <a:lnTo>
                        <a:pt x="134" y="579"/>
                      </a:lnTo>
                      <a:lnTo>
                        <a:pt x="135" y="579"/>
                      </a:lnTo>
                      <a:lnTo>
                        <a:pt x="135" y="579"/>
                      </a:lnTo>
                      <a:lnTo>
                        <a:pt x="135" y="578"/>
                      </a:lnTo>
                      <a:lnTo>
                        <a:pt x="132" y="578"/>
                      </a:lnTo>
                      <a:lnTo>
                        <a:pt x="132" y="579"/>
                      </a:lnTo>
                      <a:lnTo>
                        <a:pt x="129" y="579"/>
                      </a:lnTo>
                      <a:lnTo>
                        <a:pt x="127" y="576"/>
                      </a:lnTo>
                      <a:lnTo>
                        <a:pt x="124" y="572"/>
                      </a:lnTo>
                      <a:lnTo>
                        <a:pt x="124" y="572"/>
                      </a:lnTo>
                      <a:lnTo>
                        <a:pt x="125" y="572"/>
                      </a:lnTo>
                      <a:lnTo>
                        <a:pt x="129" y="572"/>
                      </a:lnTo>
                      <a:lnTo>
                        <a:pt x="134" y="571"/>
                      </a:lnTo>
                      <a:lnTo>
                        <a:pt x="135" y="569"/>
                      </a:lnTo>
                      <a:lnTo>
                        <a:pt x="134" y="568"/>
                      </a:lnTo>
                      <a:lnTo>
                        <a:pt x="131" y="567"/>
                      </a:lnTo>
                      <a:lnTo>
                        <a:pt x="129" y="567"/>
                      </a:lnTo>
                      <a:lnTo>
                        <a:pt x="129" y="568"/>
                      </a:lnTo>
                      <a:lnTo>
                        <a:pt x="129" y="569"/>
                      </a:lnTo>
                      <a:lnTo>
                        <a:pt x="129" y="569"/>
                      </a:lnTo>
                      <a:lnTo>
                        <a:pt x="125" y="569"/>
                      </a:lnTo>
                      <a:lnTo>
                        <a:pt x="124" y="569"/>
                      </a:lnTo>
                      <a:lnTo>
                        <a:pt x="124" y="567"/>
                      </a:lnTo>
                      <a:lnTo>
                        <a:pt x="125" y="567"/>
                      </a:lnTo>
                      <a:lnTo>
                        <a:pt x="127" y="567"/>
                      </a:lnTo>
                      <a:lnTo>
                        <a:pt x="127" y="565"/>
                      </a:lnTo>
                      <a:lnTo>
                        <a:pt x="125" y="564"/>
                      </a:lnTo>
                      <a:lnTo>
                        <a:pt x="124" y="564"/>
                      </a:lnTo>
                      <a:lnTo>
                        <a:pt x="124" y="564"/>
                      </a:lnTo>
                      <a:lnTo>
                        <a:pt x="123" y="564"/>
                      </a:lnTo>
                      <a:lnTo>
                        <a:pt x="121" y="564"/>
                      </a:lnTo>
                      <a:lnTo>
                        <a:pt x="121" y="565"/>
                      </a:lnTo>
                      <a:lnTo>
                        <a:pt x="121" y="567"/>
                      </a:lnTo>
                      <a:lnTo>
                        <a:pt x="121" y="569"/>
                      </a:lnTo>
                      <a:lnTo>
                        <a:pt x="120" y="571"/>
                      </a:lnTo>
                      <a:lnTo>
                        <a:pt x="117" y="572"/>
                      </a:lnTo>
                      <a:lnTo>
                        <a:pt x="116" y="571"/>
                      </a:lnTo>
                      <a:lnTo>
                        <a:pt x="113" y="568"/>
                      </a:lnTo>
                      <a:lnTo>
                        <a:pt x="112" y="568"/>
                      </a:lnTo>
                      <a:lnTo>
                        <a:pt x="110" y="567"/>
                      </a:lnTo>
                      <a:lnTo>
                        <a:pt x="110" y="565"/>
                      </a:lnTo>
                      <a:lnTo>
                        <a:pt x="109" y="565"/>
                      </a:lnTo>
                      <a:lnTo>
                        <a:pt x="108" y="567"/>
                      </a:lnTo>
                      <a:lnTo>
                        <a:pt x="105" y="568"/>
                      </a:lnTo>
                      <a:lnTo>
                        <a:pt x="102" y="568"/>
                      </a:lnTo>
                      <a:lnTo>
                        <a:pt x="101" y="569"/>
                      </a:lnTo>
                      <a:lnTo>
                        <a:pt x="98" y="572"/>
                      </a:lnTo>
                      <a:lnTo>
                        <a:pt x="96" y="572"/>
                      </a:lnTo>
                      <a:lnTo>
                        <a:pt x="94" y="572"/>
                      </a:lnTo>
                      <a:lnTo>
                        <a:pt x="94" y="571"/>
                      </a:lnTo>
                      <a:lnTo>
                        <a:pt x="98" y="567"/>
                      </a:lnTo>
                      <a:lnTo>
                        <a:pt x="100" y="567"/>
                      </a:lnTo>
                      <a:lnTo>
                        <a:pt x="100" y="565"/>
                      </a:lnTo>
                      <a:lnTo>
                        <a:pt x="100" y="564"/>
                      </a:lnTo>
                      <a:lnTo>
                        <a:pt x="101" y="564"/>
                      </a:lnTo>
                      <a:lnTo>
                        <a:pt x="102" y="563"/>
                      </a:lnTo>
                      <a:lnTo>
                        <a:pt x="102" y="561"/>
                      </a:lnTo>
                      <a:lnTo>
                        <a:pt x="104" y="560"/>
                      </a:lnTo>
                      <a:lnTo>
                        <a:pt x="105" y="560"/>
                      </a:lnTo>
                      <a:lnTo>
                        <a:pt x="106" y="561"/>
                      </a:lnTo>
                      <a:lnTo>
                        <a:pt x="109" y="563"/>
                      </a:lnTo>
                      <a:lnTo>
                        <a:pt x="113" y="563"/>
                      </a:lnTo>
                      <a:lnTo>
                        <a:pt x="113" y="563"/>
                      </a:lnTo>
                      <a:lnTo>
                        <a:pt x="112" y="561"/>
                      </a:lnTo>
                      <a:lnTo>
                        <a:pt x="110" y="561"/>
                      </a:lnTo>
                      <a:lnTo>
                        <a:pt x="108" y="560"/>
                      </a:lnTo>
                      <a:lnTo>
                        <a:pt x="105" y="557"/>
                      </a:lnTo>
                      <a:lnTo>
                        <a:pt x="104" y="556"/>
                      </a:lnTo>
                      <a:lnTo>
                        <a:pt x="102" y="554"/>
                      </a:lnTo>
                      <a:lnTo>
                        <a:pt x="102" y="553"/>
                      </a:lnTo>
                      <a:lnTo>
                        <a:pt x="104" y="553"/>
                      </a:lnTo>
                      <a:lnTo>
                        <a:pt x="106" y="553"/>
                      </a:lnTo>
                      <a:lnTo>
                        <a:pt x="109" y="557"/>
                      </a:lnTo>
                      <a:lnTo>
                        <a:pt x="112" y="560"/>
                      </a:lnTo>
                      <a:lnTo>
                        <a:pt x="112" y="558"/>
                      </a:lnTo>
                      <a:lnTo>
                        <a:pt x="112" y="557"/>
                      </a:lnTo>
                      <a:lnTo>
                        <a:pt x="110" y="554"/>
                      </a:lnTo>
                      <a:lnTo>
                        <a:pt x="112" y="554"/>
                      </a:lnTo>
                      <a:lnTo>
                        <a:pt x="113" y="557"/>
                      </a:lnTo>
                      <a:lnTo>
                        <a:pt x="113" y="558"/>
                      </a:lnTo>
                      <a:lnTo>
                        <a:pt x="119" y="561"/>
                      </a:lnTo>
                      <a:lnTo>
                        <a:pt x="120" y="561"/>
                      </a:lnTo>
                      <a:lnTo>
                        <a:pt x="121" y="560"/>
                      </a:lnTo>
                      <a:lnTo>
                        <a:pt x="124" y="560"/>
                      </a:lnTo>
                      <a:lnTo>
                        <a:pt x="125" y="561"/>
                      </a:lnTo>
                      <a:lnTo>
                        <a:pt x="128" y="564"/>
                      </a:lnTo>
                      <a:lnTo>
                        <a:pt x="131" y="564"/>
                      </a:lnTo>
                      <a:lnTo>
                        <a:pt x="131" y="565"/>
                      </a:lnTo>
                      <a:lnTo>
                        <a:pt x="134" y="565"/>
                      </a:lnTo>
                      <a:lnTo>
                        <a:pt x="134" y="564"/>
                      </a:lnTo>
                      <a:lnTo>
                        <a:pt x="131" y="563"/>
                      </a:lnTo>
                      <a:lnTo>
                        <a:pt x="125" y="557"/>
                      </a:lnTo>
                      <a:lnTo>
                        <a:pt x="124" y="556"/>
                      </a:lnTo>
                      <a:lnTo>
                        <a:pt x="125" y="554"/>
                      </a:lnTo>
                      <a:lnTo>
                        <a:pt x="128" y="554"/>
                      </a:lnTo>
                      <a:lnTo>
                        <a:pt x="128" y="552"/>
                      </a:lnTo>
                      <a:lnTo>
                        <a:pt x="129" y="550"/>
                      </a:lnTo>
                      <a:lnTo>
                        <a:pt x="131" y="550"/>
                      </a:lnTo>
                      <a:lnTo>
                        <a:pt x="131" y="549"/>
                      </a:lnTo>
                      <a:lnTo>
                        <a:pt x="128" y="549"/>
                      </a:lnTo>
                      <a:lnTo>
                        <a:pt x="127" y="549"/>
                      </a:lnTo>
                      <a:lnTo>
                        <a:pt x="123" y="549"/>
                      </a:lnTo>
                      <a:lnTo>
                        <a:pt x="121" y="550"/>
                      </a:lnTo>
                      <a:lnTo>
                        <a:pt x="123" y="552"/>
                      </a:lnTo>
                      <a:lnTo>
                        <a:pt x="124" y="553"/>
                      </a:lnTo>
                      <a:lnTo>
                        <a:pt x="124" y="554"/>
                      </a:lnTo>
                      <a:lnTo>
                        <a:pt x="120" y="554"/>
                      </a:lnTo>
                      <a:lnTo>
                        <a:pt x="120" y="554"/>
                      </a:lnTo>
                      <a:lnTo>
                        <a:pt x="117" y="554"/>
                      </a:lnTo>
                      <a:lnTo>
                        <a:pt x="115" y="554"/>
                      </a:lnTo>
                      <a:lnTo>
                        <a:pt x="113" y="553"/>
                      </a:lnTo>
                      <a:lnTo>
                        <a:pt x="112" y="552"/>
                      </a:lnTo>
                      <a:lnTo>
                        <a:pt x="110" y="550"/>
                      </a:lnTo>
                      <a:lnTo>
                        <a:pt x="112" y="550"/>
                      </a:lnTo>
                      <a:lnTo>
                        <a:pt x="113" y="549"/>
                      </a:lnTo>
                      <a:lnTo>
                        <a:pt x="112" y="549"/>
                      </a:lnTo>
                      <a:lnTo>
                        <a:pt x="109" y="549"/>
                      </a:lnTo>
                      <a:lnTo>
                        <a:pt x="109" y="549"/>
                      </a:lnTo>
                      <a:lnTo>
                        <a:pt x="112" y="548"/>
                      </a:lnTo>
                      <a:lnTo>
                        <a:pt x="116" y="546"/>
                      </a:lnTo>
                      <a:lnTo>
                        <a:pt x="117" y="545"/>
                      </a:lnTo>
                      <a:lnTo>
                        <a:pt x="120" y="545"/>
                      </a:lnTo>
                      <a:lnTo>
                        <a:pt x="121" y="546"/>
                      </a:lnTo>
                      <a:lnTo>
                        <a:pt x="124" y="546"/>
                      </a:lnTo>
                      <a:lnTo>
                        <a:pt x="127" y="546"/>
                      </a:lnTo>
                      <a:lnTo>
                        <a:pt x="129" y="546"/>
                      </a:lnTo>
                      <a:lnTo>
                        <a:pt x="129" y="545"/>
                      </a:lnTo>
                      <a:lnTo>
                        <a:pt x="131" y="544"/>
                      </a:lnTo>
                      <a:lnTo>
                        <a:pt x="132" y="544"/>
                      </a:lnTo>
                      <a:lnTo>
                        <a:pt x="134" y="542"/>
                      </a:lnTo>
                      <a:lnTo>
                        <a:pt x="135" y="541"/>
                      </a:lnTo>
                      <a:lnTo>
                        <a:pt x="134" y="539"/>
                      </a:lnTo>
                      <a:lnTo>
                        <a:pt x="132" y="542"/>
                      </a:lnTo>
                      <a:lnTo>
                        <a:pt x="131" y="542"/>
                      </a:lnTo>
                      <a:lnTo>
                        <a:pt x="129" y="541"/>
                      </a:lnTo>
                      <a:lnTo>
                        <a:pt x="131" y="538"/>
                      </a:lnTo>
                      <a:lnTo>
                        <a:pt x="132" y="533"/>
                      </a:lnTo>
                      <a:lnTo>
                        <a:pt x="132" y="530"/>
                      </a:lnTo>
                      <a:lnTo>
                        <a:pt x="134" y="530"/>
                      </a:lnTo>
                      <a:lnTo>
                        <a:pt x="135" y="530"/>
                      </a:lnTo>
                      <a:lnTo>
                        <a:pt x="136" y="533"/>
                      </a:lnTo>
                      <a:lnTo>
                        <a:pt x="135" y="534"/>
                      </a:lnTo>
                      <a:lnTo>
                        <a:pt x="135" y="535"/>
                      </a:lnTo>
                      <a:lnTo>
                        <a:pt x="138" y="535"/>
                      </a:lnTo>
                      <a:lnTo>
                        <a:pt x="139" y="535"/>
                      </a:lnTo>
                      <a:lnTo>
                        <a:pt x="140" y="537"/>
                      </a:lnTo>
                      <a:lnTo>
                        <a:pt x="142" y="537"/>
                      </a:lnTo>
                      <a:lnTo>
                        <a:pt x="143" y="535"/>
                      </a:lnTo>
                      <a:lnTo>
                        <a:pt x="144" y="537"/>
                      </a:lnTo>
                      <a:lnTo>
                        <a:pt x="144" y="537"/>
                      </a:lnTo>
                      <a:lnTo>
                        <a:pt x="144" y="535"/>
                      </a:lnTo>
                      <a:lnTo>
                        <a:pt x="143" y="534"/>
                      </a:lnTo>
                      <a:lnTo>
                        <a:pt x="140" y="534"/>
                      </a:lnTo>
                      <a:lnTo>
                        <a:pt x="140" y="533"/>
                      </a:lnTo>
                      <a:lnTo>
                        <a:pt x="142" y="533"/>
                      </a:lnTo>
                      <a:lnTo>
                        <a:pt x="144" y="531"/>
                      </a:lnTo>
                      <a:lnTo>
                        <a:pt x="144" y="531"/>
                      </a:lnTo>
                      <a:lnTo>
                        <a:pt x="143" y="530"/>
                      </a:lnTo>
                      <a:lnTo>
                        <a:pt x="142" y="530"/>
                      </a:lnTo>
                      <a:lnTo>
                        <a:pt x="142" y="529"/>
                      </a:lnTo>
                      <a:lnTo>
                        <a:pt x="140" y="529"/>
                      </a:lnTo>
                      <a:lnTo>
                        <a:pt x="139" y="529"/>
                      </a:lnTo>
                      <a:lnTo>
                        <a:pt x="138" y="529"/>
                      </a:lnTo>
                      <a:lnTo>
                        <a:pt x="135" y="529"/>
                      </a:lnTo>
                      <a:lnTo>
                        <a:pt x="136" y="527"/>
                      </a:lnTo>
                      <a:lnTo>
                        <a:pt x="136" y="526"/>
                      </a:lnTo>
                      <a:lnTo>
                        <a:pt x="138" y="526"/>
                      </a:lnTo>
                      <a:lnTo>
                        <a:pt x="140" y="523"/>
                      </a:lnTo>
                      <a:lnTo>
                        <a:pt x="142" y="522"/>
                      </a:lnTo>
                      <a:lnTo>
                        <a:pt x="143" y="522"/>
                      </a:lnTo>
                      <a:lnTo>
                        <a:pt x="144" y="522"/>
                      </a:lnTo>
                      <a:lnTo>
                        <a:pt x="146" y="522"/>
                      </a:lnTo>
                      <a:lnTo>
                        <a:pt x="146" y="520"/>
                      </a:lnTo>
                      <a:lnTo>
                        <a:pt x="143" y="519"/>
                      </a:lnTo>
                      <a:lnTo>
                        <a:pt x="142" y="519"/>
                      </a:lnTo>
                      <a:lnTo>
                        <a:pt x="140" y="519"/>
                      </a:lnTo>
                      <a:lnTo>
                        <a:pt x="142" y="518"/>
                      </a:lnTo>
                      <a:lnTo>
                        <a:pt x="144" y="516"/>
                      </a:lnTo>
                      <a:lnTo>
                        <a:pt x="146" y="515"/>
                      </a:lnTo>
                      <a:lnTo>
                        <a:pt x="147" y="515"/>
                      </a:lnTo>
                      <a:lnTo>
                        <a:pt x="147" y="514"/>
                      </a:lnTo>
                      <a:lnTo>
                        <a:pt x="150" y="512"/>
                      </a:lnTo>
                      <a:lnTo>
                        <a:pt x="148" y="511"/>
                      </a:lnTo>
                      <a:lnTo>
                        <a:pt x="146" y="511"/>
                      </a:lnTo>
                      <a:lnTo>
                        <a:pt x="146" y="510"/>
                      </a:lnTo>
                      <a:lnTo>
                        <a:pt x="148" y="508"/>
                      </a:lnTo>
                      <a:lnTo>
                        <a:pt x="150" y="510"/>
                      </a:lnTo>
                      <a:lnTo>
                        <a:pt x="150" y="507"/>
                      </a:lnTo>
                      <a:lnTo>
                        <a:pt x="148" y="507"/>
                      </a:lnTo>
                      <a:lnTo>
                        <a:pt x="146" y="507"/>
                      </a:lnTo>
                      <a:lnTo>
                        <a:pt x="143" y="508"/>
                      </a:lnTo>
                      <a:lnTo>
                        <a:pt x="142" y="508"/>
                      </a:lnTo>
                      <a:lnTo>
                        <a:pt x="139" y="507"/>
                      </a:lnTo>
                      <a:lnTo>
                        <a:pt x="138" y="508"/>
                      </a:lnTo>
                      <a:lnTo>
                        <a:pt x="136" y="507"/>
                      </a:lnTo>
                      <a:lnTo>
                        <a:pt x="135" y="506"/>
                      </a:lnTo>
                      <a:lnTo>
                        <a:pt x="134" y="507"/>
                      </a:lnTo>
                      <a:lnTo>
                        <a:pt x="131" y="506"/>
                      </a:lnTo>
                      <a:lnTo>
                        <a:pt x="129" y="504"/>
                      </a:lnTo>
                      <a:lnTo>
                        <a:pt x="127" y="504"/>
                      </a:lnTo>
                      <a:lnTo>
                        <a:pt x="125" y="503"/>
                      </a:lnTo>
                      <a:lnTo>
                        <a:pt x="125" y="501"/>
                      </a:lnTo>
                      <a:lnTo>
                        <a:pt x="124" y="499"/>
                      </a:lnTo>
                      <a:lnTo>
                        <a:pt x="121" y="497"/>
                      </a:lnTo>
                      <a:lnTo>
                        <a:pt x="116" y="495"/>
                      </a:lnTo>
                      <a:lnTo>
                        <a:pt x="112" y="493"/>
                      </a:lnTo>
                      <a:lnTo>
                        <a:pt x="109" y="491"/>
                      </a:lnTo>
                      <a:lnTo>
                        <a:pt x="109" y="489"/>
                      </a:lnTo>
                      <a:lnTo>
                        <a:pt x="109" y="486"/>
                      </a:lnTo>
                      <a:lnTo>
                        <a:pt x="106" y="484"/>
                      </a:lnTo>
                      <a:lnTo>
                        <a:pt x="105" y="482"/>
                      </a:lnTo>
                      <a:lnTo>
                        <a:pt x="105" y="481"/>
                      </a:lnTo>
                      <a:lnTo>
                        <a:pt x="109" y="478"/>
                      </a:lnTo>
                      <a:lnTo>
                        <a:pt x="112" y="478"/>
                      </a:lnTo>
                      <a:lnTo>
                        <a:pt x="113" y="478"/>
                      </a:lnTo>
                      <a:lnTo>
                        <a:pt x="115" y="478"/>
                      </a:lnTo>
                      <a:lnTo>
                        <a:pt x="117" y="478"/>
                      </a:lnTo>
                      <a:lnTo>
                        <a:pt x="120" y="481"/>
                      </a:lnTo>
                      <a:lnTo>
                        <a:pt x="123" y="481"/>
                      </a:lnTo>
                      <a:lnTo>
                        <a:pt x="124" y="482"/>
                      </a:lnTo>
                      <a:lnTo>
                        <a:pt x="125" y="482"/>
                      </a:lnTo>
                      <a:lnTo>
                        <a:pt x="128" y="482"/>
                      </a:lnTo>
                      <a:lnTo>
                        <a:pt x="129" y="484"/>
                      </a:lnTo>
                      <a:lnTo>
                        <a:pt x="132" y="485"/>
                      </a:lnTo>
                      <a:lnTo>
                        <a:pt x="134" y="485"/>
                      </a:lnTo>
                      <a:lnTo>
                        <a:pt x="135" y="486"/>
                      </a:lnTo>
                      <a:lnTo>
                        <a:pt x="136" y="492"/>
                      </a:lnTo>
                      <a:lnTo>
                        <a:pt x="139" y="495"/>
                      </a:lnTo>
                      <a:lnTo>
                        <a:pt x="140" y="496"/>
                      </a:lnTo>
                      <a:lnTo>
                        <a:pt x="143" y="499"/>
                      </a:lnTo>
                      <a:lnTo>
                        <a:pt x="146" y="499"/>
                      </a:lnTo>
                      <a:lnTo>
                        <a:pt x="147" y="499"/>
                      </a:lnTo>
                      <a:lnTo>
                        <a:pt x="148" y="496"/>
                      </a:lnTo>
                      <a:lnTo>
                        <a:pt x="148" y="496"/>
                      </a:lnTo>
                      <a:lnTo>
                        <a:pt x="146" y="496"/>
                      </a:lnTo>
                      <a:lnTo>
                        <a:pt x="146" y="497"/>
                      </a:lnTo>
                      <a:lnTo>
                        <a:pt x="143" y="496"/>
                      </a:lnTo>
                      <a:lnTo>
                        <a:pt x="140" y="492"/>
                      </a:lnTo>
                      <a:lnTo>
                        <a:pt x="140" y="491"/>
                      </a:lnTo>
                      <a:lnTo>
                        <a:pt x="142" y="491"/>
                      </a:lnTo>
                      <a:lnTo>
                        <a:pt x="144" y="493"/>
                      </a:lnTo>
                      <a:lnTo>
                        <a:pt x="146" y="493"/>
                      </a:lnTo>
                      <a:lnTo>
                        <a:pt x="146" y="492"/>
                      </a:lnTo>
                      <a:lnTo>
                        <a:pt x="147" y="492"/>
                      </a:lnTo>
                      <a:lnTo>
                        <a:pt x="147" y="491"/>
                      </a:lnTo>
                      <a:lnTo>
                        <a:pt x="144" y="489"/>
                      </a:lnTo>
                      <a:lnTo>
                        <a:pt x="140" y="486"/>
                      </a:lnTo>
                      <a:lnTo>
                        <a:pt x="140" y="484"/>
                      </a:lnTo>
                      <a:lnTo>
                        <a:pt x="140" y="484"/>
                      </a:lnTo>
                      <a:lnTo>
                        <a:pt x="142" y="484"/>
                      </a:lnTo>
                      <a:lnTo>
                        <a:pt x="143" y="486"/>
                      </a:lnTo>
                      <a:lnTo>
                        <a:pt x="144" y="486"/>
                      </a:lnTo>
                      <a:lnTo>
                        <a:pt x="143" y="484"/>
                      </a:lnTo>
                      <a:lnTo>
                        <a:pt x="140" y="481"/>
                      </a:lnTo>
                      <a:lnTo>
                        <a:pt x="139" y="478"/>
                      </a:lnTo>
                      <a:lnTo>
                        <a:pt x="138" y="477"/>
                      </a:lnTo>
                      <a:lnTo>
                        <a:pt x="138" y="476"/>
                      </a:lnTo>
                      <a:lnTo>
                        <a:pt x="140" y="477"/>
                      </a:lnTo>
                      <a:lnTo>
                        <a:pt x="146" y="478"/>
                      </a:lnTo>
                      <a:lnTo>
                        <a:pt x="148" y="478"/>
                      </a:lnTo>
                      <a:lnTo>
                        <a:pt x="148" y="477"/>
                      </a:lnTo>
                      <a:lnTo>
                        <a:pt x="146" y="474"/>
                      </a:lnTo>
                      <a:lnTo>
                        <a:pt x="144" y="474"/>
                      </a:lnTo>
                      <a:lnTo>
                        <a:pt x="143" y="474"/>
                      </a:lnTo>
                      <a:lnTo>
                        <a:pt x="142" y="476"/>
                      </a:lnTo>
                      <a:lnTo>
                        <a:pt x="139" y="474"/>
                      </a:lnTo>
                      <a:lnTo>
                        <a:pt x="138" y="473"/>
                      </a:lnTo>
                      <a:lnTo>
                        <a:pt x="139" y="473"/>
                      </a:lnTo>
                      <a:lnTo>
                        <a:pt x="142" y="470"/>
                      </a:lnTo>
                      <a:lnTo>
                        <a:pt x="143" y="472"/>
                      </a:lnTo>
                      <a:lnTo>
                        <a:pt x="144" y="473"/>
                      </a:lnTo>
                      <a:lnTo>
                        <a:pt x="146" y="472"/>
                      </a:lnTo>
                      <a:lnTo>
                        <a:pt x="146" y="470"/>
                      </a:lnTo>
                      <a:lnTo>
                        <a:pt x="143" y="467"/>
                      </a:lnTo>
                      <a:lnTo>
                        <a:pt x="143" y="467"/>
                      </a:lnTo>
                      <a:lnTo>
                        <a:pt x="142" y="469"/>
                      </a:lnTo>
                      <a:lnTo>
                        <a:pt x="140" y="469"/>
                      </a:lnTo>
                      <a:lnTo>
                        <a:pt x="139" y="470"/>
                      </a:lnTo>
                      <a:lnTo>
                        <a:pt x="135" y="473"/>
                      </a:lnTo>
                      <a:lnTo>
                        <a:pt x="134" y="473"/>
                      </a:lnTo>
                      <a:lnTo>
                        <a:pt x="134" y="472"/>
                      </a:lnTo>
                      <a:lnTo>
                        <a:pt x="135" y="470"/>
                      </a:lnTo>
                      <a:lnTo>
                        <a:pt x="136" y="469"/>
                      </a:lnTo>
                      <a:lnTo>
                        <a:pt x="138" y="466"/>
                      </a:lnTo>
                      <a:lnTo>
                        <a:pt x="139" y="466"/>
                      </a:lnTo>
                      <a:lnTo>
                        <a:pt x="140" y="466"/>
                      </a:lnTo>
                      <a:lnTo>
                        <a:pt x="142" y="465"/>
                      </a:lnTo>
                      <a:lnTo>
                        <a:pt x="144" y="465"/>
                      </a:lnTo>
                      <a:lnTo>
                        <a:pt x="146" y="463"/>
                      </a:lnTo>
                      <a:lnTo>
                        <a:pt x="144" y="463"/>
                      </a:lnTo>
                      <a:lnTo>
                        <a:pt x="142" y="462"/>
                      </a:lnTo>
                      <a:lnTo>
                        <a:pt x="139" y="465"/>
                      </a:lnTo>
                      <a:lnTo>
                        <a:pt x="138" y="465"/>
                      </a:lnTo>
                      <a:lnTo>
                        <a:pt x="136" y="463"/>
                      </a:lnTo>
                      <a:lnTo>
                        <a:pt x="134" y="465"/>
                      </a:lnTo>
                      <a:lnTo>
                        <a:pt x="132" y="463"/>
                      </a:lnTo>
                      <a:lnTo>
                        <a:pt x="132" y="462"/>
                      </a:lnTo>
                      <a:lnTo>
                        <a:pt x="134" y="461"/>
                      </a:lnTo>
                      <a:lnTo>
                        <a:pt x="135" y="459"/>
                      </a:lnTo>
                      <a:lnTo>
                        <a:pt x="139" y="459"/>
                      </a:lnTo>
                      <a:lnTo>
                        <a:pt x="143" y="458"/>
                      </a:lnTo>
                      <a:lnTo>
                        <a:pt x="147" y="457"/>
                      </a:lnTo>
                      <a:lnTo>
                        <a:pt x="147" y="455"/>
                      </a:lnTo>
                      <a:lnTo>
                        <a:pt x="146" y="455"/>
                      </a:lnTo>
                      <a:lnTo>
                        <a:pt x="144" y="455"/>
                      </a:lnTo>
                      <a:lnTo>
                        <a:pt x="143" y="457"/>
                      </a:lnTo>
                      <a:lnTo>
                        <a:pt x="140" y="457"/>
                      </a:lnTo>
                      <a:lnTo>
                        <a:pt x="139" y="457"/>
                      </a:lnTo>
                      <a:lnTo>
                        <a:pt x="138" y="455"/>
                      </a:lnTo>
                      <a:lnTo>
                        <a:pt x="136" y="454"/>
                      </a:lnTo>
                      <a:lnTo>
                        <a:pt x="134" y="454"/>
                      </a:lnTo>
                      <a:lnTo>
                        <a:pt x="134" y="454"/>
                      </a:lnTo>
                      <a:lnTo>
                        <a:pt x="134" y="453"/>
                      </a:lnTo>
                      <a:lnTo>
                        <a:pt x="135" y="451"/>
                      </a:lnTo>
                      <a:lnTo>
                        <a:pt x="136" y="447"/>
                      </a:lnTo>
                      <a:lnTo>
                        <a:pt x="138" y="447"/>
                      </a:lnTo>
                      <a:lnTo>
                        <a:pt x="139" y="446"/>
                      </a:lnTo>
                      <a:lnTo>
                        <a:pt x="139" y="444"/>
                      </a:lnTo>
                      <a:lnTo>
                        <a:pt x="139" y="444"/>
                      </a:lnTo>
                      <a:lnTo>
                        <a:pt x="136" y="446"/>
                      </a:lnTo>
                      <a:lnTo>
                        <a:pt x="134" y="448"/>
                      </a:lnTo>
                      <a:lnTo>
                        <a:pt x="134" y="450"/>
                      </a:lnTo>
                      <a:lnTo>
                        <a:pt x="131" y="451"/>
                      </a:lnTo>
                      <a:lnTo>
                        <a:pt x="131" y="453"/>
                      </a:lnTo>
                      <a:lnTo>
                        <a:pt x="129" y="453"/>
                      </a:lnTo>
                      <a:lnTo>
                        <a:pt x="129" y="450"/>
                      </a:lnTo>
                      <a:lnTo>
                        <a:pt x="131" y="447"/>
                      </a:lnTo>
                      <a:lnTo>
                        <a:pt x="131" y="443"/>
                      </a:lnTo>
                      <a:lnTo>
                        <a:pt x="129" y="440"/>
                      </a:lnTo>
                      <a:lnTo>
                        <a:pt x="129" y="438"/>
                      </a:lnTo>
                      <a:lnTo>
                        <a:pt x="129" y="436"/>
                      </a:lnTo>
                      <a:lnTo>
                        <a:pt x="129" y="434"/>
                      </a:lnTo>
                      <a:lnTo>
                        <a:pt x="129" y="434"/>
                      </a:lnTo>
                      <a:lnTo>
                        <a:pt x="128" y="435"/>
                      </a:lnTo>
                      <a:lnTo>
                        <a:pt x="128" y="440"/>
                      </a:lnTo>
                      <a:lnTo>
                        <a:pt x="128" y="442"/>
                      </a:lnTo>
                      <a:lnTo>
                        <a:pt x="129" y="444"/>
                      </a:lnTo>
                      <a:lnTo>
                        <a:pt x="129" y="447"/>
                      </a:lnTo>
                      <a:lnTo>
                        <a:pt x="129" y="451"/>
                      </a:lnTo>
                      <a:lnTo>
                        <a:pt x="128" y="453"/>
                      </a:lnTo>
                      <a:lnTo>
                        <a:pt x="127" y="453"/>
                      </a:lnTo>
                      <a:lnTo>
                        <a:pt x="125" y="451"/>
                      </a:lnTo>
                      <a:lnTo>
                        <a:pt x="124" y="450"/>
                      </a:lnTo>
                      <a:lnTo>
                        <a:pt x="124" y="454"/>
                      </a:lnTo>
                      <a:lnTo>
                        <a:pt x="123" y="454"/>
                      </a:lnTo>
                      <a:lnTo>
                        <a:pt x="121" y="454"/>
                      </a:lnTo>
                      <a:lnTo>
                        <a:pt x="120" y="454"/>
                      </a:lnTo>
                      <a:lnTo>
                        <a:pt x="121" y="455"/>
                      </a:lnTo>
                      <a:lnTo>
                        <a:pt x="123" y="457"/>
                      </a:lnTo>
                      <a:lnTo>
                        <a:pt x="121" y="459"/>
                      </a:lnTo>
                      <a:lnTo>
                        <a:pt x="120" y="461"/>
                      </a:lnTo>
                      <a:lnTo>
                        <a:pt x="119" y="462"/>
                      </a:lnTo>
                      <a:lnTo>
                        <a:pt x="117" y="461"/>
                      </a:lnTo>
                      <a:lnTo>
                        <a:pt x="116" y="462"/>
                      </a:lnTo>
                      <a:lnTo>
                        <a:pt x="115" y="463"/>
                      </a:lnTo>
                      <a:lnTo>
                        <a:pt x="110" y="463"/>
                      </a:lnTo>
                      <a:lnTo>
                        <a:pt x="109" y="462"/>
                      </a:lnTo>
                      <a:lnTo>
                        <a:pt x="109" y="461"/>
                      </a:lnTo>
                      <a:lnTo>
                        <a:pt x="109" y="458"/>
                      </a:lnTo>
                      <a:lnTo>
                        <a:pt x="108" y="458"/>
                      </a:lnTo>
                      <a:lnTo>
                        <a:pt x="106" y="458"/>
                      </a:lnTo>
                      <a:lnTo>
                        <a:pt x="106" y="459"/>
                      </a:lnTo>
                      <a:lnTo>
                        <a:pt x="105" y="459"/>
                      </a:lnTo>
                      <a:lnTo>
                        <a:pt x="105" y="457"/>
                      </a:lnTo>
                      <a:lnTo>
                        <a:pt x="105" y="454"/>
                      </a:lnTo>
                      <a:lnTo>
                        <a:pt x="105" y="453"/>
                      </a:lnTo>
                      <a:lnTo>
                        <a:pt x="104" y="451"/>
                      </a:lnTo>
                      <a:lnTo>
                        <a:pt x="104" y="450"/>
                      </a:lnTo>
                      <a:lnTo>
                        <a:pt x="106" y="448"/>
                      </a:lnTo>
                      <a:lnTo>
                        <a:pt x="109" y="448"/>
                      </a:lnTo>
                      <a:lnTo>
                        <a:pt x="109" y="448"/>
                      </a:lnTo>
                      <a:lnTo>
                        <a:pt x="110" y="447"/>
                      </a:lnTo>
                      <a:lnTo>
                        <a:pt x="112" y="446"/>
                      </a:lnTo>
                      <a:lnTo>
                        <a:pt x="116" y="446"/>
                      </a:lnTo>
                      <a:lnTo>
                        <a:pt x="117" y="446"/>
                      </a:lnTo>
                      <a:lnTo>
                        <a:pt x="120" y="443"/>
                      </a:lnTo>
                      <a:lnTo>
                        <a:pt x="123" y="439"/>
                      </a:lnTo>
                      <a:lnTo>
                        <a:pt x="123" y="438"/>
                      </a:lnTo>
                      <a:lnTo>
                        <a:pt x="123" y="438"/>
                      </a:lnTo>
                      <a:lnTo>
                        <a:pt x="121" y="439"/>
                      </a:lnTo>
                      <a:lnTo>
                        <a:pt x="120" y="440"/>
                      </a:lnTo>
                      <a:lnTo>
                        <a:pt x="117" y="443"/>
                      </a:lnTo>
                      <a:lnTo>
                        <a:pt x="115" y="444"/>
                      </a:lnTo>
                      <a:lnTo>
                        <a:pt x="110" y="443"/>
                      </a:lnTo>
                      <a:lnTo>
                        <a:pt x="109" y="442"/>
                      </a:lnTo>
                      <a:lnTo>
                        <a:pt x="109" y="440"/>
                      </a:lnTo>
                      <a:lnTo>
                        <a:pt x="112" y="439"/>
                      </a:lnTo>
                      <a:lnTo>
                        <a:pt x="115" y="436"/>
                      </a:lnTo>
                      <a:lnTo>
                        <a:pt x="116" y="436"/>
                      </a:lnTo>
                      <a:lnTo>
                        <a:pt x="117" y="435"/>
                      </a:lnTo>
                      <a:lnTo>
                        <a:pt x="117" y="434"/>
                      </a:lnTo>
                      <a:lnTo>
                        <a:pt x="117" y="432"/>
                      </a:lnTo>
                      <a:lnTo>
                        <a:pt x="119" y="432"/>
                      </a:lnTo>
                      <a:lnTo>
                        <a:pt x="120" y="431"/>
                      </a:lnTo>
                      <a:lnTo>
                        <a:pt x="119" y="431"/>
                      </a:lnTo>
                      <a:lnTo>
                        <a:pt x="119" y="429"/>
                      </a:lnTo>
                      <a:lnTo>
                        <a:pt x="119" y="428"/>
                      </a:lnTo>
                      <a:lnTo>
                        <a:pt x="117" y="429"/>
                      </a:lnTo>
                      <a:lnTo>
                        <a:pt x="116" y="429"/>
                      </a:lnTo>
                      <a:lnTo>
                        <a:pt x="112" y="429"/>
                      </a:lnTo>
                      <a:lnTo>
                        <a:pt x="112" y="429"/>
                      </a:lnTo>
                      <a:lnTo>
                        <a:pt x="110" y="429"/>
                      </a:lnTo>
                      <a:lnTo>
                        <a:pt x="112" y="427"/>
                      </a:lnTo>
                      <a:lnTo>
                        <a:pt x="115" y="425"/>
                      </a:lnTo>
                      <a:lnTo>
                        <a:pt x="116" y="425"/>
                      </a:lnTo>
                      <a:lnTo>
                        <a:pt x="117" y="427"/>
                      </a:lnTo>
                      <a:lnTo>
                        <a:pt x="119" y="427"/>
                      </a:lnTo>
                      <a:lnTo>
                        <a:pt x="121" y="425"/>
                      </a:lnTo>
                      <a:lnTo>
                        <a:pt x="124" y="421"/>
                      </a:lnTo>
                      <a:lnTo>
                        <a:pt x="123" y="420"/>
                      </a:lnTo>
                      <a:lnTo>
                        <a:pt x="123" y="419"/>
                      </a:lnTo>
                      <a:lnTo>
                        <a:pt x="125" y="416"/>
                      </a:lnTo>
                      <a:lnTo>
                        <a:pt x="125" y="413"/>
                      </a:lnTo>
                      <a:lnTo>
                        <a:pt x="125" y="410"/>
                      </a:lnTo>
                      <a:lnTo>
                        <a:pt x="124" y="409"/>
                      </a:lnTo>
                      <a:lnTo>
                        <a:pt x="123" y="408"/>
                      </a:lnTo>
                      <a:lnTo>
                        <a:pt x="121" y="408"/>
                      </a:lnTo>
                      <a:lnTo>
                        <a:pt x="120" y="406"/>
                      </a:lnTo>
                      <a:lnTo>
                        <a:pt x="119" y="406"/>
                      </a:lnTo>
                      <a:lnTo>
                        <a:pt x="116" y="406"/>
                      </a:lnTo>
                      <a:lnTo>
                        <a:pt x="116" y="405"/>
                      </a:lnTo>
                      <a:lnTo>
                        <a:pt x="117" y="404"/>
                      </a:lnTo>
                      <a:lnTo>
                        <a:pt x="120" y="405"/>
                      </a:lnTo>
                      <a:lnTo>
                        <a:pt x="121" y="404"/>
                      </a:lnTo>
                      <a:lnTo>
                        <a:pt x="123" y="402"/>
                      </a:lnTo>
                      <a:lnTo>
                        <a:pt x="123" y="400"/>
                      </a:lnTo>
                      <a:lnTo>
                        <a:pt x="124" y="398"/>
                      </a:lnTo>
                      <a:lnTo>
                        <a:pt x="124" y="397"/>
                      </a:lnTo>
                      <a:lnTo>
                        <a:pt x="123" y="395"/>
                      </a:lnTo>
                      <a:lnTo>
                        <a:pt x="121" y="395"/>
                      </a:lnTo>
                      <a:lnTo>
                        <a:pt x="120" y="394"/>
                      </a:lnTo>
                      <a:lnTo>
                        <a:pt x="120" y="393"/>
                      </a:lnTo>
                      <a:lnTo>
                        <a:pt x="121" y="391"/>
                      </a:lnTo>
                      <a:lnTo>
                        <a:pt x="123" y="391"/>
                      </a:lnTo>
                      <a:lnTo>
                        <a:pt x="123" y="390"/>
                      </a:lnTo>
                      <a:lnTo>
                        <a:pt x="120" y="387"/>
                      </a:lnTo>
                      <a:lnTo>
                        <a:pt x="120" y="385"/>
                      </a:lnTo>
                      <a:lnTo>
                        <a:pt x="121" y="385"/>
                      </a:lnTo>
                      <a:lnTo>
                        <a:pt x="123" y="386"/>
                      </a:lnTo>
                      <a:lnTo>
                        <a:pt x="123" y="385"/>
                      </a:lnTo>
                      <a:lnTo>
                        <a:pt x="121" y="383"/>
                      </a:lnTo>
                      <a:lnTo>
                        <a:pt x="121" y="382"/>
                      </a:lnTo>
                      <a:lnTo>
                        <a:pt x="123" y="379"/>
                      </a:lnTo>
                      <a:lnTo>
                        <a:pt x="123" y="376"/>
                      </a:lnTo>
                      <a:lnTo>
                        <a:pt x="121" y="375"/>
                      </a:lnTo>
                      <a:lnTo>
                        <a:pt x="121" y="372"/>
                      </a:lnTo>
                      <a:lnTo>
                        <a:pt x="120" y="371"/>
                      </a:lnTo>
                      <a:lnTo>
                        <a:pt x="121" y="370"/>
                      </a:lnTo>
                      <a:lnTo>
                        <a:pt x="123" y="367"/>
                      </a:lnTo>
                      <a:lnTo>
                        <a:pt x="121" y="367"/>
                      </a:lnTo>
                      <a:lnTo>
                        <a:pt x="120" y="367"/>
                      </a:lnTo>
                      <a:lnTo>
                        <a:pt x="117" y="370"/>
                      </a:lnTo>
                      <a:lnTo>
                        <a:pt x="116" y="370"/>
                      </a:lnTo>
                      <a:lnTo>
                        <a:pt x="115" y="370"/>
                      </a:lnTo>
                      <a:lnTo>
                        <a:pt x="113" y="371"/>
                      </a:lnTo>
                      <a:lnTo>
                        <a:pt x="112" y="370"/>
                      </a:lnTo>
                      <a:lnTo>
                        <a:pt x="113" y="370"/>
                      </a:lnTo>
                      <a:lnTo>
                        <a:pt x="116" y="367"/>
                      </a:lnTo>
                      <a:lnTo>
                        <a:pt x="117" y="367"/>
                      </a:lnTo>
                      <a:lnTo>
                        <a:pt x="119" y="366"/>
                      </a:lnTo>
                      <a:lnTo>
                        <a:pt x="119" y="363"/>
                      </a:lnTo>
                      <a:lnTo>
                        <a:pt x="121" y="361"/>
                      </a:lnTo>
                      <a:lnTo>
                        <a:pt x="124" y="360"/>
                      </a:lnTo>
                      <a:lnTo>
                        <a:pt x="124" y="359"/>
                      </a:lnTo>
                      <a:lnTo>
                        <a:pt x="124" y="356"/>
                      </a:lnTo>
                      <a:lnTo>
                        <a:pt x="123" y="355"/>
                      </a:lnTo>
                      <a:lnTo>
                        <a:pt x="121" y="353"/>
                      </a:lnTo>
                      <a:lnTo>
                        <a:pt x="120" y="351"/>
                      </a:lnTo>
                      <a:lnTo>
                        <a:pt x="120" y="349"/>
                      </a:lnTo>
                      <a:lnTo>
                        <a:pt x="119" y="349"/>
                      </a:lnTo>
                      <a:lnTo>
                        <a:pt x="117" y="348"/>
                      </a:lnTo>
                      <a:lnTo>
                        <a:pt x="117" y="347"/>
                      </a:lnTo>
                      <a:lnTo>
                        <a:pt x="119" y="345"/>
                      </a:lnTo>
                      <a:lnTo>
                        <a:pt x="117" y="344"/>
                      </a:lnTo>
                      <a:lnTo>
                        <a:pt x="117" y="341"/>
                      </a:lnTo>
                      <a:lnTo>
                        <a:pt x="116" y="338"/>
                      </a:lnTo>
                      <a:lnTo>
                        <a:pt x="112" y="334"/>
                      </a:lnTo>
                      <a:lnTo>
                        <a:pt x="112" y="334"/>
                      </a:lnTo>
                      <a:lnTo>
                        <a:pt x="110" y="332"/>
                      </a:lnTo>
                      <a:lnTo>
                        <a:pt x="109" y="332"/>
                      </a:lnTo>
                      <a:lnTo>
                        <a:pt x="109" y="330"/>
                      </a:lnTo>
                      <a:lnTo>
                        <a:pt x="110" y="329"/>
                      </a:lnTo>
                      <a:lnTo>
                        <a:pt x="113" y="328"/>
                      </a:lnTo>
                      <a:lnTo>
                        <a:pt x="115" y="326"/>
                      </a:lnTo>
                      <a:lnTo>
                        <a:pt x="116" y="325"/>
                      </a:lnTo>
                      <a:lnTo>
                        <a:pt x="115" y="323"/>
                      </a:lnTo>
                      <a:lnTo>
                        <a:pt x="113" y="323"/>
                      </a:lnTo>
                      <a:lnTo>
                        <a:pt x="113" y="323"/>
                      </a:lnTo>
                      <a:lnTo>
                        <a:pt x="115" y="322"/>
                      </a:lnTo>
                      <a:lnTo>
                        <a:pt x="116" y="319"/>
                      </a:lnTo>
                      <a:lnTo>
                        <a:pt x="117" y="318"/>
                      </a:lnTo>
                      <a:lnTo>
                        <a:pt x="117" y="317"/>
                      </a:lnTo>
                      <a:lnTo>
                        <a:pt x="116" y="315"/>
                      </a:lnTo>
                      <a:lnTo>
                        <a:pt x="117" y="314"/>
                      </a:lnTo>
                      <a:lnTo>
                        <a:pt x="116" y="313"/>
                      </a:lnTo>
                      <a:lnTo>
                        <a:pt x="115" y="311"/>
                      </a:lnTo>
                      <a:lnTo>
                        <a:pt x="112" y="309"/>
                      </a:lnTo>
                      <a:lnTo>
                        <a:pt x="109" y="307"/>
                      </a:lnTo>
                      <a:lnTo>
                        <a:pt x="109" y="304"/>
                      </a:lnTo>
                      <a:lnTo>
                        <a:pt x="108" y="303"/>
                      </a:lnTo>
                      <a:lnTo>
                        <a:pt x="106" y="304"/>
                      </a:lnTo>
                      <a:lnTo>
                        <a:pt x="106" y="306"/>
                      </a:lnTo>
                      <a:lnTo>
                        <a:pt x="105" y="306"/>
                      </a:lnTo>
                      <a:lnTo>
                        <a:pt x="104" y="304"/>
                      </a:lnTo>
                      <a:lnTo>
                        <a:pt x="104" y="303"/>
                      </a:lnTo>
                      <a:lnTo>
                        <a:pt x="102" y="302"/>
                      </a:lnTo>
                      <a:lnTo>
                        <a:pt x="100" y="300"/>
                      </a:lnTo>
                      <a:lnTo>
                        <a:pt x="98" y="299"/>
                      </a:lnTo>
                      <a:lnTo>
                        <a:pt x="98" y="298"/>
                      </a:lnTo>
                      <a:lnTo>
                        <a:pt x="97" y="299"/>
                      </a:lnTo>
                      <a:lnTo>
                        <a:pt x="96" y="299"/>
                      </a:lnTo>
                      <a:lnTo>
                        <a:pt x="96" y="298"/>
                      </a:lnTo>
                      <a:lnTo>
                        <a:pt x="96" y="295"/>
                      </a:lnTo>
                      <a:lnTo>
                        <a:pt x="93" y="292"/>
                      </a:lnTo>
                      <a:lnTo>
                        <a:pt x="90" y="291"/>
                      </a:lnTo>
                      <a:lnTo>
                        <a:pt x="89" y="291"/>
                      </a:lnTo>
                      <a:lnTo>
                        <a:pt x="87" y="292"/>
                      </a:lnTo>
                      <a:lnTo>
                        <a:pt x="86" y="291"/>
                      </a:lnTo>
                      <a:lnTo>
                        <a:pt x="82" y="288"/>
                      </a:lnTo>
                      <a:lnTo>
                        <a:pt x="78" y="287"/>
                      </a:lnTo>
                      <a:lnTo>
                        <a:pt x="76" y="284"/>
                      </a:lnTo>
                      <a:lnTo>
                        <a:pt x="74" y="284"/>
                      </a:lnTo>
                      <a:lnTo>
                        <a:pt x="71" y="284"/>
                      </a:lnTo>
                      <a:lnTo>
                        <a:pt x="70" y="285"/>
                      </a:lnTo>
                      <a:lnTo>
                        <a:pt x="67" y="288"/>
                      </a:lnTo>
                      <a:lnTo>
                        <a:pt x="66" y="291"/>
                      </a:lnTo>
                      <a:lnTo>
                        <a:pt x="64" y="292"/>
                      </a:lnTo>
                      <a:lnTo>
                        <a:pt x="64" y="289"/>
                      </a:lnTo>
                      <a:lnTo>
                        <a:pt x="66" y="287"/>
                      </a:lnTo>
                      <a:lnTo>
                        <a:pt x="64" y="284"/>
                      </a:lnTo>
                      <a:lnTo>
                        <a:pt x="64" y="284"/>
                      </a:lnTo>
                      <a:lnTo>
                        <a:pt x="62" y="283"/>
                      </a:lnTo>
                      <a:lnTo>
                        <a:pt x="60" y="285"/>
                      </a:lnTo>
                      <a:lnTo>
                        <a:pt x="60" y="287"/>
                      </a:lnTo>
                      <a:lnTo>
                        <a:pt x="57" y="288"/>
                      </a:lnTo>
                      <a:lnTo>
                        <a:pt x="56" y="287"/>
                      </a:lnTo>
                      <a:lnTo>
                        <a:pt x="55" y="284"/>
                      </a:lnTo>
                      <a:lnTo>
                        <a:pt x="53" y="283"/>
                      </a:lnTo>
                      <a:lnTo>
                        <a:pt x="53" y="285"/>
                      </a:lnTo>
                      <a:lnTo>
                        <a:pt x="52" y="289"/>
                      </a:lnTo>
                      <a:lnTo>
                        <a:pt x="51" y="291"/>
                      </a:lnTo>
                      <a:lnTo>
                        <a:pt x="48" y="289"/>
                      </a:lnTo>
                      <a:lnTo>
                        <a:pt x="48" y="287"/>
                      </a:lnTo>
                      <a:lnTo>
                        <a:pt x="49" y="284"/>
                      </a:lnTo>
                      <a:lnTo>
                        <a:pt x="52" y="283"/>
                      </a:lnTo>
                      <a:lnTo>
                        <a:pt x="51" y="281"/>
                      </a:lnTo>
                      <a:lnTo>
                        <a:pt x="49" y="281"/>
                      </a:lnTo>
                      <a:lnTo>
                        <a:pt x="48" y="281"/>
                      </a:lnTo>
                      <a:lnTo>
                        <a:pt x="45" y="283"/>
                      </a:lnTo>
                      <a:lnTo>
                        <a:pt x="44" y="283"/>
                      </a:lnTo>
                      <a:lnTo>
                        <a:pt x="43" y="284"/>
                      </a:lnTo>
                      <a:lnTo>
                        <a:pt x="43" y="285"/>
                      </a:lnTo>
                      <a:lnTo>
                        <a:pt x="41" y="284"/>
                      </a:lnTo>
                      <a:lnTo>
                        <a:pt x="41" y="281"/>
                      </a:lnTo>
                      <a:lnTo>
                        <a:pt x="41" y="280"/>
                      </a:lnTo>
                      <a:lnTo>
                        <a:pt x="40" y="277"/>
                      </a:lnTo>
                      <a:lnTo>
                        <a:pt x="40" y="277"/>
                      </a:lnTo>
                      <a:lnTo>
                        <a:pt x="38" y="277"/>
                      </a:lnTo>
                      <a:lnTo>
                        <a:pt x="37" y="279"/>
                      </a:lnTo>
                      <a:lnTo>
                        <a:pt x="37" y="283"/>
                      </a:lnTo>
                      <a:lnTo>
                        <a:pt x="36" y="283"/>
                      </a:lnTo>
                      <a:lnTo>
                        <a:pt x="36" y="285"/>
                      </a:lnTo>
                      <a:lnTo>
                        <a:pt x="36" y="289"/>
                      </a:lnTo>
                      <a:lnTo>
                        <a:pt x="36" y="291"/>
                      </a:lnTo>
                      <a:lnTo>
                        <a:pt x="36" y="292"/>
                      </a:lnTo>
                      <a:lnTo>
                        <a:pt x="33" y="291"/>
                      </a:lnTo>
                      <a:lnTo>
                        <a:pt x="30" y="288"/>
                      </a:lnTo>
                      <a:lnTo>
                        <a:pt x="28" y="287"/>
                      </a:lnTo>
                      <a:lnTo>
                        <a:pt x="25" y="285"/>
                      </a:lnTo>
                      <a:lnTo>
                        <a:pt x="24" y="283"/>
                      </a:lnTo>
                      <a:lnTo>
                        <a:pt x="21" y="281"/>
                      </a:lnTo>
                      <a:lnTo>
                        <a:pt x="21" y="280"/>
                      </a:lnTo>
                      <a:lnTo>
                        <a:pt x="22" y="280"/>
                      </a:lnTo>
                      <a:lnTo>
                        <a:pt x="19" y="279"/>
                      </a:lnTo>
                      <a:lnTo>
                        <a:pt x="18" y="275"/>
                      </a:lnTo>
                      <a:lnTo>
                        <a:pt x="17" y="273"/>
                      </a:lnTo>
                      <a:lnTo>
                        <a:pt x="14" y="270"/>
                      </a:lnTo>
                      <a:lnTo>
                        <a:pt x="14" y="266"/>
                      </a:lnTo>
                      <a:lnTo>
                        <a:pt x="15" y="265"/>
                      </a:lnTo>
                      <a:lnTo>
                        <a:pt x="19" y="265"/>
                      </a:lnTo>
                      <a:lnTo>
                        <a:pt x="21" y="264"/>
                      </a:lnTo>
                      <a:lnTo>
                        <a:pt x="22" y="262"/>
                      </a:lnTo>
                      <a:lnTo>
                        <a:pt x="26" y="262"/>
                      </a:lnTo>
                      <a:lnTo>
                        <a:pt x="28" y="264"/>
                      </a:lnTo>
                      <a:lnTo>
                        <a:pt x="29" y="262"/>
                      </a:lnTo>
                      <a:lnTo>
                        <a:pt x="30" y="261"/>
                      </a:lnTo>
                      <a:lnTo>
                        <a:pt x="30" y="260"/>
                      </a:lnTo>
                      <a:lnTo>
                        <a:pt x="28" y="260"/>
                      </a:lnTo>
                      <a:lnTo>
                        <a:pt x="24" y="258"/>
                      </a:lnTo>
                      <a:lnTo>
                        <a:pt x="22" y="258"/>
                      </a:lnTo>
                      <a:lnTo>
                        <a:pt x="21" y="260"/>
                      </a:lnTo>
                      <a:lnTo>
                        <a:pt x="17" y="256"/>
                      </a:lnTo>
                      <a:lnTo>
                        <a:pt x="17" y="251"/>
                      </a:lnTo>
                      <a:lnTo>
                        <a:pt x="18" y="250"/>
                      </a:lnTo>
                      <a:lnTo>
                        <a:pt x="21" y="249"/>
                      </a:lnTo>
                      <a:lnTo>
                        <a:pt x="22" y="246"/>
                      </a:lnTo>
                      <a:lnTo>
                        <a:pt x="22" y="245"/>
                      </a:lnTo>
                      <a:lnTo>
                        <a:pt x="21" y="245"/>
                      </a:lnTo>
                      <a:lnTo>
                        <a:pt x="19" y="245"/>
                      </a:lnTo>
                      <a:lnTo>
                        <a:pt x="18" y="249"/>
                      </a:lnTo>
                      <a:lnTo>
                        <a:pt x="17" y="249"/>
                      </a:lnTo>
                      <a:lnTo>
                        <a:pt x="15" y="249"/>
                      </a:lnTo>
                      <a:lnTo>
                        <a:pt x="14" y="251"/>
                      </a:lnTo>
                      <a:lnTo>
                        <a:pt x="10" y="250"/>
                      </a:lnTo>
                      <a:lnTo>
                        <a:pt x="10" y="247"/>
                      </a:lnTo>
                      <a:lnTo>
                        <a:pt x="10" y="245"/>
                      </a:lnTo>
                      <a:lnTo>
                        <a:pt x="13" y="245"/>
                      </a:lnTo>
                      <a:lnTo>
                        <a:pt x="11" y="243"/>
                      </a:lnTo>
                      <a:lnTo>
                        <a:pt x="10" y="243"/>
                      </a:lnTo>
                      <a:lnTo>
                        <a:pt x="9" y="243"/>
                      </a:lnTo>
                      <a:lnTo>
                        <a:pt x="9" y="242"/>
                      </a:lnTo>
                      <a:lnTo>
                        <a:pt x="9" y="239"/>
                      </a:lnTo>
                      <a:lnTo>
                        <a:pt x="10" y="238"/>
                      </a:lnTo>
                      <a:lnTo>
                        <a:pt x="11" y="238"/>
                      </a:lnTo>
                      <a:lnTo>
                        <a:pt x="13" y="237"/>
                      </a:lnTo>
                      <a:lnTo>
                        <a:pt x="14" y="237"/>
                      </a:lnTo>
                      <a:lnTo>
                        <a:pt x="15" y="238"/>
                      </a:lnTo>
                      <a:lnTo>
                        <a:pt x="15" y="235"/>
                      </a:lnTo>
                      <a:lnTo>
                        <a:pt x="19" y="234"/>
                      </a:lnTo>
                      <a:lnTo>
                        <a:pt x="25" y="234"/>
                      </a:lnTo>
                      <a:lnTo>
                        <a:pt x="28" y="237"/>
                      </a:lnTo>
                      <a:lnTo>
                        <a:pt x="33" y="237"/>
                      </a:lnTo>
                      <a:lnTo>
                        <a:pt x="37" y="239"/>
                      </a:lnTo>
                      <a:lnTo>
                        <a:pt x="41" y="239"/>
                      </a:lnTo>
                      <a:lnTo>
                        <a:pt x="44" y="241"/>
                      </a:lnTo>
                      <a:lnTo>
                        <a:pt x="49" y="243"/>
                      </a:lnTo>
                      <a:lnTo>
                        <a:pt x="51" y="243"/>
                      </a:lnTo>
                      <a:lnTo>
                        <a:pt x="52" y="243"/>
                      </a:lnTo>
                      <a:lnTo>
                        <a:pt x="56" y="242"/>
                      </a:lnTo>
                      <a:lnTo>
                        <a:pt x="53" y="242"/>
                      </a:lnTo>
                      <a:lnTo>
                        <a:pt x="51" y="242"/>
                      </a:lnTo>
                      <a:lnTo>
                        <a:pt x="47" y="241"/>
                      </a:lnTo>
                      <a:lnTo>
                        <a:pt x="43" y="237"/>
                      </a:lnTo>
                      <a:lnTo>
                        <a:pt x="40" y="237"/>
                      </a:lnTo>
                      <a:lnTo>
                        <a:pt x="36" y="237"/>
                      </a:lnTo>
                      <a:lnTo>
                        <a:pt x="33" y="234"/>
                      </a:lnTo>
                      <a:lnTo>
                        <a:pt x="33" y="232"/>
                      </a:lnTo>
                      <a:lnTo>
                        <a:pt x="38" y="231"/>
                      </a:lnTo>
                      <a:lnTo>
                        <a:pt x="43" y="232"/>
                      </a:lnTo>
                      <a:lnTo>
                        <a:pt x="48" y="232"/>
                      </a:lnTo>
                      <a:lnTo>
                        <a:pt x="52" y="234"/>
                      </a:lnTo>
                      <a:lnTo>
                        <a:pt x="55" y="237"/>
                      </a:lnTo>
                      <a:lnTo>
                        <a:pt x="56" y="237"/>
                      </a:lnTo>
                      <a:lnTo>
                        <a:pt x="57" y="238"/>
                      </a:lnTo>
                      <a:lnTo>
                        <a:pt x="59" y="239"/>
                      </a:lnTo>
                      <a:lnTo>
                        <a:pt x="59" y="238"/>
                      </a:lnTo>
                      <a:lnTo>
                        <a:pt x="59" y="237"/>
                      </a:lnTo>
                      <a:lnTo>
                        <a:pt x="59" y="234"/>
                      </a:lnTo>
                      <a:lnTo>
                        <a:pt x="62" y="232"/>
                      </a:lnTo>
                      <a:lnTo>
                        <a:pt x="63" y="232"/>
                      </a:lnTo>
                      <a:lnTo>
                        <a:pt x="62" y="228"/>
                      </a:lnTo>
                      <a:lnTo>
                        <a:pt x="60" y="227"/>
                      </a:lnTo>
                      <a:lnTo>
                        <a:pt x="59" y="227"/>
                      </a:lnTo>
                      <a:lnTo>
                        <a:pt x="57" y="226"/>
                      </a:lnTo>
                      <a:lnTo>
                        <a:pt x="59" y="224"/>
                      </a:lnTo>
                      <a:lnTo>
                        <a:pt x="56" y="224"/>
                      </a:lnTo>
                      <a:lnTo>
                        <a:pt x="55" y="224"/>
                      </a:lnTo>
                      <a:lnTo>
                        <a:pt x="52" y="226"/>
                      </a:lnTo>
                      <a:lnTo>
                        <a:pt x="49" y="227"/>
                      </a:lnTo>
                      <a:lnTo>
                        <a:pt x="45" y="226"/>
                      </a:lnTo>
                      <a:lnTo>
                        <a:pt x="43" y="224"/>
                      </a:lnTo>
                      <a:lnTo>
                        <a:pt x="43" y="223"/>
                      </a:lnTo>
                      <a:lnTo>
                        <a:pt x="43" y="223"/>
                      </a:lnTo>
                      <a:lnTo>
                        <a:pt x="40" y="219"/>
                      </a:lnTo>
                      <a:lnTo>
                        <a:pt x="38" y="219"/>
                      </a:lnTo>
                      <a:lnTo>
                        <a:pt x="38" y="220"/>
                      </a:lnTo>
                      <a:lnTo>
                        <a:pt x="38" y="222"/>
                      </a:lnTo>
                      <a:lnTo>
                        <a:pt x="40" y="223"/>
                      </a:lnTo>
                      <a:lnTo>
                        <a:pt x="40" y="226"/>
                      </a:lnTo>
                      <a:lnTo>
                        <a:pt x="38" y="227"/>
                      </a:lnTo>
                      <a:lnTo>
                        <a:pt x="34" y="227"/>
                      </a:lnTo>
                      <a:lnTo>
                        <a:pt x="30" y="226"/>
                      </a:lnTo>
                      <a:lnTo>
                        <a:pt x="26" y="222"/>
                      </a:lnTo>
                      <a:lnTo>
                        <a:pt x="28" y="220"/>
                      </a:lnTo>
                      <a:lnTo>
                        <a:pt x="30" y="219"/>
                      </a:lnTo>
                      <a:lnTo>
                        <a:pt x="34" y="217"/>
                      </a:lnTo>
                      <a:lnTo>
                        <a:pt x="34" y="216"/>
                      </a:lnTo>
                      <a:lnTo>
                        <a:pt x="33" y="216"/>
                      </a:lnTo>
                      <a:lnTo>
                        <a:pt x="30" y="217"/>
                      </a:lnTo>
                      <a:lnTo>
                        <a:pt x="28" y="219"/>
                      </a:lnTo>
                      <a:lnTo>
                        <a:pt x="25" y="217"/>
                      </a:lnTo>
                      <a:lnTo>
                        <a:pt x="25" y="216"/>
                      </a:lnTo>
                      <a:lnTo>
                        <a:pt x="26" y="215"/>
                      </a:lnTo>
                      <a:lnTo>
                        <a:pt x="29" y="213"/>
                      </a:lnTo>
                      <a:lnTo>
                        <a:pt x="30" y="212"/>
                      </a:lnTo>
                      <a:lnTo>
                        <a:pt x="33" y="209"/>
                      </a:lnTo>
                      <a:lnTo>
                        <a:pt x="32" y="208"/>
                      </a:lnTo>
                      <a:lnTo>
                        <a:pt x="30" y="207"/>
                      </a:lnTo>
                      <a:lnTo>
                        <a:pt x="30" y="208"/>
                      </a:lnTo>
                      <a:lnTo>
                        <a:pt x="29" y="209"/>
                      </a:lnTo>
                      <a:lnTo>
                        <a:pt x="26" y="211"/>
                      </a:lnTo>
                      <a:lnTo>
                        <a:pt x="22" y="212"/>
                      </a:lnTo>
                      <a:lnTo>
                        <a:pt x="21" y="212"/>
                      </a:lnTo>
                      <a:lnTo>
                        <a:pt x="19" y="209"/>
                      </a:lnTo>
                      <a:lnTo>
                        <a:pt x="19" y="208"/>
                      </a:lnTo>
                      <a:lnTo>
                        <a:pt x="21" y="207"/>
                      </a:lnTo>
                      <a:lnTo>
                        <a:pt x="22" y="205"/>
                      </a:lnTo>
                      <a:lnTo>
                        <a:pt x="22" y="204"/>
                      </a:lnTo>
                      <a:lnTo>
                        <a:pt x="21" y="204"/>
                      </a:lnTo>
                      <a:lnTo>
                        <a:pt x="18" y="204"/>
                      </a:lnTo>
                      <a:lnTo>
                        <a:pt x="17" y="203"/>
                      </a:lnTo>
                      <a:lnTo>
                        <a:pt x="14" y="197"/>
                      </a:lnTo>
                      <a:lnTo>
                        <a:pt x="13" y="196"/>
                      </a:lnTo>
                      <a:lnTo>
                        <a:pt x="10" y="194"/>
                      </a:lnTo>
                      <a:lnTo>
                        <a:pt x="10" y="193"/>
                      </a:lnTo>
                      <a:lnTo>
                        <a:pt x="11" y="192"/>
                      </a:lnTo>
                      <a:lnTo>
                        <a:pt x="14" y="190"/>
                      </a:lnTo>
                      <a:lnTo>
                        <a:pt x="15" y="189"/>
                      </a:lnTo>
                      <a:lnTo>
                        <a:pt x="15" y="188"/>
                      </a:lnTo>
                      <a:lnTo>
                        <a:pt x="17" y="188"/>
                      </a:lnTo>
                      <a:lnTo>
                        <a:pt x="18" y="189"/>
                      </a:lnTo>
                      <a:lnTo>
                        <a:pt x="18" y="188"/>
                      </a:lnTo>
                      <a:lnTo>
                        <a:pt x="17" y="186"/>
                      </a:lnTo>
                      <a:lnTo>
                        <a:pt x="14" y="186"/>
                      </a:lnTo>
                      <a:lnTo>
                        <a:pt x="13" y="185"/>
                      </a:lnTo>
                      <a:lnTo>
                        <a:pt x="14" y="184"/>
                      </a:lnTo>
                      <a:lnTo>
                        <a:pt x="17" y="184"/>
                      </a:lnTo>
                      <a:lnTo>
                        <a:pt x="21" y="182"/>
                      </a:lnTo>
                      <a:lnTo>
                        <a:pt x="21" y="181"/>
                      </a:lnTo>
                      <a:lnTo>
                        <a:pt x="21" y="178"/>
                      </a:lnTo>
                      <a:lnTo>
                        <a:pt x="24" y="178"/>
                      </a:lnTo>
                      <a:lnTo>
                        <a:pt x="25" y="177"/>
                      </a:lnTo>
                      <a:lnTo>
                        <a:pt x="26" y="177"/>
                      </a:lnTo>
                      <a:lnTo>
                        <a:pt x="28" y="178"/>
                      </a:lnTo>
                      <a:lnTo>
                        <a:pt x="30" y="177"/>
                      </a:lnTo>
                      <a:lnTo>
                        <a:pt x="32" y="175"/>
                      </a:lnTo>
                      <a:lnTo>
                        <a:pt x="33" y="175"/>
                      </a:lnTo>
                      <a:lnTo>
                        <a:pt x="36" y="177"/>
                      </a:lnTo>
                      <a:lnTo>
                        <a:pt x="36" y="177"/>
                      </a:lnTo>
                      <a:lnTo>
                        <a:pt x="36" y="178"/>
                      </a:lnTo>
                      <a:lnTo>
                        <a:pt x="38" y="177"/>
                      </a:lnTo>
                      <a:lnTo>
                        <a:pt x="38" y="175"/>
                      </a:lnTo>
                      <a:lnTo>
                        <a:pt x="41" y="174"/>
                      </a:lnTo>
                      <a:lnTo>
                        <a:pt x="43" y="175"/>
                      </a:lnTo>
                      <a:lnTo>
                        <a:pt x="43" y="175"/>
                      </a:lnTo>
                      <a:lnTo>
                        <a:pt x="45" y="174"/>
                      </a:lnTo>
                      <a:lnTo>
                        <a:pt x="45" y="174"/>
                      </a:lnTo>
                      <a:lnTo>
                        <a:pt x="48" y="174"/>
                      </a:lnTo>
                      <a:lnTo>
                        <a:pt x="59" y="171"/>
                      </a:lnTo>
                      <a:lnTo>
                        <a:pt x="60" y="171"/>
                      </a:lnTo>
                      <a:lnTo>
                        <a:pt x="62" y="173"/>
                      </a:lnTo>
                      <a:lnTo>
                        <a:pt x="63" y="171"/>
                      </a:lnTo>
                      <a:lnTo>
                        <a:pt x="62" y="170"/>
                      </a:lnTo>
                      <a:lnTo>
                        <a:pt x="62" y="169"/>
                      </a:lnTo>
                      <a:lnTo>
                        <a:pt x="66" y="166"/>
                      </a:lnTo>
                      <a:lnTo>
                        <a:pt x="70" y="166"/>
                      </a:lnTo>
                      <a:lnTo>
                        <a:pt x="72" y="166"/>
                      </a:lnTo>
                      <a:lnTo>
                        <a:pt x="74" y="167"/>
                      </a:lnTo>
                      <a:lnTo>
                        <a:pt x="76" y="167"/>
                      </a:lnTo>
                      <a:lnTo>
                        <a:pt x="79" y="166"/>
                      </a:lnTo>
                      <a:lnTo>
                        <a:pt x="82" y="165"/>
                      </a:lnTo>
                      <a:lnTo>
                        <a:pt x="86" y="166"/>
                      </a:lnTo>
                      <a:lnTo>
                        <a:pt x="87" y="167"/>
                      </a:lnTo>
                      <a:lnTo>
                        <a:pt x="90" y="167"/>
                      </a:lnTo>
                      <a:lnTo>
                        <a:pt x="91" y="169"/>
                      </a:lnTo>
                      <a:lnTo>
                        <a:pt x="94" y="171"/>
                      </a:lnTo>
                      <a:lnTo>
                        <a:pt x="96" y="170"/>
                      </a:lnTo>
                      <a:lnTo>
                        <a:pt x="97" y="170"/>
                      </a:lnTo>
                      <a:lnTo>
                        <a:pt x="98" y="169"/>
                      </a:lnTo>
                      <a:lnTo>
                        <a:pt x="100" y="166"/>
                      </a:lnTo>
                      <a:lnTo>
                        <a:pt x="102" y="163"/>
                      </a:lnTo>
                      <a:lnTo>
                        <a:pt x="104" y="160"/>
                      </a:lnTo>
                      <a:lnTo>
                        <a:pt x="108" y="159"/>
                      </a:lnTo>
                      <a:lnTo>
                        <a:pt x="108" y="158"/>
                      </a:lnTo>
                      <a:lnTo>
                        <a:pt x="110" y="154"/>
                      </a:lnTo>
                      <a:lnTo>
                        <a:pt x="113" y="152"/>
                      </a:lnTo>
                      <a:lnTo>
                        <a:pt x="115" y="150"/>
                      </a:lnTo>
                      <a:lnTo>
                        <a:pt x="112" y="150"/>
                      </a:lnTo>
                      <a:lnTo>
                        <a:pt x="112" y="147"/>
                      </a:lnTo>
                      <a:lnTo>
                        <a:pt x="115" y="144"/>
                      </a:lnTo>
                      <a:lnTo>
                        <a:pt x="117" y="144"/>
                      </a:lnTo>
                      <a:lnTo>
                        <a:pt x="120" y="144"/>
                      </a:lnTo>
                      <a:lnTo>
                        <a:pt x="123" y="141"/>
                      </a:lnTo>
                      <a:lnTo>
                        <a:pt x="124" y="140"/>
                      </a:lnTo>
                      <a:lnTo>
                        <a:pt x="123" y="139"/>
                      </a:lnTo>
                      <a:lnTo>
                        <a:pt x="120" y="139"/>
                      </a:lnTo>
                      <a:lnTo>
                        <a:pt x="117" y="137"/>
                      </a:lnTo>
                      <a:lnTo>
                        <a:pt x="117" y="136"/>
                      </a:lnTo>
                      <a:lnTo>
                        <a:pt x="117" y="135"/>
                      </a:lnTo>
                      <a:lnTo>
                        <a:pt x="120" y="133"/>
                      </a:lnTo>
                      <a:lnTo>
                        <a:pt x="124" y="135"/>
                      </a:lnTo>
                      <a:lnTo>
                        <a:pt x="127" y="133"/>
                      </a:lnTo>
                      <a:lnTo>
                        <a:pt x="129" y="132"/>
                      </a:lnTo>
                      <a:lnTo>
                        <a:pt x="131" y="129"/>
                      </a:lnTo>
                      <a:lnTo>
                        <a:pt x="129" y="129"/>
                      </a:lnTo>
                      <a:lnTo>
                        <a:pt x="129" y="126"/>
                      </a:lnTo>
                      <a:lnTo>
                        <a:pt x="129" y="126"/>
                      </a:lnTo>
                      <a:lnTo>
                        <a:pt x="127" y="128"/>
                      </a:lnTo>
                      <a:lnTo>
                        <a:pt x="127" y="131"/>
                      </a:lnTo>
                      <a:lnTo>
                        <a:pt x="125" y="132"/>
                      </a:lnTo>
                      <a:lnTo>
                        <a:pt x="121" y="132"/>
                      </a:lnTo>
                      <a:lnTo>
                        <a:pt x="119" y="131"/>
                      </a:lnTo>
                      <a:lnTo>
                        <a:pt x="117" y="131"/>
                      </a:lnTo>
                      <a:lnTo>
                        <a:pt x="115" y="133"/>
                      </a:lnTo>
                      <a:lnTo>
                        <a:pt x="113" y="133"/>
                      </a:lnTo>
                      <a:lnTo>
                        <a:pt x="112" y="132"/>
                      </a:lnTo>
                      <a:lnTo>
                        <a:pt x="109" y="129"/>
                      </a:lnTo>
                      <a:lnTo>
                        <a:pt x="108" y="131"/>
                      </a:lnTo>
                      <a:lnTo>
                        <a:pt x="106" y="132"/>
                      </a:lnTo>
                      <a:lnTo>
                        <a:pt x="105" y="131"/>
                      </a:lnTo>
                      <a:lnTo>
                        <a:pt x="104" y="131"/>
                      </a:lnTo>
                      <a:lnTo>
                        <a:pt x="102" y="131"/>
                      </a:lnTo>
                      <a:lnTo>
                        <a:pt x="101" y="131"/>
                      </a:lnTo>
                      <a:lnTo>
                        <a:pt x="101" y="128"/>
                      </a:lnTo>
                      <a:lnTo>
                        <a:pt x="101" y="126"/>
                      </a:lnTo>
                      <a:lnTo>
                        <a:pt x="100" y="126"/>
                      </a:lnTo>
                      <a:lnTo>
                        <a:pt x="100" y="125"/>
                      </a:lnTo>
                      <a:lnTo>
                        <a:pt x="100" y="122"/>
                      </a:lnTo>
                      <a:lnTo>
                        <a:pt x="102" y="122"/>
                      </a:lnTo>
                      <a:lnTo>
                        <a:pt x="104" y="120"/>
                      </a:lnTo>
                      <a:lnTo>
                        <a:pt x="105" y="118"/>
                      </a:lnTo>
                      <a:lnTo>
                        <a:pt x="106" y="118"/>
                      </a:lnTo>
                      <a:lnTo>
                        <a:pt x="106" y="117"/>
                      </a:lnTo>
                      <a:lnTo>
                        <a:pt x="105" y="116"/>
                      </a:lnTo>
                      <a:lnTo>
                        <a:pt x="105" y="114"/>
                      </a:lnTo>
                      <a:lnTo>
                        <a:pt x="106" y="113"/>
                      </a:lnTo>
                      <a:lnTo>
                        <a:pt x="108" y="113"/>
                      </a:lnTo>
                      <a:lnTo>
                        <a:pt x="110" y="112"/>
                      </a:lnTo>
                      <a:lnTo>
                        <a:pt x="112" y="110"/>
                      </a:lnTo>
                      <a:lnTo>
                        <a:pt x="113" y="109"/>
                      </a:lnTo>
                      <a:lnTo>
                        <a:pt x="117" y="107"/>
                      </a:lnTo>
                      <a:lnTo>
                        <a:pt x="119" y="105"/>
                      </a:lnTo>
                      <a:lnTo>
                        <a:pt x="120" y="103"/>
                      </a:lnTo>
                      <a:lnTo>
                        <a:pt x="124" y="105"/>
                      </a:lnTo>
                      <a:lnTo>
                        <a:pt x="125" y="103"/>
                      </a:lnTo>
                      <a:lnTo>
                        <a:pt x="125" y="103"/>
                      </a:lnTo>
                      <a:lnTo>
                        <a:pt x="124" y="102"/>
                      </a:lnTo>
                      <a:lnTo>
                        <a:pt x="124" y="101"/>
                      </a:lnTo>
                      <a:lnTo>
                        <a:pt x="125" y="101"/>
                      </a:lnTo>
                      <a:lnTo>
                        <a:pt x="128" y="101"/>
                      </a:lnTo>
                      <a:lnTo>
                        <a:pt x="128" y="102"/>
                      </a:lnTo>
                      <a:lnTo>
                        <a:pt x="129" y="101"/>
                      </a:lnTo>
                      <a:lnTo>
                        <a:pt x="134" y="98"/>
                      </a:lnTo>
                      <a:lnTo>
                        <a:pt x="132" y="95"/>
                      </a:lnTo>
                      <a:lnTo>
                        <a:pt x="134" y="94"/>
                      </a:lnTo>
                      <a:lnTo>
                        <a:pt x="136" y="91"/>
                      </a:lnTo>
                      <a:lnTo>
                        <a:pt x="139" y="91"/>
                      </a:lnTo>
                      <a:lnTo>
                        <a:pt x="140" y="88"/>
                      </a:lnTo>
                      <a:lnTo>
                        <a:pt x="143" y="88"/>
                      </a:lnTo>
                      <a:lnTo>
                        <a:pt x="144" y="88"/>
                      </a:lnTo>
                      <a:lnTo>
                        <a:pt x="144" y="88"/>
                      </a:lnTo>
                      <a:lnTo>
                        <a:pt x="146" y="91"/>
                      </a:lnTo>
                      <a:lnTo>
                        <a:pt x="146" y="97"/>
                      </a:lnTo>
                      <a:lnTo>
                        <a:pt x="146" y="99"/>
                      </a:lnTo>
                      <a:lnTo>
                        <a:pt x="146" y="102"/>
                      </a:lnTo>
                      <a:lnTo>
                        <a:pt x="146" y="107"/>
                      </a:lnTo>
                      <a:lnTo>
                        <a:pt x="147" y="107"/>
                      </a:lnTo>
                      <a:lnTo>
                        <a:pt x="147" y="106"/>
                      </a:lnTo>
                      <a:lnTo>
                        <a:pt x="148" y="102"/>
                      </a:lnTo>
                      <a:lnTo>
                        <a:pt x="147" y="98"/>
                      </a:lnTo>
                      <a:lnTo>
                        <a:pt x="147" y="95"/>
                      </a:lnTo>
                      <a:lnTo>
                        <a:pt x="147" y="92"/>
                      </a:lnTo>
                      <a:lnTo>
                        <a:pt x="147" y="90"/>
                      </a:lnTo>
                      <a:lnTo>
                        <a:pt x="148" y="88"/>
                      </a:lnTo>
                      <a:lnTo>
                        <a:pt x="150" y="88"/>
                      </a:lnTo>
                      <a:lnTo>
                        <a:pt x="151" y="87"/>
                      </a:lnTo>
                      <a:lnTo>
                        <a:pt x="153" y="86"/>
                      </a:lnTo>
                      <a:lnTo>
                        <a:pt x="154" y="86"/>
                      </a:lnTo>
                      <a:lnTo>
                        <a:pt x="154" y="87"/>
                      </a:lnTo>
                      <a:lnTo>
                        <a:pt x="155" y="88"/>
                      </a:lnTo>
                      <a:lnTo>
                        <a:pt x="155" y="88"/>
                      </a:lnTo>
                      <a:lnTo>
                        <a:pt x="157" y="90"/>
                      </a:lnTo>
                      <a:lnTo>
                        <a:pt x="157" y="91"/>
                      </a:lnTo>
                      <a:lnTo>
                        <a:pt x="158" y="92"/>
                      </a:lnTo>
                      <a:lnTo>
                        <a:pt x="159" y="94"/>
                      </a:lnTo>
                      <a:lnTo>
                        <a:pt x="163" y="94"/>
                      </a:lnTo>
                      <a:lnTo>
                        <a:pt x="165" y="94"/>
                      </a:lnTo>
                      <a:lnTo>
                        <a:pt x="166" y="94"/>
                      </a:lnTo>
                      <a:lnTo>
                        <a:pt x="168" y="92"/>
                      </a:lnTo>
                      <a:lnTo>
                        <a:pt x="166" y="90"/>
                      </a:lnTo>
                      <a:lnTo>
                        <a:pt x="168" y="88"/>
                      </a:lnTo>
                      <a:lnTo>
                        <a:pt x="169" y="87"/>
                      </a:lnTo>
                      <a:lnTo>
                        <a:pt x="169" y="84"/>
                      </a:lnTo>
                      <a:lnTo>
                        <a:pt x="170" y="84"/>
                      </a:lnTo>
                      <a:lnTo>
                        <a:pt x="172" y="83"/>
                      </a:lnTo>
                      <a:lnTo>
                        <a:pt x="176" y="82"/>
                      </a:lnTo>
                      <a:lnTo>
                        <a:pt x="177" y="79"/>
                      </a:lnTo>
                      <a:lnTo>
                        <a:pt x="177" y="76"/>
                      </a:lnTo>
                      <a:lnTo>
                        <a:pt x="176" y="75"/>
                      </a:lnTo>
                      <a:lnTo>
                        <a:pt x="174" y="75"/>
                      </a:lnTo>
                      <a:lnTo>
                        <a:pt x="174" y="73"/>
                      </a:lnTo>
                      <a:lnTo>
                        <a:pt x="174" y="72"/>
                      </a:lnTo>
                      <a:lnTo>
                        <a:pt x="177" y="69"/>
                      </a:lnTo>
                      <a:lnTo>
                        <a:pt x="177" y="67"/>
                      </a:lnTo>
                      <a:lnTo>
                        <a:pt x="177" y="65"/>
                      </a:lnTo>
                      <a:lnTo>
                        <a:pt x="178" y="61"/>
                      </a:lnTo>
                      <a:lnTo>
                        <a:pt x="180" y="60"/>
                      </a:lnTo>
                      <a:lnTo>
                        <a:pt x="184" y="59"/>
                      </a:lnTo>
                      <a:lnTo>
                        <a:pt x="187" y="57"/>
                      </a:lnTo>
                      <a:lnTo>
                        <a:pt x="191" y="56"/>
                      </a:lnTo>
                      <a:lnTo>
                        <a:pt x="191" y="57"/>
                      </a:lnTo>
                      <a:lnTo>
                        <a:pt x="192" y="59"/>
                      </a:lnTo>
                      <a:lnTo>
                        <a:pt x="192" y="61"/>
                      </a:lnTo>
                      <a:lnTo>
                        <a:pt x="195" y="64"/>
                      </a:lnTo>
                      <a:lnTo>
                        <a:pt x="195" y="67"/>
                      </a:lnTo>
                      <a:lnTo>
                        <a:pt x="193" y="72"/>
                      </a:lnTo>
                      <a:lnTo>
                        <a:pt x="193" y="78"/>
                      </a:lnTo>
                      <a:lnTo>
                        <a:pt x="195" y="79"/>
                      </a:lnTo>
                      <a:lnTo>
                        <a:pt x="199" y="82"/>
                      </a:lnTo>
                      <a:lnTo>
                        <a:pt x="200" y="84"/>
                      </a:lnTo>
                      <a:lnTo>
                        <a:pt x="201" y="86"/>
                      </a:lnTo>
                      <a:lnTo>
                        <a:pt x="201" y="84"/>
                      </a:lnTo>
                      <a:lnTo>
                        <a:pt x="201" y="79"/>
                      </a:lnTo>
                      <a:lnTo>
                        <a:pt x="201" y="78"/>
                      </a:lnTo>
                      <a:lnTo>
                        <a:pt x="197" y="72"/>
                      </a:lnTo>
                      <a:lnTo>
                        <a:pt x="197" y="68"/>
                      </a:lnTo>
                      <a:lnTo>
                        <a:pt x="199" y="65"/>
                      </a:lnTo>
                      <a:lnTo>
                        <a:pt x="200" y="63"/>
                      </a:lnTo>
                      <a:lnTo>
                        <a:pt x="199" y="61"/>
                      </a:lnTo>
                      <a:lnTo>
                        <a:pt x="197" y="59"/>
                      </a:lnTo>
                      <a:lnTo>
                        <a:pt x="197" y="56"/>
                      </a:lnTo>
                      <a:lnTo>
                        <a:pt x="196" y="54"/>
                      </a:lnTo>
                      <a:lnTo>
                        <a:pt x="197" y="53"/>
                      </a:lnTo>
                      <a:lnTo>
                        <a:pt x="200" y="50"/>
                      </a:lnTo>
                      <a:lnTo>
                        <a:pt x="203" y="50"/>
                      </a:lnTo>
                      <a:lnTo>
                        <a:pt x="204" y="52"/>
                      </a:lnTo>
                      <a:lnTo>
                        <a:pt x="206" y="50"/>
                      </a:lnTo>
                      <a:lnTo>
                        <a:pt x="208" y="50"/>
                      </a:lnTo>
                      <a:lnTo>
                        <a:pt x="212" y="52"/>
                      </a:lnTo>
                      <a:lnTo>
                        <a:pt x="218" y="52"/>
                      </a:lnTo>
                      <a:lnTo>
                        <a:pt x="223" y="49"/>
                      </a:lnTo>
                      <a:lnTo>
                        <a:pt x="229" y="49"/>
                      </a:lnTo>
                      <a:lnTo>
                        <a:pt x="230" y="50"/>
                      </a:lnTo>
                      <a:lnTo>
                        <a:pt x="230" y="53"/>
                      </a:lnTo>
                      <a:lnTo>
                        <a:pt x="230" y="56"/>
                      </a:lnTo>
                      <a:lnTo>
                        <a:pt x="230" y="56"/>
                      </a:lnTo>
                      <a:lnTo>
                        <a:pt x="233" y="56"/>
                      </a:lnTo>
                      <a:lnTo>
                        <a:pt x="234" y="54"/>
                      </a:lnTo>
                      <a:lnTo>
                        <a:pt x="233" y="52"/>
                      </a:lnTo>
                      <a:lnTo>
                        <a:pt x="233" y="50"/>
                      </a:lnTo>
                      <a:lnTo>
                        <a:pt x="237" y="46"/>
                      </a:lnTo>
                      <a:lnTo>
                        <a:pt x="240" y="48"/>
                      </a:lnTo>
                      <a:lnTo>
                        <a:pt x="241" y="49"/>
                      </a:lnTo>
                      <a:lnTo>
                        <a:pt x="241" y="53"/>
                      </a:lnTo>
                      <a:lnTo>
                        <a:pt x="242" y="54"/>
                      </a:lnTo>
                      <a:lnTo>
                        <a:pt x="244" y="52"/>
                      </a:lnTo>
                      <a:lnTo>
                        <a:pt x="244" y="48"/>
                      </a:lnTo>
                      <a:lnTo>
                        <a:pt x="241" y="46"/>
                      </a:lnTo>
                      <a:lnTo>
                        <a:pt x="241" y="45"/>
                      </a:lnTo>
                      <a:lnTo>
                        <a:pt x="241" y="44"/>
                      </a:lnTo>
                      <a:lnTo>
                        <a:pt x="244" y="44"/>
                      </a:lnTo>
                      <a:lnTo>
                        <a:pt x="246" y="45"/>
                      </a:lnTo>
                      <a:lnTo>
                        <a:pt x="249" y="44"/>
                      </a:lnTo>
                      <a:lnTo>
                        <a:pt x="252" y="42"/>
                      </a:lnTo>
                      <a:lnTo>
                        <a:pt x="256" y="44"/>
                      </a:lnTo>
                      <a:lnTo>
                        <a:pt x="256" y="45"/>
                      </a:lnTo>
                      <a:lnTo>
                        <a:pt x="256" y="52"/>
                      </a:lnTo>
                      <a:lnTo>
                        <a:pt x="254" y="56"/>
                      </a:lnTo>
                      <a:lnTo>
                        <a:pt x="254" y="59"/>
                      </a:lnTo>
                      <a:lnTo>
                        <a:pt x="252" y="63"/>
                      </a:lnTo>
                      <a:lnTo>
                        <a:pt x="252" y="65"/>
                      </a:lnTo>
                      <a:lnTo>
                        <a:pt x="252" y="67"/>
                      </a:lnTo>
                      <a:lnTo>
                        <a:pt x="250" y="69"/>
                      </a:lnTo>
                      <a:lnTo>
                        <a:pt x="249" y="69"/>
                      </a:lnTo>
                      <a:lnTo>
                        <a:pt x="248" y="71"/>
                      </a:lnTo>
                      <a:lnTo>
                        <a:pt x="249" y="72"/>
                      </a:lnTo>
                      <a:lnTo>
                        <a:pt x="249" y="73"/>
                      </a:lnTo>
                      <a:lnTo>
                        <a:pt x="249" y="76"/>
                      </a:lnTo>
                      <a:lnTo>
                        <a:pt x="246" y="78"/>
                      </a:lnTo>
                      <a:lnTo>
                        <a:pt x="245" y="82"/>
                      </a:lnTo>
                      <a:lnTo>
                        <a:pt x="242" y="83"/>
                      </a:lnTo>
                      <a:lnTo>
                        <a:pt x="241" y="84"/>
                      </a:lnTo>
                      <a:lnTo>
                        <a:pt x="241" y="87"/>
                      </a:lnTo>
                      <a:lnTo>
                        <a:pt x="240" y="90"/>
                      </a:lnTo>
                      <a:lnTo>
                        <a:pt x="238" y="92"/>
                      </a:lnTo>
                      <a:lnTo>
                        <a:pt x="240" y="94"/>
                      </a:lnTo>
                      <a:lnTo>
                        <a:pt x="241" y="94"/>
                      </a:lnTo>
                      <a:lnTo>
                        <a:pt x="242" y="90"/>
                      </a:lnTo>
                      <a:lnTo>
                        <a:pt x="245" y="88"/>
                      </a:lnTo>
                      <a:lnTo>
                        <a:pt x="245" y="87"/>
                      </a:lnTo>
                      <a:lnTo>
                        <a:pt x="246" y="86"/>
                      </a:lnTo>
                      <a:lnTo>
                        <a:pt x="249" y="82"/>
                      </a:lnTo>
                      <a:lnTo>
                        <a:pt x="250" y="79"/>
                      </a:lnTo>
                      <a:lnTo>
                        <a:pt x="252" y="78"/>
                      </a:lnTo>
                      <a:lnTo>
                        <a:pt x="253" y="78"/>
                      </a:lnTo>
                      <a:lnTo>
                        <a:pt x="254" y="75"/>
                      </a:lnTo>
                      <a:lnTo>
                        <a:pt x="254" y="73"/>
                      </a:lnTo>
                      <a:lnTo>
                        <a:pt x="256" y="72"/>
                      </a:lnTo>
                      <a:lnTo>
                        <a:pt x="257" y="69"/>
                      </a:lnTo>
                      <a:lnTo>
                        <a:pt x="259" y="68"/>
                      </a:lnTo>
                      <a:lnTo>
                        <a:pt x="260" y="69"/>
                      </a:lnTo>
                      <a:lnTo>
                        <a:pt x="260" y="72"/>
                      </a:lnTo>
                      <a:lnTo>
                        <a:pt x="261" y="73"/>
                      </a:lnTo>
                      <a:lnTo>
                        <a:pt x="261" y="76"/>
                      </a:lnTo>
                      <a:lnTo>
                        <a:pt x="263" y="79"/>
                      </a:lnTo>
                      <a:lnTo>
                        <a:pt x="264" y="82"/>
                      </a:lnTo>
                      <a:lnTo>
                        <a:pt x="265" y="86"/>
                      </a:lnTo>
                      <a:lnTo>
                        <a:pt x="267" y="87"/>
                      </a:lnTo>
                      <a:lnTo>
                        <a:pt x="268" y="87"/>
                      </a:lnTo>
                      <a:lnTo>
                        <a:pt x="269" y="88"/>
                      </a:lnTo>
                      <a:lnTo>
                        <a:pt x="271" y="88"/>
                      </a:lnTo>
                      <a:lnTo>
                        <a:pt x="271" y="87"/>
                      </a:lnTo>
                      <a:lnTo>
                        <a:pt x="271" y="86"/>
                      </a:lnTo>
                      <a:lnTo>
                        <a:pt x="271" y="84"/>
                      </a:lnTo>
                      <a:lnTo>
                        <a:pt x="269" y="83"/>
                      </a:lnTo>
                      <a:lnTo>
                        <a:pt x="268" y="80"/>
                      </a:lnTo>
                      <a:lnTo>
                        <a:pt x="269" y="80"/>
                      </a:lnTo>
                      <a:lnTo>
                        <a:pt x="271" y="80"/>
                      </a:lnTo>
                      <a:lnTo>
                        <a:pt x="272" y="82"/>
                      </a:lnTo>
                      <a:lnTo>
                        <a:pt x="275" y="82"/>
                      </a:lnTo>
                      <a:lnTo>
                        <a:pt x="278" y="83"/>
                      </a:lnTo>
                      <a:lnTo>
                        <a:pt x="278" y="84"/>
                      </a:lnTo>
                      <a:lnTo>
                        <a:pt x="279" y="84"/>
                      </a:lnTo>
                      <a:lnTo>
                        <a:pt x="280" y="83"/>
                      </a:lnTo>
                      <a:lnTo>
                        <a:pt x="282" y="83"/>
                      </a:lnTo>
                      <a:lnTo>
                        <a:pt x="283" y="84"/>
                      </a:lnTo>
                      <a:lnTo>
                        <a:pt x="284" y="84"/>
                      </a:lnTo>
                      <a:lnTo>
                        <a:pt x="283" y="79"/>
                      </a:lnTo>
                      <a:lnTo>
                        <a:pt x="283" y="76"/>
                      </a:lnTo>
                      <a:lnTo>
                        <a:pt x="284" y="72"/>
                      </a:lnTo>
                      <a:lnTo>
                        <a:pt x="284" y="69"/>
                      </a:lnTo>
                      <a:lnTo>
                        <a:pt x="283" y="67"/>
                      </a:lnTo>
                      <a:lnTo>
                        <a:pt x="283" y="64"/>
                      </a:lnTo>
                      <a:lnTo>
                        <a:pt x="283" y="60"/>
                      </a:lnTo>
                      <a:lnTo>
                        <a:pt x="284" y="56"/>
                      </a:lnTo>
                      <a:lnTo>
                        <a:pt x="286" y="53"/>
                      </a:lnTo>
                      <a:lnTo>
                        <a:pt x="284" y="52"/>
                      </a:lnTo>
                      <a:lnTo>
                        <a:pt x="286" y="50"/>
                      </a:lnTo>
                      <a:lnTo>
                        <a:pt x="286" y="46"/>
                      </a:lnTo>
                      <a:lnTo>
                        <a:pt x="287" y="45"/>
                      </a:lnTo>
                      <a:lnTo>
                        <a:pt x="288" y="45"/>
                      </a:lnTo>
                      <a:lnTo>
                        <a:pt x="291" y="46"/>
                      </a:lnTo>
                      <a:lnTo>
                        <a:pt x="293" y="46"/>
                      </a:lnTo>
                      <a:lnTo>
                        <a:pt x="295" y="48"/>
                      </a:lnTo>
                      <a:lnTo>
                        <a:pt x="295" y="49"/>
                      </a:lnTo>
                      <a:lnTo>
                        <a:pt x="298" y="50"/>
                      </a:lnTo>
                      <a:lnTo>
                        <a:pt x="299" y="53"/>
                      </a:lnTo>
                      <a:lnTo>
                        <a:pt x="301" y="59"/>
                      </a:lnTo>
                      <a:lnTo>
                        <a:pt x="302" y="61"/>
                      </a:lnTo>
                      <a:lnTo>
                        <a:pt x="303" y="65"/>
                      </a:lnTo>
                      <a:lnTo>
                        <a:pt x="306" y="68"/>
                      </a:lnTo>
                      <a:lnTo>
                        <a:pt x="306" y="75"/>
                      </a:lnTo>
                      <a:lnTo>
                        <a:pt x="306" y="76"/>
                      </a:lnTo>
                      <a:lnTo>
                        <a:pt x="305" y="78"/>
                      </a:lnTo>
                      <a:lnTo>
                        <a:pt x="305" y="80"/>
                      </a:lnTo>
                      <a:lnTo>
                        <a:pt x="305" y="83"/>
                      </a:lnTo>
                      <a:lnTo>
                        <a:pt x="306" y="84"/>
                      </a:lnTo>
                      <a:lnTo>
                        <a:pt x="307" y="88"/>
                      </a:lnTo>
                      <a:lnTo>
                        <a:pt x="307" y="92"/>
                      </a:lnTo>
                      <a:lnTo>
                        <a:pt x="307" y="95"/>
                      </a:lnTo>
                      <a:lnTo>
                        <a:pt x="309" y="97"/>
                      </a:lnTo>
                      <a:lnTo>
                        <a:pt x="312" y="97"/>
                      </a:lnTo>
                      <a:lnTo>
                        <a:pt x="314" y="99"/>
                      </a:lnTo>
                      <a:lnTo>
                        <a:pt x="317" y="99"/>
                      </a:lnTo>
                      <a:lnTo>
                        <a:pt x="320" y="98"/>
                      </a:lnTo>
                      <a:lnTo>
                        <a:pt x="321" y="94"/>
                      </a:lnTo>
                      <a:lnTo>
                        <a:pt x="322" y="92"/>
                      </a:lnTo>
                      <a:lnTo>
                        <a:pt x="324" y="94"/>
                      </a:lnTo>
                      <a:lnTo>
                        <a:pt x="324" y="95"/>
                      </a:lnTo>
                      <a:lnTo>
                        <a:pt x="324" y="98"/>
                      </a:lnTo>
                      <a:lnTo>
                        <a:pt x="325" y="97"/>
                      </a:lnTo>
                      <a:lnTo>
                        <a:pt x="326" y="97"/>
                      </a:lnTo>
                      <a:lnTo>
                        <a:pt x="328" y="98"/>
                      </a:lnTo>
                      <a:lnTo>
                        <a:pt x="329" y="99"/>
                      </a:lnTo>
                      <a:lnTo>
                        <a:pt x="329" y="101"/>
                      </a:lnTo>
                      <a:lnTo>
                        <a:pt x="331" y="102"/>
                      </a:lnTo>
                      <a:lnTo>
                        <a:pt x="332" y="102"/>
                      </a:lnTo>
                      <a:lnTo>
                        <a:pt x="333" y="103"/>
                      </a:lnTo>
                      <a:lnTo>
                        <a:pt x="336" y="103"/>
                      </a:lnTo>
                      <a:lnTo>
                        <a:pt x="337" y="102"/>
                      </a:lnTo>
                      <a:lnTo>
                        <a:pt x="336" y="102"/>
                      </a:lnTo>
                      <a:lnTo>
                        <a:pt x="333" y="99"/>
                      </a:lnTo>
                      <a:lnTo>
                        <a:pt x="333" y="98"/>
                      </a:lnTo>
                      <a:lnTo>
                        <a:pt x="333" y="97"/>
                      </a:lnTo>
                      <a:lnTo>
                        <a:pt x="331" y="97"/>
                      </a:lnTo>
                      <a:lnTo>
                        <a:pt x="329" y="95"/>
                      </a:lnTo>
                      <a:lnTo>
                        <a:pt x="331" y="92"/>
                      </a:lnTo>
                      <a:lnTo>
                        <a:pt x="329" y="90"/>
                      </a:lnTo>
                      <a:lnTo>
                        <a:pt x="325" y="88"/>
                      </a:lnTo>
                      <a:lnTo>
                        <a:pt x="325" y="86"/>
                      </a:lnTo>
                      <a:lnTo>
                        <a:pt x="325" y="83"/>
                      </a:lnTo>
                      <a:lnTo>
                        <a:pt x="324" y="80"/>
                      </a:lnTo>
                      <a:lnTo>
                        <a:pt x="324" y="79"/>
                      </a:lnTo>
                      <a:lnTo>
                        <a:pt x="324" y="75"/>
                      </a:lnTo>
                      <a:lnTo>
                        <a:pt x="324" y="72"/>
                      </a:lnTo>
                      <a:lnTo>
                        <a:pt x="321" y="69"/>
                      </a:lnTo>
                      <a:lnTo>
                        <a:pt x="321" y="67"/>
                      </a:lnTo>
                      <a:lnTo>
                        <a:pt x="322" y="65"/>
                      </a:lnTo>
                      <a:lnTo>
                        <a:pt x="321" y="61"/>
                      </a:lnTo>
                      <a:lnTo>
                        <a:pt x="320" y="60"/>
                      </a:lnTo>
                      <a:lnTo>
                        <a:pt x="321" y="57"/>
                      </a:lnTo>
                      <a:lnTo>
                        <a:pt x="320" y="53"/>
                      </a:lnTo>
                      <a:lnTo>
                        <a:pt x="318" y="50"/>
                      </a:lnTo>
                      <a:lnTo>
                        <a:pt x="318" y="49"/>
                      </a:lnTo>
                      <a:lnTo>
                        <a:pt x="317" y="46"/>
                      </a:lnTo>
                      <a:lnTo>
                        <a:pt x="317" y="42"/>
                      </a:lnTo>
                      <a:lnTo>
                        <a:pt x="318" y="41"/>
                      </a:lnTo>
                      <a:lnTo>
                        <a:pt x="322" y="42"/>
                      </a:lnTo>
                      <a:lnTo>
                        <a:pt x="324" y="44"/>
                      </a:lnTo>
                      <a:lnTo>
                        <a:pt x="325" y="44"/>
                      </a:lnTo>
                      <a:lnTo>
                        <a:pt x="326" y="42"/>
                      </a:lnTo>
                      <a:lnTo>
                        <a:pt x="328" y="42"/>
                      </a:lnTo>
                      <a:lnTo>
                        <a:pt x="332" y="48"/>
                      </a:lnTo>
                      <a:lnTo>
                        <a:pt x="336" y="50"/>
                      </a:lnTo>
                      <a:lnTo>
                        <a:pt x="337" y="49"/>
                      </a:lnTo>
                      <a:lnTo>
                        <a:pt x="337" y="46"/>
                      </a:lnTo>
                      <a:lnTo>
                        <a:pt x="336" y="45"/>
                      </a:lnTo>
                      <a:lnTo>
                        <a:pt x="337" y="41"/>
                      </a:lnTo>
                      <a:lnTo>
                        <a:pt x="339" y="41"/>
                      </a:lnTo>
                      <a:lnTo>
                        <a:pt x="341" y="41"/>
                      </a:lnTo>
                      <a:lnTo>
                        <a:pt x="344" y="41"/>
                      </a:lnTo>
                      <a:lnTo>
                        <a:pt x="347" y="40"/>
                      </a:lnTo>
                      <a:lnTo>
                        <a:pt x="350" y="40"/>
                      </a:lnTo>
                      <a:lnTo>
                        <a:pt x="352" y="41"/>
                      </a:lnTo>
                      <a:lnTo>
                        <a:pt x="354" y="42"/>
                      </a:lnTo>
                      <a:lnTo>
                        <a:pt x="355" y="44"/>
                      </a:lnTo>
                      <a:lnTo>
                        <a:pt x="356" y="48"/>
                      </a:lnTo>
                      <a:lnTo>
                        <a:pt x="356" y="49"/>
                      </a:lnTo>
                      <a:lnTo>
                        <a:pt x="359" y="52"/>
                      </a:lnTo>
                      <a:lnTo>
                        <a:pt x="359" y="54"/>
                      </a:lnTo>
                      <a:lnTo>
                        <a:pt x="358" y="57"/>
                      </a:lnTo>
                      <a:lnTo>
                        <a:pt x="360" y="61"/>
                      </a:lnTo>
                      <a:lnTo>
                        <a:pt x="360" y="65"/>
                      </a:lnTo>
                      <a:lnTo>
                        <a:pt x="360" y="67"/>
                      </a:lnTo>
                      <a:lnTo>
                        <a:pt x="363" y="68"/>
                      </a:lnTo>
                      <a:lnTo>
                        <a:pt x="366" y="68"/>
                      </a:lnTo>
                      <a:lnTo>
                        <a:pt x="370" y="71"/>
                      </a:lnTo>
                      <a:lnTo>
                        <a:pt x="374" y="72"/>
                      </a:lnTo>
                      <a:lnTo>
                        <a:pt x="373" y="71"/>
                      </a:lnTo>
                      <a:lnTo>
                        <a:pt x="373" y="69"/>
                      </a:lnTo>
                      <a:lnTo>
                        <a:pt x="370" y="68"/>
                      </a:lnTo>
                      <a:lnTo>
                        <a:pt x="369" y="65"/>
                      </a:lnTo>
                      <a:lnTo>
                        <a:pt x="366" y="65"/>
                      </a:lnTo>
                      <a:lnTo>
                        <a:pt x="363" y="64"/>
                      </a:lnTo>
                      <a:lnTo>
                        <a:pt x="363" y="63"/>
                      </a:lnTo>
                      <a:lnTo>
                        <a:pt x="363" y="59"/>
                      </a:lnTo>
                      <a:lnTo>
                        <a:pt x="360" y="56"/>
                      </a:lnTo>
                      <a:lnTo>
                        <a:pt x="360" y="54"/>
                      </a:lnTo>
                      <a:lnTo>
                        <a:pt x="362" y="50"/>
                      </a:lnTo>
                      <a:lnTo>
                        <a:pt x="362" y="48"/>
                      </a:lnTo>
                      <a:lnTo>
                        <a:pt x="362" y="45"/>
                      </a:lnTo>
                      <a:lnTo>
                        <a:pt x="363" y="45"/>
                      </a:lnTo>
                      <a:lnTo>
                        <a:pt x="362" y="42"/>
                      </a:lnTo>
                      <a:lnTo>
                        <a:pt x="359" y="41"/>
                      </a:lnTo>
                      <a:lnTo>
                        <a:pt x="356" y="37"/>
                      </a:lnTo>
                      <a:lnTo>
                        <a:pt x="354" y="37"/>
                      </a:lnTo>
                      <a:lnTo>
                        <a:pt x="351" y="37"/>
                      </a:lnTo>
                      <a:lnTo>
                        <a:pt x="350" y="38"/>
                      </a:lnTo>
                      <a:lnTo>
                        <a:pt x="348" y="38"/>
                      </a:lnTo>
                      <a:lnTo>
                        <a:pt x="344" y="37"/>
                      </a:lnTo>
                      <a:lnTo>
                        <a:pt x="344" y="33"/>
                      </a:lnTo>
                      <a:lnTo>
                        <a:pt x="345" y="30"/>
                      </a:lnTo>
                      <a:lnTo>
                        <a:pt x="348" y="30"/>
                      </a:lnTo>
                      <a:lnTo>
                        <a:pt x="348" y="29"/>
                      </a:lnTo>
                      <a:lnTo>
                        <a:pt x="344" y="26"/>
                      </a:lnTo>
                      <a:lnTo>
                        <a:pt x="344" y="23"/>
                      </a:lnTo>
                      <a:lnTo>
                        <a:pt x="344" y="20"/>
                      </a:lnTo>
                      <a:lnTo>
                        <a:pt x="345" y="18"/>
                      </a:lnTo>
                      <a:lnTo>
                        <a:pt x="347" y="18"/>
                      </a:lnTo>
                      <a:lnTo>
                        <a:pt x="348" y="20"/>
                      </a:lnTo>
                      <a:lnTo>
                        <a:pt x="350" y="23"/>
                      </a:lnTo>
                      <a:lnTo>
                        <a:pt x="351" y="23"/>
                      </a:lnTo>
                      <a:lnTo>
                        <a:pt x="354" y="19"/>
                      </a:lnTo>
                      <a:lnTo>
                        <a:pt x="355" y="18"/>
                      </a:lnTo>
                      <a:lnTo>
                        <a:pt x="358" y="16"/>
                      </a:lnTo>
                      <a:lnTo>
                        <a:pt x="359" y="15"/>
                      </a:lnTo>
                      <a:lnTo>
                        <a:pt x="362" y="12"/>
                      </a:lnTo>
                      <a:lnTo>
                        <a:pt x="365" y="12"/>
                      </a:lnTo>
                      <a:lnTo>
                        <a:pt x="362" y="14"/>
                      </a:lnTo>
                      <a:lnTo>
                        <a:pt x="362" y="15"/>
                      </a:lnTo>
                      <a:lnTo>
                        <a:pt x="362" y="16"/>
                      </a:lnTo>
                      <a:lnTo>
                        <a:pt x="365" y="15"/>
                      </a:lnTo>
                      <a:lnTo>
                        <a:pt x="366" y="15"/>
                      </a:lnTo>
                      <a:lnTo>
                        <a:pt x="367" y="16"/>
                      </a:lnTo>
                      <a:lnTo>
                        <a:pt x="367" y="19"/>
                      </a:lnTo>
                      <a:lnTo>
                        <a:pt x="370" y="20"/>
                      </a:lnTo>
                      <a:lnTo>
                        <a:pt x="370" y="22"/>
                      </a:lnTo>
                      <a:lnTo>
                        <a:pt x="369" y="23"/>
                      </a:lnTo>
                      <a:lnTo>
                        <a:pt x="369" y="25"/>
                      </a:lnTo>
                      <a:lnTo>
                        <a:pt x="370" y="23"/>
                      </a:lnTo>
                      <a:lnTo>
                        <a:pt x="373" y="20"/>
                      </a:lnTo>
                      <a:lnTo>
                        <a:pt x="375" y="22"/>
                      </a:lnTo>
                      <a:lnTo>
                        <a:pt x="377" y="23"/>
                      </a:lnTo>
                      <a:lnTo>
                        <a:pt x="377" y="26"/>
                      </a:lnTo>
                      <a:lnTo>
                        <a:pt x="379" y="30"/>
                      </a:lnTo>
                      <a:lnTo>
                        <a:pt x="379" y="33"/>
                      </a:lnTo>
                      <a:lnTo>
                        <a:pt x="379" y="37"/>
                      </a:lnTo>
                      <a:lnTo>
                        <a:pt x="382" y="35"/>
                      </a:lnTo>
                      <a:lnTo>
                        <a:pt x="382" y="31"/>
                      </a:lnTo>
                      <a:lnTo>
                        <a:pt x="381" y="29"/>
                      </a:lnTo>
                      <a:lnTo>
                        <a:pt x="379" y="27"/>
                      </a:lnTo>
                      <a:lnTo>
                        <a:pt x="379" y="25"/>
                      </a:lnTo>
                      <a:lnTo>
                        <a:pt x="379" y="23"/>
                      </a:lnTo>
                      <a:lnTo>
                        <a:pt x="379" y="23"/>
                      </a:lnTo>
                      <a:lnTo>
                        <a:pt x="382" y="25"/>
                      </a:lnTo>
                      <a:lnTo>
                        <a:pt x="386" y="27"/>
                      </a:lnTo>
                      <a:lnTo>
                        <a:pt x="389" y="31"/>
                      </a:lnTo>
                      <a:lnTo>
                        <a:pt x="392" y="33"/>
                      </a:lnTo>
                      <a:lnTo>
                        <a:pt x="396" y="34"/>
                      </a:lnTo>
                      <a:lnTo>
                        <a:pt x="396" y="33"/>
                      </a:lnTo>
                      <a:lnTo>
                        <a:pt x="393" y="31"/>
                      </a:lnTo>
                      <a:lnTo>
                        <a:pt x="390" y="30"/>
                      </a:lnTo>
                      <a:lnTo>
                        <a:pt x="388" y="26"/>
                      </a:lnTo>
                      <a:lnTo>
                        <a:pt x="388" y="23"/>
                      </a:lnTo>
                      <a:lnTo>
                        <a:pt x="389" y="19"/>
                      </a:lnTo>
                      <a:lnTo>
                        <a:pt x="392" y="19"/>
                      </a:lnTo>
                      <a:lnTo>
                        <a:pt x="393" y="19"/>
                      </a:lnTo>
                      <a:lnTo>
                        <a:pt x="397" y="20"/>
                      </a:lnTo>
                      <a:lnTo>
                        <a:pt x="400" y="20"/>
                      </a:lnTo>
                      <a:lnTo>
                        <a:pt x="401" y="19"/>
                      </a:lnTo>
                      <a:lnTo>
                        <a:pt x="400" y="18"/>
                      </a:lnTo>
                      <a:lnTo>
                        <a:pt x="398" y="18"/>
                      </a:lnTo>
                      <a:lnTo>
                        <a:pt x="398" y="16"/>
                      </a:lnTo>
                      <a:lnTo>
                        <a:pt x="401" y="14"/>
                      </a:lnTo>
                      <a:lnTo>
                        <a:pt x="403" y="11"/>
                      </a:lnTo>
                      <a:lnTo>
                        <a:pt x="403" y="10"/>
                      </a:lnTo>
                      <a:lnTo>
                        <a:pt x="401" y="8"/>
                      </a:lnTo>
                      <a:lnTo>
                        <a:pt x="401" y="6"/>
                      </a:lnTo>
                      <a:lnTo>
                        <a:pt x="404" y="6"/>
                      </a:lnTo>
                      <a:lnTo>
                        <a:pt x="405" y="6"/>
                      </a:lnTo>
                      <a:lnTo>
                        <a:pt x="407" y="4"/>
                      </a:lnTo>
                      <a:lnTo>
                        <a:pt x="407" y="1"/>
                      </a:lnTo>
                      <a:lnTo>
                        <a:pt x="408" y="0"/>
                      </a:lnTo>
                      <a:lnTo>
                        <a:pt x="409" y="1"/>
                      </a:lnTo>
                      <a:lnTo>
                        <a:pt x="411" y="1"/>
                      </a:lnTo>
                      <a:lnTo>
                        <a:pt x="412" y="3"/>
                      </a:lnTo>
                      <a:lnTo>
                        <a:pt x="413" y="4"/>
                      </a:lnTo>
                      <a:lnTo>
                        <a:pt x="413" y="7"/>
                      </a:lnTo>
                      <a:lnTo>
                        <a:pt x="415" y="8"/>
                      </a:lnTo>
                      <a:lnTo>
                        <a:pt x="417" y="7"/>
                      </a:lnTo>
                      <a:lnTo>
                        <a:pt x="416" y="6"/>
                      </a:lnTo>
                      <a:lnTo>
                        <a:pt x="416" y="3"/>
                      </a:lnTo>
                      <a:lnTo>
                        <a:pt x="416" y="1"/>
                      </a:lnTo>
                      <a:lnTo>
                        <a:pt x="417" y="0"/>
                      </a:lnTo>
                      <a:lnTo>
                        <a:pt x="419" y="0"/>
                      </a:lnTo>
                      <a:lnTo>
                        <a:pt x="422" y="0"/>
                      </a:lnTo>
                      <a:lnTo>
                        <a:pt x="427" y="0"/>
                      </a:lnTo>
                      <a:lnTo>
                        <a:pt x="428" y="1"/>
                      </a:lnTo>
                      <a:lnTo>
                        <a:pt x="430" y="3"/>
                      </a:lnTo>
                      <a:lnTo>
                        <a:pt x="430" y="1"/>
                      </a:lnTo>
                      <a:lnTo>
                        <a:pt x="432" y="0"/>
                      </a:lnTo>
                      <a:lnTo>
                        <a:pt x="435" y="1"/>
                      </a:lnTo>
                      <a:lnTo>
                        <a:pt x="439" y="1"/>
                      </a:lnTo>
                      <a:lnTo>
                        <a:pt x="441" y="3"/>
                      </a:lnTo>
                      <a:lnTo>
                        <a:pt x="443" y="3"/>
                      </a:lnTo>
                      <a:lnTo>
                        <a:pt x="445" y="3"/>
                      </a:lnTo>
                      <a:lnTo>
                        <a:pt x="446" y="4"/>
                      </a:lnTo>
                      <a:lnTo>
                        <a:pt x="447" y="6"/>
                      </a:lnTo>
                      <a:lnTo>
                        <a:pt x="451" y="8"/>
                      </a:lnTo>
                      <a:lnTo>
                        <a:pt x="453" y="7"/>
                      </a:lnTo>
                      <a:lnTo>
                        <a:pt x="453" y="7"/>
                      </a:lnTo>
                      <a:lnTo>
                        <a:pt x="454" y="6"/>
                      </a:lnTo>
                      <a:lnTo>
                        <a:pt x="458" y="8"/>
                      </a:lnTo>
                      <a:lnTo>
                        <a:pt x="460" y="8"/>
                      </a:lnTo>
                      <a:lnTo>
                        <a:pt x="464" y="12"/>
                      </a:lnTo>
                      <a:lnTo>
                        <a:pt x="469" y="12"/>
                      </a:lnTo>
                      <a:lnTo>
                        <a:pt x="470" y="14"/>
                      </a:lnTo>
                      <a:lnTo>
                        <a:pt x="473" y="12"/>
                      </a:lnTo>
                      <a:lnTo>
                        <a:pt x="475" y="14"/>
                      </a:lnTo>
                      <a:lnTo>
                        <a:pt x="476" y="15"/>
                      </a:lnTo>
                      <a:lnTo>
                        <a:pt x="479" y="14"/>
                      </a:lnTo>
                      <a:lnTo>
                        <a:pt x="480" y="15"/>
                      </a:lnTo>
                      <a:lnTo>
                        <a:pt x="483" y="16"/>
                      </a:lnTo>
                      <a:lnTo>
                        <a:pt x="487" y="18"/>
                      </a:lnTo>
                      <a:lnTo>
                        <a:pt x="490" y="20"/>
                      </a:lnTo>
                      <a:lnTo>
                        <a:pt x="491" y="23"/>
                      </a:lnTo>
                      <a:lnTo>
                        <a:pt x="494" y="23"/>
                      </a:lnTo>
                      <a:lnTo>
                        <a:pt x="498" y="26"/>
                      </a:lnTo>
                      <a:lnTo>
                        <a:pt x="498" y="27"/>
                      </a:lnTo>
                      <a:lnTo>
                        <a:pt x="496" y="30"/>
                      </a:lnTo>
                      <a:lnTo>
                        <a:pt x="494" y="30"/>
                      </a:lnTo>
                      <a:lnTo>
                        <a:pt x="491" y="30"/>
                      </a:lnTo>
                      <a:lnTo>
                        <a:pt x="490" y="30"/>
                      </a:lnTo>
                      <a:lnTo>
                        <a:pt x="488" y="33"/>
                      </a:lnTo>
                      <a:lnTo>
                        <a:pt x="485" y="33"/>
                      </a:lnTo>
                      <a:lnTo>
                        <a:pt x="484" y="31"/>
                      </a:lnTo>
                      <a:lnTo>
                        <a:pt x="481" y="33"/>
                      </a:lnTo>
                      <a:lnTo>
                        <a:pt x="479" y="33"/>
                      </a:lnTo>
                      <a:lnTo>
                        <a:pt x="473" y="30"/>
                      </a:lnTo>
                      <a:lnTo>
                        <a:pt x="470" y="29"/>
                      </a:lnTo>
                      <a:lnTo>
                        <a:pt x="469" y="29"/>
                      </a:lnTo>
                      <a:lnTo>
                        <a:pt x="466" y="29"/>
                      </a:lnTo>
                      <a:lnTo>
                        <a:pt x="464" y="29"/>
                      </a:lnTo>
                      <a:lnTo>
                        <a:pt x="462" y="29"/>
                      </a:lnTo>
                      <a:lnTo>
                        <a:pt x="460" y="30"/>
                      </a:lnTo>
                      <a:lnTo>
                        <a:pt x="460" y="29"/>
                      </a:lnTo>
                      <a:lnTo>
                        <a:pt x="457" y="29"/>
                      </a:lnTo>
                      <a:lnTo>
                        <a:pt x="451" y="30"/>
                      </a:lnTo>
                      <a:lnTo>
                        <a:pt x="450" y="31"/>
                      </a:lnTo>
                      <a:lnTo>
                        <a:pt x="447" y="30"/>
                      </a:lnTo>
                      <a:lnTo>
                        <a:pt x="446" y="30"/>
                      </a:lnTo>
                      <a:lnTo>
                        <a:pt x="442" y="31"/>
                      </a:lnTo>
                      <a:lnTo>
                        <a:pt x="438" y="31"/>
                      </a:lnTo>
                      <a:lnTo>
                        <a:pt x="437" y="30"/>
                      </a:lnTo>
                      <a:lnTo>
                        <a:pt x="437" y="27"/>
                      </a:lnTo>
                      <a:lnTo>
                        <a:pt x="438" y="26"/>
                      </a:lnTo>
                      <a:lnTo>
                        <a:pt x="439" y="26"/>
                      </a:lnTo>
                      <a:lnTo>
                        <a:pt x="439" y="25"/>
                      </a:lnTo>
                      <a:lnTo>
                        <a:pt x="439" y="23"/>
                      </a:lnTo>
                      <a:lnTo>
                        <a:pt x="437" y="23"/>
                      </a:lnTo>
                      <a:lnTo>
                        <a:pt x="435" y="23"/>
                      </a:lnTo>
                      <a:lnTo>
                        <a:pt x="432" y="26"/>
                      </a:lnTo>
                      <a:lnTo>
                        <a:pt x="432" y="29"/>
                      </a:lnTo>
                      <a:lnTo>
                        <a:pt x="434" y="30"/>
                      </a:lnTo>
                      <a:lnTo>
                        <a:pt x="437" y="30"/>
                      </a:lnTo>
                      <a:lnTo>
                        <a:pt x="435" y="33"/>
                      </a:lnTo>
                      <a:lnTo>
                        <a:pt x="434" y="34"/>
                      </a:lnTo>
                      <a:lnTo>
                        <a:pt x="432" y="33"/>
                      </a:lnTo>
                      <a:lnTo>
                        <a:pt x="430" y="33"/>
                      </a:lnTo>
                      <a:lnTo>
                        <a:pt x="427" y="34"/>
                      </a:lnTo>
                      <a:lnTo>
                        <a:pt x="426" y="34"/>
                      </a:lnTo>
                      <a:lnTo>
                        <a:pt x="423" y="34"/>
                      </a:lnTo>
                      <a:lnTo>
                        <a:pt x="420" y="34"/>
                      </a:lnTo>
                      <a:lnTo>
                        <a:pt x="416" y="34"/>
                      </a:lnTo>
                      <a:lnTo>
                        <a:pt x="413" y="35"/>
                      </a:lnTo>
                      <a:lnTo>
                        <a:pt x="408" y="38"/>
                      </a:lnTo>
                      <a:lnTo>
                        <a:pt x="407" y="41"/>
                      </a:lnTo>
                      <a:lnTo>
                        <a:pt x="407" y="45"/>
                      </a:lnTo>
                      <a:lnTo>
                        <a:pt x="407" y="46"/>
                      </a:lnTo>
                      <a:lnTo>
                        <a:pt x="405" y="48"/>
                      </a:lnTo>
                      <a:lnTo>
                        <a:pt x="407" y="49"/>
                      </a:lnTo>
                      <a:lnTo>
                        <a:pt x="409" y="49"/>
                      </a:lnTo>
                      <a:lnTo>
                        <a:pt x="409" y="46"/>
                      </a:lnTo>
                      <a:lnTo>
                        <a:pt x="409" y="44"/>
                      </a:lnTo>
                      <a:lnTo>
                        <a:pt x="409" y="44"/>
                      </a:lnTo>
                      <a:lnTo>
                        <a:pt x="411" y="42"/>
                      </a:lnTo>
                      <a:lnTo>
                        <a:pt x="413" y="42"/>
                      </a:lnTo>
                      <a:lnTo>
                        <a:pt x="416" y="41"/>
                      </a:lnTo>
                      <a:lnTo>
                        <a:pt x="416" y="42"/>
                      </a:lnTo>
                      <a:lnTo>
                        <a:pt x="416" y="44"/>
                      </a:lnTo>
                      <a:lnTo>
                        <a:pt x="415" y="46"/>
                      </a:lnTo>
                      <a:lnTo>
                        <a:pt x="415" y="48"/>
                      </a:lnTo>
                      <a:lnTo>
                        <a:pt x="416" y="48"/>
                      </a:lnTo>
                      <a:lnTo>
                        <a:pt x="417" y="46"/>
                      </a:lnTo>
                      <a:lnTo>
                        <a:pt x="417" y="42"/>
                      </a:lnTo>
                      <a:lnTo>
                        <a:pt x="417" y="42"/>
                      </a:lnTo>
                      <a:lnTo>
                        <a:pt x="420" y="40"/>
                      </a:lnTo>
                      <a:lnTo>
                        <a:pt x="420" y="40"/>
                      </a:lnTo>
                      <a:lnTo>
                        <a:pt x="423" y="38"/>
                      </a:lnTo>
                      <a:lnTo>
                        <a:pt x="424" y="38"/>
                      </a:lnTo>
                      <a:lnTo>
                        <a:pt x="428" y="37"/>
                      </a:lnTo>
                      <a:lnTo>
                        <a:pt x="431" y="37"/>
                      </a:lnTo>
                      <a:lnTo>
                        <a:pt x="432" y="37"/>
                      </a:lnTo>
                      <a:lnTo>
                        <a:pt x="434" y="37"/>
                      </a:lnTo>
                      <a:lnTo>
                        <a:pt x="434" y="38"/>
                      </a:lnTo>
                      <a:lnTo>
                        <a:pt x="437" y="42"/>
                      </a:lnTo>
                      <a:lnTo>
                        <a:pt x="438" y="44"/>
                      </a:lnTo>
                      <a:lnTo>
                        <a:pt x="438" y="44"/>
                      </a:lnTo>
                      <a:lnTo>
                        <a:pt x="438" y="41"/>
                      </a:lnTo>
                      <a:lnTo>
                        <a:pt x="438" y="38"/>
                      </a:lnTo>
                      <a:lnTo>
                        <a:pt x="438" y="37"/>
                      </a:lnTo>
                      <a:lnTo>
                        <a:pt x="442" y="37"/>
                      </a:lnTo>
                      <a:lnTo>
                        <a:pt x="443" y="37"/>
                      </a:lnTo>
                      <a:lnTo>
                        <a:pt x="447" y="37"/>
                      </a:lnTo>
                      <a:lnTo>
                        <a:pt x="450" y="37"/>
                      </a:lnTo>
                      <a:lnTo>
                        <a:pt x="454" y="34"/>
                      </a:lnTo>
                      <a:lnTo>
                        <a:pt x="457" y="34"/>
                      </a:lnTo>
                      <a:lnTo>
                        <a:pt x="462" y="33"/>
                      </a:lnTo>
                      <a:lnTo>
                        <a:pt x="466" y="34"/>
                      </a:lnTo>
                      <a:lnTo>
                        <a:pt x="469" y="35"/>
                      </a:lnTo>
                      <a:lnTo>
                        <a:pt x="472" y="37"/>
                      </a:lnTo>
                      <a:lnTo>
                        <a:pt x="473" y="37"/>
                      </a:lnTo>
                      <a:lnTo>
                        <a:pt x="476" y="38"/>
                      </a:lnTo>
                      <a:lnTo>
                        <a:pt x="479" y="40"/>
                      </a:lnTo>
                      <a:lnTo>
                        <a:pt x="480" y="41"/>
                      </a:lnTo>
                      <a:lnTo>
                        <a:pt x="481" y="40"/>
                      </a:lnTo>
                      <a:lnTo>
                        <a:pt x="484" y="40"/>
                      </a:lnTo>
                      <a:lnTo>
                        <a:pt x="485" y="40"/>
                      </a:lnTo>
                      <a:lnTo>
                        <a:pt x="485" y="41"/>
                      </a:lnTo>
                      <a:lnTo>
                        <a:pt x="487" y="41"/>
                      </a:lnTo>
                      <a:lnTo>
                        <a:pt x="490" y="40"/>
                      </a:lnTo>
                      <a:lnTo>
                        <a:pt x="491" y="40"/>
                      </a:lnTo>
                      <a:lnTo>
                        <a:pt x="494" y="40"/>
                      </a:lnTo>
                      <a:lnTo>
                        <a:pt x="498" y="37"/>
                      </a:lnTo>
                      <a:lnTo>
                        <a:pt x="500" y="35"/>
                      </a:lnTo>
                      <a:lnTo>
                        <a:pt x="502" y="34"/>
                      </a:lnTo>
                      <a:lnTo>
                        <a:pt x="502" y="35"/>
                      </a:lnTo>
                      <a:lnTo>
                        <a:pt x="504" y="38"/>
                      </a:lnTo>
                      <a:lnTo>
                        <a:pt x="507" y="40"/>
                      </a:lnTo>
                      <a:lnTo>
                        <a:pt x="507" y="40"/>
                      </a:lnTo>
                      <a:lnTo>
                        <a:pt x="506" y="42"/>
                      </a:lnTo>
                      <a:lnTo>
                        <a:pt x="506" y="42"/>
                      </a:lnTo>
                      <a:lnTo>
                        <a:pt x="507" y="44"/>
                      </a:lnTo>
                      <a:lnTo>
                        <a:pt x="507" y="45"/>
                      </a:lnTo>
                      <a:lnTo>
                        <a:pt x="507" y="46"/>
                      </a:lnTo>
                      <a:lnTo>
                        <a:pt x="503" y="50"/>
                      </a:lnTo>
                      <a:lnTo>
                        <a:pt x="499" y="52"/>
                      </a:lnTo>
                      <a:lnTo>
                        <a:pt x="498" y="50"/>
                      </a:lnTo>
                      <a:lnTo>
                        <a:pt x="495" y="49"/>
                      </a:lnTo>
                      <a:lnTo>
                        <a:pt x="494" y="48"/>
                      </a:lnTo>
                      <a:lnTo>
                        <a:pt x="492" y="49"/>
                      </a:lnTo>
                      <a:lnTo>
                        <a:pt x="492" y="50"/>
                      </a:lnTo>
                      <a:lnTo>
                        <a:pt x="495" y="52"/>
                      </a:lnTo>
                      <a:lnTo>
                        <a:pt x="495" y="53"/>
                      </a:lnTo>
                      <a:lnTo>
                        <a:pt x="495" y="54"/>
                      </a:lnTo>
                      <a:lnTo>
                        <a:pt x="492" y="53"/>
                      </a:lnTo>
                      <a:lnTo>
                        <a:pt x="491" y="52"/>
                      </a:lnTo>
                      <a:lnTo>
                        <a:pt x="490" y="52"/>
                      </a:lnTo>
                      <a:lnTo>
                        <a:pt x="490" y="53"/>
                      </a:lnTo>
                      <a:lnTo>
                        <a:pt x="490" y="54"/>
                      </a:lnTo>
                      <a:lnTo>
                        <a:pt x="492" y="56"/>
                      </a:lnTo>
                      <a:lnTo>
                        <a:pt x="495" y="56"/>
                      </a:lnTo>
                      <a:lnTo>
                        <a:pt x="498" y="57"/>
                      </a:lnTo>
                      <a:lnTo>
                        <a:pt x="500" y="57"/>
                      </a:lnTo>
                      <a:lnTo>
                        <a:pt x="504" y="54"/>
                      </a:lnTo>
                      <a:lnTo>
                        <a:pt x="506" y="54"/>
                      </a:lnTo>
                      <a:lnTo>
                        <a:pt x="507" y="56"/>
                      </a:lnTo>
                      <a:lnTo>
                        <a:pt x="507" y="54"/>
                      </a:lnTo>
                      <a:lnTo>
                        <a:pt x="507" y="53"/>
                      </a:lnTo>
                      <a:lnTo>
                        <a:pt x="510" y="53"/>
                      </a:lnTo>
                      <a:lnTo>
                        <a:pt x="515" y="53"/>
                      </a:lnTo>
                      <a:lnTo>
                        <a:pt x="517" y="54"/>
                      </a:lnTo>
                      <a:lnTo>
                        <a:pt x="517" y="56"/>
                      </a:lnTo>
                      <a:lnTo>
                        <a:pt x="518" y="56"/>
                      </a:lnTo>
                      <a:lnTo>
                        <a:pt x="519" y="56"/>
                      </a:lnTo>
                      <a:lnTo>
                        <a:pt x="521" y="54"/>
                      </a:lnTo>
                      <a:lnTo>
                        <a:pt x="522" y="56"/>
                      </a:lnTo>
                      <a:lnTo>
                        <a:pt x="522" y="57"/>
                      </a:lnTo>
                      <a:lnTo>
                        <a:pt x="525" y="60"/>
                      </a:lnTo>
                      <a:lnTo>
                        <a:pt x="528" y="60"/>
                      </a:lnTo>
                      <a:lnTo>
                        <a:pt x="530" y="61"/>
                      </a:lnTo>
                      <a:lnTo>
                        <a:pt x="530" y="63"/>
                      </a:lnTo>
                      <a:lnTo>
                        <a:pt x="533" y="65"/>
                      </a:lnTo>
                      <a:lnTo>
                        <a:pt x="536" y="67"/>
                      </a:lnTo>
                      <a:lnTo>
                        <a:pt x="538" y="68"/>
                      </a:lnTo>
                      <a:lnTo>
                        <a:pt x="540" y="69"/>
                      </a:lnTo>
                      <a:lnTo>
                        <a:pt x="540" y="72"/>
                      </a:lnTo>
                      <a:lnTo>
                        <a:pt x="538" y="73"/>
                      </a:lnTo>
                      <a:lnTo>
                        <a:pt x="537" y="75"/>
                      </a:lnTo>
                      <a:lnTo>
                        <a:pt x="537" y="76"/>
                      </a:lnTo>
                      <a:lnTo>
                        <a:pt x="536" y="78"/>
                      </a:lnTo>
                      <a:lnTo>
                        <a:pt x="533" y="80"/>
                      </a:lnTo>
                      <a:lnTo>
                        <a:pt x="532" y="80"/>
                      </a:lnTo>
                      <a:lnTo>
                        <a:pt x="530" y="80"/>
                      </a:lnTo>
                      <a:lnTo>
                        <a:pt x="529" y="80"/>
                      </a:lnTo>
                      <a:lnTo>
                        <a:pt x="529" y="82"/>
                      </a:lnTo>
                      <a:lnTo>
                        <a:pt x="529" y="83"/>
                      </a:lnTo>
                      <a:lnTo>
                        <a:pt x="526" y="84"/>
                      </a:lnTo>
                      <a:lnTo>
                        <a:pt x="521" y="86"/>
                      </a:lnTo>
                      <a:lnTo>
                        <a:pt x="518" y="87"/>
                      </a:lnTo>
                      <a:lnTo>
                        <a:pt x="517" y="87"/>
                      </a:lnTo>
                      <a:lnTo>
                        <a:pt x="514" y="87"/>
                      </a:lnTo>
                      <a:lnTo>
                        <a:pt x="513" y="86"/>
                      </a:lnTo>
                      <a:lnTo>
                        <a:pt x="511" y="84"/>
                      </a:lnTo>
                      <a:lnTo>
                        <a:pt x="511" y="84"/>
                      </a:lnTo>
                      <a:lnTo>
                        <a:pt x="511" y="86"/>
                      </a:lnTo>
                      <a:lnTo>
                        <a:pt x="513" y="87"/>
                      </a:lnTo>
                      <a:lnTo>
                        <a:pt x="513" y="88"/>
                      </a:lnTo>
                      <a:lnTo>
                        <a:pt x="510" y="88"/>
                      </a:lnTo>
                      <a:lnTo>
                        <a:pt x="507" y="87"/>
                      </a:lnTo>
                      <a:lnTo>
                        <a:pt x="504" y="88"/>
                      </a:lnTo>
                      <a:lnTo>
                        <a:pt x="503" y="88"/>
                      </a:lnTo>
                      <a:lnTo>
                        <a:pt x="502" y="87"/>
                      </a:lnTo>
                      <a:lnTo>
                        <a:pt x="499" y="87"/>
                      </a:lnTo>
                      <a:lnTo>
                        <a:pt x="498" y="88"/>
                      </a:lnTo>
                      <a:lnTo>
                        <a:pt x="494" y="90"/>
                      </a:lnTo>
                      <a:lnTo>
                        <a:pt x="491" y="90"/>
                      </a:lnTo>
                      <a:lnTo>
                        <a:pt x="490" y="90"/>
                      </a:lnTo>
                      <a:lnTo>
                        <a:pt x="488" y="90"/>
                      </a:lnTo>
                      <a:lnTo>
                        <a:pt x="485" y="88"/>
                      </a:lnTo>
                      <a:lnTo>
                        <a:pt x="484" y="88"/>
                      </a:lnTo>
                      <a:lnTo>
                        <a:pt x="483" y="90"/>
                      </a:lnTo>
                      <a:lnTo>
                        <a:pt x="480" y="90"/>
                      </a:lnTo>
                      <a:lnTo>
                        <a:pt x="477" y="90"/>
                      </a:lnTo>
                      <a:lnTo>
                        <a:pt x="475" y="87"/>
                      </a:lnTo>
                      <a:lnTo>
                        <a:pt x="473" y="87"/>
                      </a:lnTo>
                      <a:lnTo>
                        <a:pt x="472" y="86"/>
                      </a:lnTo>
                      <a:lnTo>
                        <a:pt x="469" y="86"/>
                      </a:lnTo>
                      <a:lnTo>
                        <a:pt x="466" y="86"/>
                      </a:lnTo>
                      <a:lnTo>
                        <a:pt x="465" y="84"/>
                      </a:lnTo>
                      <a:lnTo>
                        <a:pt x="462" y="86"/>
                      </a:lnTo>
                      <a:lnTo>
                        <a:pt x="460" y="86"/>
                      </a:lnTo>
                      <a:lnTo>
                        <a:pt x="457" y="84"/>
                      </a:lnTo>
                      <a:lnTo>
                        <a:pt x="456" y="84"/>
                      </a:lnTo>
                      <a:lnTo>
                        <a:pt x="454" y="87"/>
                      </a:lnTo>
                      <a:lnTo>
                        <a:pt x="451" y="87"/>
                      </a:lnTo>
                      <a:lnTo>
                        <a:pt x="449" y="87"/>
                      </a:lnTo>
                      <a:lnTo>
                        <a:pt x="446" y="88"/>
                      </a:lnTo>
                      <a:lnTo>
                        <a:pt x="446" y="88"/>
                      </a:lnTo>
                      <a:lnTo>
                        <a:pt x="445" y="88"/>
                      </a:lnTo>
                      <a:lnTo>
                        <a:pt x="445" y="86"/>
                      </a:lnTo>
                      <a:lnTo>
                        <a:pt x="443" y="86"/>
                      </a:lnTo>
                      <a:lnTo>
                        <a:pt x="441" y="86"/>
                      </a:lnTo>
                      <a:lnTo>
                        <a:pt x="439" y="86"/>
                      </a:lnTo>
                      <a:lnTo>
                        <a:pt x="438" y="86"/>
                      </a:lnTo>
                      <a:lnTo>
                        <a:pt x="438" y="86"/>
                      </a:lnTo>
                      <a:lnTo>
                        <a:pt x="438" y="87"/>
                      </a:lnTo>
                      <a:lnTo>
                        <a:pt x="442" y="87"/>
                      </a:lnTo>
                      <a:lnTo>
                        <a:pt x="442" y="87"/>
                      </a:lnTo>
                      <a:lnTo>
                        <a:pt x="443" y="88"/>
                      </a:lnTo>
                      <a:lnTo>
                        <a:pt x="442" y="91"/>
                      </a:lnTo>
                      <a:lnTo>
                        <a:pt x="441" y="91"/>
                      </a:lnTo>
                      <a:lnTo>
                        <a:pt x="439" y="91"/>
                      </a:lnTo>
                      <a:lnTo>
                        <a:pt x="437" y="91"/>
                      </a:lnTo>
                      <a:lnTo>
                        <a:pt x="435" y="92"/>
                      </a:lnTo>
                      <a:lnTo>
                        <a:pt x="432" y="94"/>
                      </a:lnTo>
                      <a:lnTo>
                        <a:pt x="428" y="94"/>
                      </a:lnTo>
                      <a:lnTo>
                        <a:pt x="427" y="95"/>
                      </a:lnTo>
                      <a:lnTo>
                        <a:pt x="426" y="97"/>
                      </a:lnTo>
                      <a:lnTo>
                        <a:pt x="423" y="98"/>
                      </a:lnTo>
                      <a:lnTo>
                        <a:pt x="420" y="98"/>
                      </a:lnTo>
                      <a:lnTo>
                        <a:pt x="417" y="99"/>
                      </a:lnTo>
                      <a:lnTo>
                        <a:pt x="416" y="99"/>
                      </a:lnTo>
                      <a:lnTo>
                        <a:pt x="415" y="101"/>
                      </a:lnTo>
                      <a:lnTo>
                        <a:pt x="415" y="103"/>
                      </a:lnTo>
                      <a:lnTo>
                        <a:pt x="416" y="105"/>
                      </a:lnTo>
                      <a:lnTo>
                        <a:pt x="416" y="106"/>
                      </a:lnTo>
                      <a:lnTo>
                        <a:pt x="416" y="109"/>
                      </a:lnTo>
                      <a:lnTo>
                        <a:pt x="417" y="110"/>
                      </a:lnTo>
                      <a:lnTo>
                        <a:pt x="419" y="110"/>
                      </a:lnTo>
                      <a:lnTo>
                        <a:pt x="420" y="109"/>
                      </a:lnTo>
                      <a:lnTo>
                        <a:pt x="420" y="106"/>
                      </a:lnTo>
                      <a:lnTo>
                        <a:pt x="422" y="105"/>
                      </a:lnTo>
                      <a:lnTo>
                        <a:pt x="424" y="105"/>
                      </a:lnTo>
                      <a:lnTo>
                        <a:pt x="427" y="103"/>
                      </a:lnTo>
                      <a:lnTo>
                        <a:pt x="428" y="103"/>
                      </a:lnTo>
                      <a:lnTo>
                        <a:pt x="431" y="103"/>
                      </a:lnTo>
                      <a:lnTo>
                        <a:pt x="432" y="102"/>
                      </a:lnTo>
                      <a:lnTo>
                        <a:pt x="434" y="99"/>
                      </a:lnTo>
                      <a:lnTo>
                        <a:pt x="438" y="99"/>
                      </a:lnTo>
                      <a:lnTo>
                        <a:pt x="443" y="97"/>
                      </a:lnTo>
                      <a:lnTo>
                        <a:pt x="446" y="97"/>
                      </a:lnTo>
                      <a:lnTo>
                        <a:pt x="446" y="98"/>
                      </a:lnTo>
                      <a:lnTo>
                        <a:pt x="445" y="99"/>
                      </a:lnTo>
                      <a:lnTo>
                        <a:pt x="446" y="99"/>
                      </a:lnTo>
                      <a:lnTo>
                        <a:pt x="447" y="98"/>
                      </a:lnTo>
                      <a:lnTo>
                        <a:pt x="447" y="97"/>
                      </a:lnTo>
                      <a:lnTo>
                        <a:pt x="450" y="94"/>
                      </a:lnTo>
                      <a:lnTo>
                        <a:pt x="451" y="92"/>
                      </a:lnTo>
                      <a:lnTo>
                        <a:pt x="454" y="94"/>
                      </a:lnTo>
                      <a:lnTo>
                        <a:pt x="456" y="94"/>
                      </a:lnTo>
                      <a:lnTo>
                        <a:pt x="458" y="94"/>
                      </a:lnTo>
                      <a:lnTo>
                        <a:pt x="462" y="94"/>
                      </a:lnTo>
                      <a:lnTo>
                        <a:pt x="465" y="95"/>
                      </a:lnTo>
                      <a:lnTo>
                        <a:pt x="468" y="95"/>
                      </a:lnTo>
                      <a:lnTo>
                        <a:pt x="475" y="95"/>
                      </a:lnTo>
                      <a:lnTo>
                        <a:pt x="476" y="95"/>
                      </a:lnTo>
                      <a:lnTo>
                        <a:pt x="479" y="97"/>
                      </a:lnTo>
                      <a:lnTo>
                        <a:pt x="484" y="98"/>
                      </a:lnTo>
                      <a:lnTo>
                        <a:pt x="488" y="98"/>
                      </a:lnTo>
                      <a:lnTo>
                        <a:pt x="491" y="98"/>
                      </a:lnTo>
                      <a:lnTo>
                        <a:pt x="491" y="99"/>
                      </a:lnTo>
                      <a:lnTo>
                        <a:pt x="492" y="101"/>
                      </a:lnTo>
                      <a:lnTo>
                        <a:pt x="492" y="102"/>
                      </a:lnTo>
                      <a:lnTo>
                        <a:pt x="490" y="103"/>
                      </a:lnTo>
                      <a:lnTo>
                        <a:pt x="490" y="105"/>
                      </a:lnTo>
                      <a:lnTo>
                        <a:pt x="488" y="107"/>
                      </a:lnTo>
                      <a:lnTo>
                        <a:pt x="487" y="109"/>
                      </a:lnTo>
                      <a:lnTo>
                        <a:pt x="480" y="109"/>
                      </a:lnTo>
                      <a:lnTo>
                        <a:pt x="476" y="110"/>
                      </a:lnTo>
                      <a:lnTo>
                        <a:pt x="476" y="112"/>
                      </a:lnTo>
                      <a:lnTo>
                        <a:pt x="475" y="110"/>
                      </a:lnTo>
                      <a:lnTo>
                        <a:pt x="473" y="110"/>
                      </a:lnTo>
                      <a:lnTo>
                        <a:pt x="473" y="113"/>
                      </a:lnTo>
                      <a:lnTo>
                        <a:pt x="473" y="114"/>
                      </a:lnTo>
                      <a:lnTo>
                        <a:pt x="472" y="117"/>
                      </a:lnTo>
                      <a:lnTo>
                        <a:pt x="473" y="118"/>
                      </a:lnTo>
                      <a:lnTo>
                        <a:pt x="473" y="118"/>
                      </a:lnTo>
                      <a:lnTo>
                        <a:pt x="477" y="117"/>
                      </a:lnTo>
                      <a:lnTo>
                        <a:pt x="480" y="117"/>
                      </a:lnTo>
                      <a:lnTo>
                        <a:pt x="483" y="116"/>
                      </a:lnTo>
                      <a:lnTo>
                        <a:pt x="483" y="116"/>
                      </a:lnTo>
                      <a:lnTo>
                        <a:pt x="488" y="116"/>
                      </a:lnTo>
                      <a:lnTo>
                        <a:pt x="488" y="116"/>
                      </a:lnTo>
                      <a:lnTo>
                        <a:pt x="494" y="117"/>
                      </a:lnTo>
                      <a:lnTo>
                        <a:pt x="495" y="117"/>
                      </a:lnTo>
                      <a:lnTo>
                        <a:pt x="496" y="118"/>
                      </a:lnTo>
                      <a:lnTo>
                        <a:pt x="498" y="117"/>
                      </a:lnTo>
                      <a:lnTo>
                        <a:pt x="499" y="116"/>
                      </a:lnTo>
                      <a:lnTo>
                        <a:pt x="499" y="116"/>
                      </a:lnTo>
                      <a:lnTo>
                        <a:pt x="502" y="116"/>
                      </a:lnTo>
                      <a:lnTo>
                        <a:pt x="503" y="117"/>
                      </a:lnTo>
                      <a:lnTo>
                        <a:pt x="506" y="114"/>
                      </a:lnTo>
                      <a:lnTo>
                        <a:pt x="506" y="110"/>
                      </a:lnTo>
                      <a:lnTo>
                        <a:pt x="506" y="106"/>
                      </a:lnTo>
                      <a:lnTo>
                        <a:pt x="507" y="105"/>
                      </a:lnTo>
                      <a:lnTo>
                        <a:pt x="507" y="103"/>
                      </a:lnTo>
                      <a:lnTo>
                        <a:pt x="507" y="102"/>
                      </a:lnTo>
                      <a:lnTo>
                        <a:pt x="509" y="101"/>
                      </a:lnTo>
                      <a:lnTo>
                        <a:pt x="513" y="101"/>
                      </a:lnTo>
                      <a:lnTo>
                        <a:pt x="515" y="101"/>
                      </a:lnTo>
                      <a:lnTo>
                        <a:pt x="519" y="101"/>
                      </a:lnTo>
                      <a:lnTo>
                        <a:pt x="522" y="101"/>
                      </a:lnTo>
                      <a:lnTo>
                        <a:pt x="523" y="101"/>
                      </a:lnTo>
                      <a:lnTo>
                        <a:pt x="525" y="103"/>
                      </a:lnTo>
                      <a:lnTo>
                        <a:pt x="525" y="109"/>
                      </a:lnTo>
                      <a:lnTo>
                        <a:pt x="525" y="112"/>
                      </a:lnTo>
                      <a:lnTo>
                        <a:pt x="522" y="114"/>
                      </a:lnTo>
                      <a:lnTo>
                        <a:pt x="519" y="120"/>
                      </a:lnTo>
                      <a:lnTo>
                        <a:pt x="519" y="122"/>
                      </a:lnTo>
                      <a:lnTo>
                        <a:pt x="518" y="125"/>
                      </a:lnTo>
                      <a:lnTo>
                        <a:pt x="510" y="132"/>
                      </a:lnTo>
                      <a:lnTo>
                        <a:pt x="509" y="132"/>
                      </a:lnTo>
                      <a:lnTo>
                        <a:pt x="507" y="132"/>
                      </a:lnTo>
                      <a:lnTo>
                        <a:pt x="506" y="133"/>
                      </a:lnTo>
                      <a:lnTo>
                        <a:pt x="504" y="135"/>
                      </a:lnTo>
                      <a:lnTo>
                        <a:pt x="502" y="133"/>
                      </a:lnTo>
                      <a:lnTo>
                        <a:pt x="500" y="135"/>
                      </a:lnTo>
                      <a:lnTo>
                        <a:pt x="499" y="137"/>
                      </a:lnTo>
                      <a:lnTo>
                        <a:pt x="499" y="139"/>
                      </a:lnTo>
                      <a:lnTo>
                        <a:pt x="496" y="140"/>
                      </a:lnTo>
                      <a:lnTo>
                        <a:pt x="495" y="143"/>
                      </a:lnTo>
                      <a:lnTo>
                        <a:pt x="494" y="141"/>
                      </a:lnTo>
                      <a:lnTo>
                        <a:pt x="492" y="141"/>
                      </a:lnTo>
                      <a:lnTo>
                        <a:pt x="492" y="143"/>
                      </a:lnTo>
                      <a:lnTo>
                        <a:pt x="492" y="144"/>
                      </a:lnTo>
                      <a:lnTo>
                        <a:pt x="491" y="145"/>
                      </a:lnTo>
                      <a:lnTo>
                        <a:pt x="488" y="150"/>
                      </a:lnTo>
                      <a:lnTo>
                        <a:pt x="487" y="151"/>
                      </a:lnTo>
                      <a:lnTo>
                        <a:pt x="485" y="154"/>
                      </a:lnTo>
                      <a:lnTo>
                        <a:pt x="481" y="156"/>
                      </a:lnTo>
                      <a:lnTo>
                        <a:pt x="479" y="159"/>
                      </a:lnTo>
                      <a:lnTo>
                        <a:pt x="477" y="159"/>
                      </a:lnTo>
                      <a:lnTo>
                        <a:pt x="473" y="162"/>
                      </a:lnTo>
                      <a:lnTo>
                        <a:pt x="473" y="163"/>
                      </a:lnTo>
                      <a:lnTo>
                        <a:pt x="470" y="163"/>
                      </a:lnTo>
                      <a:lnTo>
                        <a:pt x="470" y="166"/>
                      </a:lnTo>
                      <a:lnTo>
                        <a:pt x="470" y="169"/>
                      </a:lnTo>
                      <a:lnTo>
                        <a:pt x="469" y="171"/>
                      </a:lnTo>
                      <a:lnTo>
                        <a:pt x="470" y="173"/>
                      </a:lnTo>
                      <a:lnTo>
                        <a:pt x="470" y="171"/>
                      </a:lnTo>
                      <a:lnTo>
                        <a:pt x="472" y="169"/>
                      </a:lnTo>
                      <a:lnTo>
                        <a:pt x="475" y="166"/>
                      </a:lnTo>
                      <a:lnTo>
                        <a:pt x="476" y="163"/>
                      </a:lnTo>
                      <a:lnTo>
                        <a:pt x="479" y="162"/>
                      </a:lnTo>
                      <a:lnTo>
                        <a:pt x="480" y="162"/>
                      </a:lnTo>
                      <a:lnTo>
                        <a:pt x="480" y="162"/>
                      </a:lnTo>
                      <a:lnTo>
                        <a:pt x="483" y="159"/>
                      </a:lnTo>
                      <a:lnTo>
                        <a:pt x="488" y="156"/>
                      </a:lnTo>
                      <a:lnTo>
                        <a:pt x="490" y="155"/>
                      </a:lnTo>
                      <a:lnTo>
                        <a:pt x="490" y="154"/>
                      </a:lnTo>
                      <a:lnTo>
                        <a:pt x="494" y="150"/>
                      </a:lnTo>
                      <a:lnTo>
                        <a:pt x="498" y="145"/>
                      </a:lnTo>
                      <a:lnTo>
                        <a:pt x="499" y="145"/>
                      </a:lnTo>
                      <a:lnTo>
                        <a:pt x="502" y="145"/>
                      </a:lnTo>
                      <a:lnTo>
                        <a:pt x="503" y="145"/>
                      </a:lnTo>
                      <a:lnTo>
                        <a:pt x="506" y="144"/>
                      </a:lnTo>
                      <a:lnTo>
                        <a:pt x="506" y="143"/>
                      </a:lnTo>
                      <a:lnTo>
                        <a:pt x="509" y="143"/>
                      </a:lnTo>
                      <a:lnTo>
                        <a:pt x="513" y="143"/>
                      </a:lnTo>
                      <a:lnTo>
                        <a:pt x="517" y="140"/>
                      </a:lnTo>
                      <a:lnTo>
                        <a:pt x="519" y="137"/>
                      </a:lnTo>
                      <a:lnTo>
                        <a:pt x="521" y="137"/>
                      </a:lnTo>
                      <a:lnTo>
                        <a:pt x="523" y="136"/>
                      </a:lnTo>
                      <a:lnTo>
                        <a:pt x="525" y="135"/>
                      </a:lnTo>
                      <a:lnTo>
                        <a:pt x="528" y="135"/>
                      </a:lnTo>
                      <a:lnTo>
                        <a:pt x="529" y="132"/>
                      </a:lnTo>
                      <a:lnTo>
                        <a:pt x="533" y="129"/>
                      </a:lnTo>
                      <a:lnTo>
                        <a:pt x="533" y="125"/>
                      </a:lnTo>
                      <a:lnTo>
                        <a:pt x="533" y="124"/>
                      </a:lnTo>
                      <a:lnTo>
                        <a:pt x="536" y="122"/>
                      </a:lnTo>
                      <a:lnTo>
                        <a:pt x="536" y="121"/>
                      </a:lnTo>
                      <a:lnTo>
                        <a:pt x="537" y="120"/>
                      </a:lnTo>
                      <a:lnTo>
                        <a:pt x="537" y="121"/>
                      </a:lnTo>
                      <a:lnTo>
                        <a:pt x="538" y="124"/>
                      </a:lnTo>
                      <a:lnTo>
                        <a:pt x="538" y="125"/>
                      </a:lnTo>
                      <a:lnTo>
                        <a:pt x="538" y="128"/>
                      </a:lnTo>
                      <a:lnTo>
                        <a:pt x="540" y="129"/>
                      </a:lnTo>
                      <a:lnTo>
                        <a:pt x="540" y="132"/>
                      </a:lnTo>
                      <a:lnTo>
                        <a:pt x="538" y="133"/>
                      </a:lnTo>
                      <a:lnTo>
                        <a:pt x="540" y="135"/>
                      </a:lnTo>
                      <a:lnTo>
                        <a:pt x="540" y="133"/>
                      </a:lnTo>
                      <a:lnTo>
                        <a:pt x="541" y="132"/>
                      </a:lnTo>
                      <a:lnTo>
                        <a:pt x="542" y="129"/>
                      </a:lnTo>
                      <a:lnTo>
                        <a:pt x="541" y="128"/>
                      </a:lnTo>
                      <a:lnTo>
                        <a:pt x="541" y="126"/>
                      </a:lnTo>
                      <a:lnTo>
                        <a:pt x="542" y="125"/>
                      </a:lnTo>
                      <a:lnTo>
                        <a:pt x="544" y="125"/>
                      </a:lnTo>
                      <a:lnTo>
                        <a:pt x="544" y="128"/>
                      </a:lnTo>
                      <a:lnTo>
                        <a:pt x="545" y="129"/>
                      </a:lnTo>
                      <a:lnTo>
                        <a:pt x="548" y="129"/>
                      </a:lnTo>
                      <a:lnTo>
                        <a:pt x="551" y="128"/>
                      </a:lnTo>
                      <a:lnTo>
                        <a:pt x="551" y="126"/>
                      </a:lnTo>
                      <a:lnTo>
                        <a:pt x="551" y="125"/>
                      </a:lnTo>
                      <a:lnTo>
                        <a:pt x="551" y="124"/>
                      </a:lnTo>
                      <a:lnTo>
                        <a:pt x="552" y="124"/>
                      </a:lnTo>
                      <a:lnTo>
                        <a:pt x="553" y="122"/>
                      </a:lnTo>
                      <a:lnTo>
                        <a:pt x="553" y="118"/>
                      </a:lnTo>
                      <a:lnTo>
                        <a:pt x="553" y="117"/>
                      </a:lnTo>
                      <a:lnTo>
                        <a:pt x="553" y="116"/>
                      </a:lnTo>
                      <a:lnTo>
                        <a:pt x="555" y="114"/>
                      </a:lnTo>
                      <a:lnTo>
                        <a:pt x="556" y="116"/>
                      </a:lnTo>
                      <a:lnTo>
                        <a:pt x="559" y="117"/>
                      </a:lnTo>
                      <a:lnTo>
                        <a:pt x="562" y="116"/>
                      </a:lnTo>
                      <a:lnTo>
                        <a:pt x="563" y="114"/>
                      </a:lnTo>
                      <a:lnTo>
                        <a:pt x="567" y="113"/>
                      </a:lnTo>
                      <a:lnTo>
                        <a:pt x="570" y="113"/>
                      </a:lnTo>
                      <a:lnTo>
                        <a:pt x="571" y="113"/>
                      </a:lnTo>
                      <a:lnTo>
                        <a:pt x="575" y="113"/>
                      </a:lnTo>
                      <a:lnTo>
                        <a:pt x="578" y="116"/>
                      </a:lnTo>
                      <a:lnTo>
                        <a:pt x="582" y="117"/>
                      </a:lnTo>
                      <a:lnTo>
                        <a:pt x="585" y="117"/>
                      </a:lnTo>
                      <a:lnTo>
                        <a:pt x="587" y="118"/>
                      </a:lnTo>
                      <a:lnTo>
                        <a:pt x="589" y="120"/>
                      </a:lnTo>
                      <a:lnTo>
                        <a:pt x="591" y="120"/>
                      </a:lnTo>
                      <a:lnTo>
                        <a:pt x="594" y="121"/>
                      </a:lnTo>
                      <a:lnTo>
                        <a:pt x="594" y="124"/>
                      </a:lnTo>
                      <a:lnTo>
                        <a:pt x="595" y="125"/>
                      </a:lnTo>
                      <a:lnTo>
                        <a:pt x="600" y="128"/>
                      </a:lnTo>
                      <a:lnTo>
                        <a:pt x="600" y="131"/>
                      </a:lnTo>
                      <a:lnTo>
                        <a:pt x="602" y="132"/>
                      </a:lnTo>
                      <a:lnTo>
                        <a:pt x="604" y="136"/>
                      </a:lnTo>
                      <a:lnTo>
                        <a:pt x="602" y="139"/>
                      </a:lnTo>
                      <a:lnTo>
                        <a:pt x="601" y="141"/>
                      </a:lnTo>
                      <a:lnTo>
                        <a:pt x="598" y="141"/>
                      </a:lnTo>
                      <a:lnTo>
                        <a:pt x="597" y="144"/>
                      </a:lnTo>
                      <a:lnTo>
                        <a:pt x="595" y="145"/>
                      </a:lnTo>
                      <a:lnTo>
                        <a:pt x="594" y="145"/>
                      </a:lnTo>
                      <a:lnTo>
                        <a:pt x="591" y="147"/>
                      </a:lnTo>
                      <a:lnTo>
                        <a:pt x="589" y="151"/>
                      </a:lnTo>
                      <a:lnTo>
                        <a:pt x="587" y="154"/>
                      </a:lnTo>
                      <a:lnTo>
                        <a:pt x="586" y="154"/>
                      </a:lnTo>
                      <a:lnTo>
                        <a:pt x="585" y="154"/>
                      </a:lnTo>
                      <a:lnTo>
                        <a:pt x="581" y="151"/>
                      </a:lnTo>
                      <a:lnTo>
                        <a:pt x="579" y="151"/>
                      </a:lnTo>
                      <a:lnTo>
                        <a:pt x="576" y="152"/>
                      </a:lnTo>
                      <a:lnTo>
                        <a:pt x="575" y="155"/>
                      </a:lnTo>
                      <a:lnTo>
                        <a:pt x="575" y="156"/>
                      </a:lnTo>
                      <a:lnTo>
                        <a:pt x="576" y="156"/>
                      </a:lnTo>
                      <a:lnTo>
                        <a:pt x="576" y="158"/>
                      </a:lnTo>
                      <a:lnTo>
                        <a:pt x="578" y="160"/>
                      </a:lnTo>
                      <a:lnTo>
                        <a:pt x="579" y="160"/>
                      </a:lnTo>
                      <a:lnTo>
                        <a:pt x="579" y="163"/>
                      </a:lnTo>
                      <a:lnTo>
                        <a:pt x="578" y="165"/>
                      </a:lnTo>
                      <a:lnTo>
                        <a:pt x="576" y="165"/>
                      </a:lnTo>
                      <a:lnTo>
                        <a:pt x="574" y="165"/>
                      </a:lnTo>
                      <a:lnTo>
                        <a:pt x="570" y="167"/>
                      </a:lnTo>
                      <a:lnTo>
                        <a:pt x="567" y="169"/>
                      </a:lnTo>
                      <a:lnTo>
                        <a:pt x="566" y="169"/>
                      </a:lnTo>
                      <a:lnTo>
                        <a:pt x="563" y="169"/>
                      </a:lnTo>
                      <a:lnTo>
                        <a:pt x="562" y="167"/>
                      </a:lnTo>
                      <a:lnTo>
                        <a:pt x="559" y="167"/>
                      </a:lnTo>
                      <a:lnTo>
                        <a:pt x="557" y="167"/>
                      </a:lnTo>
                      <a:lnTo>
                        <a:pt x="556" y="166"/>
                      </a:lnTo>
                      <a:lnTo>
                        <a:pt x="555" y="166"/>
                      </a:lnTo>
                      <a:lnTo>
                        <a:pt x="553" y="165"/>
                      </a:lnTo>
                      <a:lnTo>
                        <a:pt x="552" y="165"/>
                      </a:lnTo>
                      <a:lnTo>
                        <a:pt x="552" y="165"/>
                      </a:lnTo>
                      <a:lnTo>
                        <a:pt x="551" y="166"/>
                      </a:lnTo>
                      <a:lnTo>
                        <a:pt x="551" y="166"/>
                      </a:lnTo>
                      <a:lnTo>
                        <a:pt x="548" y="166"/>
                      </a:lnTo>
                      <a:lnTo>
                        <a:pt x="548" y="167"/>
                      </a:lnTo>
                      <a:lnTo>
                        <a:pt x="547" y="169"/>
                      </a:lnTo>
                      <a:lnTo>
                        <a:pt x="545" y="169"/>
                      </a:lnTo>
                      <a:lnTo>
                        <a:pt x="544" y="167"/>
                      </a:lnTo>
                      <a:lnTo>
                        <a:pt x="542" y="169"/>
                      </a:lnTo>
                      <a:lnTo>
                        <a:pt x="540" y="170"/>
                      </a:lnTo>
                      <a:lnTo>
                        <a:pt x="538" y="169"/>
                      </a:lnTo>
                      <a:lnTo>
                        <a:pt x="536" y="169"/>
                      </a:lnTo>
                      <a:lnTo>
                        <a:pt x="533" y="169"/>
                      </a:lnTo>
                      <a:lnTo>
                        <a:pt x="530" y="170"/>
                      </a:lnTo>
                      <a:lnTo>
                        <a:pt x="528" y="170"/>
                      </a:lnTo>
                      <a:lnTo>
                        <a:pt x="526" y="170"/>
                      </a:lnTo>
                      <a:lnTo>
                        <a:pt x="528" y="171"/>
                      </a:lnTo>
                      <a:lnTo>
                        <a:pt x="530" y="171"/>
                      </a:lnTo>
                      <a:lnTo>
                        <a:pt x="536" y="171"/>
                      </a:lnTo>
                      <a:lnTo>
                        <a:pt x="537" y="170"/>
                      </a:lnTo>
                      <a:lnTo>
                        <a:pt x="540" y="170"/>
                      </a:lnTo>
                      <a:lnTo>
                        <a:pt x="542" y="171"/>
                      </a:lnTo>
                      <a:lnTo>
                        <a:pt x="545" y="171"/>
                      </a:lnTo>
                      <a:lnTo>
                        <a:pt x="551" y="171"/>
                      </a:lnTo>
                      <a:lnTo>
                        <a:pt x="553" y="174"/>
                      </a:lnTo>
                      <a:lnTo>
                        <a:pt x="553" y="174"/>
                      </a:lnTo>
                      <a:lnTo>
                        <a:pt x="556" y="171"/>
                      </a:lnTo>
                      <a:lnTo>
                        <a:pt x="557" y="171"/>
                      </a:lnTo>
                      <a:lnTo>
                        <a:pt x="559" y="173"/>
                      </a:lnTo>
                      <a:lnTo>
                        <a:pt x="560" y="174"/>
                      </a:lnTo>
                      <a:lnTo>
                        <a:pt x="563" y="174"/>
                      </a:lnTo>
                      <a:lnTo>
                        <a:pt x="564" y="177"/>
                      </a:lnTo>
                      <a:lnTo>
                        <a:pt x="564" y="178"/>
                      </a:lnTo>
                      <a:lnTo>
                        <a:pt x="562" y="181"/>
                      </a:lnTo>
                      <a:lnTo>
                        <a:pt x="560" y="181"/>
                      </a:lnTo>
                      <a:lnTo>
                        <a:pt x="559" y="181"/>
                      </a:lnTo>
                      <a:lnTo>
                        <a:pt x="559" y="182"/>
                      </a:lnTo>
                      <a:lnTo>
                        <a:pt x="559" y="184"/>
                      </a:lnTo>
                      <a:lnTo>
                        <a:pt x="557" y="185"/>
                      </a:lnTo>
                      <a:lnTo>
                        <a:pt x="552" y="186"/>
                      </a:lnTo>
                      <a:lnTo>
                        <a:pt x="549" y="186"/>
                      </a:lnTo>
                      <a:lnTo>
                        <a:pt x="547" y="188"/>
                      </a:lnTo>
                      <a:lnTo>
                        <a:pt x="541" y="186"/>
                      </a:lnTo>
                      <a:lnTo>
                        <a:pt x="540" y="185"/>
                      </a:lnTo>
                      <a:lnTo>
                        <a:pt x="534" y="181"/>
                      </a:lnTo>
                      <a:lnTo>
                        <a:pt x="530" y="181"/>
                      </a:lnTo>
                      <a:lnTo>
                        <a:pt x="529" y="181"/>
                      </a:lnTo>
                      <a:lnTo>
                        <a:pt x="526" y="182"/>
                      </a:lnTo>
                      <a:lnTo>
                        <a:pt x="525" y="186"/>
                      </a:lnTo>
                      <a:lnTo>
                        <a:pt x="522" y="188"/>
                      </a:lnTo>
                      <a:lnTo>
                        <a:pt x="521" y="189"/>
                      </a:lnTo>
                      <a:lnTo>
                        <a:pt x="519" y="189"/>
                      </a:lnTo>
                      <a:lnTo>
                        <a:pt x="521" y="190"/>
                      </a:lnTo>
                      <a:lnTo>
                        <a:pt x="522" y="190"/>
                      </a:lnTo>
                      <a:lnTo>
                        <a:pt x="522" y="192"/>
                      </a:lnTo>
                      <a:lnTo>
                        <a:pt x="522" y="194"/>
                      </a:lnTo>
                      <a:lnTo>
                        <a:pt x="522" y="194"/>
                      </a:lnTo>
                      <a:lnTo>
                        <a:pt x="519" y="194"/>
                      </a:lnTo>
                      <a:lnTo>
                        <a:pt x="519" y="197"/>
                      </a:lnTo>
                      <a:lnTo>
                        <a:pt x="521" y="198"/>
                      </a:lnTo>
                      <a:lnTo>
                        <a:pt x="523" y="198"/>
                      </a:lnTo>
                      <a:lnTo>
                        <a:pt x="525" y="198"/>
                      </a:lnTo>
                      <a:lnTo>
                        <a:pt x="526" y="197"/>
                      </a:lnTo>
                      <a:lnTo>
                        <a:pt x="529" y="196"/>
                      </a:lnTo>
                      <a:lnTo>
                        <a:pt x="530" y="193"/>
                      </a:lnTo>
                      <a:lnTo>
                        <a:pt x="533" y="192"/>
                      </a:lnTo>
                      <a:lnTo>
                        <a:pt x="537" y="190"/>
                      </a:lnTo>
                      <a:lnTo>
                        <a:pt x="541" y="189"/>
                      </a:lnTo>
                      <a:lnTo>
                        <a:pt x="544" y="189"/>
                      </a:lnTo>
                      <a:lnTo>
                        <a:pt x="545" y="190"/>
                      </a:lnTo>
                      <a:lnTo>
                        <a:pt x="547" y="192"/>
                      </a:lnTo>
                      <a:lnTo>
                        <a:pt x="548" y="192"/>
                      </a:lnTo>
                      <a:lnTo>
                        <a:pt x="551" y="193"/>
                      </a:lnTo>
                      <a:lnTo>
                        <a:pt x="551" y="194"/>
                      </a:lnTo>
                      <a:lnTo>
                        <a:pt x="549" y="196"/>
                      </a:lnTo>
                      <a:lnTo>
                        <a:pt x="547" y="198"/>
                      </a:lnTo>
                      <a:lnTo>
                        <a:pt x="545" y="201"/>
                      </a:lnTo>
                      <a:lnTo>
                        <a:pt x="542" y="204"/>
                      </a:lnTo>
                      <a:lnTo>
                        <a:pt x="542" y="205"/>
                      </a:lnTo>
                      <a:lnTo>
                        <a:pt x="538" y="209"/>
                      </a:lnTo>
                      <a:lnTo>
                        <a:pt x="536" y="212"/>
                      </a:lnTo>
                      <a:lnTo>
                        <a:pt x="532" y="219"/>
                      </a:lnTo>
                      <a:lnTo>
                        <a:pt x="530" y="222"/>
                      </a:lnTo>
                      <a:lnTo>
                        <a:pt x="528" y="224"/>
                      </a:lnTo>
                      <a:lnTo>
                        <a:pt x="528" y="227"/>
                      </a:lnTo>
                      <a:lnTo>
                        <a:pt x="526" y="231"/>
                      </a:lnTo>
                      <a:lnTo>
                        <a:pt x="526" y="232"/>
                      </a:lnTo>
                      <a:lnTo>
                        <a:pt x="525" y="234"/>
                      </a:lnTo>
                      <a:lnTo>
                        <a:pt x="525" y="238"/>
                      </a:lnTo>
                      <a:lnTo>
                        <a:pt x="523" y="242"/>
                      </a:lnTo>
                      <a:lnTo>
                        <a:pt x="522" y="247"/>
                      </a:lnTo>
                      <a:lnTo>
                        <a:pt x="523" y="249"/>
                      </a:lnTo>
                      <a:lnTo>
                        <a:pt x="523" y="251"/>
                      </a:lnTo>
                      <a:lnTo>
                        <a:pt x="523" y="256"/>
                      </a:lnTo>
                      <a:lnTo>
                        <a:pt x="521" y="257"/>
                      </a:lnTo>
                      <a:lnTo>
                        <a:pt x="519" y="258"/>
                      </a:lnTo>
                      <a:lnTo>
                        <a:pt x="519" y="262"/>
                      </a:lnTo>
                      <a:lnTo>
                        <a:pt x="519" y="264"/>
                      </a:lnTo>
                      <a:lnTo>
                        <a:pt x="518" y="265"/>
                      </a:lnTo>
                      <a:lnTo>
                        <a:pt x="518" y="269"/>
                      </a:lnTo>
                      <a:lnTo>
                        <a:pt x="517" y="272"/>
                      </a:lnTo>
                      <a:lnTo>
                        <a:pt x="514" y="275"/>
                      </a:lnTo>
                      <a:lnTo>
                        <a:pt x="513" y="273"/>
                      </a:lnTo>
                      <a:lnTo>
                        <a:pt x="511" y="272"/>
                      </a:lnTo>
                      <a:lnTo>
                        <a:pt x="511" y="270"/>
                      </a:lnTo>
                      <a:lnTo>
                        <a:pt x="510" y="269"/>
                      </a:lnTo>
                      <a:lnTo>
                        <a:pt x="509" y="269"/>
                      </a:lnTo>
                      <a:lnTo>
                        <a:pt x="511" y="268"/>
                      </a:lnTo>
                      <a:lnTo>
                        <a:pt x="510" y="266"/>
                      </a:lnTo>
                      <a:lnTo>
                        <a:pt x="509" y="266"/>
                      </a:lnTo>
                      <a:lnTo>
                        <a:pt x="507" y="266"/>
                      </a:lnTo>
                      <a:lnTo>
                        <a:pt x="506" y="266"/>
                      </a:lnTo>
                      <a:lnTo>
                        <a:pt x="504" y="268"/>
                      </a:lnTo>
                      <a:lnTo>
                        <a:pt x="504" y="269"/>
                      </a:lnTo>
                      <a:lnTo>
                        <a:pt x="506" y="269"/>
                      </a:lnTo>
                      <a:lnTo>
                        <a:pt x="506" y="270"/>
                      </a:lnTo>
                      <a:lnTo>
                        <a:pt x="504" y="272"/>
                      </a:lnTo>
                      <a:lnTo>
                        <a:pt x="504" y="273"/>
                      </a:lnTo>
                      <a:lnTo>
                        <a:pt x="506" y="275"/>
                      </a:lnTo>
                      <a:lnTo>
                        <a:pt x="507" y="276"/>
                      </a:lnTo>
                      <a:lnTo>
                        <a:pt x="509" y="279"/>
                      </a:lnTo>
                      <a:lnTo>
                        <a:pt x="510" y="280"/>
                      </a:lnTo>
                      <a:lnTo>
                        <a:pt x="511" y="283"/>
                      </a:lnTo>
                      <a:lnTo>
                        <a:pt x="514" y="284"/>
                      </a:lnTo>
                      <a:lnTo>
                        <a:pt x="517" y="285"/>
                      </a:lnTo>
                      <a:lnTo>
                        <a:pt x="519" y="288"/>
                      </a:lnTo>
                      <a:lnTo>
                        <a:pt x="521" y="291"/>
                      </a:lnTo>
                      <a:lnTo>
                        <a:pt x="519" y="292"/>
                      </a:lnTo>
                      <a:lnTo>
                        <a:pt x="518" y="294"/>
                      </a:lnTo>
                      <a:lnTo>
                        <a:pt x="515" y="292"/>
                      </a:lnTo>
                      <a:lnTo>
                        <a:pt x="513" y="288"/>
                      </a:lnTo>
                      <a:lnTo>
                        <a:pt x="513" y="287"/>
                      </a:lnTo>
                      <a:lnTo>
                        <a:pt x="510" y="287"/>
                      </a:lnTo>
                      <a:lnTo>
                        <a:pt x="510" y="285"/>
                      </a:lnTo>
                      <a:lnTo>
                        <a:pt x="509" y="287"/>
                      </a:lnTo>
                      <a:lnTo>
                        <a:pt x="509" y="288"/>
                      </a:lnTo>
                      <a:lnTo>
                        <a:pt x="509" y="289"/>
                      </a:lnTo>
                      <a:lnTo>
                        <a:pt x="510" y="291"/>
                      </a:lnTo>
                      <a:lnTo>
                        <a:pt x="510" y="292"/>
                      </a:lnTo>
                      <a:lnTo>
                        <a:pt x="509" y="292"/>
                      </a:lnTo>
                      <a:lnTo>
                        <a:pt x="507" y="292"/>
                      </a:lnTo>
                      <a:lnTo>
                        <a:pt x="507" y="292"/>
                      </a:lnTo>
                      <a:lnTo>
                        <a:pt x="507" y="294"/>
                      </a:lnTo>
                      <a:lnTo>
                        <a:pt x="510" y="295"/>
                      </a:lnTo>
                      <a:lnTo>
                        <a:pt x="509" y="296"/>
                      </a:lnTo>
                      <a:lnTo>
                        <a:pt x="509" y="296"/>
                      </a:lnTo>
                      <a:lnTo>
                        <a:pt x="509" y="298"/>
                      </a:lnTo>
                      <a:lnTo>
                        <a:pt x="511" y="298"/>
                      </a:lnTo>
                      <a:lnTo>
                        <a:pt x="514" y="298"/>
                      </a:lnTo>
                      <a:lnTo>
                        <a:pt x="514" y="299"/>
                      </a:lnTo>
                      <a:lnTo>
                        <a:pt x="514" y="302"/>
                      </a:lnTo>
                      <a:lnTo>
                        <a:pt x="514" y="302"/>
                      </a:lnTo>
                      <a:lnTo>
                        <a:pt x="515" y="303"/>
                      </a:lnTo>
                      <a:lnTo>
                        <a:pt x="517" y="303"/>
                      </a:lnTo>
                      <a:lnTo>
                        <a:pt x="519" y="300"/>
                      </a:lnTo>
                      <a:lnTo>
                        <a:pt x="521" y="298"/>
                      </a:lnTo>
                      <a:lnTo>
                        <a:pt x="521" y="298"/>
                      </a:lnTo>
                      <a:lnTo>
                        <a:pt x="521" y="299"/>
                      </a:lnTo>
                      <a:lnTo>
                        <a:pt x="522" y="300"/>
                      </a:lnTo>
                      <a:lnTo>
                        <a:pt x="523" y="300"/>
                      </a:lnTo>
                      <a:lnTo>
                        <a:pt x="525" y="302"/>
                      </a:lnTo>
                      <a:lnTo>
                        <a:pt x="528" y="302"/>
                      </a:lnTo>
                      <a:lnTo>
                        <a:pt x="528" y="304"/>
                      </a:lnTo>
                      <a:lnTo>
                        <a:pt x="528" y="306"/>
                      </a:lnTo>
                      <a:lnTo>
                        <a:pt x="526" y="307"/>
                      </a:lnTo>
                      <a:lnTo>
                        <a:pt x="526" y="311"/>
                      </a:lnTo>
                      <a:lnTo>
                        <a:pt x="526" y="314"/>
                      </a:lnTo>
                      <a:lnTo>
                        <a:pt x="526" y="315"/>
                      </a:lnTo>
                      <a:lnTo>
                        <a:pt x="525" y="319"/>
                      </a:lnTo>
                      <a:lnTo>
                        <a:pt x="523" y="321"/>
                      </a:lnTo>
                      <a:lnTo>
                        <a:pt x="523" y="323"/>
                      </a:lnTo>
                      <a:lnTo>
                        <a:pt x="522" y="325"/>
                      </a:lnTo>
                      <a:lnTo>
                        <a:pt x="522" y="325"/>
                      </a:lnTo>
                      <a:lnTo>
                        <a:pt x="521" y="322"/>
                      </a:lnTo>
                      <a:lnTo>
                        <a:pt x="518" y="321"/>
                      </a:lnTo>
                      <a:lnTo>
                        <a:pt x="517" y="319"/>
                      </a:lnTo>
                      <a:lnTo>
                        <a:pt x="515" y="319"/>
                      </a:lnTo>
                      <a:lnTo>
                        <a:pt x="514" y="319"/>
                      </a:lnTo>
                      <a:lnTo>
                        <a:pt x="511" y="319"/>
                      </a:lnTo>
                      <a:lnTo>
                        <a:pt x="511" y="318"/>
                      </a:lnTo>
                      <a:lnTo>
                        <a:pt x="511" y="315"/>
                      </a:lnTo>
                      <a:lnTo>
                        <a:pt x="510" y="314"/>
                      </a:lnTo>
                      <a:lnTo>
                        <a:pt x="509" y="314"/>
                      </a:lnTo>
                      <a:lnTo>
                        <a:pt x="509" y="314"/>
                      </a:lnTo>
                      <a:lnTo>
                        <a:pt x="507" y="314"/>
                      </a:lnTo>
                      <a:lnTo>
                        <a:pt x="504" y="311"/>
                      </a:lnTo>
                      <a:lnTo>
                        <a:pt x="502" y="311"/>
                      </a:lnTo>
                      <a:lnTo>
                        <a:pt x="500" y="313"/>
                      </a:lnTo>
                      <a:lnTo>
                        <a:pt x="500" y="314"/>
                      </a:lnTo>
                      <a:lnTo>
                        <a:pt x="502" y="315"/>
                      </a:lnTo>
                      <a:lnTo>
                        <a:pt x="499" y="315"/>
                      </a:lnTo>
                      <a:lnTo>
                        <a:pt x="499" y="314"/>
                      </a:lnTo>
                      <a:lnTo>
                        <a:pt x="496" y="314"/>
                      </a:lnTo>
                      <a:lnTo>
                        <a:pt x="494" y="315"/>
                      </a:lnTo>
                      <a:lnTo>
                        <a:pt x="495" y="315"/>
                      </a:lnTo>
                      <a:lnTo>
                        <a:pt x="496" y="315"/>
                      </a:lnTo>
                      <a:lnTo>
                        <a:pt x="499" y="317"/>
                      </a:lnTo>
                      <a:lnTo>
                        <a:pt x="500" y="317"/>
                      </a:lnTo>
                      <a:lnTo>
                        <a:pt x="499" y="318"/>
                      </a:lnTo>
                      <a:lnTo>
                        <a:pt x="498" y="318"/>
                      </a:lnTo>
                      <a:lnTo>
                        <a:pt x="495" y="321"/>
                      </a:lnTo>
                      <a:lnTo>
                        <a:pt x="492" y="323"/>
                      </a:lnTo>
                      <a:lnTo>
                        <a:pt x="491" y="322"/>
                      </a:lnTo>
                      <a:lnTo>
                        <a:pt x="490" y="321"/>
                      </a:lnTo>
                      <a:lnTo>
                        <a:pt x="490" y="319"/>
                      </a:lnTo>
                      <a:lnTo>
                        <a:pt x="490" y="318"/>
                      </a:lnTo>
                      <a:lnTo>
                        <a:pt x="488" y="319"/>
                      </a:lnTo>
                      <a:lnTo>
                        <a:pt x="488" y="321"/>
                      </a:lnTo>
                      <a:lnTo>
                        <a:pt x="488" y="323"/>
                      </a:lnTo>
                      <a:lnTo>
                        <a:pt x="488" y="325"/>
                      </a:lnTo>
                      <a:lnTo>
                        <a:pt x="488" y="325"/>
                      </a:lnTo>
                      <a:lnTo>
                        <a:pt x="488" y="328"/>
                      </a:lnTo>
                      <a:lnTo>
                        <a:pt x="488" y="329"/>
                      </a:lnTo>
                      <a:lnTo>
                        <a:pt x="488" y="329"/>
                      </a:lnTo>
                      <a:lnTo>
                        <a:pt x="488" y="330"/>
                      </a:lnTo>
                      <a:lnTo>
                        <a:pt x="488" y="332"/>
                      </a:lnTo>
                      <a:lnTo>
                        <a:pt x="485" y="330"/>
                      </a:lnTo>
                      <a:lnTo>
                        <a:pt x="483" y="330"/>
                      </a:lnTo>
                      <a:lnTo>
                        <a:pt x="483" y="332"/>
                      </a:lnTo>
                      <a:lnTo>
                        <a:pt x="484" y="333"/>
                      </a:lnTo>
                      <a:lnTo>
                        <a:pt x="485" y="333"/>
                      </a:lnTo>
                      <a:lnTo>
                        <a:pt x="490" y="333"/>
                      </a:lnTo>
                      <a:lnTo>
                        <a:pt x="490" y="334"/>
                      </a:lnTo>
                      <a:lnTo>
                        <a:pt x="490" y="336"/>
                      </a:lnTo>
                      <a:lnTo>
                        <a:pt x="490" y="338"/>
                      </a:lnTo>
                      <a:lnTo>
                        <a:pt x="491" y="338"/>
                      </a:lnTo>
                      <a:lnTo>
                        <a:pt x="491" y="337"/>
                      </a:lnTo>
                      <a:lnTo>
                        <a:pt x="494" y="337"/>
                      </a:lnTo>
                      <a:lnTo>
                        <a:pt x="496" y="337"/>
                      </a:lnTo>
                      <a:lnTo>
                        <a:pt x="498" y="338"/>
                      </a:lnTo>
                      <a:lnTo>
                        <a:pt x="500" y="338"/>
                      </a:lnTo>
                      <a:lnTo>
                        <a:pt x="503" y="338"/>
                      </a:lnTo>
                      <a:lnTo>
                        <a:pt x="504" y="338"/>
                      </a:lnTo>
                      <a:lnTo>
                        <a:pt x="506" y="337"/>
                      </a:lnTo>
                      <a:lnTo>
                        <a:pt x="507" y="338"/>
                      </a:lnTo>
                      <a:lnTo>
                        <a:pt x="507" y="340"/>
                      </a:lnTo>
                      <a:lnTo>
                        <a:pt x="507" y="342"/>
                      </a:lnTo>
                      <a:lnTo>
                        <a:pt x="507" y="344"/>
                      </a:lnTo>
                      <a:lnTo>
                        <a:pt x="507" y="345"/>
                      </a:lnTo>
                      <a:lnTo>
                        <a:pt x="506" y="345"/>
                      </a:lnTo>
                      <a:lnTo>
                        <a:pt x="504" y="345"/>
                      </a:lnTo>
                      <a:lnTo>
                        <a:pt x="502" y="344"/>
                      </a:lnTo>
                      <a:lnTo>
                        <a:pt x="500" y="345"/>
                      </a:lnTo>
                      <a:lnTo>
                        <a:pt x="499" y="345"/>
                      </a:lnTo>
                      <a:lnTo>
                        <a:pt x="498" y="344"/>
                      </a:lnTo>
                      <a:lnTo>
                        <a:pt x="494" y="345"/>
                      </a:lnTo>
                      <a:lnTo>
                        <a:pt x="491" y="345"/>
                      </a:lnTo>
                      <a:lnTo>
                        <a:pt x="490" y="345"/>
                      </a:lnTo>
                      <a:lnTo>
                        <a:pt x="488" y="344"/>
                      </a:lnTo>
                      <a:lnTo>
                        <a:pt x="488" y="345"/>
                      </a:lnTo>
                      <a:lnTo>
                        <a:pt x="488" y="347"/>
                      </a:lnTo>
                      <a:lnTo>
                        <a:pt x="490" y="347"/>
                      </a:lnTo>
                      <a:lnTo>
                        <a:pt x="491" y="347"/>
                      </a:lnTo>
                      <a:lnTo>
                        <a:pt x="494" y="347"/>
                      </a:lnTo>
                      <a:lnTo>
                        <a:pt x="498" y="347"/>
                      </a:lnTo>
                      <a:lnTo>
                        <a:pt x="499" y="348"/>
                      </a:lnTo>
                      <a:lnTo>
                        <a:pt x="500" y="349"/>
                      </a:lnTo>
                      <a:lnTo>
                        <a:pt x="503" y="349"/>
                      </a:lnTo>
                      <a:lnTo>
                        <a:pt x="504" y="351"/>
                      </a:lnTo>
                      <a:lnTo>
                        <a:pt x="506" y="352"/>
                      </a:lnTo>
                      <a:lnTo>
                        <a:pt x="507" y="353"/>
                      </a:lnTo>
                      <a:lnTo>
                        <a:pt x="510" y="356"/>
                      </a:lnTo>
                      <a:lnTo>
                        <a:pt x="510" y="357"/>
                      </a:lnTo>
                      <a:lnTo>
                        <a:pt x="510" y="357"/>
                      </a:lnTo>
                      <a:lnTo>
                        <a:pt x="507" y="357"/>
                      </a:lnTo>
                      <a:lnTo>
                        <a:pt x="507" y="356"/>
                      </a:lnTo>
                      <a:lnTo>
                        <a:pt x="507" y="357"/>
                      </a:lnTo>
                      <a:lnTo>
                        <a:pt x="506" y="359"/>
                      </a:lnTo>
                      <a:lnTo>
                        <a:pt x="507" y="361"/>
                      </a:lnTo>
                      <a:lnTo>
                        <a:pt x="507" y="364"/>
                      </a:lnTo>
                      <a:lnTo>
                        <a:pt x="507" y="366"/>
                      </a:lnTo>
                      <a:lnTo>
                        <a:pt x="507" y="368"/>
                      </a:lnTo>
                      <a:lnTo>
                        <a:pt x="507" y="370"/>
                      </a:lnTo>
                      <a:lnTo>
                        <a:pt x="507" y="371"/>
                      </a:lnTo>
                      <a:lnTo>
                        <a:pt x="504" y="375"/>
                      </a:lnTo>
                      <a:lnTo>
                        <a:pt x="503" y="378"/>
                      </a:lnTo>
                      <a:lnTo>
                        <a:pt x="502" y="378"/>
                      </a:lnTo>
                      <a:lnTo>
                        <a:pt x="500" y="376"/>
                      </a:lnTo>
                      <a:lnTo>
                        <a:pt x="499" y="374"/>
                      </a:lnTo>
                      <a:lnTo>
                        <a:pt x="502" y="372"/>
                      </a:lnTo>
                      <a:lnTo>
                        <a:pt x="500" y="371"/>
                      </a:lnTo>
                      <a:lnTo>
                        <a:pt x="499" y="371"/>
                      </a:lnTo>
                      <a:lnTo>
                        <a:pt x="498" y="371"/>
                      </a:lnTo>
                      <a:lnTo>
                        <a:pt x="496" y="371"/>
                      </a:lnTo>
                      <a:lnTo>
                        <a:pt x="494" y="367"/>
                      </a:lnTo>
                      <a:lnTo>
                        <a:pt x="491" y="366"/>
                      </a:lnTo>
                      <a:lnTo>
                        <a:pt x="488" y="363"/>
                      </a:lnTo>
                      <a:lnTo>
                        <a:pt x="488" y="361"/>
                      </a:lnTo>
                      <a:lnTo>
                        <a:pt x="487" y="359"/>
                      </a:lnTo>
                      <a:lnTo>
                        <a:pt x="484" y="356"/>
                      </a:lnTo>
                      <a:lnTo>
                        <a:pt x="483" y="355"/>
                      </a:lnTo>
                      <a:lnTo>
                        <a:pt x="481" y="355"/>
                      </a:lnTo>
                      <a:lnTo>
                        <a:pt x="481" y="356"/>
                      </a:lnTo>
                      <a:lnTo>
                        <a:pt x="483" y="357"/>
                      </a:lnTo>
                      <a:lnTo>
                        <a:pt x="485" y="360"/>
                      </a:lnTo>
                      <a:lnTo>
                        <a:pt x="485" y="361"/>
                      </a:lnTo>
                      <a:lnTo>
                        <a:pt x="484" y="361"/>
                      </a:lnTo>
                      <a:lnTo>
                        <a:pt x="481" y="361"/>
                      </a:lnTo>
                      <a:lnTo>
                        <a:pt x="479" y="360"/>
                      </a:lnTo>
                      <a:lnTo>
                        <a:pt x="477" y="357"/>
                      </a:lnTo>
                      <a:lnTo>
                        <a:pt x="477" y="356"/>
                      </a:lnTo>
                      <a:lnTo>
                        <a:pt x="477" y="357"/>
                      </a:lnTo>
                      <a:lnTo>
                        <a:pt x="477" y="360"/>
                      </a:lnTo>
                      <a:lnTo>
                        <a:pt x="479" y="363"/>
                      </a:lnTo>
                      <a:lnTo>
                        <a:pt x="483" y="364"/>
                      </a:lnTo>
                      <a:lnTo>
                        <a:pt x="487" y="364"/>
                      </a:lnTo>
                      <a:lnTo>
                        <a:pt x="491" y="367"/>
                      </a:lnTo>
                      <a:lnTo>
                        <a:pt x="496" y="372"/>
                      </a:lnTo>
                      <a:lnTo>
                        <a:pt x="496" y="374"/>
                      </a:lnTo>
                      <a:lnTo>
                        <a:pt x="495" y="375"/>
                      </a:lnTo>
                      <a:lnTo>
                        <a:pt x="495" y="375"/>
                      </a:lnTo>
                      <a:lnTo>
                        <a:pt x="492" y="374"/>
                      </a:lnTo>
                      <a:lnTo>
                        <a:pt x="491" y="374"/>
                      </a:lnTo>
                      <a:lnTo>
                        <a:pt x="488" y="375"/>
                      </a:lnTo>
                      <a:lnTo>
                        <a:pt x="485" y="378"/>
                      </a:lnTo>
                      <a:lnTo>
                        <a:pt x="484" y="378"/>
                      </a:lnTo>
                      <a:lnTo>
                        <a:pt x="483" y="376"/>
                      </a:lnTo>
                      <a:lnTo>
                        <a:pt x="481" y="375"/>
                      </a:lnTo>
                      <a:lnTo>
                        <a:pt x="481" y="374"/>
                      </a:lnTo>
                      <a:lnTo>
                        <a:pt x="481" y="372"/>
                      </a:lnTo>
                      <a:lnTo>
                        <a:pt x="480" y="371"/>
                      </a:lnTo>
                      <a:lnTo>
                        <a:pt x="480" y="374"/>
                      </a:lnTo>
                      <a:lnTo>
                        <a:pt x="480" y="375"/>
                      </a:lnTo>
                      <a:lnTo>
                        <a:pt x="481" y="378"/>
                      </a:lnTo>
                      <a:lnTo>
                        <a:pt x="481" y="379"/>
                      </a:lnTo>
                      <a:lnTo>
                        <a:pt x="484" y="379"/>
                      </a:lnTo>
                      <a:lnTo>
                        <a:pt x="487" y="379"/>
                      </a:lnTo>
                      <a:lnTo>
                        <a:pt x="490" y="376"/>
                      </a:lnTo>
                      <a:lnTo>
                        <a:pt x="491" y="376"/>
                      </a:lnTo>
                      <a:lnTo>
                        <a:pt x="494" y="378"/>
                      </a:lnTo>
                      <a:lnTo>
                        <a:pt x="494" y="379"/>
                      </a:lnTo>
                      <a:lnTo>
                        <a:pt x="494" y="381"/>
                      </a:lnTo>
                      <a:lnTo>
                        <a:pt x="492" y="385"/>
                      </a:lnTo>
                      <a:lnTo>
                        <a:pt x="492" y="387"/>
                      </a:lnTo>
                      <a:lnTo>
                        <a:pt x="491" y="387"/>
                      </a:lnTo>
                      <a:lnTo>
                        <a:pt x="491" y="387"/>
                      </a:lnTo>
                      <a:lnTo>
                        <a:pt x="492" y="389"/>
                      </a:lnTo>
                      <a:lnTo>
                        <a:pt x="494" y="389"/>
                      </a:lnTo>
                      <a:lnTo>
                        <a:pt x="496" y="389"/>
                      </a:lnTo>
                      <a:lnTo>
                        <a:pt x="498" y="391"/>
                      </a:lnTo>
                      <a:lnTo>
                        <a:pt x="502" y="393"/>
                      </a:lnTo>
                      <a:lnTo>
                        <a:pt x="502" y="391"/>
                      </a:lnTo>
                      <a:lnTo>
                        <a:pt x="504" y="391"/>
                      </a:lnTo>
                      <a:lnTo>
                        <a:pt x="507" y="391"/>
                      </a:lnTo>
                      <a:lnTo>
                        <a:pt x="507" y="393"/>
                      </a:lnTo>
                      <a:lnTo>
                        <a:pt x="506" y="394"/>
                      </a:lnTo>
                      <a:lnTo>
                        <a:pt x="506" y="395"/>
                      </a:lnTo>
                      <a:lnTo>
                        <a:pt x="507" y="398"/>
                      </a:lnTo>
                      <a:lnTo>
                        <a:pt x="507" y="400"/>
                      </a:lnTo>
                      <a:lnTo>
                        <a:pt x="504" y="404"/>
                      </a:lnTo>
                      <a:lnTo>
                        <a:pt x="500" y="405"/>
                      </a:lnTo>
                      <a:lnTo>
                        <a:pt x="499" y="405"/>
                      </a:lnTo>
                      <a:lnTo>
                        <a:pt x="499" y="404"/>
                      </a:lnTo>
                      <a:lnTo>
                        <a:pt x="498" y="402"/>
                      </a:lnTo>
                      <a:lnTo>
                        <a:pt x="496" y="401"/>
                      </a:lnTo>
                      <a:lnTo>
                        <a:pt x="496" y="398"/>
                      </a:lnTo>
                      <a:lnTo>
                        <a:pt x="494" y="395"/>
                      </a:lnTo>
                      <a:lnTo>
                        <a:pt x="491" y="395"/>
                      </a:lnTo>
                      <a:lnTo>
                        <a:pt x="490" y="394"/>
                      </a:lnTo>
                      <a:lnTo>
                        <a:pt x="487" y="393"/>
                      </a:lnTo>
                      <a:lnTo>
                        <a:pt x="485" y="394"/>
                      </a:lnTo>
                      <a:lnTo>
                        <a:pt x="484" y="394"/>
                      </a:lnTo>
                      <a:lnTo>
                        <a:pt x="483" y="394"/>
                      </a:lnTo>
                      <a:lnTo>
                        <a:pt x="481" y="391"/>
                      </a:lnTo>
                      <a:lnTo>
                        <a:pt x="480" y="390"/>
                      </a:lnTo>
                      <a:lnTo>
                        <a:pt x="479" y="390"/>
                      </a:lnTo>
                      <a:lnTo>
                        <a:pt x="479" y="391"/>
                      </a:lnTo>
                      <a:lnTo>
                        <a:pt x="480" y="393"/>
                      </a:lnTo>
                      <a:lnTo>
                        <a:pt x="480" y="395"/>
                      </a:lnTo>
                      <a:lnTo>
                        <a:pt x="479" y="398"/>
                      </a:lnTo>
                      <a:lnTo>
                        <a:pt x="477" y="400"/>
                      </a:lnTo>
                      <a:lnTo>
                        <a:pt x="476" y="400"/>
                      </a:lnTo>
                      <a:lnTo>
                        <a:pt x="475" y="400"/>
                      </a:lnTo>
                      <a:lnTo>
                        <a:pt x="476" y="400"/>
                      </a:lnTo>
                      <a:lnTo>
                        <a:pt x="477" y="401"/>
                      </a:lnTo>
                      <a:lnTo>
                        <a:pt x="477" y="402"/>
                      </a:lnTo>
                      <a:lnTo>
                        <a:pt x="475" y="406"/>
                      </a:lnTo>
                      <a:lnTo>
                        <a:pt x="473" y="406"/>
                      </a:lnTo>
                      <a:lnTo>
                        <a:pt x="473" y="408"/>
                      </a:lnTo>
                      <a:lnTo>
                        <a:pt x="473" y="409"/>
                      </a:lnTo>
                      <a:lnTo>
                        <a:pt x="475" y="409"/>
                      </a:lnTo>
                      <a:lnTo>
                        <a:pt x="476" y="413"/>
                      </a:lnTo>
                      <a:lnTo>
                        <a:pt x="477" y="413"/>
                      </a:lnTo>
                      <a:lnTo>
                        <a:pt x="479" y="416"/>
                      </a:lnTo>
                      <a:lnTo>
                        <a:pt x="477" y="419"/>
                      </a:lnTo>
                      <a:lnTo>
                        <a:pt x="477" y="420"/>
                      </a:lnTo>
                      <a:lnTo>
                        <a:pt x="479" y="419"/>
                      </a:lnTo>
                      <a:lnTo>
                        <a:pt x="480" y="416"/>
                      </a:lnTo>
                      <a:lnTo>
                        <a:pt x="479" y="414"/>
                      </a:lnTo>
                      <a:lnTo>
                        <a:pt x="479" y="413"/>
                      </a:lnTo>
                      <a:lnTo>
                        <a:pt x="479" y="410"/>
                      </a:lnTo>
                      <a:lnTo>
                        <a:pt x="479" y="409"/>
                      </a:lnTo>
                      <a:lnTo>
                        <a:pt x="480" y="409"/>
                      </a:lnTo>
                      <a:lnTo>
                        <a:pt x="481" y="410"/>
                      </a:lnTo>
                      <a:lnTo>
                        <a:pt x="483" y="412"/>
                      </a:lnTo>
                      <a:lnTo>
                        <a:pt x="484" y="413"/>
                      </a:lnTo>
                      <a:lnTo>
                        <a:pt x="485" y="416"/>
                      </a:lnTo>
                      <a:lnTo>
                        <a:pt x="487" y="414"/>
                      </a:lnTo>
                      <a:lnTo>
                        <a:pt x="487" y="414"/>
                      </a:lnTo>
                      <a:lnTo>
                        <a:pt x="488" y="416"/>
                      </a:lnTo>
                      <a:lnTo>
                        <a:pt x="490" y="414"/>
                      </a:lnTo>
                      <a:lnTo>
                        <a:pt x="491" y="413"/>
                      </a:lnTo>
                      <a:lnTo>
                        <a:pt x="494" y="414"/>
                      </a:lnTo>
                      <a:lnTo>
                        <a:pt x="494" y="416"/>
                      </a:lnTo>
                      <a:lnTo>
                        <a:pt x="494" y="417"/>
                      </a:lnTo>
                      <a:lnTo>
                        <a:pt x="492" y="420"/>
                      </a:lnTo>
                      <a:lnTo>
                        <a:pt x="491" y="423"/>
                      </a:lnTo>
                      <a:lnTo>
                        <a:pt x="491" y="425"/>
                      </a:lnTo>
                      <a:lnTo>
                        <a:pt x="491" y="428"/>
                      </a:lnTo>
                      <a:lnTo>
                        <a:pt x="490" y="429"/>
                      </a:lnTo>
                      <a:lnTo>
                        <a:pt x="487" y="429"/>
                      </a:lnTo>
                      <a:lnTo>
                        <a:pt x="484" y="429"/>
                      </a:lnTo>
                      <a:lnTo>
                        <a:pt x="483" y="429"/>
                      </a:lnTo>
                      <a:lnTo>
                        <a:pt x="481" y="428"/>
                      </a:lnTo>
                      <a:lnTo>
                        <a:pt x="480" y="428"/>
                      </a:lnTo>
                      <a:lnTo>
                        <a:pt x="477" y="429"/>
                      </a:lnTo>
                      <a:lnTo>
                        <a:pt x="477" y="431"/>
                      </a:lnTo>
                      <a:lnTo>
                        <a:pt x="476" y="432"/>
                      </a:lnTo>
                      <a:lnTo>
                        <a:pt x="475" y="432"/>
                      </a:lnTo>
                      <a:lnTo>
                        <a:pt x="473" y="432"/>
                      </a:lnTo>
                      <a:lnTo>
                        <a:pt x="472" y="435"/>
                      </a:lnTo>
                      <a:lnTo>
                        <a:pt x="472" y="436"/>
                      </a:lnTo>
                      <a:lnTo>
                        <a:pt x="470" y="436"/>
                      </a:lnTo>
                      <a:lnTo>
                        <a:pt x="469" y="436"/>
                      </a:lnTo>
                      <a:lnTo>
                        <a:pt x="466" y="434"/>
                      </a:lnTo>
                      <a:lnTo>
                        <a:pt x="462" y="432"/>
                      </a:lnTo>
                      <a:lnTo>
                        <a:pt x="460" y="429"/>
                      </a:lnTo>
                      <a:lnTo>
                        <a:pt x="454" y="424"/>
                      </a:lnTo>
                      <a:lnTo>
                        <a:pt x="454" y="421"/>
                      </a:lnTo>
                      <a:lnTo>
                        <a:pt x="454" y="420"/>
                      </a:lnTo>
                      <a:lnTo>
                        <a:pt x="454" y="420"/>
                      </a:lnTo>
                      <a:lnTo>
                        <a:pt x="456" y="420"/>
                      </a:lnTo>
                      <a:lnTo>
                        <a:pt x="457" y="420"/>
                      </a:lnTo>
                      <a:lnTo>
                        <a:pt x="458" y="421"/>
                      </a:lnTo>
                      <a:lnTo>
                        <a:pt x="462" y="423"/>
                      </a:lnTo>
                      <a:lnTo>
                        <a:pt x="465" y="425"/>
                      </a:lnTo>
                      <a:lnTo>
                        <a:pt x="466" y="425"/>
                      </a:lnTo>
                      <a:lnTo>
                        <a:pt x="470" y="424"/>
                      </a:lnTo>
                      <a:lnTo>
                        <a:pt x="470" y="423"/>
                      </a:lnTo>
                      <a:lnTo>
                        <a:pt x="469" y="423"/>
                      </a:lnTo>
                      <a:lnTo>
                        <a:pt x="468" y="423"/>
                      </a:lnTo>
                      <a:lnTo>
                        <a:pt x="466" y="423"/>
                      </a:lnTo>
                      <a:lnTo>
                        <a:pt x="465" y="423"/>
                      </a:lnTo>
                      <a:lnTo>
                        <a:pt x="461" y="420"/>
                      </a:lnTo>
                      <a:lnTo>
                        <a:pt x="456" y="417"/>
                      </a:lnTo>
                      <a:lnTo>
                        <a:pt x="454" y="417"/>
                      </a:lnTo>
                      <a:lnTo>
                        <a:pt x="454" y="416"/>
                      </a:lnTo>
                      <a:lnTo>
                        <a:pt x="454" y="414"/>
                      </a:lnTo>
                      <a:lnTo>
                        <a:pt x="453" y="414"/>
                      </a:lnTo>
                      <a:lnTo>
                        <a:pt x="451" y="414"/>
                      </a:lnTo>
                      <a:lnTo>
                        <a:pt x="450" y="416"/>
                      </a:lnTo>
                      <a:lnTo>
                        <a:pt x="450" y="419"/>
                      </a:lnTo>
                      <a:lnTo>
                        <a:pt x="450" y="423"/>
                      </a:lnTo>
                      <a:lnTo>
                        <a:pt x="450" y="424"/>
                      </a:lnTo>
                      <a:lnTo>
                        <a:pt x="449" y="425"/>
                      </a:lnTo>
                      <a:lnTo>
                        <a:pt x="449" y="425"/>
                      </a:lnTo>
                      <a:lnTo>
                        <a:pt x="443" y="420"/>
                      </a:lnTo>
                      <a:lnTo>
                        <a:pt x="441" y="414"/>
                      </a:lnTo>
                      <a:lnTo>
                        <a:pt x="441" y="413"/>
                      </a:lnTo>
                      <a:lnTo>
                        <a:pt x="439" y="412"/>
                      </a:lnTo>
                      <a:lnTo>
                        <a:pt x="439" y="410"/>
                      </a:lnTo>
                      <a:lnTo>
                        <a:pt x="438" y="410"/>
                      </a:lnTo>
                      <a:lnTo>
                        <a:pt x="438" y="412"/>
                      </a:lnTo>
                      <a:lnTo>
                        <a:pt x="438" y="413"/>
                      </a:lnTo>
                      <a:lnTo>
                        <a:pt x="439" y="414"/>
                      </a:lnTo>
                      <a:lnTo>
                        <a:pt x="442" y="420"/>
                      </a:lnTo>
                      <a:lnTo>
                        <a:pt x="443" y="421"/>
                      </a:lnTo>
                      <a:lnTo>
                        <a:pt x="445" y="423"/>
                      </a:lnTo>
                      <a:lnTo>
                        <a:pt x="445" y="424"/>
                      </a:lnTo>
                      <a:lnTo>
                        <a:pt x="445" y="425"/>
                      </a:lnTo>
                      <a:lnTo>
                        <a:pt x="443" y="425"/>
                      </a:lnTo>
                      <a:lnTo>
                        <a:pt x="442" y="427"/>
                      </a:lnTo>
                      <a:lnTo>
                        <a:pt x="439" y="428"/>
                      </a:lnTo>
                      <a:lnTo>
                        <a:pt x="439" y="429"/>
                      </a:lnTo>
                      <a:lnTo>
                        <a:pt x="437" y="429"/>
                      </a:lnTo>
                      <a:lnTo>
                        <a:pt x="435" y="431"/>
                      </a:lnTo>
                      <a:lnTo>
                        <a:pt x="432" y="432"/>
                      </a:lnTo>
                      <a:lnTo>
                        <a:pt x="430" y="431"/>
                      </a:lnTo>
                      <a:lnTo>
                        <a:pt x="428" y="429"/>
                      </a:lnTo>
                      <a:lnTo>
                        <a:pt x="427" y="429"/>
                      </a:lnTo>
                      <a:lnTo>
                        <a:pt x="426" y="428"/>
                      </a:lnTo>
                      <a:lnTo>
                        <a:pt x="426" y="428"/>
                      </a:lnTo>
                      <a:lnTo>
                        <a:pt x="422" y="425"/>
                      </a:lnTo>
                      <a:lnTo>
                        <a:pt x="420" y="424"/>
                      </a:lnTo>
                      <a:lnTo>
                        <a:pt x="420" y="423"/>
                      </a:lnTo>
                      <a:lnTo>
                        <a:pt x="420" y="421"/>
                      </a:lnTo>
                      <a:lnTo>
                        <a:pt x="419" y="421"/>
                      </a:lnTo>
                      <a:lnTo>
                        <a:pt x="419" y="421"/>
                      </a:lnTo>
                      <a:lnTo>
                        <a:pt x="419" y="424"/>
                      </a:lnTo>
                      <a:lnTo>
                        <a:pt x="419" y="425"/>
                      </a:lnTo>
                      <a:lnTo>
                        <a:pt x="422" y="427"/>
                      </a:lnTo>
                      <a:lnTo>
                        <a:pt x="424" y="428"/>
                      </a:lnTo>
                      <a:lnTo>
                        <a:pt x="426" y="431"/>
                      </a:lnTo>
                      <a:lnTo>
                        <a:pt x="426" y="432"/>
                      </a:lnTo>
                      <a:lnTo>
                        <a:pt x="424" y="434"/>
                      </a:lnTo>
                      <a:lnTo>
                        <a:pt x="420" y="434"/>
                      </a:lnTo>
                      <a:lnTo>
                        <a:pt x="417" y="432"/>
                      </a:lnTo>
                      <a:lnTo>
                        <a:pt x="415" y="434"/>
                      </a:lnTo>
                      <a:lnTo>
                        <a:pt x="413" y="435"/>
                      </a:lnTo>
                      <a:lnTo>
                        <a:pt x="413" y="436"/>
                      </a:lnTo>
                      <a:lnTo>
                        <a:pt x="415" y="436"/>
                      </a:lnTo>
                      <a:lnTo>
                        <a:pt x="416" y="438"/>
                      </a:lnTo>
                      <a:lnTo>
                        <a:pt x="416" y="438"/>
                      </a:lnTo>
                      <a:lnTo>
                        <a:pt x="417" y="436"/>
                      </a:lnTo>
                      <a:lnTo>
                        <a:pt x="417" y="435"/>
                      </a:lnTo>
                      <a:lnTo>
                        <a:pt x="420" y="435"/>
                      </a:lnTo>
                      <a:lnTo>
                        <a:pt x="420" y="435"/>
                      </a:lnTo>
                      <a:lnTo>
                        <a:pt x="423" y="436"/>
                      </a:lnTo>
                      <a:lnTo>
                        <a:pt x="423" y="436"/>
                      </a:lnTo>
                      <a:lnTo>
                        <a:pt x="424" y="436"/>
                      </a:lnTo>
                      <a:lnTo>
                        <a:pt x="426" y="435"/>
                      </a:lnTo>
                      <a:lnTo>
                        <a:pt x="427" y="434"/>
                      </a:lnTo>
                      <a:lnTo>
                        <a:pt x="428" y="434"/>
                      </a:lnTo>
                      <a:lnTo>
                        <a:pt x="431" y="434"/>
                      </a:lnTo>
                      <a:lnTo>
                        <a:pt x="434" y="434"/>
                      </a:lnTo>
                      <a:lnTo>
                        <a:pt x="435" y="435"/>
                      </a:lnTo>
                      <a:lnTo>
                        <a:pt x="437" y="436"/>
                      </a:lnTo>
                      <a:lnTo>
                        <a:pt x="439" y="436"/>
                      </a:lnTo>
                      <a:lnTo>
                        <a:pt x="441" y="438"/>
                      </a:lnTo>
                      <a:lnTo>
                        <a:pt x="442" y="439"/>
                      </a:lnTo>
                      <a:lnTo>
                        <a:pt x="442" y="440"/>
                      </a:lnTo>
                      <a:lnTo>
                        <a:pt x="441" y="442"/>
                      </a:lnTo>
                      <a:lnTo>
                        <a:pt x="439" y="443"/>
                      </a:lnTo>
                      <a:lnTo>
                        <a:pt x="437" y="443"/>
                      </a:lnTo>
                      <a:lnTo>
                        <a:pt x="434" y="443"/>
                      </a:lnTo>
                      <a:lnTo>
                        <a:pt x="432" y="446"/>
                      </a:lnTo>
                      <a:lnTo>
                        <a:pt x="430" y="446"/>
                      </a:lnTo>
                      <a:lnTo>
                        <a:pt x="428" y="446"/>
                      </a:lnTo>
                      <a:lnTo>
                        <a:pt x="426" y="443"/>
                      </a:lnTo>
                      <a:lnTo>
                        <a:pt x="424" y="442"/>
                      </a:lnTo>
                      <a:lnTo>
                        <a:pt x="423" y="443"/>
                      </a:lnTo>
                      <a:lnTo>
                        <a:pt x="422" y="443"/>
                      </a:lnTo>
                      <a:lnTo>
                        <a:pt x="420" y="444"/>
                      </a:lnTo>
                      <a:lnTo>
                        <a:pt x="419" y="443"/>
                      </a:lnTo>
                      <a:lnTo>
                        <a:pt x="417" y="443"/>
                      </a:lnTo>
                      <a:lnTo>
                        <a:pt x="417" y="444"/>
                      </a:lnTo>
                      <a:lnTo>
                        <a:pt x="419" y="444"/>
                      </a:lnTo>
                      <a:lnTo>
                        <a:pt x="422" y="444"/>
                      </a:lnTo>
                      <a:lnTo>
                        <a:pt x="423" y="444"/>
                      </a:lnTo>
                      <a:lnTo>
                        <a:pt x="424" y="444"/>
                      </a:lnTo>
                      <a:lnTo>
                        <a:pt x="426" y="446"/>
                      </a:lnTo>
                      <a:lnTo>
                        <a:pt x="424" y="447"/>
                      </a:lnTo>
                      <a:lnTo>
                        <a:pt x="422" y="447"/>
                      </a:lnTo>
                      <a:lnTo>
                        <a:pt x="420" y="448"/>
                      </a:lnTo>
                      <a:lnTo>
                        <a:pt x="419" y="450"/>
                      </a:lnTo>
                      <a:lnTo>
                        <a:pt x="420" y="450"/>
                      </a:lnTo>
                      <a:lnTo>
                        <a:pt x="422" y="448"/>
                      </a:lnTo>
                      <a:lnTo>
                        <a:pt x="424" y="448"/>
                      </a:lnTo>
                      <a:lnTo>
                        <a:pt x="426" y="448"/>
                      </a:lnTo>
                      <a:lnTo>
                        <a:pt x="427" y="448"/>
                      </a:lnTo>
                      <a:lnTo>
                        <a:pt x="427" y="451"/>
                      </a:lnTo>
                      <a:lnTo>
                        <a:pt x="427" y="451"/>
                      </a:lnTo>
                      <a:lnTo>
                        <a:pt x="428" y="448"/>
                      </a:lnTo>
                      <a:lnTo>
                        <a:pt x="431" y="448"/>
                      </a:lnTo>
                      <a:lnTo>
                        <a:pt x="432" y="448"/>
                      </a:lnTo>
                      <a:lnTo>
                        <a:pt x="434" y="446"/>
                      </a:lnTo>
                      <a:lnTo>
                        <a:pt x="435" y="446"/>
                      </a:lnTo>
                      <a:lnTo>
                        <a:pt x="437" y="447"/>
                      </a:lnTo>
                      <a:lnTo>
                        <a:pt x="441" y="450"/>
                      </a:lnTo>
                      <a:lnTo>
                        <a:pt x="441" y="450"/>
                      </a:lnTo>
                      <a:lnTo>
                        <a:pt x="442" y="450"/>
                      </a:lnTo>
                      <a:lnTo>
                        <a:pt x="442" y="451"/>
                      </a:lnTo>
                      <a:lnTo>
                        <a:pt x="442" y="457"/>
                      </a:lnTo>
                      <a:lnTo>
                        <a:pt x="441" y="458"/>
                      </a:lnTo>
                      <a:lnTo>
                        <a:pt x="438" y="458"/>
                      </a:lnTo>
                      <a:lnTo>
                        <a:pt x="435" y="458"/>
                      </a:lnTo>
                      <a:lnTo>
                        <a:pt x="434" y="457"/>
                      </a:lnTo>
                      <a:lnTo>
                        <a:pt x="428" y="457"/>
                      </a:lnTo>
                      <a:lnTo>
                        <a:pt x="427" y="457"/>
                      </a:lnTo>
                      <a:lnTo>
                        <a:pt x="426" y="458"/>
                      </a:lnTo>
                      <a:lnTo>
                        <a:pt x="427" y="459"/>
                      </a:lnTo>
                      <a:lnTo>
                        <a:pt x="428" y="458"/>
                      </a:lnTo>
                      <a:lnTo>
                        <a:pt x="432" y="458"/>
                      </a:lnTo>
                      <a:lnTo>
                        <a:pt x="435" y="459"/>
                      </a:lnTo>
                      <a:lnTo>
                        <a:pt x="437" y="461"/>
                      </a:lnTo>
                      <a:lnTo>
                        <a:pt x="437" y="462"/>
                      </a:lnTo>
                      <a:lnTo>
                        <a:pt x="438" y="461"/>
                      </a:lnTo>
                      <a:lnTo>
                        <a:pt x="441" y="459"/>
                      </a:lnTo>
                      <a:lnTo>
                        <a:pt x="443" y="459"/>
                      </a:lnTo>
                      <a:lnTo>
                        <a:pt x="446" y="461"/>
                      </a:lnTo>
                      <a:lnTo>
                        <a:pt x="446" y="462"/>
                      </a:lnTo>
                      <a:lnTo>
                        <a:pt x="451" y="465"/>
                      </a:lnTo>
                      <a:lnTo>
                        <a:pt x="451" y="466"/>
                      </a:lnTo>
                      <a:lnTo>
                        <a:pt x="451" y="467"/>
                      </a:lnTo>
                      <a:lnTo>
                        <a:pt x="453" y="467"/>
                      </a:lnTo>
                      <a:lnTo>
                        <a:pt x="454" y="469"/>
                      </a:lnTo>
                      <a:lnTo>
                        <a:pt x="456" y="469"/>
                      </a:lnTo>
                      <a:lnTo>
                        <a:pt x="457" y="470"/>
                      </a:lnTo>
                      <a:lnTo>
                        <a:pt x="458" y="472"/>
                      </a:lnTo>
                      <a:lnTo>
                        <a:pt x="460" y="473"/>
                      </a:lnTo>
                      <a:lnTo>
                        <a:pt x="461" y="474"/>
                      </a:lnTo>
                      <a:lnTo>
                        <a:pt x="461" y="474"/>
                      </a:lnTo>
                      <a:lnTo>
                        <a:pt x="462" y="476"/>
                      </a:lnTo>
                      <a:lnTo>
                        <a:pt x="464" y="477"/>
                      </a:lnTo>
                      <a:lnTo>
                        <a:pt x="464" y="477"/>
                      </a:lnTo>
                      <a:lnTo>
                        <a:pt x="462" y="480"/>
                      </a:lnTo>
                      <a:lnTo>
                        <a:pt x="461" y="481"/>
                      </a:lnTo>
                      <a:lnTo>
                        <a:pt x="460" y="482"/>
                      </a:lnTo>
                      <a:lnTo>
                        <a:pt x="460" y="485"/>
                      </a:lnTo>
                      <a:lnTo>
                        <a:pt x="460" y="485"/>
                      </a:lnTo>
                      <a:lnTo>
                        <a:pt x="461" y="484"/>
                      </a:lnTo>
                      <a:lnTo>
                        <a:pt x="464" y="481"/>
                      </a:lnTo>
                      <a:lnTo>
                        <a:pt x="465" y="481"/>
                      </a:lnTo>
                      <a:lnTo>
                        <a:pt x="465" y="481"/>
                      </a:lnTo>
                      <a:lnTo>
                        <a:pt x="465" y="482"/>
                      </a:lnTo>
                      <a:lnTo>
                        <a:pt x="464" y="485"/>
                      </a:lnTo>
                      <a:lnTo>
                        <a:pt x="465" y="484"/>
                      </a:lnTo>
                      <a:lnTo>
                        <a:pt x="465" y="482"/>
                      </a:lnTo>
                      <a:lnTo>
                        <a:pt x="466" y="482"/>
                      </a:lnTo>
                      <a:lnTo>
                        <a:pt x="468" y="482"/>
                      </a:lnTo>
                      <a:lnTo>
                        <a:pt x="469" y="484"/>
                      </a:lnTo>
                      <a:lnTo>
                        <a:pt x="469" y="485"/>
                      </a:lnTo>
                      <a:lnTo>
                        <a:pt x="466" y="486"/>
                      </a:lnTo>
                      <a:lnTo>
                        <a:pt x="464" y="488"/>
                      </a:lnTo>
                      <a:lnTo>
                        <a:pt x="464" y="491"/>
                      </a:lnTo>
                      <a:lnTo>
                        <a:pt x="464" y="492"/>
                      </a:lnTo>
                      <a:lnTo>
                        <a:pt x="465" y="493"/>
                      </a:lnTo>
                      <a:lnTo>
                        <a:pt x="464" y="495"/>
                      </a:lnTo>
                      <a:lnTo>
                        <a:pt x="464" y="497"/>
                      </a:lnTo>
                      <a:lnTo>
                        <a:pt x="464" y="499"/>
                      </a:lnTo>
                      <a:lnTo>
                        <a:pt x="465" y="497"/>
                      </a:lnTo>
                      <a:lnTo>
                        <a:pt x="465" y="495"/>
                      </a:lnTo>
                      <a:lnTo>
                        <a:pt x="468" y="491"/>
                      </a:lnTo>
                      <a:lnTo>
                        <a:pt x="469" y="491"/>
                      </a:lnTo>
                      <a:lnTo>
                        <a:pt x="470" y="491"/>
                      </a:lnTo>
                      <a:lnTo>
                        <a:pt x="470" y="491"/>
                      </a:lnTo>
                      <a:lnTo>
                        <a:pt x="469" y="493"/>
                      </a:lnTo>
                      <a:lnTo>
                        <a:pt x="468" y="496"/>
                      </a:lnTo>
                      <a:lnTo>
                        <a:pt x="469" y="497"/>
                      </a:lnTo>
                      <a:lnTo>
                        <a:pt x="470" y="496"/>
                      </a:lnTo>
                      <a:lnTo>
                        <a:pt x="470" y="497"/>
                      </a:lnTo>
                      <a:lnTo>
                        <a:pt x="470" y="500"/>
                      </a:lnTo>
                      <a:lnTo>
                        <a:pt x="469" y="501"/>
                      </a:lnTo>
                      <a:lnTo>
                        <a:pt x="466" y="501"/>
                      </a:lnTo>
                      <a:lnTo>
                        <a:pt x="466" y="503"/>
                      </a:lnTo>
                      <a:lnTo>
                        <a:pt x="466" y="504"/>
                      </a:lnTo>
                      <a:lnTo>
                        <a:pt x="469" y="503"/>
                      </a:lnTo>
                      <a:lnTo>
                        <a:pt x="470" y="504"/>
                      </a:lnTo>
                      <a:lnTo>
                        <a:pt x="469" y="506"/>
                      </a:lnTo>
                      <a:lnTo>
                        <a:pt x="469" y="507"/>
                      </a:lnTo>
                      <a:lnTo>
                        <a:pt x="470" y="507"/>
                      </a:lnTo>
                      <a:lnTo>
                        <a:pt x="470" y="508"/>
                      </a:lnTo>
                      <a:lnTo>
                        <a:pt x="470" y="510"/>
                      </a:lnTo>
                      <a:lnTo>
                        <a:pt x="470" y="512"/>
                      </a:lnTo>
                      <a:lnTo>
                        <a:pt x="469" y="514"/>
                      </a:lnTo>
                      <a:lnTo>
                        <a:pt x="469" y="518"/>
                      </a:lnTo>
                      <a:lnTo>
                        <a:pt x="469" y="520"/>
                      </a:lnTo>
                      <a:lnTo>
                        <a:pt x="469" y="522"/>
                      </a:lnTo>
                      <a:lnTo>
                        <a:pt x="468" y="523"/>
                      </a:lnTo>
                      <a:lnTo>
                        <a:pt x="466" y="523"/>
                      </a:lnTo>
                      <a:lnTo>
                        <a:pt x="466" y="523"/>
                      </a:lnTo>
                      <a:lnTo>
                        <a:pt x="465" y="522"/>
                      </a:lnTo>
                      <a:lnTo>
                        <a:pt x="466" y="520"/>
                      </a:lnTo>
                      <a:lnTo>
                        <a:pt x="465" y="519"/>
                      </a:lnTo>
                      <a:lnTo>
                        <a:pt x="464" y="519"/>
                      </a:lnTo>
                      <a:lnTo>
                        <a:pt x="462" y="519"/>
                      </a:lnTo>
                      <a:lnTo>
                        <a:pt x="461" y="520"/>
                      </a:lnTo>
                      <a:lnTo>
                        <a:pt x="460" y="519"/>
                      </a:lnTo>
                      <a:lnTo>
                        <a:pt x="460" y="518"/>
                      </a:lnTo>
                      <a:lnTo>
                        <a:pt x="461" y="515"/>
                      </a:lnTo>
                      <a:lnTo>
                        <a:pt x="461" y="514"/>
                      </a:lnTo>
                      <a:lnTo>
                        <a:pt x="461" y="511"/>
                      </a:lnTo>
                      <a:lnTo>
                        <a:pt x="461" y="508"/>
                      </a:lnTo>
                      <a:lnTo>
                        <a:pt x="460" y="508"/>
                      </a:lnTo>
                      <a:lnTo>
                        <a:pt x="460" y="508"/>
                      </a:lnTo>
                      <a:lnTo>
                        <a:pt x="458" y="510"/>
                      </a:lnTo>
                      <a:lnTo>
                        <a:pt x="458" y="512"/>
                      </a:lnTo>
                      <a:lnTo>
                        <a:pt x="458" y="515"/>
                      </a:lnTo>
                      <a:lnTo>
                        <a:pt x="458" y="519"/>
                      </a:lnTo>
                      <a:lnTo>
                        <a:pt x="458" y="520"/>
                      </a:lnTo>
                      <a:lnTo>
                        <a:pt x="457" y="520"/>
                      </a:lnTo>
                      <a:lnTo>
                        <a:pt x="456" y="520"/>
                      </a:lnTo>
                      <a:lnTo>
                        <a:pt x="454" y="522"/>
                      </a:lnTo>
                      <a:lnTo>
                        <a:pt x="451" y="522"/>
                      </a:lnTo>
                      <a:lnTo>
                        <a:pt x="450" y="520"/>
                      </a:lnTo>
                      <a:lnTo>
                        <a:pt x="447" y="518"/>
                      </a:lnTo>
                      <a:lnTo>
                        <a:pt x="445" y="514"/>
                      </a:lnTo>
                      <a:lnTo>
                        <a:pt x="443" y="511"/>
                      </a:lnTo>
                      <a:lnTo>
                        <a:pt x="442" y="510"/>
                      </a:lnTo>
                      <a:lnTo>
                        <a:pt x="441" y="506"/>
                      </a:lnTo>
                      <a:lnTo>
                        <a:pt x="439" y="503"/>
                      </a:lnTo>
                      <a:lnTo>
                        <a:pt x="438" y="501"/>
                      </a:lnTo>
                      <a:lnTo>
                        <a:pt x="438" y="499"/>
                      </a:lnTo>
                      <a:lnTo>
                        <a:pt x="438" y="496"/>
                      </a:lnTo>
                      <a:lnTo>
                        <a:pt x="439" y="493"/>
                      </a:lnTo>
                      <a:lnTo>
                        <a:pt x="438" y="492"/>
                      </a:lnTo>
                      <a:lnTo>
                        <a:pt x="438" y="492"/>
                      </a:lnTo>
                      <a:lnTo>
                        <a:pt x="435" y="493"/>
                      </a:lnTo>
                      <a:lnTo>
                        <a:pt x="434" y="495"/>
                      </a:lnTo>
                      <a:lnTo>
                        <a:pt x="432" y="493"/>
                      </a:lnTo>
                      <a:lnTo>
                        <a:pt x="427" y="486"/>
                      </a:lnTo>
                      <a:lnTo>
                        <a:pt x="427" y="484"/>
                      </a:lnTo>
                      <a:lnTo>
                        <a:pt x="426" y="484"/>
                      </a:lnTo>
                      <a:lnTo>
                        <a:pt x="424" y="484"/>
                      </a:lnTo>
                      <a:lnTo>
                        <a:pt x="422" y="485"/>
                      </a:lnTo>
                      <a:lnTo>
                        <a:pt x="419" y="484"/>
                      </a:lnTo>
                      <a:lnTo>
                        <a:pt x="419" y="484"/>
                      </a:lnTo>
                      <a:lnTo>
                        <a:pt x="416" y="485"/>
                      </a:lnTo>
                      <a:lnTo>
                        <a:pt x="415" y="484"/>
                      </a:lnTo>
                      <a:lnTo>
                        <a:pt x="413" y="482"/>
                      </a:lnTo>
                      <a:lnTo>
                        <a:pt x="413" y="481"/>
                      </a:lnTo>
                      <a:lnTo>
                        <a:pt x="411" y="478"/>
                      </a:lnTo>
                      <a:lnTo>
                        <a:pt x="411" y="477"/>
                      </a:lnTo>
                      <a:lnTo>
                        <a:pt x="409" y="474"/>
                      </a:lnTo>
                      <a:lnTo>
                        <a:pt x="408" y="472"/>
                      </a:lnTo>
                      <a:lnTo>
                        <a:pt x="407" y="470"/>
                      </a:lnTo>
                      <a:lnTo>
                        <a:pt x="405" y="472"/>
                      </a:lnTo>
                      <a:lnTo>
                        <a:pt x="407" y="474"/>
                      </a:lnTo>
                      <a:lnTo>
                        <a:pt x="407" y="476"/>
                      </a:lnTo>
                      <a:lnTo>
                        <a:pt x="404" y="477"/>
                      </a:lnTo>
                      <a:lnTo>
                        <a:pt x="403" y="477"/>
                      </a:lnTo>
                      <a:lnTo>
                        <a:pt x="405" y="477"/>
                      </a:lnTo>
                      <a:lnTo>
                        <a:pt x="407" y="478"/>
                      </a:lnTo>
                      <a:lnTo>
                        <a:pt x="408" y="481"/>
                      </a:lnTo>
                      <a:lnTo>
                        <a:pt x="409" y="482"/>
                      </a:lnTo>
                      <a:lnTo>
                        <a:pt x="409" y="484"/>
                      </a:lnTo>
                      <a:lnTo>
                        <a:pt x="405" y="484"/>
                      </a:lnTo>
                      <a:lnTo>
                        <a:pt x="405" y="485"/>
                      </a:lnTo>
                      <a:lnTo>
                        <a:pt x="403" y="486"/>
                      </a:lnTo>
                      <a:lnTo>
                        <a:pt x="401" y="485"/>
                      </a:lnTo>
                      <a:lnTo>
                        <a:pt x="401" y="486"/>
                      </a:lnTo>
                      <a:lnTo>
                        <a:pt x="403" y="488"/>
                      </a:lnTo>
                      <a:lnTo>
                        <a:pt x="405" y="488"/>
                      </a:lnTo>
                      <a:lnTo>
                        <a:pt x="408" y="485"/>
                      </a:lnTo>
                      <a:lnTo>
                        <a:pt x="409" y="485"/>
                      </a:lnTo>
                      <a:lnTo>
                        <a:pt x="412" y="484"/>
                      </a:lnTo>
                      <a:lnTo>
                        <a:pt x="412" y="485"/>
                      </a:lnTo>
                      <a:lnTo>
                        <a:pt x="412" y="486"/>
                      </a:lnTo>
                      <a:lnTo>
                        <a:pt x="413" y="488"/>
                      </a:lnTo>
                      <a:lnTo>
                        <a:pt x="416" y="486"/>
                      </a:lnTo>
                      <a:lnTo>
                        <a:pt x="417" y="486"/>
                      </a:lnTo>
                      <a:lnTo>
                        <a:pt x="424" y="489"/>
                      </a:lnTo>
                      <a:lnTo>
                        <a:pt x="427" y="491"/>
                      </a:lnTo>
                      <a:lnTo>
                        <a:pt x="428" y="491"/>
                      </a:lnTo>
                      <a:lnTo>
                        <a:pt x="428" y="492"/>
                      </a:lnTo>
                      <a:lnTo>
                        <a:pt x="430" y="495"/>
                      </a:lnTo>
                      <a:lnTo>
                        <a:pt x="428" y="497"/>
                      </a:lnTo>
                      <a:lnTo>
                        <a:pt x="427" y="499"/>
                      </a:lnTo>
                      <a:lnTo>
                        <a:pt x="426" y="500"/>
                      </a:lnTo>
                      <a:lnTo>
                        <a:pt x="424" y="500"/>
                      </a:lnTo>
                      <a:lnTo>
                        <a:pt x="422" y="500"/>
                      </a:lnTo>
                      <a:lnTo>
                        <a:pt x="415" y="504"/>
                      </a:lnTo>
                      <a:lnTo>
                        <a:pt x="411" y="504"/>
                      </a:lnTo>
                      <a:lnTo>
                        <a:pt x="409" y="506"/>
                      </a:lnTo>
                      <a:lnTo>
                        <a:pt x="407" y="504"/>
                      </a:lnTo>
                      <a:lnTo>
                        <a:pt x="405" y="501"/>
                      </a:lnTo>
                      <a:lnTo>
                        <a:pt x="405" y="500"/>
                      </a:lnTo>
                      <a:lnTo>
                        <a:pt x="405" y="499"/>
                      </a:lnTo>
                      <a:lnTo>
                        <a:pt x="404" y="497"/>
                      </a:lnTo>
                      <a:lnTo>
                        <a:pt x="403" y="500"/>
                      </a:lnTo>
                      <a:lnTo>
                        <a:pt x="404" y="501"/>
                      </a:lnTo>
                      <a:lnTo>
                        <a:pt x="404" y="503"/>
                      </a:lnTo>
                      <a:lnTo>
                        <a:pt x="404" y="504"/>
                      </a:lnTo>
                      <a:lnTo>
                        <a:pt x="401" y="503"/>
                      </a:lnTo>
                      <a:lnTo>
                        <a:pt x="401" y="503"/>
                      </a:lnTo>
                      <a:lnTo>
                        <a:pt x="400" y="503"/>
                      </a:lnTo>
                      <a:lnTo>
                        <a:pt x="398" y="504"/>
                      </a:lnTo>
                      <a:lnTo>
                        <a:pt x="398" y="504"/>
                      </a:lnTo>
                      <a:lnTo>
                        <a:pt x="401" y="506"/>
                      </a:lnTo>
                      <a:lnTo>
                        <a:pt x="403" y="507"/>
                      </a:lnTo>
                      <a:lnTo>
                        <a:pt x="403" y="508"/>
                      </a:lnTo>
                      <a:lnTo>
                        <a:pt x="401" y="510"/>
                      </a:lnTo>
                      <a:lnTo>
                        <a:pt x="400" y="510"/>
                      </a:lnTo>
                      <a:lnTo>
                        <a:pt x="398" y="510"/>
                      </a:lnTo>
                      <a:lnTo>
                        <a:pt x="397" y="511"/>
                      </a:lnTo>
                      <a:lnTo>
                        <a:pt x="397" y="514"/>
                      </a:lnTo>
                      <a:lnTo>
                        <a:pt x="396" y="515"/>
                      </a:lnTo>
                      <a:lnTo>
                        <a:pt x="392" y="516"/>
                      </a:lnTo>
                      <a:lnTo>
                        <a:pt x="389" y="516"/>
                      </a:lnTo>
                      <a:lnTo>
                        <a:pt x="388" y="516"/>
                      </a:lnTo>
                      <a:lnTo>
                        <a:pt x="385" y="518"/>
                      </a:lnTo>
                      <a:lnTo>
                        <a:pt x="384" y="520"/>
                      </a:lnTo>
                      <a:lnTo>
                        <a:pt x="385" y="520"/>
                      </a:lnTo>
                      <a:lnTo>
                        <a:pt x="389" y="519"/>
                      </a:lnTo>
                      <a:lnTo>
                        <a:pt x="392" y="519"/>
                      </a:lnTo>
                      <a:lnTo>
                        <a:pt x="394" y="518"/>
                      </a:lnTo>
                      <a:lnTo>
                        <a:pt x="396" y="518"/>
                      </a:lnTo>
                      <a:lnTo>
                        <a:pt x="397" y="519"/>
                      </a:lnTo>
                      <a:lnTo>
                        <a:pt x="400" y="520"/>
                      </a:lnTo>
                      <a:lnTo>
                        <a:pt x="403" y="520"/>
                      </a:lnTo>
                      <a:lnTo>
                        <a:pt x="405" y="519"/>
                      </a:lnTo>
                      <a:lnTo>
                        <a:pt x="409" y="519"/>
                      </a:lnTo>
                      <a:lnTo>
                        <a:pt x="411" y="520"/>
                      </a:lnTo>
                      <a:lnTo>
                        <a:pt x="413" y="520"/>
                      </a:lnTo>
                      <a:lnTo>
                        <a:pt x="415" y="520"/>
                      </a:lnTo>
                      <a:lnTo>
                        <a:pt x="416" y="520"/>
                      </a:lnTo>
                      <a:lnTo>
                        <a:pt x="417" y="520"/>
                      </a:lnTo>
                      <a:lnTo>
                        <a:pt x="417" y="522"/>
                      </a:lnTo>
                      <a:lnTo>
                        <a:pt x="416" y="523"/>
                      </a:lnTo>
                      <a:lnTo>
                        <a:pt x="415" y="525"/>
                      </a:lnTo>
                      <a:lnTo>
                        <a:pt x="412" y="523"/>
                      </a:lnTo>
                      <a:lnTo>
                        <a:pt x="409" y="523"/>
                      </a:lnTo>
                      <a:lnTo>
                        <a:pt x="408" y="526"/>
                      </a:lnTo>
                      <a:lnTo>
                        <a:pt x="404" y="526"/>
                      </a:lnTo>
                      <a:lnTo>
                        <a:pt x="401" y="527"/>
                      </a:lnTo>
                      <a:lnTo>
                        <a:pt x="400" y="527"/>
                      </a:lnTo>
                      <a:lnTo>
                        <a:pt x="398" y="526"/>
                      </a:lnTo>
                      <a:lnTo>
                        <a:pt x="396" y="526"/>
                      </a:lnTo>
                      <a:lnTo>
                        <a:pt x="394" y="527"/>
                      </a:lnTo>
                      <a:lnTo>
                        <a:pt x="396" y="529"/>
                      </a:lnTo>
                      <a:lnTo>
                        <a:pt x="397" y="527"/>
                      </a:lnTo>
                      <a:lnTo>
                        <a:pt x="398" y="529"/>
                      </a:lnTo>
                      <a:lnTo>
                        <a:pt x="404" y="529"/>
                      </a:lnTo>
                      <a:lnTo>
                        <a:pt x="405" y="530"/>
                      </a:lnTo>
                      <a:lnTo>
                        <a:pt x="405" y="531"/>
                      </a:lnTo>
                      <a:lnTo>
                        <a:pt x="407" y="529"/>
                      </a:lnTo>
                      <a:lnTo>
                        <a:pt x="411" y="526"/>
                      </a:lnTo>
                      <a:lnTo>
                        <a:pt x="411" y="526"/>
                      </a:lnTo>
                      <a:lnTo>
                        <a:pt x="412" y="526"/>
                      </a:lnTo>
                      <a:lnTo>
                        <a:pt x="412" y="526"/>
                      </a:lnTo>
                      <a:lnTo>
                        <a:pt x="415" y="526"/>
                      </a:lnTo>
                      <a:lnTo>
                        <a:pt x="416" y="526"/>
                      </a:lnTo>
                      <a:lnTo>
                        <a:pt x="417" y="527"/>
                      </a:lnTo>
                      <a:lnTo>
                        <a:pt x="419" y="526"/>
                      </a:lnTo>
                      <a:lnTo>
                        <a:pt x="423" y="526"/>
                      </a:lnTo>
                      <a:lnTo>
                        <a:pt x="424" y="526"/>
                      </a:lnTo>
                      <a:lnTo>
                        <a:pt x="428" y="522"/>
                      </a:lnTo>
                      <a:lnTo>
                        <a:pt x="430" y="520"/>
                      </a:lnTo>
                      <a:lnTo>
                        <a:pt x="430" y="522"/>
                      </a:lnTo>
                      <a:lnTo>
                        <a:pt x="430" y="523"/>
                      </a:lnTo>
                      <a:lnTo>
                        <a:pt x="430" y="523"/>
                      </a:lnTo>
                      <a:lnTo>
                        <a:pt x="431" y="522"/>
                      </a:lnTo>
                      <a:lnTo>
                        <a:pt x="432" y="522"/>
                      </a:lnTo>
                      <a:lnTo>
                        <a:pt x="434" y="523"/>
                      </a:lnTo>
                      <a:lnTo>
                        <a:pt x="438" y="526"/>
                      </a:lnTo>
                      <a:lnTo>
                        <a:pt x="442" y="527"/>
                      </a:lnTo>
                      <a:lnTo>
                        <a:pt x="445" y="529"/>
                      </a:lnTo>
                      <a:lnTo>
                        <a:pt x="447" y="530"/>
                      </a:lnTo>
                      <a:lnTo>
                        <a:pt x="450" y="530"/>
                      </a:lnTo>
                      <a:lnTo>
                        <a:pt x="454" y="530"/>
                      </a:lnTo>
                      <a:lnTo>
                        <a:pt x="456" y="530"/>
                      </a:lnTo>
                      <a:lnTo>
                        <a:pt x="458" y="530"/>
                      </a:lnTo>
                      <a:lnTo>
                        <a:pt x="462" y="529"/>
                      </a:lnTo>
                      <a:lnTo>
                        <a:pt x="462" y="530"/>
                      </a:lnTo>
                      <a:lnTo>
                        <a:pt x="461" y="533"/>
                      </a:lnTo>
                      <a:lnTo>
                        <a:pt x="458" y="534"/>
                      </a:lnTo>
                      <a:lnTo>
                        <a:pt x="454" y="534"/>
                      </a:lnTo>
                      <a:lnTo>
                        <a:pt x="454" y="534"/>
                      </a:lnTo>
                      <a:lnTo>
                        <a:pt x="451" y="535"/>
                      </a:lnTo>
                      <a:lnTo>
                        <a:pt x="451" y="537"/>
                      </a:lnTo>
                      <a:lnTo>
                        <a:pt x="453" y="538"/>
                      </a:lnTo>
                      <a:lnTo>
                        <a:pt x="453" y="539"/>
                      </a:lnTo>
                      <a:lnTo>
                        <a:pt x="453" y="539"/>
                      </a:lnTo>
                      <a:lnTo>
                        <a:pt x="451" y="539"/>
                      </a:lnTo>
                      <a:lnTo>
                        <a:pt x="450" y="538"/>
                      </a:lnTo>
                      <a:lnTo>
                        <a:pt x="449" y="538"/>
                      </a:lnTo>
                      <a:lnTo>
                        <a:pt x="447" y="539"/>
                      </a:lnTo>
                      <a:lnTo>
                        <a:pt x="447" y="541"/>
                      </a:lnTo>
                      <a:lnTo>
                        <a:pt x="446" y="539"/>
                      </a:lnTo>
                      <a:lnTo>
                        <a:pt x="443" y="539"/>
                      </a:lnTo>
                      <a:lnTo>
                        <a:pt x="443" y="541"/>
                      </a:lnTo>
                      <a:lnTo>
                        <a:pt x="443" y="542"/>
                      </a:lnTo>
                      <a:lnTo>
                        <a:pt x="445" y="542"/>
                      </a:lnTo>
                      <a:lnTo>
                        <a:pt x="445" y="544"/>
                      </a:lnTo>
                      <a:lnTo>
                        <a:pt x="443" y="545"/>
                      </a:lnTo>
                      <a:lnTo>
                        <a:pt x="441" y="546"/>
                      </a:lnTo>
                      <a:lnTo>
                        <a:pt x="441" y="545"/>
                      </a:lnTo>
                      <a:lnTo>
                        <a:pt x="439" y="544"/>
                      </a:lnTo>
                      <a:lnTo>
                        <a:pt x="438" y="545"/>
                      </a:lnTo>
                      <a:lnTo>
                        <a:pt x="439" y="546"/>
                      </a:lnTo>
                      <a:lnTo>
                        <a:pt x="439" y="548"/>
                      </a:lnTo>
                      <a:lnTo>
                        <a:pt x="437" y="548"/>
                      </a:lnTo>
                      <a:lnTo>
                        <a:pt x="437" y="549"/>
                      </a:lnTo>
                      <a:lnTo>
                        <a:pt x="435" y="550"/>
                      </a:lnTo>
                      <a:lnTo>
                        <a:pt x="432" y="549"/>
                      </a:lnTo>
                      <a:lnTo>
                        <a:pt x="432" y="548"/>
                      </a:lnTo>
                      <a:lnTo>
                        <a:pt x="431" y="548"/>
                      </a:lnTo>
                      <a:lnTo>
                        <a:pt x="431" y="550"/>
                      </a:lnTo>
                      <a:lnTo>
                        <a:pt x="432" y="552"/>
                      </a:lnTo>
                      <a:lnTo>
                        <a:pt x="431" y="554"/>
                      </a:lnTo>
                      <a:lnTo>
                        <a:pt x="428" y="553"/>
                      </a:lnTo>
                      <a:lnTo>
                        <a:pt x="428" y="552"/>
                      </a:lnTo>
                      <a:lnTo>
                        <a:pt x="427" y="553"/>
                      </a:lnTo>
                      <a:lnTo>
                        <a:pt x="426" y="553"/>
                      </a:lnTo>
                      <a:lnTo>
                        <a:pt x="427" y="554"/>
                      </a:lnTo>
                      <a:lnTo>
                        <a:pt x="427" y="556"/>
                      </a:lnTo>
                      <a:lnTo>
                        <a:pt x="424" y="558"/>
                      </a:lnTo>
                      <a:lnTo>
                        <a:pt x="423" y="558"/>
                      </a:lnTo>
                      <a:lnTo>
                        <a:pt x="423" y="557"/>
                      </a:lnTo>
                      <a:lnTo>
                        <a:pt x="422" y="556"/>
                      </a:lnTo>
                      <a:lnTo>
                        <a:pt x="420" y="556"/>
                      </a:lnTo>
                      <a:lnTo>
                        <a:pt x="420" y="557"/>
                      </a:lnTo>
                      <a:lnTo>
                        <a:pt x="420" y="558"/>
                      </a:lnTo>
                      <a:lnTo>
                        <a:pt x="420" y="560"/>
                      </a:lnTo>
                      <a:lnTo>
                        <a:pt x="419" y="561"/>
                      </a:lnTo>
                      <a:lnTo>
                        <a:pt x="417" y="563"/>
                      </a:lnTo>
                      <a:lnTo>
                        <a:pt x="416" y="563"/>
                      </a:lnTo>
                      <a:lnTo>
                        <a:pt x="413" y="564"/>
                      </a:lnTo>
                      <a:lnTo>
                        <a:pt x="412" y="565"/>
                      </a:lnTo>
                      <a:lnTo>
                        <a:pt x="411" y="567"/>
                      </a:lnTo>
                      <a:lnTo>
                        <a:pt x="409" y="567"/>
                      </a:lnTo>
                      <a:lnTo>
                        <a:pt x="409" y="565"/>
                      </a:lnTo>
                      <a:lnTo>
                        <a:pt x="408" y="565"/>
                      </a:lnTo>
                      <a:lnTo>
                        <a:pt x="405" y="567"/>
                      </a:lnTo>
                      <a:lnTo>
                        <a:pt x="403" y="567"/>
                      </a:lnTo>
                      <a:lnTo>
                        <a:pt x="401" y="567"/>
                      </a:lnTo>
                      <a:lnTo>
                        <a:pt x="401" y="569"/>
                      </a:lnTo>
                      <a:lnTo>
                        <a:pt x="400" y="569"/>
                      </a:lnTo>
                      <a:lnTo>
                        <a:pt x="398" y="568"/>
                      </a:lnTo>
                      <a:lnTo>
                        <a:pt x="397" y="568"/>
                      </a:lnTo>
                      <a:lnTo>
                        <a:pt x="396" y="568"/>
                      </a:lnTo>
                      <a:lnTo>
                        <a:pt x="394" y="571"/>
                      </a:lnTo>
                      <a:lnTo>
                        <a:pt x="394" y="569"/>
                      </a:lnTo>
                      <a:lnTo>
                        <a:pt x="393" y="568"/>
                      </a:lnTo>
                      <a:lnTo>
                        <a:pt x="392" y="568"/>
                      </a:lnTo>
                      <a:lnTo>
                        <a:pt x="392" y="569"/>
                      </a:lnTo>
                      <a:lnTo>
                        <a:pt x="390" y="571"/>
                      </a:lnTo>
                      <a:lnTo>
                        <a:pt x="389" y="571"/>
                      </a:lnTo>
                      <a:lnTo>
                        <a:pt x="388" y="569"/>
                      </a:lnTo>
                      <a:lnTo>
                        <a:pt x="388" y="569"/>
                      </a:lnTo>
                      <a:lnTo>
                        <a:pt x="388" y="571"/>
                      </a:lnTo>
                      <a:lnTo>
                        <a:pt x="386" y="571"/>
                      </a:lnTo>
                      <a:lnTo>
                        <a:pt x="385" y="571"/>
                      </a:lnTo>
                      <a:lnTo>
                        <a:pt x="382" y="571"/>
                      </a:lnTo>
                      <a:lnTo>
                        <a:pt x="384" y="572"/>
                      </a:lnTo>
                      <a:lnTo>
                        <a:pt x="382" y="573"/>
                      </a:lnTo>
                      <a:lnTo>
                        <a:pt x="381" y="573"/>
                      </a:lnTo>
                      <a:lnTo>
                        <a:pt x="379" y="573"/>
                      </a:lnTo>
                      <a:lnTo>
                        <a:pt x="379" y="573"/>
                      </a:lnTo>
                      <a:lnTo>
                        <a:pt x="378" y="575"/>
                      </a:lnTo>
                      <a:lnTo>
                        <a:pt x="378" y="575"/>
                      </a:lnTo>
                      <a:lnTo>
                        <a:pt x="377" y="573"/>
                      </a:lnTo>
                      <a:lnTo>
                        <a:pt x="377" y="573"/>
                      </a:lnTo>
                      <a:lnTo>
                        <a:pt x="375" y="576"/>
                      </a:lnTo>
                      <a:lnTo>
                        <a:pt x="374" y="578"/>
                      </a:lnTo>
                      <a:lnTo>
                        <a:pt x="374" y="578"/>
                      </a:lnTo>
                      <a:lnTo>
                        <a:pt x="373" y="578"/>
                      </a:lnTo>
                      <a:lnTo>
                        <a:pt x="371" y="576"/>
                      </a:lnTo>
                      <a:lnTo>
                        <a:pt x="369" y="573"/>
                      </a:lnTo>
                      <a:lnTo>
                        <a:pt x="367" y="573"/>
                      </a:lnTo>
                      <a:lnTo>
                        <a:pt x="366" y="573"/>
                      </a:lnTo>
                      <a:lnTo>
                        <a:pt x="366" y="575"/>
                      </a:lnTo>
                      <a:lnTo>
                        <a:pt x="365" y="575"/>
                      </a:lnTo>
                      <a:lnTo>
                        <a:pt x="365" y="576"/>
                      </a:lnTo>
                      <a:lnTo>
                        <a:pt x="362" y="578"/>
                      </a:lnTo>
                      <a:lnTo>
                        <a:pt x="360" y="578"/>
                      </a:lnTo>
                      <a:lnTo>
                        <a:pt x="360" y="578"/>
                      </a:lnTo>
                      <a:lnTo>
                        <a:pt x="359" y="579"/>
                      </a:lnTo>
                      <a:lnTo>
                        <a:pt x="356" y="579"/>
                      </a:lnTo>
                      <a:lnTo>
                        <a:pt x="355" y="579"/>
                      </a:lnTo>
                      <a:lnTo>
                        <a:pt x="354" y="578"/>
                      </a:lnTo>
                      <a:lnTo>
                        <a:pt x="352" y="578"/>
                      </a:lnTo>
                      <a:lnTo>
                        <a:pt x="351" y="579"/>
                      </a:lnTo>
                      <a:lnTo>
                        <a:pt x="351" y="579"/>
                      </a:lnTo>
                      <a:lnTo>
                        <a:pt x="350" y="579"/>
                      </a:lnTo>
                      <a:lnTo>
                        <a:pt x="348" y="578"/>
                      </a:lnTo>
                      <a:lnTo>
                        <a:pt x="347" y="576"/>
                      </a:lnTo>
                      <a:lnTo>
                        <a:pt x="347" y="573"/>
                      </a:lnTo>
                      <a:lnTo>
                        <a:pt x="345" y="573"/>
                      </a:lnTo>
                      <a:lnTo>
                        <a:pt x="344" y="572"/>
                      </a:lnTo>
                      <a:lnTo>
                        <a:pt x="343" y="569"/>
                      </a:lnTo>
                      <a:lnTo>
                        <a:pt x="343" y="568"/>
                      </a:lnTo>
                      <a:lnTo>
                        <a:pt x="343" y="565"/>
                      </a:lnTo>
                      <a:lnTo>
                        <a:pt x="341" y="563"/>
                      </a:lnTo>
                      <a:lnTo>
                        <a:pt x="340" y="563"/>
                      </a:lnTo>
                      <a:lnTo>
                        <a:pt x="339" y="563"/>
                      </a:lnTo>
                      <a:lnTo>
                        <a:pt x="339" y="565"/>
                      </a:lnTo>
                      <a:lnTo>
                        <a:pt x="340" y="565"/>
                      </a:lnTo>
                      <a:lnTo>
                        <a:pt x="340" y="568"/>
                      </a:lnTo>
                      <a:lnTo>
                        <a:pt x="341" y="569"/>
                      </a:lnTo>
                      <a:lnTo>
                        <a:pt x="343" y="571"/>
                      </a:lnTo>
                      <a:lnTo>
                        <a:pt x="343" y="573"/>
                      </a:lnTo>
                      <a:lnTo>
                        <a:pt x="341" y="576"/>
                      </a:lnTo>
                      <a:lnTo>
                        <a:pt x="343" y="576"/>
                      </a:lnTo>
                      <a:lnTo>
                        <a:pt x="344" y="576"/>
                      </a:lnTo>
                      <a:lnTo>
                        <a:pt x="344" y="579"/>
                      </a:lnTo>
                      <a:lnTo>
                        <a:pt x="344" y="583"/>
                      </a:lnTo>
                      <a:lnTo>
                        <a:pt x="343" y="584"/>
                      </a:lnTo>
                      <a:lnTo>
                        <a:pt x="340" y="586"/>
                      </a:lnTo>
                      <a:lnTo>
                        <a:pt x="340" y="584"/>
                      </a:lnTo>
                      <a:lnTo>
                        <a:pt x="339" y="584"/>
                      </a:lnTo>
                      <a:lnTo>
                        <a:pt x="336" y="586"/>
                      </a:lnTo>
                      <a:lnTo>
                        <a:pt x="335" y="588"/>
                      </a:lnTo>
                      <a:lnTo>
                        <a:pt x="333" y="588"/>
                      </a:lnTo>
                      <a:lnTo>
                        <a:pt x="332" y="588"/>
                      </a:lnTo>
                      <a:lnTo>
                        <a:pt x="331" y="590"/>
                      </a:lnTo>
                      <a:lnTo>
                        <a:pt x="332" y="590"/>
                      </a:lnTo>
                      <a:lnTo>
                        <a:pt x="331" y="591"/>
                      </a:lnTo>
                      <a:lnTo>
                        <a:pt x="329" y="592"/>
                      </a:lnTo>
                      <a:lnTo>
                        <a:pt x="328" y="592"/>
                      </a:lnTo>
                      <a:lnTo>
                        <a:pt x="328" y="595"/>
                      </a:lnTo>
                      <a:lnTo>
                        <a:pt x="328" y="597"/>
                      </a:lnTo>
                      <a:lnTo>
                        <a:pt x="326" y="598"/>
                      </a:lnTo>
                      <a:lnTo>
                        <a:pt x="325" y="597"/>
                      </a:lnTo>
                      <a:lnTo>
                        <a:pt x="324" y="595"/>
                      </a:lnTo>
                      <a:lnTo>
                        <a:pt x="325" y="597"/>
                      </a:lnTo>
                      <a:lnTo>
                        <a:pt x="325" y="598"/>
                      </a:lnTo>
                      <a:lnTo>
                        <a:pt x="325" y="601"/>
                      </a:lnTo>
                      <a:lnTo>
                        <a:pt x="324" y="601"/>
                      </a:lnTo>
                      <a:lnTo>
                        <a:pt x="324" y="599"/>
                      </a:lnTo>
                      <a:lnTo>
                        <a:pt x="322" y="599"/>
                      </a:lnTo>
                      <a:lnTo>
                        <a:pt x="321" y="599"/>
                      </a:lnTo>
                      <a:lnTo>
                        <a:pt x="322" y="601"/>
                      </a:lnTo>
                      <a:lnTo>
                        <a:pt x="322" y="602"/>
                      </a:lnTo>
                      <a:lnTo>
                        <a:pt x="321" y="603"/>
                      </a:lnTo>
                      <a:lnTo>
                        <a:pt x="318" y="605"/>
                      </a:lnTo>
                      <a:lnTo>
                        <a:pt x="316" y="607"/>
                      </a:lnTo>
                      <a:lnTo>
                        <a:pt x="316" y="609"/>
                      </a:lnTo>
                      <a:lnTo>
                        <a:pt x="316" y="611"/>
                      </a:lnTo>
                      <a:lnTo>
                        <a:pt x="316" y="613"/>
                      </a:lnTo>
                      <a:lnTo>
                        <a:pt x="313" y="616"/>
                      </a:lnTo>
                      <a:lnTo>
                        <a:pt x="312" y="617"/>
                      </a:lnTo>
                      <a:lnTo>
                        <a:pt x="312" y="616"/>
                      </a:lnTo>
                      <a:lnTo>
                        <a:pt x="310" y="616"/>
                      </a:lnTo>
                      <a:lnTo>
                        <a:pt x="312" y="614"/>
                      </a:lnTo>
                      <a:lnTo>
                        <a:pt x="310" y="614"/>
                      </a:lnTo>
                      <a:lnTo>
                        <a:pt x="309" y="616"/>
                      </a:lnTo>
                      <a:lnTo>
                        <a:pt x="309" y="617"/>
                      </a:lnTo>
                      <a:lnTo>
                        <a:pt x="309" y="618"/>
                      </a:lnTo>
                      <a:lnTo>
                        <a:pt x="309" y="620"/>
                      </a:lnTo>
                      <a:lnTo>
                        <a:pt x="305" y="622"/>
                      </a:lnTo>
                      <a:lnTo>
                        <a:pt x="303" y="624"/>
                      </a:lnTo>
                      <a:lnTo>
                        <a:pt x="302" y="622"/>
                      </a:lnTo>
                      <a:lnTo>
                        <a:pt x="302" y="621"/>
                      </a:lnTo>
                      <a:lnTo>
                        <a:pt x="302" y="620"/>
                      </a:lnTo>
                      <a:lnTo>
                        <a:pt x="301" y="620"/>
                      </a:lnTo>
                      <a:lnTo>
                        <a:pt x="301" y="622"/>
                      </a:lnTo>
                      <a:lnTo>
                        <a:pt x="299" y="622"/>
                      </a:lnTo>
                      <a:lnTo>
                        <a:pt x="297" y="621"/>
                      </a:lnTo>
                      <a:lnTo>
                        <a:pt x="295" y="620"/>
                      </a:lnTo>
                      <a:lnTo>
                        <a:pt x="294" y="618"/>
                      </a:lnTo>
                      <a:lnTo>
                        <a:pt x="294" y="620"/>
                      </a:lnTo>
                      <a:lnTo>
                        <a:pt x="295" y="621"/>
                      </a:lnTo>
                      <a:lnTo>
                        <a:pt x="297" y="621"/>
                      </a:lnTo>
                      <a:lnTo>
                        <a:pt x="297" y="624"/>
                      </a:lnTo>
                      <a:lnTo>
                        <a:pt x="297" y="625"/>
                      </a:lnTo>
                      <a:lnTo>
                        <a:pt x="295" y="626"/>
                      </a:lnTo>
                      <a:lnTo>
                        <a:pt x="295" y="626"/>
                      </a:lnTo>
                      <a:lnTo>
                        <a:pt x="291" y="629"/>
                      </a:lnTo>
                      <a:lnTo>
                        <a:pt x="288" y="630"/>
                      </a:lnTo>
                      <a:lnTo>
                        <a:pt x="287" y="630"/>
                      </a:lnTo>
                      <a:lnTo>
                        <a:pt x="286" y="630"/>
                      </a:lnTo>
                      <a:lnTo>
                        <a:pt x="286" y="629"/>
                      </a:lnTo>
                      <a:lnTo>
                        <a:pt x="286" y="628"/>
                      </a:lnTo>
                      <a:lnTo>
                        <a:pt x="286" y="626"/>
                      </a:lnTo>
                      <a:lnTo>
                        <a:pt x="284" y="626"/>
                      </a:lnTo>
                      <a:lnTo>
                        <a:pt x="284" y="629"/>
                      </a:lnTo>
                      <a:lnTo>
                        <a:pt x="284" y="629"/>
                      </a:lnTo>
                      <a:lnTo>
                        <a:pt x="283" y="632"/>
                      </a:lnTo>
                      <a:lnTo>
                        <a:pt x="282" y="632"/>
                      </a:lnTo>
                      <a:lnTo>
                        <a:pt x="280" y="632"/>
                      </a:lnTo>
                      <a:lnTo>
                        <a:pt x="278" y="632"/>
                      </a:lnTo>
                      <a:lnTo>
                        <a:pt x="276" y="629"/>
                      </a:lnTo>
                      <a:lnTo>
                        <a:pt x="276" y="628"/>
                      </a:lnTo>
                      <a:lnTo>
                        <a:pt x="278" y="625"/>
                      </a:lnTo>
                      <a:lnTo>
                        <a:pt x="276" y="624"/>
                      </a:lnTo>
                      <a:lnTo>
                        <a:pt x="276" y="624"/>
                      </a:lnTo>
                      <a:lnTo>
                        <a:pt x="276" y="626"/>
                      </a:lnTo>
                      <a:lnTo>
                        <a:pt x="275" y="629"/>
                      </a:lnTo>
                      <a:lnTo>
                        <a:pt x="275" y="630"/>
                      </a:lnTo>
                      <a:lnTo>
                        <a:pt x="275" y="632"/>
                      </a:lnTo>
                      <a:lnTo>
                        <a:pt x="273" y="632"/>
                      </a:lnTo>
                      <a:lnTo>
                        <a:pt x="271" y="628"/>
                      </a:lnTo>
                      <a:lnTo>
                        <a:pt x="271" y="626"/>
                      </a:lnTo>
                      <a:lnTo>
                        <a:pt x="271" y="624"/>
                      </a:lnTo>
                      <a:lnTo>
                        <a:pt x="273" y="622"/>
                      </a:lnTo>
                      <a:lnTo>
                        <a:pt x="275" y="621"/>
                      </a:lnTo>
                      <a:lnTo>
                        <a:pt x="273" y="620"/>
                      </a:lnTo>
                      <a:lnTo>
                        <a:pt x="271" y="620"/>
                      </a:lnTo>
                      <a:lnTo>
                        <a:pt x="269" y="617"/>
                      </a:lnTo>
                      <a:lnTo>
                        <a:pt x="269" y="617"/>
                      </a:lnTo>
                      <a:lnTo>
                        <a:pt x="269" y="616"/>
                      </a:lnTo>
                      <a:lnTo>
                        <a:pt x="268" y="617"/>
                      </a:lnTo>
                      <a:lnTo>
                        <a:pt x="267" y="618"/>
                      </a:lnTo>
                      <a:lnTo>
                        <a:pt x="267" y="620"/>
                      </a:lnTo>
                      <a:lnTo>
                        <a:pt x="269" y="621"/>
                      </a:lnTo>
                      <a:lnTo>
                        <a:pt x="268" y="622"/>
                      </a:lnTo>
                      <a:lnTo>
                        <a:pt x="267" y="625"/>
                      </a:lnTo>
                      <a:lnTo>
                        <a:pt x="267" y="626"/>
                      </a:lnTo>
                      <a:lnTo>
                        <a:pt x="265" y="628"/>
                      </a:lnTo>
                      <a:lnTo>
                        <a:pt x="264" y="629"/>
                      </a:lnTo>
                      <a:lnTo>
                        <a:pt x="263" y="626"/>
                      </a:lnTo>
                      <a:lnTo>
                        <a:pt x="263" y="625"/>
                      </a:lnTo>
                      <a:lnTo>
                        <a:pt x="261" y="626"/>
                      </a:lnTo>
                      <a:lnTo>
                        <a:pt x="261" y="629"/>
                      </a:lnTo>
                      <a:lnTo>
                        <a:pt x="263" y="632"/>
                      </a:lnTo>
                      <a:lnTo>
                        <a:pt x="264" y="633"/>
                      </a:lnTo>
                      <a:lnTo>
                        <a:pt x="264" y="635"/>
                      </a:lnTo>
                      <a:lnTo>
                        <a:pt x="263" y="635"/>
                      </a:lnTo>
                      <a:lnTo>
                        <a:pt x="263" y="637"/>
                      </a:lnTo>
                      <a:lnTo>
                        <a:pt x="260" y="637"/>
                      </a:lnTo>
                      <a:lnTo>
                        <a:pt x="259" y="637"/>
                      </a:lnTo>
                      <a:lnTo>
                        <a:pt x="257" y="636"/>
                      </a:lnTo>
                      <a:lnTo>
                        <a:pt x="256" y="637"/>
                      </a:lnTo>
                      <a:lnTo>
                        <a:pt x="256" y="639"/>
                      </a:lnTo>
                      <a:lnTo>
                        <a:pt x="253" y="640"/>
                      </a:lnTo>
                      <a:lnTo>
                        <a:pt x="252" y="639"/>
                      </a:lnTo>
                      <a:lnTo>
                        <a:pt x="252" y="636"/>
                      </a:lnTo>
                      <a:lnTo>
                        <a:pt x="250" y="635"/>
                      </a:lnTo>
                      <a:lnTo>
                        <a:pt x="249" y="635"/>
                      </a:lnTo>
                      <a:lnTo>
                        <a:pt x="249" y="636"/>
                      </a:lnTo>
                      <a:lnTo>
                        <a:pt x="249" y="637"/>
                      </a:lnTo>
                      <a:lnTo>
                        <a:pt x="248" y="639"/>
                      </a:lnTo>
                      <a:lnTo>
                        <a:pt x="246" y="639"/>
                      </a:lnTo>
                      <a:lnTo>
                        <a:pt x="245" y="636"/>
                      </a:lnTo>
                      <a:lnTo>
                        <a:pt x="245" y="635"/>
                      </a:lnTo>
                      <a:lnTo>
                        <a:pt x="244" y="635"/>
                      </a:lnTo>
                      <a:lnTo>
                        <a:pt x="242" y="636"/>
                      </a:lnTo>
                      <a:lnTo>
                        <a:pt x="241" y="636"/>
                      </a:lnTo>
                      <a:lnTo>
                        <a:pt x="240" y="637"/>
                      </a:lnTo>
                      <a:lnTo>
                        <a:pt x="241" y="639"/>
                      </a:lnTo>
                      <a:lnTo>
                        <a:pt x="241" y="640"/>
                      </a:lnTo>
                      <a:lnTo>
                        <a:pt x="241" y="644"/>
                      </a:lnTo>
                      <a:lnTo>
                        <a:pt x="240" y="647"/>
                      </a:lnTo>
                      <a:lnTo>
                        <a:pt x="237" y="650"/>
                      </a:lnTo>
                      <a:lnTo>
                        <a:pt x="235" y="650"/>
                      </a:lnTo>
                      <a:lnTo>
                        <a:pt x="234" y="650"/>
                      </a:lnTo>
                      <a:lnTo>
                        <a:pt x="234" y="645"/>
                      </a:lnTo>
                      <a:lnTo>
                        <a:pt x="233" y="645"/>
                      </a:lnTo>
                      <a:lnTo>
                        <a:pt x="231" y="645"/>
                      </a:lnTo>
                      <a:lnTo>
                        <a:pt x="231" y="647"/>
                      </a:lnTo>
                      <a:lnTo>
                        <a:pt x="229" y="647"/>
                      </a:lnTo>
                      <a:lnTo>
                        <a:pt x="227" y="644"/>
                      </a:lnTo>
                      <a:lnTo>
                        <a:pt x="227" y="644"/>
                      </a:lnTo>
                      <a:lnTo>
                        <a:pt x="226" y="645"/>
                      </a:lnTo>
                      <a:lnTo>
                        <a:pt x="227" y="647"/>
                      </a:lnTo>
                      <a:lnTo>
                        <a:pt x="227" y="648"/>
                      </a:lnTo>
                      <a:lnTo>
                        <a:pt x="226" y="650"/>
                      </a:lnTo>
                      <a:lnTo>
                        <a:pt x="226" y="651"/>
                      </a:lnTo>
                      <a:lnTo>
                        <a:pt x="227" y="654"/>
                      </a:lnTo>
                      <a:lnTo>
                        <a:pt x="229" y="655"/>
                      </a:lnTo>
                      <a:lnTo>
                        <a:pt x="229" y="658"/>
                      </a:lnTo>
                      <a:lnTo>
                        <a:pt x="230" y="662"/>
                      </a:lnTo>
                      <a:lnTo>
                        <a:pt x="229" y="663"/>
                      </a:lnTo>
                      <a:lnTo>
                        <a:pt x="227" y="663"/>
                      </a:lnTo>
                      <a:lnTo>
                        <a:pt x="226" y="663"/>
                      </a:lnTo>
                      <a:lnTo>
                        <a:pt x="226" y="664"/>
                      </a:lnTo>
                      <a:lnTo>
                        <a:pt x="223" y="664"/>
                      </a:lnTo>
                      <a:lnTo>
                        <a:pt x="221" y="663"/>
                      </a:lnTo>
                      <a:lnTo>
                        <a:pt x="218" y="663"/>
                      </a:lnTo>
                      <a:lnTo>
                        <a:pt x="218" y="664"/>
                      </a:lnTo>
                      <a:lnTo>
                        <a:pt x="218" y="666"/>
                      </a:lnTo>
                      <a:lnTo>
                        <a:pt x="221" y="667"/>
                      </a:lnTo>
                      <a:lnTo>
                        <a:pt x="223" y="669"/>
                      </a:lnTo>
                      <a:lnTo>
                        <a:pt x="225" y="670"/>
                      </a:lnTo>
                      <a:lnTo>
                        <a:pt x="226" y="670"/>
                      </a:lnTo>
                      <a:lnTo>
                        <a:pt x="226" y="670"/>
                      </a:lnTo>
                      <a:lnTo>
                        <a:pt x="229" y="670"/>
                      </a:lnTo>
                      <a:lnTo>
                        <a:pt x="229" y="671"/>
                      </a:lnTo>
                      <a:lnTo>
                        <a:pt x="227" y="673"/>
                      </a:lnTo>
                      <a:lnTo>
                        <a:pt x="226" y="674"/>
                      </a:lnTo>
                      <a:lnTo>
                        <a:pt x="225" y="674"/>
                      </a:lnTo>
                      <a:lnTo>
                        <a:pt x="225" y="674"/>
                      </a:lnTo>
                      <a:lnTo>
                        <a:pt x="226" y="675"/>
                      </a:lnTo>
                      <a:lnTo>
                        <a:pt x="226" y="677"/>
                      </a:lnTo>
                      <a:lnTo>
                        <a:pt x="226" y="678"/>
                      </a:lnTo>
                      <a:lnTo>
                        <a:pt x="226" y="681"/>
                      </a:lnTo>
                      <a:lnTo>
                        <a:pt x="226" y="681"/>
                      </a:lnTo>
                      <a:lnTo>
                        <a:pt x="225" y="682"/>
                      </a:lnTo>
                      <a:lnTo>
                        <a:pt x="223" y="681"/>
                      </a:lnTo>
                      <a:lnTo>
                        <a:pt x="221" y="678"/>
                      </a:lnTo>
                      <a:lnTo>
                        <a:pt x="219" y="678"/>
                      </a:lnTo>
                      <a:lnTo>
                        <a:pt x="218" y="678"/>
                      </a:lnTo>
                      <a:lnTo>
                        <a:pt x="216" y="675"/>
                      </a:lnTo>
                      <a:lnTo>
                        <a:pt x="215" y="675"/>
                      </a:lnTo>
                      <a:lnTo>
                        <a:pt x="215" y="677"/>
                      </a:lnTo>
                      <a:lnTo>
                        <a:pt x="214" y="678"/>
                      </a:lnTo>
                      <a:lnTo>
                        <a:pt x="216" y="678"/>
                      </a:lnTo>
                      <a:lnTo>
                        <a:pt x="218" y="679"/>
                      </a:lnTo>
                      <a:lnTo>
                        <a:pt x="221" y="681"/>
                      </a:lnTo>
                      <a:lnTo>
                        <a:pt x="222" y="682"/>
                      </a:lnTo>
                      <a:lnTo>
                        <a:pt x="225" y="682"/>
                      </a:lnTo>
                      <a:lnTo>
                        <a:pt x="225" y="683"/>
                      </a:lnTo>
                      <a:lnTo>
                        <a:pt x="223" y="685"/>
                      </a:lnTo>
                      <a:lnTo>
                        <a:pt x="222" y="686"/>
                      </a:lnTo>
                      <a:lnTo>
                        <a:pt x="221" y="686"/>
                      </a:lnTo>
                      <a:lnTo>
                        <a:pt x="219" y="686"/>
                      </a:lnTo>
                      <a:lnTo>
                        <a:pt x="216" y="686"/>
                      </a:lnTo>
                      <a:lnTo>
                        <a:pt x="214" y="683"/>
                      </a:lnTo>
                      <a:lnTo>
                        <a:pt x="214" y="682"/>
                      </a:lnTo>
                      <a:lnTo>
                        <a:pt x="212" y="682"/>
                      </a:lnTo>
                      <a:lnTo>
                        <a:pt x="211" y="683"/>
                      </a:lnTo>
                      <a:lnTo>
                        <a:pt x="210" y="685"/>
                      </a:lnTo>
                      <a:lnTo>
                        <a:pt x="210" y="686"/>
                      </a:lnTo>
                      <a:lnTo>
                        <a:pt x="212" y="689"/>
                      </a:lnTo>
                      <a:lnTo>
                        <a:pt x="215" y="690"/>
                      </a:lnTo>
                      <a:lnTo>
                        <a:pt x="215" y="692"/>
                      </a:lnTo>
                      <a:lnTo>
                        <a:pt x="215" y="692"/>
                      </a:lnTo>
                      <a:lnTo>
                        <a:pt x="215" y="693"/>
                      </a:lnTo>
                      <a:lnTo>
                        <a:pt x="212" y="692"/>
                      </a:lnTo>
                      <a:lnTo>
                        <a:pt x="211" y="692"/>
                      </a:lnTo>
                      <a:lnTo>
                        <a:pt x="208" y="689"/>
                      </a:lnTo>
                      <a:lnTo>
                        <a:pt x="207" y="688"/>
                      </a:lnTo>
                      <a:lnTo>
                        <a:pt x="207" y="688"/>
                      </a:lnTo>
                      <a:lnTo>
                        <a:pt x="207" y="690"/>
                      </a:lnTo>
                      <a:lnTo>
                        <a:pt x="210" y="692"/>
                      </a:lnTo>
                      <a:lnTo>
                        <a:pt x="212" y="693"/>
                      </a:lnTo>
                      <a:lnTo>
                        <a:pt x="212" y="694"/>
                      </a:lnTo>
                      <a:lnTo>
                        <a:pt x="212" y="696"/>
                      </a:lnTo>
                      <a:lnTo>
                        <a:pt x="211" y="696"/>
                      </a:lnTo>
                      <a:lnTo>
                        <a:pt x="208" y="696"/>
                      </a:lnTo>
                      <a:lnTo>
                        <a:pt x="207" y="694"/>
                      </a:lnTo>
                      <a:lnTo>
                        <a:pt x="207" y="693"/>
                      </a:lnTo>
                      <a:lnTo>
                        <a:pt x="206" y="692"/>
                      </a:lnTo>
                      <a:lnTo>
                        <a:pt x="204" y="692"/>
                      </a:lnTo>
                      <a:lnTo>
                        <a:pt x="203" y="693"/>
                      </a:lnTo>
                      <a:lnTo>
                        <a:pt x="203" y="694"/>
                      </a:lnTo>
                      <a:lnTo>
                        <a:pt x="204" y="696"/>
                      </a:lnTo>
                      <a:lnTo>
                        <a:pt x="206" y="697"/>
                      </a:lnTo>
                      <a:lnTo>
                        <a:pt x="204" y="697"/>
                      </a:lnTo>
                      <a:lnTo>
                        <a:pt x="206" y="698"/>
                      </a:lnTo>
                      <a:lnTo>
                        <a:pt x="210" y="698"/>
                      </a:lnTo>
                      <a:lnTo>
                        <a:pt x="211" y="698"/>
                      </a:lnTo>
                      <a:lnTo>
                        <a:pt x="212" y="701"/>
                      </a:lnTo>
                      <a:lnTo>
                        <a:pt x="211" y="701"/>
                      </a:lnTo>
                      <a:lnTo>
                        <a:pt x="210" y="703"/>
                      </a:lnTo>
                      <a:lnTo>
                        <a:pt x="210" y="704"/>
                      </a:lnTo>
                      <a:lnTo>
                        <a:pt x="207" y="704"/>
                      </a:lnTo>
                      <a:lnTo>
                        <a:pt x="206" y="703"/>
                      </a:lnTo>
                      <a:lnTo>
                        <a:pt x="204" y="703"/>
                      </a:lnTo>
                      <a:lnTo>
                        <a:pt x="201" y="701"/>
                      </a:lnTo>
                      <a:lnTo>
                        <a:pt x="201" y="700"/>
                      </a:lnTo>
                      <a:lnTo>
                        <a:pt x="201" y="700"/>
                      </a:lnTo>
                      <a:lnTo>
                        <a:pt x="200" y="698"/>
                      </a:lnTo>
                      <a:lnTo>
                        <a:pt x="200" y="698"/>
                      </a:lnTo>
                      <a:lnTo>
                        <a:pt x="200" y="701"/>
                      </a:lnTo>
                      <a:lnTo>
                        <a:pt x="199" y="703"/>
                      </a:lnTo>
                      <a:lnTo>
                        <a:pt x="197" y="704"/>
                      </a:lnTo>
                      <a:lnTo>
                        <a:pt x="196" y="704"/>
                      </a:lnTo>
                      <a:lnTo>
                        <a:pt x="195" y="703"/>
                      </a:lnTo>
                      <a:lnTo>
                        <a:pt x="193" y="703"/>
                      </a:lnTo>
                      <a:lnTo>
                        <a:pt x="192" y="703"/>
                      </a:lnTo>
                      <a:lnTo>
                        <a:pt x="192" y="704"/>
                      </a:lnTo>
                      <a:lnTo>
                        <a:pt x="193" y="705"/>
                      </a:lnTo>
                      <a:lnTo>
                        <a:pt x="197" y="707"/>
                      </a:lnTo>
                      <a:lnTo>
                        <a:pt x="200" y="708"/>
                      </a:lnTo>
                      <a:lnTo>
                        <a:pt x="201" y="709"/>
                      </a:lnTo>
                      <a:lnTo>
                        <a:pt x="203" y="713"/>
                      </a:lnTo>
                      <a:lnTo>
                        <a:pt x="201" y="713"/>
                      </a:lnTo>
                      <a:lnTo>
                        <a:pt x="200" y="713"/>
                      </a:lnTo>
                      <a:lnTo>
                        <a:pt x="197" y="712"/>
                      </a:lnTo>
                      <a:lnTo>
                        <a:pt x="195" y="709"/>
                      </a:lnTo>
                      <a:lnTo>
                        <a:pt x="193" y="708"/>
                      </a:lnTo>
                      <a:lnTo>
                        <a:pt x="192" y="708"/>
                      </a:lnTo>
                      <a:lnTo>
                        <a:pt x="192" y="709"/>
                      </a:lnTo>
                      <a:lnTo>
                        <a:pt x="193" y="711"/>
                      </a:lnTo>
                      <a:lnTo>
                        <a:pt x="195" y="711"/>
                      </a:lnTo>
                      <a:lnTo>
                        <a:pt x="199" y="713"/>
                      </a:lnTo>
                      <a:lnTo>
                        <a:pt x="200" y="716"/>
                      </a:lnTo>
                      <a:lnTo>
                        <a:pt x="200" y="717"/>
                      </a:lnTo>
                      <a:lnTo>
                        <a:pt x="199" y="720"/>
                      </a:lnTo>
                      <a:lnTo>
                        <a:pt x="200" y="722"/>
                      </a:lnTo>
                      <a:lnTo>
                        <a:pt x="200" y="722"/>
                      </a:lnTo>
                      <a:lnTo>
                        <a:pt x="199" y="723"/>
                      </a:lnTo>
                      <a:lnTo>
                        <a:pt x="199" y="724"/>
                      </a:lnTo>
                      <a:lnTo>
                        <a:pt x="197" y="727"/>
                      </a:lnTo>
                      <a:lnTo>
                        <a:pt x="196" y="727"/>
                      </a:lnTo>
                      <a:lnTo>
                        <a:pt x="195" y="726"/>
                      </a:lnTo>
                      <a:lnTo>
                        <a:pt x="192" y="726"/>
                      </a:lnTo>
                      <a:lnTo>
                        <a:pt x="191" y="724"/>
                      </a:lnTo>
                      <a:lnTo>
                        <a:pt x="189" y="724"/>
                      </a:lnTo>
                      <a:lnTo>
                        <a:pt x="189" y="726"/>
                      </a:lnTo>
                      <a:lnTo>
                        <a:pt x="192" y="727"/>
                      </a:lnTo>
                      <a:lnTo>
                        <a:pt x="195" y="727"/>
                      </a:lnTo>
                      <a:lnTo>
                        <a:pt x="195" y="728"/>
                      </a:lnTo>
                      <a:lnTo>
                        <a:pt x="193" y="730"/>
                      </a:lnTo>
                      <a:lnTo>
                        <a:pt x="192" y="730"/>
                      </a:lnTo>
                      <a:lnTo>
                        <a:pt x="191" y="728"/>
                      </a:lnTo>
                      <a:lnTo>
                        <a:pt x="189" y="730"/>
                      </a:lnTo>
                      <a:lnTo>
                        <a:pt x="189" y="730"/>
                      </a:lnTo>
                      <a:lnTo>
                        <a:pt x="192" y="731"/>
                      </a:lnTo>
                      <a:lnTo>
                        <a:pt x="192" y="731"/>
                      </a:lnTo>
                      <a:lnTo>
                        <a:pt x="192" y="732"/>
                      </a:lnTo>
                      <a:lnTo>
                        <a:pt x="191" y="734"/>
                      </a:lnTo>
                      <a:lnTo>
                        <a:pt x="189" y="735"/>
                      </a:lnTo>
                      <a:lnTo>
                        <a:pt x="188" y="734"/>
                      </a:lnTo>
                      <a:lnTo>
                        <a:pt x="187" y="734"/>
                      </a:lnTo>
                      <a:lnTo>
                        <a:pt x="185" y="734"/>
                      </a:lnTo>
                      <a:lnTo>
                        <a:pt x="187" y="735"/>
                      </a:lnTo>
                      <a:lnTo>
                        <a:pt x="188" y="735"/>
                      </a:lnTo>
                      <a:lnTo>
                        <a:pt x="189" y="736"/>
                      </a:lnTo>
                      <a:lnTo>
                        <a:pt x="189" y="739"/>
                      </a:lnTo>
                      <a:lnTo>
                        <a:pt x="188" y="739"/>
                      </a:lnTo>
                      <a:lnTo>
                        <a:pt x="184" y="739"/>
                      </a:lnTo>
                      <a:lnTo>
                        <a:pt x="182" y="738"/>
                      </a:lnTo>
                      <a:lnTo>
                        <a:pt x="181" y="738"/>
                      </a:lnTo>
                      <a:lnTo>
                        <a:pt x="181" y="739"/>
                      </a:lnTo>
                      <a:lnTo>
                        <a:pt x="184" y="741"/>
                      </a:lnTo>
                      <a:lnTo>
                        <a:pt x="188" y="741"/>
                      </a:lnTo>
                      <a:lnTo>
                        <a:pt x="191" y="742"/>
                      </a:lnTo>
                      <a:lnTo>
                        <a:pt x="191" y="743"/>
                      </a:lnTo>
                      <a:lnTo>
                        <a:pt x="191" y="743"/>
                      </a:lnTo>
                      <a:lnTo>
                        <a:pt x="188" y="745"/>
                      </a:lnTo>
                      <a:lnTo>
                        <a:pt x="185" y="746"/>
                      </a:lnTo>
                      <a:lnTo>
                        <a:pt x="182" y="745"/>
                      </a:lnTo>
                      <a:lnTo>
                        <a:pt x="180" y="743"/>
                      </a:lnTo>
                      <a:lnTo>
                        <a:pt x="180" y="745"/>
                      </a:lnTo>
                      <a:lnTo>
                        <a:pt x="181" y="746"/>
                      </a:lnTo>
                      <a:lnTo>
                        <a:pt x="184" y="746"/>
                      </a:lnTo>
                      <a:lnTo>
                        <a:pt x="184" y="747"/>
                      </a:lnTo>
                      <a:lnTo>
                        <a:pt x="184" y="747"/>
                      </a:lnTo>
                      <a:lnTo>
                        <a:pt x="182" y="749"/>
                      </a:lnTo>
                      <a:lnTo>
                        <a:pt x="182" y="749"/>
                      </a:lnTo>
                      <a:lnTo>
                        <a:pt x="184" y="749"/>
                      </a:lnTo>
                      <a:lnTo>
                        <a:pt x="187" y="750"/>
                      </a:lnTo>
                      <a:lnTo>
                        <a:pt x="187" y="751"/>
                      </a:lnTo>
                      <a:lnTo>
                        <a:pt x="185" y="751"/>
                      </a:lnTo>
                      <a:lnTo>
                        <a:pt x="182" y="751"/>
                      </a:lnTo>
                      <a:lnTo>
                        <a:pt x="182" y="751"/>
                      </a:lnTo>
                      <a:lnTo>
                        <a:pt x="181" y="753"/>
                      </a:lnTo>
                      <a:lnTo>
                        <a:pt x="182" y="754"/>
                      </a:lnTo>
                      <a:lnTo>
                        <a:pt x="185" y="753"/>
                      </a:lnTo>
                      <a:lnTo>
                        <a:pt x="188" y="754"/>
                      </a:lnTo>
                      <a:lnTo>
                        <a:pt x="187" y="754"/>
                      </a:lnTo>
                      <a:lnTo>
                        <a:pt x="185" y="755"/>
                      </a:lnTo>
                      <a:lnTo>
                        <a:pt x="182" y="757"/>
                      </a:lnTo>
                      <a:lnTo>
                        <a:pt x="181" y="757"/>
                      </a:lnTo>
                      <a:lnTo>
                        <a:pt x="180" y="755"/>
                      </a:lnTo>
                      <a:lnTo>
                        <a:pt x="177" y="754"/>
                      </a:lnTo>
                      <a:lnTo>
                        <a:pt x="177" y="753"/>
                      </a:lnTo>
                      <a:lnTo>
                        <a:pt x="176" y="753"/>
                      </a:lnTo>
                      <a:lnTo>
                        <a:pt x="174" y="753"/>
                      </a:lnTo>
                      <a:lnTo>
                        <a:pt x="173" y="753"/>
                      </a:lnTo>
                      <a:lnTo>
                        <a:pt x="172" y="753"/>
                      </a:lnTo>
                      <a:lnTo>
                        <a:pt x="173" y="754"/>
                      </a:lnTo>
                      <a:lnTo>
                        <a:pt x="177" y="755"/>
                      </a:lnTo>
                      <a:lnTo>
                        <a:pt x="180" y="758"/>
                      </a:lnTo>
                      <a:lnTo>
                        <a:pt x="180" y="758"/>
                      </a:lnTo>
                      <a:lnTo>
                        <a:pt x="178" y="760"/>
                      </a:lnTo>
                      <a:lnTo>
                        <a:pt x="178" y="761"/>
                      </a:lnTo>
                      <a:lnTo>
                        <a:pt x="180" y="761"/>
                      </a:lnTo>
                      <a:lnTo>
                        <a:pt x="181" y="761"/>
                      </a:lnTo>
                      <a:lnTo>
                        <a:pt x="182" y="761"/>
                      </a:lnTo>
                      <a:lnTo>
                        <a:pt x="184" y="762"/>
                      </a:lnTo>
                      <a:lnTo>
                        <a:pt x="184" y="762"/>
                      </a:lnTo>
                      <a:lnTo>
                        <a:pt x="182" y="764"/>
                      </a:lnTo>
                      <a:lnTo>
                        <a:pt x="181" y="765"/>
                      </a:lnTo>
                      <a:lnTo>
                        <a:pt x="181" y="765"/>
                      </a:lnTo>
                      <a:lnTo>
                        <a:pt x="180" y="765"/>
                      </a:lnTo>
                      <a:lnTo>
                        <a:pt x="180" y="765"/>
                      </a:lnTo>
                      <a:close/>
                      <a:moveTo>
                        <a:pt x="177" y="766"/>
                      </a:moveTo>
                      <a:lnTo>
                        <a:pt x="172" y="764"/>
                      </a:lnTo>
                      <a:lnTo>
                        <a:pt x="170" y="764"/>
                      </a:lnTo>
                      <a:lnTo>
                        <a:pt x="170" y="764"/>
                      </a:lnTo>
                      <a:lnTo>
                        <a:pt x="173" y="766"/>
                      </a:lnTo>
                      <a:lnTo>
                        <a:pt x="174" y="768"/>
                      </a:lnTo>
                      <a:lnTo>
                        <a:pt x="177" y="766"/>
                      </a:lnTo>
                      <a:lnTo>
                        <a:pt x="177" y="766"/>
                      </a:lnTo>
                      <a:close/>
                      <a:moveTo>
                        <a:pt x="398" y="518"/>
                      </a:moveTo>
                      <a:lnTo>
                        <a:pt x="400" y="519"/>
                      </a:lnTo>
                      <a:lnTo>
                        <a:pt x="403" y="518"/>
                      </a:lnTo>
                      <a:lnTo>
                        <a:pt x="409" y="516"/>
                      </a:lnTo>
                      <a:lnTo>
                        <a:pt x="415" y="518"/>
                      </a:lnTo>
                      <a:lnTo>
                        <a:pt x="417" y="516"/>
                      </a:lnTo>
                      <a:lnTo>
                        <a:pt x="420" y="515"/>
                      </a:lnTo>
                      <a:lnTo>
                        <a:pt x="423" y="518"/>
                      </a:lnTo>
                      <a:lnTo>
                        <a:pt x="426" y="516"/>
                      </a:lnTo>
                      <a:lnTo>
                        <a:pt x="427" y="516"/>
                      </a:lnTo>
                      <a:lnTo>
                        <a:pt x="431" y="514"/>
                      </a:lnTo>
                      <a:lnTo>
                        <a:pt x="431" y="506"/>
                      </a:lnTo>
                      <a:lnTo>
                        <a:pt x="430" y="504"/>
                      </a:lnTo>
                      <a:lnTo>
                        <a:pt x="428" y="501"/>
                      </a:lnTo>
                      <a:lnTo>
                        <a:pt x="426" y="501"/>
                      </a:lnTo>
                      <a:lnTo>
                        <a:pt x="417" y="506"/>
                      </a:lnTo>
                      <a:lnTo>
                        <a:pt x="409" y="507"/>
                      </a:lnTo>
                      <a:lnTo>
                        <a:pt x="408" y="508"/>
                      </a:lnTo>
                      <a:lnTo>
                        <a:pt x="405" y="510"/>
                      </a:lnTo>
                      <a:lnTo>
                        <a:pt x="404" y="512"/>
                      </a:lnTo>
                      <a:lnTo>
                        <a:pt x="400" y="514"/>
                      </a:lnTo>
                      <a:lnTo>
                        <a:pt x="400" y="515"/>
                      </a:lnTo>
                      <a:lnTo>
                        <a:pt x="398" y="518"/>
                      </a:lnTo>
                      <a:lnTo>
                        <a:pt x="398" y="518"/>
                      </a:lnTo>
                      <a:close/>
                      <a:moveTo>
                        <a:pt x="187" y="747"/>
                      </a:moveTo>
                      <a:lnTo>
                        <a:pt x="188" y="749"/>
                      </a:lnTo>
                      <a:lnTo>
                        <a:pt x="189" y="747"/>
                      </a:lnTo>
                      <a:lnTo>
                        <a:pt x="189" y="746"/>
                      </a:lnTo>
                      <a:lnTo>
                        <a:pt x="188" y="746"/>
                      </a:lnTo>
                      <a:lnTo>
                        <a:pt x="187" y="747"/>
                      </a:lnTo>
                      <a:lnTo>
                        <a:pt x="187" y="747"/>
                      </a:lnTo>
                      <a:close/>
                      <a:moveTo>
                        <a:pt x="200" y="719"/>
                      </a:moveTo>
                      <a:lnTo>
                        <a:pt x="201" y="720"/>
                      </a:lnTo>
                      <a:lnTo>
                        <a:pt x="201" y="719"/>
                      </a:lnTo>
                      <a:lnTo>
                        <a:pt x="200" y="719"/>
                      </a:lnTo>
                      <a:lnTo>
                        <a:pt x="200" y="719"/>
                      </a:lnTo>
                      <a:close/>
                      <a:moveTo>
                        <a:pt x="201" y="715"/>
                      </a:moveTo>
                      <a:lnTo>
                        <a:pt x="201" y="716"/>
                      </a:lnTo>
                      <a:lnTo>
                        <a:pt x="203" y="716"/>
                      </a:lnTo>
                      <a:lnTo>
                        <a:pt x="203" y="715"/>
                      </a:lnTo>
                      <a:lnTo>
                        <a:pt x="201" y="715"/>
                      </a:lnTo>
                      <a:lnTo>
                        <a:pt x="201" y="715"/>
                      </a:lnTo>
                      <a:close/>
                      <a:moveTo>
                        <a:pt x="203" y="711"/>
                      </a:moveTo>
                      <a:lnTo>
                        <a:pt x="204" y="711"/>
                      </a:lnTo>
                      <a:lnTo>
                        <a:pt x="204" y="711"/>
                      </a:lnTo>
                      <a:lnTo>
                        <a:pt x="204" y="709"/>
                      </a:lnTo>
                      <a:lnTo>
                        <a:pt x="204" y="709"/>
                      </a:lnTo>
                      <a:lnTo>
                        <a:pt x="203" y="711"/>
                      </a:lnTo>
                      <a:lnTo>
                        <a:pt x="203" y="711"/>
                      </a:lnTo>
                      <a:close/>
                      <a:moveTo>
                        <a:pt x="201" y="704"/>
                      </a:moveTo>
                      <a:lnTo>
                        <a:pt x="201" y="705"/>
                      </a:lnTo>
                      <a:lnTo>
                        <a:pt x="203" y="707"/>
                      </a:lnTo>
                      <a:lnTo>
                        <a:pt x="204" y="707"/>
                      </a:lnTo>
                      <a:lnTo>
                        <a:pt x="207" y="707"/>
                      </a:lnTo>
                      <a:lnTo>
                        <a:pt x="207" y="707"/>
                      </a:lnTo>
                      <a:lnTo>
                        <a:pt x="206" y="705"/>
                      </a:lnTo>
                      <a:lnTo>
                        <a:pt x="203" y="705"/>
                      </a:lnTo>
                      <a:lnTo>
                        <a:pt x="201" y="704"/>
                      </a:lnTo>
                      <a:lnTo>
                        <a:pt x="201" y="704"/>
                      </a:lnTo>
                      <a:lnTo>
                        <a:pt x="201" y="704"/>
                      </a:lnTo>
                      <a:close/>
                      <a:moveTo>
                        <a:pt x="212" y="703"/>
                      </a:moveTo>
                      <a:lnTo>
                        <a:pt x="214" y="701"/>
                      </a:lnTo>
                      <a:lnTo>
                        <a:pt x="214" y="700"/>
                      </a:lnTo>
                      <a:lnTo>
                        <a:pt x="212" y="700"/>
                      </a:lnTo>
                      <a:lnTo>
                        <a:pt x="212" y="703"/>
                      </a:lnTo>
                      <a:lnTo>
                        <a:pt x="212" y="703"/>
                      </a:lnTo>
                      <a:close/>
                      <a:moveTo>
                        <a:pt x="212" y="685"/>
                      </a:moveTo>
                      <a:lnTo>
                        <a:pt x="211" y="686"/>
                      </a:lnTo>
                      <a:lnTo>
                        <a:pt x="214" y="688"/>
                      </a:lnTo>
                      <a:lnTo>
                        <a:pt x="216" y="690"/>
                      </a:lnTo>
                      <a:lnTo>
                        <a:pt x="216" y="690"/>
                      </a:lnTo>
                      <a:lnTo>
                        <a:pt x="218" y="690"/>
                      </a:lnTo>
                      <a:lnTo>
                        <a:pt x="216" y="688"/>
                      </a:lnTo>
                      <a:lnTo>
                        <a:pt x="214" y="686"/>
                      </a:lnTo>
                      <a:lnTo>
                        <a:pt x="212" y="685"/>
                      </a:lnTo>
                      <a:lnTo>
                        <a:pt x="212" y="685"/>
                      </a:lnTo>
                      <a:lnTo>
                        <a:pt x="212" y="685"/>
                      </a:lnTo>
                      <a:close/>
                      <a:moveTo>
                        <a:pt x="230" y="652"/>
                      </a:moveTo>
                      <a:lnTo>
                        <a:pt x="230" y="655"/>
                      </a:lnTo>
                      <a:lnTo>
                        <a:pt x="231" y="656"/>
                      </a:lnTo>
                      <a:lnTo>
                        <a:pt x="231" y="660"/>
                      </a:lnTo>
                      <a:lnTo>
                        <a:pt x="233" y="662"/>
                      </a:lnTo>
                      <a:lnTo>
                        <a:pt x="234" y="663"/>
                      </a:lnTo>
                      <a:lnTo>
                        <a:pt x="233" y="659"/>
                      </a:lnTo>
                      <a:lnTo>
                        <a:pt x="234" y="656"/>
                      </a:lnTo>
                      <a:lnTo>
                        <a:pt x="233" y="655"/>
                      </a:lnTo>
                      <a:lnTo>
                        <a:pt x="231" y="652"/>
                      </a:lnTo>
                      <a:lnTo>
                        <a:pt x="230" y="651"/>
                      </a:lnTo>
                      <a:lnTo>
                        <a:pt x="230" y="652"/>
                      </a:lnTo>
                      <a:lnTo>
                        <a:pt x="230" y="652"/>
                      </a:lnTo>
                      <a:close/>
                      <a:moveTo>
                        <a:pt x="244" y="644"/>
                      </a:moveTo>
                      <a:lnTo>
                        <a:pt x="244" y="645"/>
                      </a:lnTo>
                      <a:lnTo>
                        <a:pt x="245" y="645"/>
                      </a:lnTo>
                      <a:lnTo>
                        <a:pt x="245" y="645"/>
                      </a:lnTo>
                      <a:lnTo>
                        <a:pt x="244" y="644"/>
                      </a:lnTo>
                      <a:lnTo>
                        <a:pt x="244" y="644"/>
                      </a:lnTo>
                      <a:lnTo>
                        <a:pt x="244" y="644"/>
                      </a:lnTo>
                      <a:close/>
                      <a:moveTo>
                        <a:pt x="248" y="641"/>
                      </a:moveTo>
                      <a:lnTo>
                        <a:pt x="248" y="641"/>
                      </a:lnTo>
                      <a:lnTo>
                        <a:pt x="248" y="641"/>
                      </a:lnTo>
                      <a:lnTo>
                        <a:pt x="248" y="640"/>
                      </a:lnTo>
                      <a:lnTo>
                        <a:pt x="248" y="641"/>
                      </a:lnTo>
                      <a:lnTo>
                        <a:pt x="248" y="641"/>
                      </a:lnTo>
                      <a:close/>
                      <a:moveTo>
                        <a:pt x="269" y="639"/>
                      </a:moveTo>
                      <a:lnTo>
                        <a:pt x="271" y="637"/>
                      </a:lnTo>
                      <a:lnTo>
                        <a:pt x="273" y="637"/>
                      </a:lnTo>
                      <a:lnTo>
                        <a:pt x="273" y="636"/>
                      </a:lnTo>
                      <a:lnTo>
                        <a:pt x="272" y="633"/>
                      </a:lnTo>
                      <a:lnTo>
                        <a:pt x="271" y="632"/>
                      </a:lnTo>
                      <a:lnTo>
                        <a:pt x="271" y="630"/>
                      </a:lnTo>
                      <a:lnTo>
                        <a:pt x="269" y="630"/>
                      </a:lnTo>
                      <a:lnTo>
                        <a:pt x="267" y="633"/>
                      </a:lnTo>
                      <a:lnTo>
                        <a:pt x="267" y="635"/>
                      </a:lnTo>
                      <a:lnTo>
                        <a:pt x="267" y="636"/>
                      </a:lnTo>
                      <a:lnTo>
                        <a:pt x="268" y="637"/>
                      </a:lnTo>
                      <a:lnTo>
                        <a:pt x="268" y="639"/>
                      </a:lnTo>
                      <a:lnTo>
                        <a:pt x="269" y="639"/>
                      </a:lnTo>
                      <a:lnTo>
                        <a:pt x="269" y="639"/>
                      </a:lnTo>
                      <a:close/>
                      <a:moveTo>
                        <a:pt x="279" y="637"/>
                      </a:moveTo>
                      <a:lnTo>
                        <a:pt x="278" y="636"/>
                      </a:lnTo>
                      <a:lnTo>
                        <a:pt x="279" y="635"/>
                      </a:lnTo>
                      <a:lnTo>
                        <a:pt x="278" y="636"/>
                      </a:lnTo>
                      <a:lnTo>
                        <a:pt x="278" y="637"/>
                      </a:lnTo>
                      <a:lnTo>
                        <a:pt x="278" y="637"/>
                      </a:lnTo>
                      <a:lnTo>
                        <a:pt x="279" y="637"/>
                      </a:lnTo>
                      <a:lnTo>
                        <a:pt x="279" y="637"/>
                      </a:lnTo>
                      <a:close/>
                      <a:moveTo>
                        <a:pt x="447" y="544"/>
                      </a:moveTo>
                      <a:lnTo>
                        <a:pt x="447" y="544"/>
                      </a:lnTo>
                      <a:lnTo>
                        <a:pt x="449" y="542"/>
                      </a:lnTo>
                      <a:lnTo>
                        <a:pt x="449" y="541"/>
                      </a:lnTo>
                      <a:lnTo>
                        <a:pt x="447" y="542"/>
                      </a:lnTo>
                      <a:lnTo>
                        <a:pt x="447" y="544"/>
                      </a:lnTo>
                      <a:lnTo>
                        <a:pt x="447" y="544"/>
                      </a:lnTo>
                      <a:close/>
                      <a:moveTo>
                        <a:pt x="417" y="519"/>
                      </a:moveTo>
                      <a:lnTo>
                        <a:pt x="419" y="519"/>
                      </a:lnTo>
                      <a:lnTo>
                        <a:pt x="420" y="519"/>
                      </a:lnTo>
                      <a:lnTo>
                        <a:pt x="420" y="518"/>
                      </a:lnTo>
                      <a:lnTo>
                        <a:pt x="417" y="518"/>
                      </a:lnTo>
                      <a:lnTo>
                        <a:pt x="417" y="518"/>
                      </a:lnTo>
                      <a:lnTo>
                        <a:pt x="417" y="519"/>
                      </a:lnTo>
                      <a:lnTo>
                        <a:pt x="417" y="519"/>
                      </a:lnTo>
                      <a:close/>
                      <a:moveTo>
                        <a:pt x="404" y="507"/>
                      </a:moveTo>
                      <a:lnTo>
                        <a:pt x="405" y="508"/>
                      </a:lnTo>
                      <a:lnTo>
                        <a:pt x="407" y="507"/>
                      </a:lnTo>
                      <a:lnTo>
                        <a:pt x="408" y="506"/>
                      </a:lnTo>
                      <a:lnTo>
                        <a:pt x="405" y="506"/>
                      </a:lnTo>
                      <a:lnTo>
                        <a:pt x="404" y="507"/>
                      </a:lnTo>
                      <a:lnTo>
                        <a:pt x="404" y="507"/>
                      </a:lnTo>
                      <a:close/>
                      <a:moveTo>
                        <a:pt x="430" y="500"/>
                      </a:moveTo>
                      <a:lnTo>
                        <a:pt x="430" y="501"/>
                      </a:lnTo>
                      <a:lnTo>
                        <a:pt x="431" y="503"/>
                      </a:lnTo>
                      <a:lnTo>
                        <a:pt x="432" y="501"/>
                      </a:lnTo>
                      <a:lnTo>
                        <a:pt x="431" y="500"/>
                      </a:lnTo>
                      <a:lnTo>
                        <a:pt x="430" y="499"/>
                      </a:lnTo>
                      <a:lnTo>
                        <a:pt x="430" y="500"/>
                      </a:lnTo>
                      <a:lnTo>
                        <a:pt x="430" y="500"/>
                      </a:lnTo>
                      <a:close/>
                      <a:moveTo>
                        <a:pt x="447" y="446"/>
                      </a:moveTo>
                      <a:lnTo>
                        <a:pt x="447" y="448"/>
                      </a:lnTo>
                      <a:lnTo>
                        <a:pt x="447" y="448"/>
                      </a:lnTo>
                      <a:lnTo>
                        <a:pt x="447" y="451"/>
                      </a:lnTo>
                      <a:lnTo>
                        <a:pt x="450" y="455"/>
                      </a:lnTo>
                      <a:lnTo>
                        <a:pt x="450" y="458"/>
                      </a:lnTo>
                      <a:lnTo>
                        <a:pt x="454" y="459"/>
                      </a:lnTo>
                      <a:lnTo>
                        <a:pt x="458" y="461"/>
                      </a:lnTo>
                      <a:lnTo>
                        <a:pt x="460" y="465"/>
                      </a:lnTo>
                      <a:lnTo>
                        <a:pt x="462" y="466"/>
                      </a:lnTo>
                      <a:lnTo>
                        <a:pt x="464" y="466"/>
                      </a:lnTo>
                      <a:lnTo>
                        <a:pt x="465" y="467"/>
                      </a:lnTo>
                      <a:lnTo>
                        <a:pt x="468" y="469"/>
                      </a:lnTo>
                      <a:lnTo>
                        <a:pt x="468" y="467"/>
                      </a:lnTo>
                      <a:lnTo>
                        <a:pt x="468" y="466"/>
                      </a:lnTo>
                      <a:lnTo>
                        <a:pt x="469" y="465"/>
                      </a:lnTo>
                      <a:lnTo>
                        <a:pt x="468" y="462"/>
                      </a:lnTo>
                      <a:lnTo>
                        <a:pt x="465" y="461"/>
                      </a:lnTo>
                      <a:lnTo>
                        <a:pt x="464" y="461"/>
                      </a:lnTo>
                      <a:lnTo>
                        <a:pt x="462" y="459"/>
                      </a:lnTo>
                      <a:lnTo>
                        <a:pt x="464" y="458"/>
                      </a:lnTo>
                      <a:lnTo>
                        <a:pt x="464" y="457"/>
                      </a:lnTo>
                      <a:lnTo>
                        <a:pt x="465" y="457"/>
                      </a:lnTo>
                      <a:lnTo>
                        <a:pt x="468" y="459"/>
                      </a:lnTo>
                      <a:lnTo>
                        <a:pt x="470" y="459"/>
                      </a:lnTo>
                      <a:lnTo>
                        <a:pt x="472" y="461"/>
                      </a:lnTo>
                      <a:lnTo>
                        <a:pt x="472" y="459"/>
                      </a:lnTo>
                      <a:lnTo>
                        <a:pt x="470" y="457"/>
                      </a:lnTo>
                      <a:lnTo>
                        <a:pt x="464" y="454"/>
                      </a:lnTo>
                      <a:lnTo>
                        <a:pt x="462" y="450"/>
                      </a:lnTo>
                      <a:lnTo>
                        <a:pt x="461" y="448"/>
                      </a:lnTo>
                      <a:lnTo>
                        <a:pt x="458" y="448"/>
                      </a:lnTo>
                      <a:lnTo>
                        <a:pt x="454" y="446"/>
                      </a:lnTo>
                      <a:lnTo>
                        <a:pt x="453" y="446"/>
                      </a:lnTo>
                      <a:lnTo>
                        <a:pt x="451" y="446"/>
                      </a:lnTo>
                      <a:lnTo>
                        <a:pt x="449" y="446"/>
                      </a:lnTo>
                      <a:lnTo>
                        <a:pt x="447" y="446"/>
                      </a:lnTo>
                      <a:lnTo>
                        <a:pt x="447" y="446"/>
                      </a:lnTo>
                      <a:close/>
                      <a:moveTo>
                        <a:pt x="441" y="447"/>
                      </a:moveTo>
                      <a:lnTo>
                        <a:pt x="442" y="447"/>
                      </a:lnTo>
                      <a:lnTo>
                        <a:pt x="442" y="446"/>
                      </a:lnTo>
                      <a:lnTo>
                        <a:pt x="443" y="443"/>
                      </a:lnTo>
                      <a:lnTo>
                        <a:pt x="439" y="444"/>
                      </a:lnTo>
                      <a:lnTo>
                        <a:pt x="439" y="447"/>
                      </a:lnTo>
                      <a:lnTo>
                        <a:pt x="441" y="447"/>
                      </a:lnTo>
                      <a:lnTo>
                        <a:pt x="441" y="447"/>
                      </a:lnTo>
                      <a:close/>
                      <a:moveTo>
                        <a:pt x="447" y="443"/>
                      </a:moveTo>
                      <a:lnTo>
                        <a:pt x="449" y="444"/>
                      </a:lnTo>
                      <a:lnTo>
                        <a:pt x="453" y="444"/>
                      </a:lnTo>
                      <a:lnTo>
                        <a:pt x="456" y="446"/>
                      </a:lnTo>
                      <a:lnTo>
                        <a:pt x="460" y="446"/>
                      </a:lnTo>
                      <a:lnTo>
                        <a:pt x="462" y="448"/>
                      </a:lnTo>
                      <a:lnTo>
                        <a:pt x="465" y="447"/>
                      </a:lnTo>
                      <a:lnTo>
                        <a:pt x="466" y="448"/>
                      </a:lnTo>
                      <a:lnTo>
                        <a:pt x="466" y="450"/>
                      </a:lnTo>
                      <a:lnTo>
                        <a:pt x="468" y="451"/>
                      </a:lnTo>
                      <a:lnTo>
                        <a:pt x="470" y="451"/>
                      </a:lnTo>
                      <a:lnTo>
                        <a:pt x="472" y="451"/>
                      </a:lnTo>
                      <a:lnTo>
                        <a:pt x="473" y="451"/>
                      </a:lnTo>
                      <a:lnTo>
                        <a:pt x="473" y="450"/>
                      </a:lnTo>
                      <a:lnTo>
                        <a:pt x="473" y="448"/>
                      </a:lnTo>
                      <a:lnTo>
                        <a:pt x="473" y="446"/>
                      </a:lnTo>
                      <a:lnTo>
                        <a:pt x="475" y="446"/>
                      </a:lnTo>
                      <a:lnTo>
                        <a:pt x="472" y="443"/>
                      </a:lnTo>
                      <a:lnTo>
                        <a:pt x="469" y="443"/>
                      </a:lnTo>
                      <a:lnTo>
                        <a:pt x="465" y="440"/>
                      </a:lnTo>
                      <a:lnTo>
                        <a:pt x="462" y="440"/>
                      </a:lnTo>
                      <a:lnTo>
                        <a:pt x="457" y="442"/>
                      </a:lnTo>
                      <a:lnTo>
                        <a:pt x="454" y="440"/>
                      </a:lnTo>
                      <a:lnTo>
                        <a:pt x="450" y="442"/>
                      </a:lnTo>
                      <a:lnTo>
                        <a:pt x="447" y="442"/>
                      </a:lnTo>
                      <a:lnTo>
                        <a:pt x="447" y="442"/>
                      </a:lnTo>
                      <a:lnTo>
                        <a:pt x="447" y="443"/>
                      </a:lnTo>
                      <a:lnTo>
                        <a:pt x="447" y="443"/>
                      </a:lnTo>
                      <a:close/>
                      <a:moveTo>
                        <a:pt x="435" y="432"/>
                      </a:moveTo>
                      <a:lnTo>
                        <a:pt x="438" y="435"/>
                      </a:lnTo>
                      <a:lnTo>
                        <a:pt x="441" y="435"/>
                      </a:lnTo>
                      <a:lnTo>
                        <a:pt x="445" y="439"/>
                      </a:lnTo>
                      <a:lnTo>
                        <a:pt x="449" y="440"/>
                      </a:lnTo>
                      <a:lnTo>
                        <a:pt x="454" y="439"/>
                      </a:lnTo>
                      <a:lnTo>
                        <a:pt x="462" y="440"/>
                      </a:lnTo>
                      <a:lnTo>
                        <a:pt x="465" y="439"/>
                      </a:lnTo>
                      <a:lnTo>
                        <a:pt x="465" y="438"/>
                      </a:lnTo>
                      <a:lnTo>
                        <a:pt x="462" y="438"/>
                      </a:lnTo>
                      <a:lnTo>
                        <a:pt x="456" y="438"/>
                      </a:lnTo>
                      <a:lnTo>
                        <a:pt x="453" y="436"/>
                      </a:lnTo>
                      <a:lnTo>
                        <a:pt x="449" y="435"/>
                      </a:lnTo>
                      <a:lnTo>
                        <a:pt x="446" y="434"/>
                      </a:lnTo>
                      <a:lnTo>
                        <a:pt x="445" y="432"/>
                      </a:lnTo>
                      <a:lnTo>
                        <a:pt x="446" y="431"/>
                      </a:lnTo>
                      <a:lnTo>
                        <a:pt x="447" y="431"/>
                      </a:lnTo>
                      <a:lnTo>
                        <a:pt x="453" y="435"/>
                      </a:lnTo>
                      <a:lnTo>
                        <a:pt x="457" y="435"/>
                      </a:lnTo>
                      <a:lnTo>
                        <a:pt x="460" y="435"/>
                      </a:lnTo>
                      <a:lnTo>
                        <a:pt x="458" y="434"/>
                      </a:lnTo>
                      <a:lnTo>
                        <a:pt x="451" y="429"/>
                      </a:lnTo>
                      <a:lnTo>
                        <a:pt x="443" y="428"/>
                      </a:lnTo>
                      <a:lnTo>
                        <a:pt x="441" y="428"/>
                      </a:lnTo>
                      <a:lnTo>
                        <a:pt x="441" y="429"/>
                      </a:lnTo>
                      <a:lnTo>
                        <a:pt x="437" y="431"/>
                      </a:lnTo>
                      <a:lnTo>
                        <a:pt x="435" y="432"/>
                      </a:lnTo>
                      <a:lnTo>
                        <a:pt x="435" y="432"/>
                      </a:lnTo>
                      <a:close/>
                      <a:moveTo>
                        <a:pt x="479" y="440"/>
                      </a:moveTo>
                      <a:lnTo>
                        <a:pt x="480" y="440"/>
                      </a:lnTo>
                      <a:lnTo>
                        <a:pt x="481" y="440"/>
                      </a:lnTo>
                      <a:lnTo>
                        <a:pt x="481" y="438"/>
                      </a:lnTo>
                      <a:lnTo>
                        <a:pt x="480" y="439"/>
                      </a:lnTo>
                      <a:lnTo>
                        <a:pt x="479" y="440"/>
                      </a:lnTo>
                      <a:lnTo>
                        <a:pt x="479" y="440"/>
                      </a:lnTo>
                      <a:close/>
                      <a:moveTo>
                        <a:pt x="481" y="397"/>
                      </a:moveTo>
                      <a:lnTo>
                        <a:pt x="480" y="401"/>
                      </a:lnTo>
                      <a:lnTo>
                        <a:pt x="480" y="404"/>
                      </a:lnTo>
                      <a:lnTo>
                        <a:pt x="481" y="405"/>
                      </a:lnTo>
                      <a:lnTo>
                        <a:pt x="484" y="406"/>
                      </a:lnTo>
                      <a:lnTo>
                        <a:pt x="487" y="408"/>
                      </a:lnTo>
                      <a:lnTo>
                        <a:pt x="488" y="408"/>
                      </a:lnTo>
                      <a:lnTo>
                        <a:pt x="491" y="409"/>
                      </a:lnTo>
                      <a:lnTo>
                        <a:pt x="494" y="408"/>
                      </a:lnTo>
                      <a:lnTo>
                        <a:pt x="494" y="405"/>
                      </a:lnTo>
                      <a:lnTo>
                        <a:pt x="495" y="402"/>
                      </a:lnTo>
                      <a:lnTo>
                        <a:pt x="495" y="400"/>
                      </a:lnTo>
                      <a:lnTo>
                        <a:pt x="490" y="395"/>
                      </a:lnTo>
                      <a:lnTo>
                        <a:pt x="485" y="397"/>
                      </a:lnTo>
                      <a:lnTo>
                        <a:pt x="481" y="397"/>
                      </a:lnTo>
                      <a:lnTo>
                        <a:pt x="481" y="397"/>
                      </a:lnTo>
                      <a:close/>
                      <a:moveTo>
                        <a:pt x="509" y="395"/>
                      </a:moveTo>
                      <a:lnTo>
                        <a:pt x="510" y="395"/>
                      </a:lnTo>
                      <a:lnTo>
                        <a:pt x="511" y="393"/>
                      </a:lnTo>
                      <a:lnTo>
                        <a:pt x="511" y="391"/>
                      </a:lnTo>
                      <a:lnTo>
                        <a:pt x="510" y="391"/>
                      </a:lnTo>
                      <a:lnTo>
                        <a:pt x="509" y="393"/>
                      </a:lnTo>
                      <a:lnTo>
                        <a:pt x="509" y="395"/>
                      </a:lnTo>
                      <a:lnTo>
                        <a:pt x="509" y="395"/>
                      </a:lnTo>
                      <a:close/>
                      <a:moveTo>
                        <a:pt x="496" y="379"/>
                      </a:moveTo>
                      <a:lnTo>
                        <a:pt x="495" y="381"/>
                      </a:lnTo>
                      <a:lnTo>
                        <a:pt x="495" y="385"/>
                      </a:lnTo>
                      <a:lnTo>
                        <a:pt x="496" y="387"/>
                      </a:lnTo>
                      <a:lnTo>
                        <a:pt x="499" y="389"/>
                      </a:lnTo>
                      <a:lnTo>
                        <a:pt x="500" y="387"/>
                      </a:lnTo>
                      <a:lnTo>
                        <a:pt x="500" y="385"/>
                      </a:lnTo>
                      <a:lnTo>
                        <a:pt x="502" y="383"/>
                      </a:lnTo>
                      <a:lnTo>
                        <a:pt x="502" y="382"/>
                      </a:lnTo>
                      <a:lnTo>
                        <a:pt x="499" y="379"/>
                      </a:lnTo>
                      <a:lnTo>
                        <a:pt x="496" y="379"/>
                      </a:lnTo>
                      <a:lnTo>
                        <a:pt x="496" y="379"/>
                      </a:lnTo>
                      <a:close/>
                      <a:moveTo>
                        <a:pt x="514" y="368"/>
                      </a:moveTo>
                      <a:lnTo>
                        <a:pt x="514" y="374"/>
                      </a:lnTo>
                      <a:lnTo>
                        <a:pt x="513" y="378"/>
                      </a:lnTo>
                      <a:lnTo>
                        <a:pt x="514" y="379"/>
                      </a:lnTo>
                      <a:lnTo>
                        <a:pt x="517" y="382"/>
                      </a:lnTo>
                      <a:lnTo>
                        <a:pt x="519" y="381"/>
                      </a:lnTo>
                      <a:lnTo>
                        <a:pt x="522" y="381"/>
                      </a:lnTo>
                      <a:lnTo>
                        <a:pt x="523" y="381"/>
                      </a:lnTo>
                      <a:lnTo>
                        <a:pt x="523" y="382"/>
                      </a:lnTo>
                      <a:lnTo>
                        <a:pt x="526" y="383"/>
                      </a:lnTo>
                      <a:lnTo>
                        <a:pt x="528" y="381"/>
                      </a:lnTo>
                      <a:lnTo>
                        <a:pt x="529" y="379"/>
                      </a:lnTo>
                      <a:lnTo>
                        <a:pt x="529" y="375"/>
                      </a:lnTo>
                      <a:lnTo>
                        <a:pt x="526" y="374"/>
                      </a:lnTo>
                      <a:lnTo>
                        <a:pt x="526" y="376"/>
                      </a:lnTo>
                      <a:lnTo>
                        <a:pt x="526" y="378"/>
                      </a:lnTo>
                      <a:lnTo>
                        <a:pt x="525" y="376"/>
                      </a:lnTo>
                      <a:lnTo>
                        <a:pt x="522" y="374"/>
                      </a:lnTo>
                      <a:lnTo>
                        <a:pt x="522" y="372"/>
                      </a:lnTo>
                      <a:lnTo>
                        <a:pt x="521" y="370"/>
                      </a:lnTo>
                      <a:lnTo>
                        <a:pt x="522" y="368"/>
                      </a:lnTo>
                      <a:lnTo>
                        <a:pt x="523" y="368"/>
                      </a:lnTo>
                      <a:lnTo>
                        <a:pt x="523" y="367"/>
                      </a:lnTo>
                      <a:lnTo>
                        <a:pt x="522" y="366"/>
                      </a:lnTo>
                      <a:lnTo>
                        <a:pt x="519" y="368"/>
                      </a:lnTo>
                      <a:lnTo>
                        <a:pt x="517" y="367"/>
                      </a:lnTo>
                      <a:lnTo>
                        <a:pt x="517" y="368"/>
                      </a:lnTo>
                      <a:lnTo>
                        <a:pt x="514" y="368"/>
                      </a:lnTo>
                      <a:lnTo>
                        <a:pt x="514" y="368"/>
                      </a:lnTo>
                      <a:close/>
                      <a:moveTo>
                        <a:pt x="518" y="323"/>
                      </a:moveTo>
                      <a:lnTo>
                        <a:pt x="515" y="325"/>
                      </a:lnTo>
                      <a:lnTo>
                        <a:pt x="515" y="326"/>
                      </a:lnTo>
                      <a:lnTo>
                        <a:pt x="517" y="328"/>
                      </a:lnTo>
                      <a:lnTo>
                        <a:pt x="518" y="329"/>
                      </a:lnTo>
                      <a:lnTo>
                        <a:pt x="517" y="330"/>
                      </a:lnTo>
                      <a:lnTo>
                        <a:pt x="517" y="334"/>
                      </a:lnTo>
                      <a:lnTo>
                        <a:pt x="518" y="337"/>
                      </a:lnTo>
                      <a:lnTo>
                        <a:pt x="518" y="341"/>
                      </a:lnTo>
                      <a:lnTo>
                        <a:pt x="517" y="345"/>
                      </a:lnTo>
                      <a:lnTo>
                        <a:pt x="517" y="348"/>
                      </a:lnTo>
                      <a:lnTo>
                        <a:pt x="518" y="349"/>
                      </a:lnTo>
                      <a:lnTo>
                        <a:pt x="519" y="348"/>
                      </a:lnTo>
                      <a:lnTo>
                        <a:pt x="519" y="344"/>
                      </a:lnTo>
                      <a:lnTo>
                        <a:pt x="521" y="342"/>
                      </a:lnTo>
                      <a:lnTo>
                        <a:pt x="521" y="338"/>
                      </a:lnTo>
                      <a:lnTo>
                        <a:pt x="519" y="336"/>
                      </a:lnTo>
                      <a:lnTo>
                        <a:pt x="518" y="330"/>
                      </a:lnTo>
                      <a:lnTo>
                        <a:pt x="519" y="326"/>
                      </a:lnTo>
                      <a:lnTo>
                        <a:pt x="519" y="325"/>
                      </a:lnTo>
                      <a:lnTo>
                        <a:pt x="518" y="323"/>
                      </a:lnTo>
                      <a:lnTo>
                        <a:pt x="518" y="323"/>
                      </a:lnTo>
                      <a:close/>
                      <a:moveTo>
                        <a:pt x="496" y="330"/>
                      </a:moveTo>
                      <a:lnTo>
                        <a:pt x="495" y="332"/>
                      </a:lnTo>
                      <a:lnTo>
                        <a:pt x="496" y="333"/>
                      </a:lnTo>
                      <a:lnTo>
                        <a:pt x="499" y="333"/>
                      </a:lnTo>
                      <a:lnTo>
                        <a:pt x="500" y="332"/>
                      </a:lnTo>
                      <a:lnTo>
                        <a:pt x="499" y="329"/>
                      </a:lnTo>
                      <a:lnTo>
                        <a:pt x="498" y="329"/>
                      </a:lnTo>
                      <a:lnTo>
                        <a:pt x="496" y="330"/>
                      </a:lnTo>
                      <a:lnTo>
                        <a:pt x="496" y="330"/>
                      </a:lnTo>
                      <a:close/>
                      <a:moveTo>
                        <a:pt x="492" y="325"/>
                      </a:moveTo>
                      <a:lnTo>
                        <a:pt x="494" y="328"/>
                      </a:lnTo>
                      <a:lnTo>
                        <a:pt x="496" y="326"/>
                      </a:lnTo>
                      <a:lnTo>
                        <a:pt x="495" y="325"/>
                      </a:lnTo>
                      <a:lnTo>
                        <a:pt x="494" y="325"/>
                      </a:lnTo>
                      <a:lnTo>
                        <a:pt x="492" y="325"/>
                      </a:lnTo>
                      <a:lnTo>
                        <a:pt x="492" y="325"/>
                      </a:lnTo>
                      <a:close/>
                      <a:moveTo>
                        <a:pt x="511" y="279"/>
                      </a:moveTo>
                      <a:lnTo>
                        <a:pt x="513" y="281"/>
                      </a:lnTo>
                      <a:lnTo>
                        <a:pt x="515" y="283"/>
                      </a:lnTo>
                      <a:lnTo>
                        <a:pt x="517" y="283"/>
                      </a:lnTo>
                      <a:lnTo>
                        <a:pt x="517" y="281"/>
                      </a:lnTo>
                      <a:lnTo>
                        <a:pt x="515" y="280"/>
                      </a:lnTo>
                      <a:lnTo>
                        <a:pt x="513" y="277"/>
                      </a:lnTo>
                      <a:lnTo>
                        <a:pt x="511" y="277"/>
                      </a:lnTo>
                      <a:lnTo>
                        <a:pt x="511" y="279"/>
                      </a:lnTo>
                      <a:lnTo>
                        <a:pt x="511" y="279"/>
                      </a:lnTo>
                      <a:close/>
                      <a:moveTo>
                        <a:pt x="529" y="289"/>
                      </a:moveTo>
                      <a:lnTo>
                        <a:pt x="529" y="289"/>
                      </a:lnTo>
                      <a:lnTo>
                        <a:pt x="530" y="291"/>
                      </a:lnTo>
                      <a:lnTo>
                        <a:pt x="532" y="291"/>
                      </a:lnTo>
                      <a:lnTo>
                        <a:pt x="533" y="289"/>
                      </a:lnTo>
                      <a:lnTo>
                        <a:pt x="533" y="288"/>
                      </a:lnTo>
                      <a:lnTo>
                        <a:pt x="533" y="285"/>
                      </a:lnTo>
                      <a:lnTo>
                        <a:pt x="534" y="284"/>
                      </a:lnTo>
                      <a:lnTo>
                        <a:pt x="534" y="280"/>
                      </a:lnTo>
                      <a:lnTo>
                        <a:pt x="530" y="284"/>
                      </a:lnTo>
                      <a:lnTo>
                        <a:pt x="530" y="287"/>
                      </a:lnTo>
                      <a:lnTo>
                        <a:pt x="529" y="289"/>
                      </a:lnTo>
                      <a:lnTo>
                        <a:pt x="529" y="289"/>
                      </a:lnTo>
                      <a:close/>
                      <a:moveTo>
                        <a:pt x="521" y="273"/>
                      </a:moveTo>
                      <a:lnTo>
                        <a:pt x="522" y="273"/>
                      </a:lnTo>
                      <a:lnTo>
                        <a:pt x="523" y="273"/>
                      </a:lnTo>
                      <a:lnTo>
                        <a:pt x="523" y="270"/>
                      </a:lnTo>
                      <a:lnTo>
                        <a:pt x="523" y="269"/>
                      </a:lnTo>
                      <a:lnTo>
                        <a:pt x="522" y="269"/>
                      </a:lnTo>
                      <a:lnTo>
                        <a:pt x="521" y="273"/>
                      </a:lnTo>
                      <a:lnTo>
                        <a:pt x="521" y="273"/>
                      </a:lnTo>
                      <a:close/>
                      <a:moveTo>
                        <a:pt x="522" y="262"/>
                      </a:moveTo>
                      <a:lnTo>
                        <a:pt x="522" y="264"/>
                      </a:lnTo>
                      <a:lnTo>
                        <a:pt x="523" y="265"/>
                      </a:lnTo>
                      <a:lnTo>
                        <a:pt x="523" y="264"/>
                      </a:lnTo>
                      <a:lnTo>
                        <a:pt x="523" y="262"/>
                      </a:lnTo>
                      <a:lnTo>
                        <a:pt x="522" y="262"/>
                      </a:lnTo>
                      <a:lnTo>
                        <a:pt x="522" y="262"/>
                      </a:lnTo>
                      <a:close/>
                      <a:moveTo>
                        <a:pt x="536" y="232"/>
                      </a:moveTo>
                      <a:lnTo>
                        <a:pt x="537" y="235"/>
                      </a:lnTo>
                      <a:lnTo>
                        <a:pt x="537" y="237"/>
                      </a:lnTo>
                      <a:lnTo>
                        <a:pt x="540" y="234"/>
                      </a:lnTo>
                      <a:lnTo>
                        <a:pt x="540" y="231"/>
                      </a:lnTo>
                      <a:lnTo>
                        <a:pt x="540" y="228"/>
                      </a:lnTo>
                      <a:lnTo>
                        <a:pt x="541" y="226"/>
                      </a:lnTo>
                      <a:lnTo>
                        <a:pt x="540" y="224"/>
                      </a:lnTo>
                      <a:lnTo>
                        <a:pt x="537" y="226"/>
                      </a:lnTo>
                      <a:lnTo>
                        <a:pt x="537" y="228"/>
                      </a:lnTo>
                      <a:lnTo>
                        <a:pt x="536" y="232"/>
                      </a:lnTo>
                      <a:lnTo>
                        <a:pt x="536" y="232"/>
                      </a:lnTo>
                      <a:close/>
                      <a:moveTo>
                        <a:pt x="528" y="190"/>
                      </a:moveTo>
                      <a:lnTo>
                        <a:pt x="528" y="190"/>
                      </a:lnTo>
                      <a:lnTo>
                        <a:pt x="529" y="189"/>
                      </a:lnTo>
                      <a:lnTo>
                        <a:pt x="533" y="190"/>
                      </a:lnTo>
                      <a:lnTo>
                        <a:pt x="534" y="188"/>
                      </a:lnTo>
                      <a:lnTo>
                        <a:pt x="534" y="185"/>
                      </a:lnTo>
                      <a:lnTo>
                        <a:pt x="533" y="182"/>
                      </a:lnTo>
                      <a:lnTo>
                        <a:pt x="528" y="185"/>
                      </a:lnTo>
                      <a:lnTo>
                        <a:pt x="526" y="189"/>
                      </a:lnTo>
                      <a:lnTo>
                        <a:pt x="528" y="190"/>
                      </a:lnTo>
                      <a:lnTo>
                        <a:pt x="528" y="190"/>
                      </a:lnTo>
                      <a:close/>
                      <a:moveTo>
                        <a:pt x="556" y="113"/>
                      </a:moveTo>
                      <a:lnTo>
                        <a:pt x="557" y="112"/>
                      </a:lnTo>
                      <a:lnTo>
                        <a:pt x="557" y="109"/>
                      </a:lnTo>
                      <a:lnTo>
                        <a:pt x="557" y="103"/>
                      </a:lnTo>
                      <a:lnTo>
                        <a:pt x="557" y="102"/>
                      </a:lnTo>
                      <a:lnTo>
                        <a:pt x="557" y="99"/>
                      </a:lnTo>
                      <a:lnTo>
                        <a:pt x="555" y="101"/>
                      </a:lnTo>
                      <a:lnTo>
                        <a:pt x="555" y="102"/>
                      </a:lnTo>
                      <a:lnTo>
                        <a:pt x="556" y="103"/>
                      </a:lnTo>
                      <a:lnTo>
                        <a:pt x="556" y="106"/>
                      </a:lnTo>
                      <a:lnTo>
                        <a:pt x="555" y="109"/>
                      </a:lnTo>
                      <a:lnTo>
                        <a:pt x="556" y="113"/>
                      </a:lnTo>
                      <a:lnTo>
                        <a:pt x="556" y="113"/>
                      </a:lnTo>
                      <a:close/>
                      <a:moveTo>
                        <a:pt x="548" y="121"/>
                      </a:moveTo>
                      <a:lnTo>
                        <a:pt x="548" y="121"/>
                      </a:lnTo>
                      <a:lnTo>
                        <a:pt x="549" y="122"/>
                      </a:lnTo>
                      <a:lnTo>
                        <a:pt x="549" y="120"/>
                      </a:lnTo>
                      <a:lnTo>
                        <a:pt x="549" y="116"/>
                      </a:lnTo>
                      <a:lnTo>
                        <a:pt x="548" y="114"/>
                      </a:lnTo>
                      <a:lnTo>
                        <a:pt x="547" y="116"/>
                      </a:lnTo>
                      <a:lnTo>
                        <a:pt x="547" y="118"/>
                      </a:lnTo>
                      <a:lnTo>
                        <a:pt x="548" y="121"/>
                      </a:lnTo>
                      <a:lnTo>
                        <a:pt x="548" y="121"/>
                      </a:lnTo>
                      <a:close/>
                      <a:moveTo>
                        <a:pt x="542" y="113"/>
                      </a:moveTo>
                      <a:lnTo>
                        <a:pt x="544" y="114"/>
                      </a:lnTo>
                      <a:lnTo>
                        <a:pt x="545" y="113"/>
                      </a:lnTo>
                      <a:lnTo>
                        <a:pt x="547" y="109"/>
                      </a:lnTo>
                      <a:lnTo>
                        <a:pt x="547" y="107"/>
                      </a:lnTo>
                      <a:lnTo>
                        <a:pt x="547" y="105"/>
                      </a:lnTo>
                      <a:lnTo>
                        <a:pt x="545" y="105"/>
                      </a:lnTo>
                      <a:lnTo>
                        <a:pt x="544" y="105"/>
                      </a:lnTo>
                      <a:lnTo>
                        <a:pt x="542" y="107"/>
                      </a:lnTo>
                      <a:lnTo>
                        <a:pt x="542" y="110"/>
                      </a:lnTo>
                      <a:lnTo>
                        <a:pt x="542" y="113"/>
                      </a:lnTo>
                      <a:lnTo>
                        <a:pt x="542" y="113"/>
                      </a:lnTo>
                      <a:close/>
                      <a:moveTo>
                        <a:pt x="393" y="8"/>
                      </a:moveTo>
                      <a:lnTo>
                        <a:pt x="394" y="8"/>
                      </a:lnTo>
                      <a:lnTo>
                        <a:pt x="394" y="8"/>
                      </a:lnTo>
                      <a:lnTo>
                        <a:pt x="396" y="6"/>
                      </a:lnTo>
                      <a:lnTo>
                        <a:pt x="394" y="4"/>
                      </a:lnTo>
                      <a:lnTo>
                        <a:pt x="393" y="4"/>
                      </a:lnTo>
                      <a:lnTo>
                        <a:pt x="392" y="6"/>
                      </a:lnTo>
                      <a:lnTo>
                        <a:pt x="393" y="8"/>
                      </a:lnTo>
                      <a:lnTo>
                        <a:pt x="393" y="8"/>
                      </a:lnTo>
                      <a:close/>
                      <a:moveTo>
                        <a:pt x="393" y="14"/>
                      </a:moveTo>
                      <a:lnTo>
                        <a:pt x="394" y="15"/>
                      </a:lnTo>
                      <a:lnTo>
                        <a:pt x="396" y="15"/>
                      </a:lnTo>
                      <a:lnTo>
                        <a:pt x="397" y="12"/>
                      </a:lnTo>
                      <a:lnTo>
                        <a:pt x="397" y="11"/>
                      </a:lnTo>
                      <a:lnTo>
                        <a:pt x="396" y="11"/>
                      </a:lnTo>
                      <a:lnTo>
                        <a:pt x="393" y="12"/>
                      </a:lnTo>
                      <a:lnTo>
                        <a:pt x="393" y="14"/>
                      </a:lnTo>
                      <a:lnTo>
                        <a:pt x="393" y="14"/>
                      </a:lnTo>
                      <a:close/>
                      <a:moveTo>
                        <a:pt x="382" y="14"/>
                      </a:moveTo>
                      <a:lnTo>
                        <a:pt x="384" y="16"/>
                      </a:lnTo>
                      <a:lnTo>
                        <a:pt x="385" y="19"/>
                      </a:lnTo>
                      <a:lnTo>
                        <a:pt x="386" y="19"/>
                      </a:lnTo>
                      <a:lnTo>
                        <a:pt x="388" y="16"/>
                      </a:lnTo>
                      <a:lnTo>
                        <a:pt x="389" y="16"/>
                      </a:lnTo>
                      <a:lnTo>
                        <a:pt x="385" y="12"/>
                      </a:lnTo>
                      <a:lnTo>
                        <a:pt x="385" y="11"/>
                      </a:lnTo>
                      <a:lnTo>
                        <a:pt x="384" y="8"/>
                      </a:lnTo>
                      <a:lnTo>
                        <a:pt x="382" y="10"/>
                      </a:lnTo>
                      <a:lnTo>
                        <a:pt x="382" y="12"/>
                      </a:lnTo>
                      <a:lnTo>
                        <a:pt x="381" y="12"/>
                      </a:lnTo>
                      <a:lnTo>
                        <a:pt x="382" y="14"/>
                      </a:lnTo>
                      <a:lnTo>
                        <a:pt x="382" y="14"/>
                      </a:lnTo>
                      <a:close/>
                      <a:moveTo>
                        <a:pt x="374" y="16"/>
                      </a:moveTo>
                      <a:lnTo>
                        <a:pt x="374" y="19"/>
                      </a:lnTo>
                      <a:lnTo>
                        <a:pt x="375" y="19"/>
                      </a:lnTo>
                      <a:lnTo>
                        <a:pt x="377" y="19"/>
                      </a:lnTo>
                      <a:lnTo>
                        <a:pt x="377" y="18"/>
                      </a:lnTo>
                      <a:lnTo>
                        <a:pt x="375" y="16"/>
                      </a:lnTo>
                      <a:lnTo>
                        <a:pt x="374" y="16"/>
                      </a:lnTo>
                      <a:lnTo>
                        <a:pt x="374" y="16"/>
                      </a:lnTo>
                      <a:close/>
                      <a:moveTo>
                        <a:pt x="332" y="29"/>
                      </a:moveTo>
                      <a:lnTo>
                        <a:pt x="333" y="30"/>
                      </a:lnTo>
                      <a:lnTo>
                        <a:pt x="335" y="31"/>
                      </a:lnTo>
                      <a:lnTo>
                        <a:pt x="339" y="35"/>
                      </a:lnTo>
                      <a:lnTo>
                        <a:pt x="340" y="35"/>
                      </a:lnTo>
                      <a:lnTo>
                        <a:pt x="341" y="33"/>
                      </a:lnTo>
                      <a:lnTo>
                        <a:pt x="341" y="30"/>
                      </a:lnTo>
                      <a:lnTo>
                        <a:pt x="343" y="29"/>
                      </a:lnTo>
                      <a:lnTo>
                        <a:pt x="343" y="27"/>
                      </a:lnTo>
                      <a:lnTo>
                        <a:pt x="340" y="27"/>
                      </a:lnTo>
                      <a:lnTo>
                        <a:pt x="339" y="23"/>
                      </a:lnTo>
                      <a:lnTo>
                        <a:pt x="336" y="23"/>
                      </a:lnTo>
                      <a:lnTo>
                        <a:pt x="335" y="25"/>
                      </a:lnTo>
                      <a:lnTo>
                        <a:pt x="336" y="27"/>
                      </a:lnTo>
                      <a:lnTo>
                        <a:pt x="336" y="29"/>
                      </a:lnTo>
                      <a:lnTo>
                        <a:pt x="335" y="30"/>
                      </a:lnTo>
                      <a:lnTo>
                        <a:pt x="333" y="27"/>
                      </a:lnTo>
                      <a:lnTo>
                        <a:pt x="332" y="29"/>
                      </a:lnTo>
                      <a:lnTo>
                        <a:pt x="332" y="29"/>
                      </a:lnTo>
                      <a:close/>
                      <a:moveTo>
                        <a:pt x="329" y="30"/>
                      </a:moveTo>
                      <a:lnTo>
                        <a:pt x="331" y="34"/>
                      </a:lnTo>
                      <a:lnTo>
                        <a:pt x="332" y="35"/>
                      </a:lnTo>
                      <a:lnTo>
                        <a:pt x="332" y="31"/>
                      </a:lnTo>
                      <a:lnTo>
                        <a:pt x="331" y="30"/>
                      </a:lnTo>
                      <a:lnTo>
                        <a:pt x="329" y="30"/>
                      </a:lnTo>
                      <a:lnTo>
                        <a:pt x="329" y="30"/>
                      </a:lnTo>
                      <a:close/>
                      <a:moveTo>
                        <a:pt x="316" y="30"/>
                      </a:moveTo>
                      <a:lnTo>
                        <a:pt x="316" y="31"/>
                      </a:lnTo>
                      <a:lnTo>
                        <a:pt x="320" y="33"/>
                      </a:lnTo>
                      <a:lnTo>
                        <a:pt x="320" y="33"/>
                      </a:lnTo>
                      <a:lnTo>
                        <a:pt x="322" y="34"/>
                      </a:lnTo>
                      <a:lnTo>
                        <a:pt x="322" y="31"/>
                      </a:lnTo>
                      <a:lnTo>
                        <a:pt x="321" y="30"/>
                      </a:lnTo>
                      <a:lnTo>
                        <a:pt x="320" y="30"/>
                      </a:lnTo>
                      <a:lnTo>
                        <a:pt x="320" y="27"/>
                      </a:lnTo>
                      <a:lnTo>
                        <a:pt x="317" y="27"/>
                      </a:lnTo>
                      <a:lnTo>
                        <a:pt x="316" y="29"/>
                      </a:lnTo>
                      <a:lnTo>
                        <a:pt x="316" y="30"/>
                      </a:lnTo>
                      <a:lnTo>
                        <a:pt x="316" y="30"/>
                      </a:lnTo>
                      <a:close/>
                      <a:moveTo>
                        <a:pt x="307" y="56"/>
                      </a:moveTo>
                      <a:lnTo>
                        <a:pt x="307" y="57"/>
                      </a:lnTo>
                      <a:lnTo>
                        <a:pt x="310" y="56"/>
                      </a:lnTo>
                      <a:lnTo>
                        <a:pt x="310" y="54"/>
                      </a:lnTo>
                      <a:lnTo>
                        <a:pt x="309" y="52"/>
                      </a:lnTo>
                      <a:lnTo>
                        <a:pt x="307" y="49"/>
                      </a:lnTo>
                      <a:lnTo>
                        <a:pt x="306" y="46"/>
                      </a:lnTo>
                      <a:lnTo>
                        <a:pt x="305" y="46"/>
                      </a:lnTo>
                      <a:lnTo>
                        <a:pt x="305" y="49"/>
                      </a:lnTo>
                      <a:lnTo>
                        <a:pt x="306" y="52"/>
                      </a:lnTo>
                      <a:lnTo>
                        <a:pt x="306" y="54"/>
                      </a:lnTo>
                      <a:lnTo>
                        <a:pt x="307" y="56"/>
                      </a:lnTo>
                      <a:lnTo>
                        <a:pt x="307" y="56"/>
                      </a:lnTo>
                      <a:close/>
                      <a:moveTo>
                        <a:pt x="310" y="83"/>
                      </a:moveTo>
                      <a:lnTo>
                        <a:pt x="314" y="83"/>
                      </a:lnTo>
                      <a:lnTo>
                        <a:pt x="316" y="82"/>
                      </a:lnTo>
                      <a:lnTo>
                        <a:pt x="316" y="79"/>
                      </a:lnTo>
                      <a:lnTo>
                        <a:pt x="313" y="78"/>
                      </a:lnTo>
                      <a:lnTo>
                        <a:pt x="313" y="76"/>
                      </a:lnTo>
                      <a:lnTo>
                        <a:pt x="312" y="75"/>
                      </a:lnTo>
                      <a:lnTo>
                        <a:pt x="309" y="76"/>
                      </a:lnTo>
                      <a:lnTo>
                        <a:pt x="307" y="79"/>
                      </a:lnTo>
                      <a:lnTo>
                        <a:pt x="307" y="80"/>
                      </a:lnTo>
                      <a:lnTo>
                        <a:pt x="310" y="83"/>
                      </a:lnTo>
                      <a:lnTo>
                        <a:pt x="310" y="83"/>
                      </a:lnTo>
                      <a:lnTo>
                        <a:pt x="310" y="83"/>
                      </a:lnTo>
                      <a:close/>
                      <a:moveTo>
                        <a:pt x="310" y="87"/>
                      </a:moveTo>
                      <a:lnTo>
                        <a:pt x="310" y="90"/>
                      </a:lnTo>
                      <a:lnTo>
                        <a:pt x="312" y="91"/>
                      </a:lnTo>
                      <a:lnTo>
                        <a:pt x="310" y="94"/>
                      </a:lnTo>
                      <a:lnTo>
                        <a:pt x="314" y="97"/>
                      </a:lnTo>
                      <a:lnTo>
                        <a:pt x="317" y="95"/>
                      </a:lnTo>
                      <a:lnTo>
                        <a:pt x="316" y="88"/>
                      </a:lnTo>
                      <a:lnTo>
                        <a:pt x="314" y="87"/>
                      </a:lnTo>
                      <a:lnTo>
                        <a:pt x="313" y="86"/>
                      </a:lnTo>
                      <a:lnTo>
                        <a:pt x="310" y="87"/>
                      </a:lnTo>
                      <a:lnTo>
                        <a:pt x="310" y="87"/>
                      </a:lnTo>
                      <a:close/>
                      <a:moveTo>
                        <a:pt x="271" y="60"/>
                      </a:moveTo>
                      <a:lnTo>
                        <a:pt x="272" y="59"/>
                      </a:lnTo>
                      <a:lnTo>
                        <a:pt x="271" y="57"/>
                      </a:lnTo>
                      <a:lnTo>
                        <a:pt x="271" y="56"/>
                      </a:lnTo>
                      <a:lnTo>
                        <a:pt x="271" y="54"/>
                      </a:lnTo>
                      <a:lnTo>
                        <a:pt x="269" y="54"/>
                      </a:lnTo>
                      <a:lnTo>
                        <a:pt x="269" y="57"/>
                      </a:lnTo>
                      <a:lnTo>
                        <a:pt x="271" y="60"/>
                      </a:lnTo>
                      <a:lnTo>
                        <a:pt x="271" y="60"/>
                      </a:lnTo>
                      <a:close/>
                      <a:moveTo>
                        <a:pt x="265" y="78"/>
                      </a:moveTo>
                      <a:lnTo>
                        <a:pt x="267" y="79"/>
                      </a:lnTo>
                      <a:lnTo>
                        <a:pt x="268" y="75"/>
                      </a:lnTo>
                      <a:lnTo>
                        <a:pt x="267" y="72"/>
                      </a:lnTo>
                      <a:lnTo>
                        <a:pt x="264" y="68"/>
                      </a:lnTo>
                      <a:lnTo>
                        <a:pt x="264" y="64"/>
                      </a:lnTo>
                      <a:lnTo>
                        <a:pt x="265" y="60"/>
                      </a:lnTo>
                      <a:lnTo>
                        <a:pt x="265" y="56"/>
                      </a:lnTo>
                      <a:lnTo>
                        <a:pt x="264" y="53"/>
                      </a:lnTo>
                      <a:lnTo>
                        <a:pt x="264" y="48"/>
                      </a:lnTo>
                      <a:lnTo>
                        <a:pt x="264" y="46"/>
                      </a:lnTo>
                      <a:lnTo>
                        <a:pt x="260" y="49"/>
                      </a:lnTo>
                      <a:lnTo>
                        <a:pt x="260" y="56"/>
                      </a:lnTo>
                      <a:lnTo>
                        <a:pt x="259" y="59"/>
                      </a:lnTo>
                      <a:lnTo>
                        <a:pt x="259" y="63"/>
                      </a:lnTo>
                      <a:lnTo>
                        <a:pt x="263" y="68"/>
                      </a:lnTo>
                      <a:lnTo>
                        <a:pt x="263" y="72"/>
                      </a:lnTo>
                      <a:lnTo>
                        <a:pt x="265" y="78"/>
                      </a:lnTo>
                      <a:lnTo>
                        <a:pt x="265" y="78"/>
                      </a:lnTo>
                      <a:close/>
                      <a:moveTo>
                        <a:pt x="112" y="101"/>
                      </a:moveTo>
                      <a:lnTo>
                        <a:pt x="113" y="102"/>
                      </a:lnTo>
                      <a:lnTo>
                        <a:pt x="113" y="103"/>
                      </a:lnTo>
                      <a:lnTo>
                        <a:pt x="116" y="105"/>
                      </a:lnTo>
                      <a:lnTo>
                        <a:pt x="116" y="102"/>
                      </a:lnTo>
                      <a:lnTo>
                        <a:pt x="115" y="101"/>
                      </a:lnTo>
                      <a:lnTo>
                        <a:pt x="112" y="101"/>
                      </a:lnTo>
                      <a:lnTo>
                        <a:pt x="112" y="101"/>
                      </a:lnTo>
                      <a:close/>
                      <a:moveTo>
                        <a:pt x="15" y="224"/>
                      </a:moveTo>
                      <a:lnTo>
                        <a:pt x="17" y="227"/>
                      </a:lnTo>
                      <a:lnTo>
                        <a:pt x="21" y="227"/>
                      </a:lnTo>
                      <a:lnTo>
                        <a:pt x="22" y="228"/>
                      </a:lnTo>
                      <a:lnTo>
                        <a:pt x="25" y="228"/>
                      </a:lnTo>
                      <a:lnTo>
                        <a:pt x="24" y="226"/>
                      </a:lnTo>
                      <a:lnTo>
                        <a:pt x="22" y="226"/>
                      </a:lnTo>
                      <a:lnTo>
                        <a:pt x="19" y="223"/>
                      </a:lnTo>
                      <a:lnTo>
                        <a:pt x="17" y="223"/>
                      </a:lnTo>
                      <a:lnTo>
                        <a:pt x="15" y="223"/>
                      </a:lnTo>
                      <a:lnTo>
                        <a:pt x="15" y="224"/>
                      </a:lnTo>
                      <a:lnTo>
                        <a:pt x="15" y="224"/>
                      </a:lnTo>
                      <a:close/>
                      <a:moveTo>
                        <a:pt x="0" y="224"/>
                      </a:moveTo>
                      <a:lnTo>
                        <a:pt x="3" y="228"/>
                      </a:lnTo>
                      <a:lnTo>
                        <a:pt x="7" y="228"/>
                      </a:lnTo>
                      <a:lnTo>
                        <a:pt x="10" y="230"/>
                      </a:lnTo>
                      <a:lnTo>
                        <a:pt x="13" y="227"/>
                      </a:lnTo>
                      <a:lnTo>
                        <a:pt x="10" y="224"/>
                      </a:lnTo>
                      <a:lnTo>
                        <a:pt x="6" y="223"/>
                      </a:lnTo>
                      <a:lnTo>
                        <a:pt x="2" y="223"/>
                      </a:lnTo>
                      <a:lnTo>
                        <a:pt x="0" y="224"/>
                      </a:lnTo>
                      <a:lnTo>
                        <a:pt x="0" y="224"/>
                      </a:lnTo>
                      <a:close/>
                      <a:moveTo>
                        <a:pt x="110" y="342"/>
                      </a:moveTo>
                      <a:lnTo>
                        <a:pt x="109" y="344"/>
                      </a:lnTo>
                      <a:lnTo>
                        <a:pt x="110" y="345"/>
                      </a:lnTo>
                      <a:lnTo>
                        <a:pt x="112" y="344"/>
                      </a:lnTo>
                      <a:lnTo>
                        <a:pt x="110" y="342"/>
                      </a:lnTo>
                      <a:lnTo>
                        <a:pt x="110" y="342"/>
                      </a:lnTo>
                      <a:lnTo>
                        <a:pt x="110" y="342"/>
                      </a:lnTo>
                      <a:close/>
                      <a:moveTo>
                        <a:pt x="110" y="355"/>
                      </a:moveTo>
                      <a:lnTo>
                        <a:pt x="112" y="356"/>
                      </a:lnTo>
                      <a:lnTo>
                        <a:pt x="113" y="356"/>
                      </a:lnTo>
                      <a:lnTo>
                        <a:pt x="119" y="356"/>
                      </a:lnTo>
                      <a:lnTo>
                        <a:pt x="120" y="357"/>
                      </a:lnTo>
                      <a:lnTo>
                        <a:pt x="121" y="357"/>
                      </a:lnTo>
                      <a:lnTo>
                        <a:pt x="121" y="356"/>
                      </a:lnTo>
                      <a:lnTo>
                        <a:pt x="120" y="355"/>
                      </a:lnTo>
                      <a:lnTo>
                        <a:pt x="116" y="353"/>
                      </a:lnTo>
                      <a:lnTo>
                        <a:pt x="115" y="355"/>
                      </a:lnTo>
                      <a:lnTo>
                        <a:pt x="113" y="352"/>
                      </a:lnTo>
                      <a:lnTo>
                        <a:pt x="110" y="352"/>
                      </a:lnTo>
                      <a:lnTo>
                        <a:pt x="109" y="353"/>
                      </a:lnTo>
                      <a:lnTo>
                        <a:pt x="110" y="355"/>
                      </a:lnTo>
                      <a:lnTo>
                        <a:pt x="110" y="355"/>
                      </a:lnTo>
                      <a:close/>
                      <a:moveTo>
                        <a:pt x="113" y="359"/>
                      </a:moveTo>
                      <a:lnTo>
                        <a:pt x="115" y="360"/>
                      </a:lnTo>
                      <a:lnTo>
                        <a:pt x="116" y="360"/>
                      </a:lnTo>
                      <a:lnTo>
                        <a:pt x="115" y="359"/>
                      </a:lnTo>
                      <a:lnTo>
                        <a:pt x="113" y="359"/>
                      </a:lnTo>
                      <a:lnTo>
                        <a:pt x="113" y="359"/>
                      </a:lnTo>
                      <a:close/>
                      <a:moveTo>
                        <a:pt x="115" y="378"/>
                      </a:moveTo>
                      <a:lnTo>
                        <a:pt x="116" y="379"/>
                      </a:lnTo>
                      <a:lnTo>
                        <a:pt x="117" y="379"/>
                      </a:lnTo>
                      <a:lnTo>
                        <a:pt x="119" y="381"/>
                      </a:lnTo>
                      <a:lnTo>
                        <a:pt x="120" y="379"/>
                      </a:lnTo>
                      <a:lnTo>
                        <a:pt x="119" y="378"/>
                      </a:lnTo>
                      <a:lnTo>
                        <a:pt x="117" y="376"/>
                      </a:lnTo>
                      <a:lnTo>
                        <a:pt x="115" y="376"/>
                      </a:lnTo>
                      <a:lnTo>
                        <a:pt x="115" y="378"/>
                      </a:lnTo>
                      <a:lnTo>
                        <a:pt x="115" y="378"/>
                      </a:lnTo>
                      <a:close/>
                      <a:moveTo>
                        <a:pt x="112" y="385"/>
                      </a:moveTo>
                      <a:lnTo>
                        <a:pt x="112" y="386"/>
                      </a:lnTo>
                      <a:lnTo>
                        <a:pt x="115" y="386"/>
                      </a:lnTo>
                      <a:lnTo>
                        <a:pt x="116" y="385"/>
                      </a:lnTo>
                      <a:lnTo>
                        <a:pt x="113" y="383"/>
                      </a:lnTo>
                      <a:lnTo>
                        <a:pt x="112" y="383"/>
                      </a:lnTo>
                      <a:lnTo>
                        <a:pt x="112" y="385"/>
                      </a:lnTo>
                      <a:lnTo>
                        <a:pt x="112" y="385"/>
                      </a:lnTo>
                      <a:close/>
                      <a:moveTo>
                        <a:pt x="116" y="395"/>
                      </a:moveTo>
                      <a:lnTo>
                        <a:pt x="117" y="395"/>
                      </a:lnTo>
                      <a:lnTo>
                        <a:pt x="117" y="394"/>
                      </a:lnTo>
                      <a:lnTo>
                        <a:pt x="116" y="393"/>
                      </a:lnTo>
                      <a:lnTo>
                        <a:pt x="116" y="391"/>
                      </a:lnTo>
                      <a:lnTo>
                        <a:pt x="116" y="393"/>
                      </a:lnTo>
                      <a:lnTo>
                        <a:pt x="116" y="395"/>
                      </a:lnTo>
                      <a:lnTo>
                        <a:pt x="116" y="395"/>
                      </a:lnTo>
                      <a:close/>
                      <a:moveTo>
                        <a:pt x="119" y="398"/>
                      </a:moveTo>
                      <a:lnTo>
                        <a:pt x="120" y="400"/>
                      </a:lnTo>
                      <a:lnTo>
                        <a:pt x="120" y="400"/>
                      </a:lnTo>
                      <a:lnTo>
                        <a:pt x="120" y="398"/>
                      </a:lnTo>
                      <a:lnTo>
                        <a:pt x="119" y="398"/>
                      </a:lnTo>
                      <a:lnTo>
                        <a:pt x="119" y="398"/>
                      </a:lnTo>
                      <a:close/>
                      <a:moveTo>
                        <a:pt x="110" y="401"/>
                      </a:moveTo>
                      <a:lnTo>
                        <a:pt x="112" y="400"/>
                      </a:lnTo>
                      <a:lnTo>
                        <a:pt x="112" y="398"/>
                      </a:lnTo>
                      <a:lnTo>
                        <a:pt x="110" y="400"/>
                      </a:lnTo>
                      <a:lnTo>
                        <a:pt x="110" y="401"/>
                      </a:lnTo>
                      <a:lnTo>
                        <a:pt x="110" y="401"/>
                      </a:lnTo>
                      <a:close/>
                      <a:moveTo>
                        <a:pt x="115" y="400"/>
                      </a:moveTo>
                      <a:lnTo>
                        <a:pt x="116" y="400"/>
                      </a:lnTo>
                      <a:lnTo>
                        <a:pt x="116" y="400"/>
                      </a:lnTo>
                      <a:lnTo>
                        <a:pt x="116" y="398"/>
                      </a:lnTo>
                      <a:lnTo>
                        <a:pt x="115" y="400"/>
                      </a:lnTo>
                      <a:lnTo>
                        <a:pt x="115" y="400"/>
                      </a:lnTo>
                      <a:close/>
                      <a:moveTo>
                        <a:pt x="113" y="404"/>
                      </a:moveTo>
                      <a:lnTo>
                        <a:pt x="115" y="402"/>
                      </a:lnTo>
                      <a:lnTo>
                        <a:pt x="116" y="402"/>
                      </a:lnTo>
                      <a:lnTo>
                        <a:pt x="115" y="402"/>
                      </a:lnTo>
                      <a:lnTo>
                        <a:pt x="113" y="404"/>
                      </a:lnTo>
                      <a:lnTo>
                        <a:pt x="113" y="404"/>
                      </a:lnTo>
                      <a:close/>
                      <a:moveTo>
                        <a:pt x="116" y="408"/>
                      </a:moveTo>
                      <a:lnTo>
                        <a:pt x="116" y="408"/>
                      </a:lnTo>
                      <a:lnTo>
                        <a:pt x="115" y="408"/>
                      </a:lnTo>
                      <a:lnTo>
                        <a:pt x="113" y="406"/>
                      </a:lnTo>
                      <a:lnTo>
                        <a:pt x="113" y="408"/>
                      </a:lnTo>
                      <a:lnTo>
                        <a:pt x="116" y="408"/>
                      </a:lnTo>
                      <a:lnTo>
                        <a:pt x="116" y="408"/>
                      </a:lnTo>
                      <a:close/>
                      <a:moveTo>
                        <a:pt x="117" y="410"/>
                      </a:moveTo>
                      <a:lnTo>
                        <a:pt x="119" y="410"/>
                      </a:lnTo>
                      <a:lnTo>
                        <a:pt x="120" y="409"/>
                      </a:lnTo>
                      <a:lnTo>
                        <a:pt x="119" y="408"/>
                      </a:lnTo>
                      <a:lnTo>
                        <a:pt x="117" y="409"/>
                      </a:lnTo>
                      <a:lnTo>
                        <a:pt x="117" y="409"/>
                      </a:lnTo>
                      <a:lnTo>
                        <a:pt x="117" y="410"/>
                      </a:lnTo>
                      <a:lnTo>
                        <a:pt x="117" y="410"/>
                      </a:lnTo>
                      <a:close/>
                      <a:moveTo>
                        <a:pt x="109" y="417"/>
                      </a:moveTo>
                      <a:lnTo>
                        <a:pt x="112" y="416"/>
                      </a:lnTo>
                      <a:lnTo>
                        <a:pt x="112" y="416"/>
                      </a:lnTo>
                      <a:lnTo>
                        <a:pt x="112" y="416"/>
                      </a:lnTo>
                      <a:lnTo>
                        <a:pt x="109" y="416"/>
                      </a:lnTo>
                      <a:lnTo>
                        <a:pt x="108" y="417"/>
                      </a:lnTo>
                      <a:lnTo>
                        <a:pt x="109" y="417"/>
                      </a:lnTo>
                      <a:lnTo>
                        <a:pt x="109" y="417"/>
                      </a:lnTo>
                      <a:close/>
                      <a:moveTo>
                        <a:pt x="113" y="423"/>
                      </a:moveTo>
                      <a:lnTo>
                        <a:pt x="119" y="419"/>
                      </a:lnTo>
                      <a:lnTo>
                        <a:pt x="120" y="416"/>
                      </a:lnTo>
                      <a:lnTo>
                        <a:pt x="120" y="414"/>
                      </a:lnTo>
                      <a:lnTo>
                        <a:pt x="119" y="414"/>
                      </a:lnTo>
                      <a:lnTo>
                        <a:pt x="116" y="417"/>
                      </a:lnTo>
                      <a:lnTo>
                        <a:pt x="113" y="417"/>
                      </a:lnTo>
                      <a:lnTo>
                        <a:pt x="113" y="419"/>
                      </a:lnTo>
                      <a:lnTo>
                        <a:pt x="112" y="420"/>
                      </a:lnTo>
                      <a:lnTo>
                        <a:pt x="112" y="421"/>
                      </a:lnTo>
                      <a:lnTo>
                        <a:pt x="112" y="423"/>
                      </a:lnTo>
                      <a:lnTo>
                        <a:pt x="113" y="423"/>
                      </a:lnTo>
                      <a:lnTo>
                        <a:pt x="113" y="423"/>
                      </a:lnTo>
                      <a:lnTo>
                        <a:pt x="113" y="423"/>
                      </a:lnTo>
                      <a:close/>
                      <a:moveTo>
                        <a:pt x="119" y="421"/>
                      </a:moveTo>
                      <a:lnTo>
                        <a:pt x="119" y="421"/>
                      </a:lnTo>
                      <a:lnTo>
                        <a:pt x="120" y="420"/>
                      </a:lnTo>
                      <a:lnTo>
                        <a:pt x="120" y="420"/>
                      </a:lnTo>
                      <a:lnTo>
                        <a:pt x="119" y="421"/>
                      </a:lnTo>
                      <a:lnTo>
                        <a:pt x="119" y="421"/>
                      </a:lnTo>
                      <a:close/>
                      <a:moveTo>
                        <a:pt x="116" y="424"/>
                      </a:moveTo>
                      <a:lnTo>
                        <a:pt x="117" y="424"/>
                      </a:lnTo>
                      <a:lnTo>
                        <a:pt x="117" y="423"/>
                      </a:lnTo>
                      <a:lnTo>
                        <a:pt x="116" y="423"/>
                      </a:lnTo>
                      <a:lnTo>
                        <a:pt x="116" y="424"/>
                      </a:lnTo>
                      <a:lnTo>
                        <a:pt x="116" y="424"/>
                      </a:lnTo>
                      <a:close/>
                      <a:moveTo>
                        <a:pt x="112" y="425"/>
                      </a:moveTo>
                      <a:lnTo>
                        <a:pt x="113" y="424"/>
                      </a:lnTo>
                      <a:lnTo>
                        <a:pt x="112" y="424"/>
                      </a:lnTo>
                      <a:lnTo>
                        <a:pt x="112" y="424"/>
                      </a:lnTo>
                      <a:lnTo>
                        <a:pt x="112" y="425"/>
                      </a:lnTo>
                      <a:lnTo>
                        <a:pt x="112" y="425"/>
                      </a:lnTo>
                      <a:lnTo>
                        <a:pt x="112" y="425"/>
                      </a:lnTo>
                      <a:close/>
                      <a:moveTo>
                        <a:pt x="108" y="435"/>
                      </a:moveTo>
                      <a:lnTo>
                        <a:pt x="108" y="438"/>
                      </a:lnTo>
                      <a:lnTo>
                        <a:pt x="109" y="438"/>
                      </a:lnTo>
                      <a:lnTo>
                        <a:pt x="112" y="435"/>
                      </a:lnTo>
                      <a:lnTo>
                        <a:pt x="115" y="434"/>
                      </a:lnTo>
                      <a:lnTo>
                        <a:pt x="115" y="432"/>
                      </a:lnTo>
                      <a:lnTo>
                        <a:pt x="113" y="432"/>
                      </a:lnTo>
                      <a:lnTo>
                        <a:pt x="112" y="432"/>
                      </a:lnTo>
                      <a:lnTo>
                        <a:pt x="109" y="432"/>
                      </a:lnTo>
                      <a:lnTo>
                        <a:pt x="109" y="435"/>
                      </a:lnTo>
                      <a:lnTo>
                        <a:pt x="109" y="435"/>
                      </a:lnTo>
                      <a:lnTo>
                        <a:pt x="108" y="435"/>
                      </a:lnTo>
                      <a:lnTo>
                        <a:pt x="108" y="435"/>
                      </a:lnTo>
                      <a:close/>
                      <a:moveTo>
                        <a:pt x="105" y="443"/>
                      </a:moveTo>
                      <a:lnTo>
                        <a:pt x="106" y="446"/>
                      </a:lnTo>
                      <a:lnTo>
                        <a:pt x="108" y="446"/>
                      </a:lnTo>
                      <a:lnTo>
                        <a:pt x="109" y="444"/>
                      </a:lnTo>
                      <a:lnTo>
                        <a:pt x="106" y="443"/>
                      </a:lnTo>
                      <a:lnTo>
                        <a:pt x="105" y="443"/>
                      </a:lnTo>
                      <a:lnTo>
                        <a:pt x="105" y="443"/>
                      </a:lnTo>
                      <a:close/>
                      <a:moveTo>
                        <a:pt x="168" y="772"/>
                      </a:moveTo>
                      <a:lnTo>
                        <a:pt x="170" y="770"/>
                      </a:lnTo>
                      <a:lnTo>
                        <a:pt x="172" y="769"/>
                      </a:lnTo>
                      <a:lnTo>
                        <a:pt x="173" y="770"/>
                      </a:lnTo>
                      <a:lnTo>
                        <a:pt x="172" y="772"/>
                      </a:lnTo>
                      <a:lnTo>
                        <a:pt x="170" y="772"/>
                      </a:lnTo>
                      <a:lnTo>
                        <a:pt x="169" y="773"/>
                      </a:lnTo>
                      <a:lnTo>
                        <a:pt x="168" y="772"/>
                      </a:lnTo>
                      <a:lnTo>
                        <a:pt x="168" y="772"/>
                      </a:lnTo>
                      <a:close/>
                      <a:moveTo>
                        <a:pt x="153" y="764"/>
                      </a:moveTo>
                      <a:lnTo>
                        <a:pt x="154" y="764"/>
                      </a:lnTo>
                      <a:lnTo>
                        <a:pt x="154" y="762"/>
                      </a:lnTo>
                      <a:lnTo>
                        <a:pt x="155" y="761"/>
                      </a:lnTo>
                      <a:lnTo>
                        <a:pt x="155" y="758"/>
                      </a:lnTo>
                      <a:lnTo>
                        <a:pt x="154" y="758"/>
                      </a:lnTo>
                      <a:lnTo>
                        <a:pt x="154" y="760"/>
                      </a:lnTo>
                      <a:lnTo>
                        <a:pt x="153" y="761"/>
                      </a:lnTo>
                      <a:lnTo>
                        <a:pt x="153" y="764"/>
                      </a:lnTo>
                      <a:lnTo>
                        <a:pt x="153" y="764"/>
                      </a:lnTo>
                      <a:close/>
                      <a:moveTo>
                        <a:pt x="142" y="745"/>
                      </a:moveTo>
                      <a:lnTo>
                        <a:pt x="143" y="745"/>
                      </a:lnTo>
                      <a:lnTo>
                        <a:pt x="144" y="745"/>
                      </a:lnTo>
                      <a:lnTo>
                        <a:pt x="146" y="745"/>
                      </a:lnTo>
                      <a:lnTo>
                        <a:pt x="146" y="743"/>
                      </a:lnTo>
                      <a:lnTo>
                        <a:pt x="144" y="743"/>
                      </a:lnTo>
                      <a:lnTo>
                        <a:pt x="142" y="745"/>
                      </a:lnTo>
                      <a:lnTo>
                        <a:pt x="142" y="745"/>
                      </a:lnTo>
                      <a:close/>
                      <a:moveTo>
                        <a:pt x="136" y="745"/>
                      </a:moveTo>
                      <a:lnTo>
                        <a:pt x="138" y="746"/>
                      </a:lnTo>
                      <a:lnTo>
                        <a:pt x="139" y="746"/>
                      </a:lnTo>
                      <a:lnTo>
                        <a:pt x="139" y="745"/>
                      </a:lnTo>
                      <a:lnTo>
                        <a:pt x="138" y="743"/>
                      </a:lnTo>
                      <a:lnTo>
                        <a:pt x="136" y="745"/>
                      </a:lnTo>
                      <a:lnTo>
                        <a:pt x="136" y="745"/>
                      </a:lnTo>
                      <a:close/>
                      <a:moveTo>
                        <a:pt x="121" y="746"/>
                      </a:moveTo>
                      <a:lnTo>
                        <a:pt x="121" y="746"/>
                      </a:lnTo>
                      <a:lnTo>
                        <a:pt x="123" y="747"/>
                      </a:lnTo>
                      <a:lnTo>
                        <a:pt x="124" y="749"/>
                      </a:lnTo>
                      <a:lnTo>
                        <a:pt x="125" y="747"/>
                      </a:lnTo>
                      <a:lnTo>
                        <a:pt x="124" y="746"/>
                      </a:lnTo>
                      <a:lnTo>
                        <a:pt x="123" y="745"/>
                      </a:lnTo>
                      <a:lnTo>
                        <a:pt x="121" y="746"/>
                      </a:lnTo>
                      <a:lnTo>
                        <a:pt x="121" y="746"/>
                      </a:lnTo>
                      <a:close/>
                      <a:moveTo>
                        <a:pt x="102" y="659"/>
                      </a:moveTo>
                      <a:lnTo>
                        <a:pt x="102" y="659"/>
                      </a:lnTo>
                      <a:lnTo>
                        <a:pt x="105" y="656"/>
                      </a:lnTo>
                      <a:lnTo>
                        <a:pt x="108" y="654"/>
                      </a:lnTo>
                      <a:lnTo>
                        <a:pt x="106" y="654"/>
                      </a:lnTo>
                      <a:lnTo>
                        <a:pt x="105" y="656"/>
                      </a:lnTo>
                      <a:lnTo>
                        <a:pt x="102" y="659"/>
                      </a:lnTo>
                      <a:lnTo>
                        <a:pt x="102" y="659"/>
                      </a:lnTo>
                      <a:close/>
                      <a:moveTo>
                        <a:pt x="102" y="655"/>
                      </a:moveTo>
                      <a:lnTo>
                        <a:pt x="102" y="655"/>
                      </a:lnTo>
                      <a:lnTo>
                        <a:pt x="102" y="656"/>
                      </a:lnTo>
                      <a:lnTo>
                        <a:pt x="102" y="656"/>
                      </a:lnTo>
                      <a:lnTo>
                        <a:pt x="104" y="655"/>
                      </a:lnTo>
                      <a:lnTo>
                        <a:pt x="105" y="654"/>
                      </a:lnTo>
                      <a:lnTo>
                        <a:pt x="104" y="654"/>
                      </a:lnTo>
                      <a:lnTo>
                        <a:pt x="102" y="655"/>
                      </a:lnTo>
                      <a:lnTo>
                        <a:pt x="102" y="655"/>
                      </a:lnTo>
                      <a:close/>
                      <a:moveTo>
                        <a:pt x="90" y="626"/>
                      </a:moveTo>
                      <a:lnTo>
                        <a:pt x="89" y="628"/>
                      </a:lnTo>
                      <a:lnTo>
                        <a:pt x="90" y="628"/>
                      </a:lnTo>
                      <a:lnTo>
                        <a:pt x="91" y="628"/>
                      </a:lnTo>
                      <a:lnTo>
                        <a:pt x="91" y="626"/>
                      </a:lnTo>
                      <a:lnTo>
                        <a:pt x="90" y="626"/>
                      </a:lnTo>
                      <a:lnTo>
                        <a:pt x="90" y="626"/>
                      </a:lnTo>
                      <a:lnTo>
                        <a:pt x="90" y="626"/>
                      </a:lnTo>
                      <a:close/>
                      <a:moveTo>
                        <a:pt x="89" y="622"/>
                      </a:moveTo>
                      <a:lnTo>
                        <a:pt x="89" y="625"/>
                      </a:lnTo>
                      <a:lnTo>
                        <a:pt x="91" y="625"/>
                      </a:lnTo>
                      <a:lnTo>
                        <a:pt x="91" y="622"/>
                      </a:lnTo>
                      <a:lnTo>
                        <a:pt x="90" y="622"/>
                      </a:lnTo>
                      <a:lnTo>
                        <a:pt x="89" y="622"/>
                      </a:lnTo>
                      <a:lnTo>
                        <a:pt x="89" y="622"/>
                      </a:lnTo>
                      <a:close/>
                      <a:moveTo>
                        <a:pt x="90" y="595"/>
                      </a:moveTo>
                      <a:lnTo>
                        <a:pt x="93" y="597"/>
                      </a:lnTo>
                      <a:lnTo>
                        <a:pt x="94" y="595"/>
                      </a:lnTo>
                      <a:lnTo>
                        <a:pt x="93" y="594"/>
                      </a:lnTo>
                      <a:lnTo>
                        <a:pt x="90" y="595"/>
                      </a:lnTo>
                      <a:lnTo>
                        <a:pt x="90" y="595"/>
                      </a:lnTo>
                      <a:close/>
                      <a:moveTo>
                        <a:pt x="91" y="592"/>
                      </a:moveTo>
                      <a:lnTo>
                        <a:pt x="93" y="592"/>
                      </a:lnTo>
                      <a:lnTo>
                        <a:pt x="94" y="592"/>
                      </a:lnTo>
                      <a:lnTo>
                        <a:pt x="97" y="592"/>
                      </a:lnTo>
                      <a:lnTo>
                        <a:pt x="94" y="591"/>
                      </a:lnTo>
                      <a:lnTo>
                        <a:pt x="91" y="591"/>
                      </a:lnTo>
                      <a:lnTo>
                        <a:pt x="91" y="592"/>
                      </a:lnTo>
                      <a:lnTo>
                        <a:pt x="91" y="592"/>
                      </a:lnTo>
                      <a:close/>
                      <a:moveTo>
                        <a:pt x="86" y="591"/>
                      </a:moveTo>
                      <a:lnTo>
                        <a:pt x="87" y="592"/>
                      </a:lnTo>
                      <a:lnTo>
                        <a:pt x="89" y="592"/>
                      </a:lnTo>
                      <a:lnTo>
                        <a:pt x="87" y="591"/>
                      </a:lnTo>
                      <a:lnTo>
                        <a:pt x="87" y="591"/>
                      </a:lnTo>
                      <a:lnTo>
                        <a:pt x="86" y="591"/>
                      </a:lnTo>
                      <a:lnTo>
                        <a:pt x="86" y="591"/>
                      </a:lnTo>
                      <a:close/>
                      <a:moveTo>
                        <a:pt x="94" y="567"/>
                      </a:moveTo>
                      <a:lnTo>
                        <a:pt x="93" y="568"/>
                      </a:lnTo>
                      <a:lnTo>
                        <a:pt x="94" y="568"/>
                      </a:lnTo>
                      <a:lnTo>
                        <a:pt x="96" y="568"/>
                      </a:lnTo>
                      <a:lnTo>
                        <a:pt x="97" y="567"/>
                      </a:lnTo>
                      <a:lnTo>
                        <a:pt x="97" y="565"/>
                      </a:lnTo>
                      <a:lnTo>
                        <a:pt x="96" y="565"/>
                      </a:lnTo>
                      <a:lnTo>
                        <a:pt x="94" y="567"/>
                      </a:lnTo>
                      <a:lnTo>
                        <a:pt x="94" y="567"/>
                      </a:lnTo>
                      <a:close/>
                      <a:moveTo>
                        <a:pt x="116" y="557"/>
                      </a:moveTo>
                      <a:lnTo>
                        <a:pt x="119" y="558"/>
                      </a:lnTo>
                      <a:lnTo>
                        <a:pt x="123" y="557"/>
                      </a:lnTo>
                      <a:lnTo>
                        <a:pt x="121" y="556"/>
                      </a:lnTo>
                      <a:lnTo>
                        <a:pt x="119" y="556"/>
                      </a:lnTo>
                      <a:lnTo>
                        <a:pt x="116" y="556"/>
                      </a:lnTo>
                      <a:lnTo>
                        <a:pt x="116" y="557"/>
                      </a:lnTo>
                      <a:lnTo>
                        <a:pt x="116" y="557"/>
                      </a:lnTo>
                      <a:close/>
                      <a:moveTo>
                        <a:pt x="108" y="544"/>
                      </a:moveTo>
                      <a:lnTo>
                        <a:pt x="108" y="545"/>
                      </a:lnTo>
                      <a:lnTo>
                        <a:pt x="108" y="546"/>
                      </a:lnTo>
                      <a:lnTo>
                        <a:pt x="112" y="545"/>
                      </a:lnTo>
                      <a:lnTo>
                        <a:pt x="112" y="544"/>
                      </a:lnTo>
                      <a:lnTo>
                        <a:pt x="109" y="544"/>
                      </a:lnTo>
                      <a:lnTo>
                        <a:pt x="108" y="544"/>
                      </a:lnTo>
                      <a:lnTo>
                        <a:pt x="108" y="544"/>
                      </a:lnTo>
                      <a:close/>
                      <a:moveTo>
                        <a:pt x="119" y="544"/>
                      </a:moveTo>
                      <a:lnTo>
                        <a:pt x="120" y="545"/>
                      </a:lnTo>
                      <a:lnTo>
                        <a:pt x="121" y="545"/>
                      </a:lnTo>
                      <a:lnTo>
                        <a:pt x="123" y="544"/>
                      </a:lnTo>
                      <a:lnTo>
                        <a:pt x="121" y="542"/>
                      </a:lnTo>
                      <a:lnTo>
                        <a:pt x="119" y="544"/>
                      </a:lnTo>
                      <a:lnTo>
                        <a:pt x="119" y="544"/>
                      </a:lnTo>
                      <a:close/>
                      <a:moveTo>
                        <a:pt x="112" y="541"/>
                      </a:moveTo>
                      <a:lnTo>
                        <a:pt x="116" y="542"/>
                      </a:lnTo>
                      <a:lnTo>
                        <a:pt x="117" y="542"/>
                      </a:lnTo>
                      <a:lnTo>
                        <a:pt x="119" y="541"/>
                      </a:lnTo>
                      <a:lnTo>
                        <a:pt x="117" y="541"/>
                      </a:lnTo>
                      <a:lnTo>
                        <a:pt x="115" y="539"/>
                      </a:lnTo>
                      <a:lnTo>
                        <a:pt x="112" y="541"/>
                      </a:lnTo>
                      <a:lnTo>
                        <a:pt x="112" y="541"/>
                      </a:lnTo>
                      <a:lnTo>
                        <a:pt x="112" y="541"/>
                      </a:lnTo>
                      <a:close/>
                      <a:moveTo>
                        <a:pt x="138" y="486"/>
                      </a:moveTo>
                      <a:lnTo>
                        <a:pt x="138" y="488"/>
                      </a:lnTo>
                      <a:lnTo>
                        <a:pt x="139" y="489"/>
                      </a:lnTo>
                      <a:lnTo>
                        <a:pt x="140" y="488"/>
                      </a:lnTo>
                      <a:lnTo>
                        <a:pt x="139" y="486"/>
                      </a:lnTo>
                      <a:lnTo>
                        <a:pt x="138" y="486"/>
                      </a:lnTo>
                      <a:lnTo>
                        <a:pt x="138" y="486"/>
                      </a:lnTo>
                      <a:close/>
                      <a:moveTo>
                        <a:pt x="135" y="480"/>
                      </a:moveTo>
                      <a:lnTo>
                        <a:pt x="135" y="481"/>
                      </a:lnTo>
                      <a:lnTo>
                        <a:pt x="138" y="482"/>
                      </a:lnTo>
                      <a:lnTo>
                        <a:pt x="139" y="482"/>
                      </a:lnTo>
                      <a:lnTo>
                        <a:pt x="138" y="480"/>
                      </a:lnTo>
                      <a:lnTo>
                        <a:pt x="138" y="480"/>
                      </a:lnTo>
                      <a:lnTo>
                        <a:pt x="135" y="480"/>
                      </a:lnTo>
                      <a:lnTo>
                        <a:pt x="135" y="480"/>
                      </a:lnTo>
                      <a:close/>
                      <a:moveTo>
                        <a:pt x="128" y="461"/>
                      </a:moveTo>
                      <a:lnTo>
                        <a:pt x="129" y="461"/>
                      </a:lnTo>
                      <a:lnTo>
                        <a:pt x="132" y="458"/>
                      </a:lnTo>
                      <a:lnTo>
                        <a:pt x="134" y="458"/>
                      </a:lnTo>
                      <a:lnTo>
                        <a:pt x="134" y="457"/>
                      </a:lnTo>
                      <a:lnTo>
                        <a:pt x="131" y="457"/>
                      </a:lnTo>
                      <a:lnTo>
                        <a:pt x="129" y="455"/>
                      </a:lnTo>
                      <a:lnTo>
                        <a:pt x="128" y="457"/>
                      </a:lnTo>
                      <a:lnTo>
                        <a:pt x="127" y="458"/>
                      </a:lnTo>
                      <a:lnTo>
                        <a:pt x="128" y="461"/>
                      </a:lnTo>
                      <a:lnTo>
                        <a:pt x="128" y="461"/>
                      </a:lnTo>
                      <a:close/>
                      <a:moveTo>
                        <a:pt x="128" y="472"/>
                      </a:moveTo>
                      <a:lnTo>
                        <a:pt x="129" y="472"/>
                      </a:lnTo>
                      <a:lnTo>
                        <a:pt x="131" y="472"/>
                      </a:lnTo>
                      <a:lnTo>
                        <a:pt x="134" y="469"/>
                      </a:lnTo>
                      <a:lnTo>
                        <a:pt x="134" y="466"/>
                      </a:lnTo>
                      <a:lnTo>
                        <a:pt x="131" y="465"/>
                      </a:lnTo>
                      <a:lnTo>
                        <a:pt x="128" y="466"/>
                      </a:lnTo>
                      <a:lnTo>
                        <a:pt x="128" y="472"/>
                      </a:lnTo>
                      <a:lnTo>
                        <a:pt x="128" y="472"/>
                      </a:lnTo>
                      <a:close/>
                      <a:moveTo>
                        <a:pt x="119" y="472"/>
                      </a:moveTo>
                      <a:lnTo>
                        <a:pt x="121" y="473"/>
                      </a:lnTo>
                      <a:lnTo>
                        <a:pt x="123" y="470"/>
                      </a:lnTo>
                      <a:lnTo>
                        <a:pt x="123" y="469"/>
                      </a:lnTo>
                      <a:lnTo>
                        <a:pt x="124" y="465"/>
                      </a:lnTo>
                      <a:lnTo>
                        <a:pt x="120" y="467"/>
                      </a:lnTo>
                      <a:lnTo>
                        <a:pt x="119" y="469"/>
                      </a:lnTo>
                      <a:lnTo>
                        <a:pt x="119" y="472"/>
                      </a:lnTo>
                      <a:lnTo>
                        <a:pt x="119" y="472"/>
                      </a:lnTo>
                      <a:close/>
                      <a:moveTo>
                        <a:pt x="102" y="485"/>
                      </a:moveTo>
                      <a:lnTo>
                        <a:pt x="101" y="486"/>
                      </a:lnTo>
                      <a:lnTo>
                        <a:pt x="102" y="489"/>
                      </a:lnTo>
                      <a:lnTo>
                        <a:pt x="104" y="489"/>
                      </a:lnTo>
                      <a:lnTo>
                        <a:pt x="105" y="488"/>
                      </a:lnTo>
                      <a:lnTo>
                        <a:pt x="104" y="485"/>
                      </a:lnTo>
                      <a:lnTo>
                        <a:pt x="102" y="485"/>
                      </a:lnTo>
                      <a:lnTo>
                        <a:pt x="102" y="485"/>
                      </a:lnTo>
                      <a:close/>
                      <a:moveTo>
                        <a:pt x="135" y="512"/>
                      </a:moveTo>
                      <a:lnTo>
                        <a:pt x="135" y="514"/>
                      </a:lnTo>
                      <a:lnTo>
                        <a:pt x="136" y="512"/>
                      </a:lnTo>
                      <a:lnTo>
                        <a:pt x="136" y="515"/>
                      </a:lnTo>
                      <a:lnTo>
                        <a:pt x="136" y="518"/>
                      </a:lnTo>
                      <a:lnTo>
                        <a:pt x="138" y="519"/>
                      </a:lnTo>
                      <a:lnTo>
                        <a:pt x="139" y="518"/>
                      </a:lnTo>
                      <a:lnTo>
                        <a:pt x="140" y="514"/>
                      </a:lnTo>
                      <a:lnTo>
                        <a:pt x="142" y="511"/>
                      </a:lnTo>
                      <a:lnTo>
                        <a:pt x="142" y="510"/>
                      </a:lnTo>
                      <a:lnTo>
                        <a:pt x="140" y="511"/>
                      </a:lnTo>
                      <a:lnTo>
                        <a:pt x="138" y="510"/>
                      </a:lnTo>
                      <a:lnTo>
                        <a:pt x="135" y="512"/>
                      </a:lnTo>
                      <a:lnTo>
                        <a:pt x="135" y="512"/>
                      </a:lnTo>
                      <a:close/>
                      <a:moveTo>
                        <a:pt x="101" y="522"/>
                      </a:moveTo>
                      <a:lnTo>
                        <a:pt x="104" y="523"/>
                      </a:lnTo>
                      <a:lnTo>
                        <a:pt x="108" y="523"/>
                      </a:lnTo>
                      <a:lnTo>
                        <a:pt x="108" y="525"/>
                      </a:lnTo>
                      <a:lnTo>
                        <a:pt x="110" y="526"/>
                      </a:lnTo>
                      <a:lnTo>
                        <a:pt x="112" y="525"/>
                      </a:lnTo>
                      <a:lnTo>
                        <a:pt x="120" y="523"/>
                      </a:lnTo>
                      <a:lnTo>
                        <a:pt x="124" y="523"/>
                      </a:lnTo>
                      <a:lnTo>
                        <a:pt x="129" y="519"/>
                      </a:lnTo>
                      <a:lnTo>
                        <a:pt x="128" y="515"/>
                      </a:lnTo>
                      <a:lnTo>
                        <a:pt x="127" y="511"/>
                      </a:lnTo>
                      <a:lnTo>
                        <a:pt x="124" y="511"/>
                      </a:lnTo>
                      <a:lnTo>
                        <a:pt x="121" y="510"/>
                      </a:lnTo>
                      <a:lnTo>
                        <a:pt x="119" y="503"/>
                      </a:lnTo>
                      <a:lnTo>
                        <a:pt x="117" y="499"/>
                      </a:lnTo>
                      <a:lnTo>
                        <a:pt x="112" y="497"/>
                      </a:lnTo>
                      <a:lnTo>
                        <a:pt x="109" y="495"/>
                      </a:lnTo>
                      <a:lnTo>
                        <a:pt x="105" y="493"/>
                      </a:lnTo>
                      <a:lnTo>
                        <a:pt x="102" y="492"/>
                      </a:lnTo>
                      <a:lnTo>
                        <a:pt x="102" y="495"/>
                      </a:lnTo>
                      <a:lnTo>
                        <a:pt x="98" y="497"/>
                      </a:lnTo>
                      <a:lnTo>
                        <a:pt x="98" y="500"/>
                      </a:lnTo>
                      <a:lnTo>
                        <a:pt x="102" y="503"/>
                      </a:lnTo>
                      <a:lnTo>
                        <a:pt x="104" y="506"/>
                      </a:lnTo>
                      <a:lnTo>
                        <a:pt x="101" y="504"/>
                      </a:lnTo>
                      <a:lnTo>
                        <a:pt x="98" y="504"/>
                      </a:lnTo>
                      <a:lnTo>
                        <a:pt x="98" y="507"/>
                      </a:lnTo>
                      <a:lnTo>
                        <a:pt x="97" y="508"/>
                      </a:lnTo>
                      <a:lnTo>
                        <a:pt x="101" y="511"/>
                      </a:lnTo>
                      <a:lnTo>
                        <a:pt x="98" y="512"/>
                      </a:lnTo>
                      <a:lnTo>
                        <a:pt x="98" y="512"/>
                      </a:lnTo>
                      <a:lnTo>
                        <a:pt x="98" y="515"/>
                      </a:lnTo>
                      <a:lnTo>
                        <a:pt x="105" y="516"/>
                      </a:lnTo>
                      <a:lnTo>
                        <a:pt x="106" y="518"/>
                      </a:lnTo>
                      <a:lnTo>
                        <a:pt x="108" y="519"/>
                      </a:lnTo>
                      <a:lnTo>
                        <a:pt x="113" y="516"/>
                      </a:lnTo>
                      <a:lnTo>
                        <a:pt x="109" y="520"/>
                      </a:lnTo>
                      <a:lnTo>
                        <a:pt x="108" y="520"/>
                      </a:lnTo>
                      <a:lnTo>
                        <a:pt x="104" y="519"/>
                      </a:lnTo>
                      <a:lnTo>
                        <a:pt x="102" y="519"/>
                      </a:lnTo>
                      <a:lnTo>
                        <a:pt x="101" y="52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grpSp>
          <p:grpSp>
            <p:nvGrpSpPr>
              <p:cNvPr id="25" name="Groupe 318"/>
              <p:cNvGrpSpPr/>
              <p:nvPr/>
            </p:nvGrpSpPr>
            <p:grpSpPr>
              <a:xfrm>
                <a:off x="2221423" y="3948198"/>
                <a:ext cx="1009491" cy="1641830"/>
                <a:chOff x="2221423" y="3948198"/>
                <a:chExt cx="1009491" cy="1641830"/>
              </a:xfrm>
              <a:grpFill/>
            </p:grpSpPr>
            <p:grpSp>
              <p:nvGrpSpPr>
                <p:cNvPr id="26" name="Groupe 1534"/>
                <p:cNvGrpSpPr/>
                <p:nvPr/>
              </p:nvGrpSpPr>
              <p:grpSpPr>
                <a:xfrm>
                  <a:off x="2221423" y="3948198"/>
                  <a:ext cx="579800" cy="450330"/>
                  <a:chOff x="3179763" y="3968750"/>
                  <a:chExt cx="490537" cy="381000"/>
                </a:xfrm>
                <a:grpFill/>
              </p:grpSpPr>
              <p:sp>
                <p:nvSpPr>
                  <p:cNvPr id="295" name="Freeform 983"/>
                  <p:cNvSpPr>
                    <a:spLocks noEditPoints="1"/>
                  </p:cNvSpPr>
                  <p:nvPr/>
                </p:nvSpPr>
                <p:spPr bwMode="auto">
                  <a:xfrm>
                    <a:off x="3581400" y="4051300"/>
                    <a:ext cx="88900" cy="57150"/>
                  </a:xfrm>
                  <a:custGeom>
                    <a:avLst/>
                    <a:gdLst/>
                    <a:ahLst/>
                    <a:cxnLst>
                      <a:cxn ang="0">
                        <a:pos x="50" y="27"/>
                      </a:cxn>
                      <a:cxn ang="0">
                        <a:pos x="52" y="28"/>
                      </a:cxn>
                      <a:cxn ang="0">
                        <a:pos x="49" y="25"/>
                      </a:cxn>
                      <a:cxn ang="0">
                        <a:pos x="49" y="25"/>
                      </a:cxn>
                      <a:cxn ang="0">
                        <a:pos x="7" y="5"/>
                      </a:cxn>
                      <a:cxn ang="0">
                        <a:pos x="7" y="9"/>
                      </a:cxn>
                      <a:cxn ang="0">
                        <a:pos x="3" y="13"/>
                      </a:cxn>
                      <a:cxn ang="0">
                        <a:pos x="4" y="17"/>
                      </a:cxn>
                      <a:cxn ang="0">
                        <a:pos x="4" y="21"/>
                      </a:cxn>
                      <a:cxn ang="0">
                        <a:pos x="0" y="27"/>
                      </a:cxn>
                      <a:cxn ang="0">
                        <a:pos x="4" y="31"/>
                      </a:cxn>
                      <a:cxn ang="0">
                        <a:pos x="6" y="34"/>
                      </a:cxn>
                      <a:cxn ang="0">
                        <a:pos x="8" y="36"/>
                      </a:cxn>
                      <a:cxn ang="0">
                        <a:pos x="14" y="27"/>
                      </a:cxn>
                      <a:cxn ang="0">
                        <a:pos x="14" y="24"/>
                      </a:cxn>
                      <a:cxn ang="0">
                        <a:pos x="18" y="25"/>
                      </a:cxn>
                      <a:cxn ang="0">
                        <a:pos x="22" y="24"/>
                      </a:cxn>
                      <a:cxn ang="0">
                        <a:pos x="23" y="27"/>
                      </a:cxn>
                      <a:cxn ang="0">
                        <a:pos x="31" y="23"/>
                      </a:cxn>
                      <a:cxn ang="0">
                        <a:pos x="40" y="23"/>
                      </a:cxn>
                      <a:cxn ang="0">
                        <a:pos x="44" y="23"/>
                      </a:cxn>
                      <a:cxn ang="0">
                        <a:pos x="52" y="24"/>
                      </a:cxn>
                      <a:cxn ang="0">
                        <a:pos x="55" y="23"/>
                      </a:cxn>
                      <a:cxn ang="0">
                        <a:pos x="55" y="17"/>
                      </a:cxn>
                      <a:cxn ang="0">
                        <a:pos x="46" y="14"/>
                      </a:cxn>
                      <a:cxn ang="0">
                        <a:pos x="41" y="13"/>
                      </a:cxn>
                      <a:cxn ang="0">
                        <a:pos x="33" y="9"/>
                      </a:cxn>
                      <a:cxn ang="0">
                        <a:pos x="31" y="9"/>
                      </a:cxn>
                      <a:cxn ang="0">
                        <a:pos x="42" y="10"/>
                      </a:cxn>
                      <a:cxn ang="0">
                        <a:pos x="42" y="8"/>
                      </a:cxn>
                      <a:cxn ang="0">
                        <a:pos x="37" y="8"/>
                      </a:cxn>
                      <a:cxn ang="0">
                        <a:pos x="31" y="2"/>
                      </a:cxn>
                      <a:cxn ang="0">
                        <a:pos x="29" y="2"/>
                      </a:cxn>
                      <a:cxn ang="0">
                        <a:pos x="15" y="1"/>
                      </a:cxn>
                      <a:cxn ang="0">
                        <a:pos x="8" y="1"/>
                      </a:cxn>
                    </a:cxnLst>
                    <a:rect l="0" t="0" r="r" b="b"/>
                    <a:pathLst>
                      <a:path w="56" h="36">
                        <a:moveTo>
                          <a:pt x="49" y="25"/>
                        </a:moveTo>
                        <a:lnTo>
                          <a:pt x="50" y="27"/>
                        </a:lnTo>
                        <a:lnTo>
                          <a:pt x="53" y="27"/>
                        </a:lnTo>
                        <a:lnTo>
                          <a:pt x="52" y="28"/>
                        </a:lnTo>
                        <a:lnTo>
                          <a:pt x="49" y="28"/>
                        </a:lnTo>
                        <a:lnTo>
                          <a:pt x="49" y="25"/>
                        </a:lnTo>
                        <a:lnTo>
                          <a:pt x="49" y="25"/>
                        </a:lnTo>
                        <a:lnTo>
                          <a:pt x="49" y="25"/>
                        </a:lnTo>
                        <a:close/>
                        <a:moveTo>
                          <a:pt x="6" y="4"/>
                        </a:moveTo>
                        <a:lnTo>
                          <a:pt x="7" y="5"/>
                        </a:lnTo>
                        <a:lnTo>
                          <a:pt x="6" y="8"/>
                        </a:lnTo>
                        <a:lnTo>
                          <a:pt x="7" y="9"/>
                        </a:lnTo>
                        <a:lnTo>
                          <a:pt x="6" y="13"/>
                        </a:lnTo>
                        <a:lnTo>
                          <a:pt x="3" y="13"/>
                        </a:lnTo>
                        <a:lnTo>
                          <a:pt x="3" y="14"/>
                        </a:lnTo>
                        <a:lnTo>
                          <a:pt x="4" y="17"/>
                        </a:lnTo>
                        <a:lnTo>
                          <a:pt x="4" y="20"/>
                        </a:lnTo>
                        <a:lnTo>
                          <a:pt x="4" y="21"/>
                        </a:lnTo>
                        <a:lnTo>
                          <a:pt x="0" y="25"/>
                        </a:lnTo>
                        <a:lnTo>
                          <a:pt x="0" y="27"/>
                        </a:lnTo>
                        <a:lnTo>
                          <a:pt x="2" y="27"/>
                        </a:lnTo>
                        <a:lnTo>
                          <a:pt x="4" y="31"/>
                        </a:lnTo>
                        <a:lnTo>
                          <a:pt x="3" y="32"/>
                        </a:lnTo>
                        <a:lnTo>
                          <a:pt x="6" y="34"/>
                        </a:lnTo>
                        <a:lnTo>
                          <a:pt x="6" y="35"/>
                        </a:lnTo>
                        <a:lnTo>
                          <a:pt x="8" y="36"/>
                        </a:lnTo>
                        <a:lnTo>
                          <a:pt x="10" y="32"/>
                        </a:lnTo>
                        <a:lnTo>
                          <a:pt x="14" y="27"/>
                        </a:lnTo>
                        <a:lnTo>
                          <a:pt x="12" y="25"/>
                        </a:lnTo>
                        <a:lnTo>
                          <a:pt x="14" y="24"/>
                        </a:lnTo>
                        <a:lnTo>
                          <a:pt x="15" y="25"/>
                        </a:lnTo>
                        <a:lnTo>
                          <a:pt x="18" y="25"/>
                        </a:lnTo>
                        <a:lnTo>
                          <a:pt x="19" y="23"/>
                        </a:lnTo>
                        <a:lnTo>
                          <a:pt x="22" y="24"/>
                        </a:lnTo>
                        <a:lnTo>
                          <a:pt x="22" y="27"/>
                        </a:lnTo>
                        <a:lnTo>
                          <a:pt x="23" y="27"/>
                        </a:lnTo>
                        <a:lnTo>
                          <a:pt x="27" y="27"/>
                        </a:lnTo>
                        <a:lnTo>
                          <a:pt x="31" y="23"/>
                        </a:lnTo>
                        <a:lnTo>
                          <a:pt x="35" y="21"/>
                        </a:lnTo>
                        <a:lnTo>
                          <a:pt x="40" y="23"/>
                        </a:lnTo>
                        <a:lnTo>
                          <a:pt x="42" y="21"/>
                        </a:lnTo>
                        <a:lnTo>
                          <a:pt x="44" y="23"/>
                        </a:lnTo>
                        <a:lnTo>
                          <a:pt x="48" y="24"/>
                        </a:lnTo>
                        <a:lnTo>
                          <a:pt x="52" y="24"/>
                        </a:lnTo>
                        <a:lnTo>
                          <a:pt x="52" y="23"/>
                        </a:lnTo>
                        <a:lnTo>
                          <a:pt x="55" y="23"/>
                        </a:lnTo>
                        <a:lnTo>
                          <a:pt x="56" y="20"/>
                        </a:lnTo>
                        <a:lnTo>
                          <a:pt x="55" y="17"/>
                        </a:lnTo>
                        <a:lnTo>
                          <a:pt x="48" y="14"/>
                        </a:lnTo>
                        <a:lnTo>
                          <a:pt x="46" y="14"/>
                        </a:lnTo>
                        <a:lnTo>
                          <a:pt x="42" y="13"/>
                        </a:lnTo>
                        <a:lnTo>
                          <a:pt x="41" y="13"/>
                        </a:lnTo>
                        <a:lnTo>
                          <a:pt x="37" y="12"/>
                        </a:lnTo>
                        <a:lnTo>
                          <a:pt x="33" y="9"/>
                        </a:lnTo>
                        <a:lnTo>
                          <a:pt x="30" y="9"/>
                        </a:lnTo>
                        <a:lnTo>
                          <a:pt x="31" y="9"/>
                        </a:lnTo>
                        <a:lnTo>
                          <a:pt x="35" y="9"/>
                        </a:lnTo>
                        <a:lnTo>
                          <a:pt x="42" y="10"/>
                        </a:lnTo>
                        <a:lnTo>
                          <a:pt x="44" y="9"/>
                        </a:lnTo>
                        <a:lnTo>
                          <a:pt x="42" y="8"/>
                        </a:lnTo>
                        <a:lnTo>
                          <a:pt x="41" y="8"/>
                        </a:lnTo>
                        <a:lnTo>
                          <a:pt x="37" y="8"/>
                        </a:lnTo>
                        <a:lnTo>
                          <a:pt x="34" y="2"/>
                        </a:lnTo>
                        <a:lnTo>
                          <a:pt x="31" y="2"/>
                        </a:lnTo>
                        <a:lnTo>
                          <a:pt x="30" y="4"/>
                        </a:lnTo>
                        <a:lnTo>
                          <a:pt x="29" y="2"/>
                        </a:lnTo>
                        <a:lnTo>
                          <a:pt x="16" y="0"/>
                        </a:lnTo>
                        <a:lnTo>
                          <a:pt x="15" y="1"/>
                        </a:lnTo>
                        <a:lnTo>
                          <a:pt x="12" y="0"/>
                        </a:lnTo>
                        <a:lnTo>
                          <a:pt x="8" y="1"/>
                        </a:lnTo>
                        <a:lnTo>
                          <a:pt x="6" y="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6" name="Freeform 985"/>
                  <p:cNvSpPr>
                    <a:spLocks/>
                  </p:cNvSpPr>
                  <p:nvPr/>
                </p:nvSpPr>
                <p:spPr bwMode="auto">
                  <a:xfrm>
                    <a:off x="3438525" y="4084638"/>
                    <a:ext cx="52388" cy="20638"/>
                  </a:xfrm>
                  <a:custGeom>
                    <a:avLst/>
                    <a:gdLst/>
                    <a:ahLst/>
                    <a:cxnLst>
                      <a:cxn ang="0">
                        <a:pos x="5" y="0"/>
                      </a:cxn>
                      <a:cxn ang="0">
                        <a:pos x="7" y="2"/>
                      </a:cxn>
                      <a:cxn ang="0">
                        <a:pos x="13" y="0"/>
                      </a:cxn>
                      <a:cxn ang="0">
                        <a:pos x="24" y="0"/>
                      </a:cxn>
                      <a:cxn ang="0">
                        <a:pos x="26" y="4"/>
                      </a:cxn>
                      <a:cxn ang="0">
                        <a:pos x="30" y="6"/>
                      </a:cxn>
                      <a:cxn ang="0">
                        <a:pos x="33" y="8"/>
                      </a:cxn>
                      <a:cxn ang="0">
                        <a:pos x="32" y="10"/>
                      </a:cxn>
                      <a:cxn ang="0">
                        <a:pos x="28" y="10"/>
                      </a:cxn>
                      <a:cxn ang="0">
                        <a:pos x="25" y="8"/>
                      </a:cxn>
                      <a:cxn ang="0">
                        <a:pos x="25" y="11"/>
                      </a:cxn>
                      <a:cxn ang="0">
                        <a:pos x="24" y="11"/>
                      </a:cxn>
                      <a:cxn ang="0">
                        <a:pos x="22" y="10"/>
                      </a:cxn>
                      <a:cxn ang="0">
                        <a:pos x="20" y="10"/>
                      </a:cxn>
                      <a:cxn ang="0">
                        <a:pos x="20" y="13"/>
                      </a:cxn>
                      <a:cxn ang="0">
                        <a:pos x="15" y="13"/>
                      </a:cxn>
                      <a:cxn ang="0">
                        <a:pos x="14" y="11"/>
                      </a:cxn>
                      <a:cxn ang="0">
                        <a:pos x="10" y="11"/>
                      </a:cxn>
                      <a:cxn ang="0">
                        <a:pos x="9" y="10"/>
                      </a:cxn>
                      <a:cxn ang="0">
                        <a:pos x="7" y="6"/>
                      </a:cxn>
                      <a:cxn ang="0">
                        <a:pos x="5" y="6"/>
                      </a:cxn>
                      <a:cxn ang="0">
                        <a:pos x="3" y="6"/>
                      </a:cxn>
                      <a:cxn ang="0">
                        <a:pos x="0" y="3"/>
                      </a:cxn>
                      <a:cxn ang="0">
                        <a:pos x="2" y="2"/>
                      </a:cxn>
                      <a:cxn ang="0">
                        <a:pos x="5" y="0"/>
                      </a:cxn>
                    </a:cxnLst>
                    <a:rect l="0" t="0" r="r" b="b"/>
                    <a:pathLst>
                      <a:path w="33" h="13">
                        <a:moveTo>
                          <a:pt x="5" y="0"/>
                        </a:moveTo>
                        <a:lnTo>
                          <a:pt x="7" y="2"/>
                        </a:lnTo>
                        <a:lnTo>
                          <a:pt x="13" y="0"/>
                        </a:lnTo>
                        <a:lnTo>
                          <a:pt x="24" y="0"/>
                        </a:lnTo>
                        <a:lnTo>
                          <a:pt x="26" y="4"/>
                        </a:lnTo>
                        <a:lnTo>
                          <a:pt x="30" y="6"/>
                        </a:lnTo>
                        <a:lnTo>
                          <a:pt x="33" y="8"/>
                        </a:lnTo>
                        <a:lnTo>
                          <a:pt x="32" y="10"/>
                        </a:lnTo>
                        <a:lnTo>
                          <a:pt x="28" y="10"/>
                        </a:lnTo>
                        <a:lnTo>
                          <a:pt x="25" y="8"/>
                        </a:lnTo>
                        <a:lnTo>
                          <a:pt x="25" y="11"/>
                        </a:lnTo>
                        <a:lnTo>
                          <a:pt x="24" y="11"/>
                        </a:lnTo>
                        <a:lnTo>
                          <a:pt x="22" y="10"/>
                        </a:lnTo>
                        <a:lnTo>
                          <a:pt x="20" y="10"/>
                        </a:lnTo>
                        <a:lnTo>
                          <a:pt x="20" y="13"/>
                        </a:lnTo>
                        <a:lnTo>
                          <a:pt x="15" y="13"/>
                        </a:lnTo>
                        <a:lnTo>
                          <a:pt x="14" y="11"/>
                        </a:lnTo>
                        <a:lnTo>
                          <a:pt x="10" y="11"/>
                        </a:lnTo>
                        <a:lnTo>
                          <a:pt x="9" y="10"/>
                        </a:lnTo>
                        <a:lnTo>
                          <a:pt x="7" y="6"/>
                        </a:lnTo>
                        <a:lnTo>
                          <a:pt x="5" y="6"/>
                        </a:lnTo>
                        <a:lnTo>
                          <a:pt x="3" y="6"/>
                        </a:lnTo>
                        <a:lnTo>
                          <a:pt x="0" y="3"/>
                        </a:lnTo>
                        <a:lnTo>
                          <a:pt x="2" y="2"/>
                        </a:lnTo>
                        <a:lnTo>
                          <a:pt x="5"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7" name="Freeform 987"/>
                  <p:cNvSpPr>
                    <a:spLocks noEditPoints="1"/>
                  </p:cNvSpPr>
                  <p:nvPr/>
                </p:nvSpPr>
                <p:spPr bwMode="auto">
                  <a:xfrm>
                    <a:off x="3527425" y="4043363"/>
                    <a:ext cx="65088" cy="52388"/>
                  </a:xfrm>
                  <a:custGeom>
                    <a:avLst/>
                    <a:gdLst/>
                    <a:ahLst/>
                    <a:cxnLst>
                      <a:cxn ang="0">
                        <a:pos x="34" y="30"/>
                      </a:cxn>
                      <a:cxn ang="0">
                        <a:pos x="38" y="25"/>
                      </a:cxn>
                      <a:cxn ang="0">
                        <a:pos x="37" y="19"/>
                      </a:cxn>
                      <a:cxn ang="0">
                        <a:pos x="40" y="18"/>
                      </a:cxn>
                      <a:cxn ang="0">
                        <a:pos x="40" y="13"/>
                      </a:cxn>
                      <a:cxn ang="0">
                        <a:pos x="40" y="9"/>
                      </a:cxn>
                      <a:cxn ang="0">
                        <a:pos x="38" y="7"/>
                      </a:cxn>
                      <a:cxn ang="0">
                        <a:pos x="33" y="6"/>
                      </a:cxn>
                      <a:cxn ang="0">
                        <a:pos x="25" y="6"/>
                      </a:cxn>
                      <a:cxn ang="0">
                        <a:pos x="17" y="5"/>
                      </a:cxn>
                      <a:cxn ang="0">
                        <a:pos x="17" y="7"/>
                      </a:cxn>
                      <a:cxn ang="0">
                        <a:pos x="27" y="11"/>
                      </a:cxn>
                      <a:cxn ang="0">
                        <a:pos x="27" y="14"/>
                      </a:cxn>
                      <a:cxn ang="0">
                        <a:pos x="27" y="21"/>
                      </a:cxn>
                      <a:cxn ang="0">
                        <a:pos x="33" y="24"/>
                      </a:cxn>
                      <a:cxn ang="0">
                        <a:pos x="26" y="26"/>
                      </a:cxn>
                      <a:cxn ang="0">
                        <a:pos x="23" y="26"/>
                      </a:cxn>
                      <a:cxn ang="0">
                        <a:pos x="17" y="25"/>
                      </a:cxn>
                      <a:cxn ang="0">
                        <a:pos x="12" y="25"/>
                      </a:cxn>
                      <a:cxn ang="0">
                        <a:pos x="7" y="25"/>
                      </a:cxn>
                      <a:cxn ang="0">
                        <a:pos x="2" y="25"/>
                      </a:cxn>
                      <a:cxn ang="0">
                        <a:pos x="2" y="29"/>
                      </a:cxn>
                      <a:cxn ang="0">
                        <a:pos x="8" y="33"/>
                      </a:cxn>
                      <a:cxn ang="0">
                        <a:pos x="11" y="32"/>
                      </a:cxn>
                      <a:cxn ang="0">
                        <a:pos x="18" y="30"/>
                      </a:cxn>
                      <a:cxn ang="0">
                        <a:pos x="29" y="32"/>
                      </a:cxn>
                      <a:cxn ang="0">
                        <a:pos x="33" y="32"/>
                      </a:cxn>
                      <a:cxn ang="0">
                        <a:pos x="34" y="32"/>
                      </a:cxn>
                      <a:cxn ang="0">
                        <a:pos x="26" y="0"/>
                      </a:cxn>
                      <a:cxn ang="0">
                        <a:pos x="26" y="3"/>
                      </a:cxn>
                      <a:cxn ang="0">
                        <a:pos x="23" y="2"/>
                      </a:cxn>
                      <a:cxn ang="0">
                        <a:pos x="21" y="18"/>
                      </a:cxn>
                      <a:cxn ang="0">
                        <a:pos x="25" y="22"/>
                      </a:cxn>
                      <a:cxn ang="0">
                        <a:pos x="18" y="19"/>
                      </a:cxn>
                    </a:cxnLst>
                    <a:rect l="0" t="0" r="r" b="b"/>
                    <a:pathLst>
                      <a:path w="41" h="33">
                        <a:moveTo>
                          <a:pt x="34" y="32"/>
                        </a:moveTo>
                        <a:lnTo>
                          <a:pt x="34" y="30"/>
                        </a:lnTo>
                        <a:lnTo>
                          <a:pt x="38" y="26"/>
                        </a:lnTo>
                        <a:lnTo>
                          <a:pt x="38" y="25"/>
                        </a:lnTo>
                        <a:lnTo>
                          <a:pt x="38" y="22"/>
                        </a:lnTo>
                        <a:lnTo>
                          <a:pt x="37" y="19"/>
                        </a:lnTo>
                        <a:lnTo>
                          <a:pt x="37" y="18"/>
                        </a:lnTo>
                        <a:lnTo>
                          <a:pt x="40" y="18"/>
                        </a:lnTo>
                        <a:lnTo>
                          <a:pt x="41" y="14"/>
                        </a:lnTo>
                        <a:lnTo>
                          <a:pt x="40" y="13"/>
                        </a:lnTo>
                        <a:lnTo>
                          <a:pt x="41" y="10"/>
                        </a:lnTo>
                        <a:lnTo>
                          <a:pt x="40" y="9"/>
                        </a:lnTo>
                        <a:lnTo>
                          <a:pt x="40" y="9"/>
                        </a:lnTo>
                        <a:lnTo>
                          <a:pt x="38" y="7"/>
                        </a:lnTo>
                        <a:lnTo>
                          <a:pt x="36" y="9"/>
                        </a:lnTo>
                        <a:lnTo>
                          <a:pt x="33" y="6"/>
                        </a:lnTo>
                        <a:lnTo>
                          <a:pt x="26" y="5"/>
                        </a:lnTo>
                        <a:lnTo>
                          <a:pt x="25" y="6"/>
                        </a:lnTo>
                        <a:lnTo>
                          <a:pt x="22" y="5"/>
                        </a:lnTo>
                        <a:lnTo>
                          <a:pt x="17" y="5"/>
                        </a:lnTo>
                        <a:lnTo>
                          <a:pt x="17" y="7"/>
                        </a:lnTo>
                        <a:lnTo>
                          <a:pt x="17" y="7"/>
                        </a:lnTo>
                        <a:lnTo>
                          <a:pt x="19" y="9"/>
                        </a:lnTo>
                        <a:lnTo>
                          <a:pt x="27" y="11"/>
                        </a:lnTo>
                        <a:lnTo>
                          <a:pt x="26" y="13"/>
                        </a:lnTo>
                        <a:lnTo>
                          <a:pt x="27" y="14"/>
                        </a:lnTo>
                        <a:lnTo>
                          <a:pt x="26" y="18"/>
                        </a:lnTo>
                        <a:lnTo>
                          <a:pt x="27" y="21"/>
                        </a:lnTo>
                        <a:lnTo>
                          <a:pt x="30" y="21"/>
                        </a:lnTo>
                        <a:lnTo>
                          <a:pt x="33" y="24"/>
                        </a:lnTo>
                        <a:lnTo>
                          <a:pt x="33" y="26"/>
                        </a:lnTo>
                        <a:lnTo>
                          <a:pt x="26" y="26"/>
                        </a:lnTo>
                        <a:lnTo>
                          <a:pt x="25" y="26"/>
                        </a:lnTo>
                        <a:lnTo>
                          <a:pt x="23" y="26"/>
                        </a:lnTo>
                        <a:lnTo>
                          <a:pt x="19" y="26"/>
                        </a:lnTo>
                        <a:lnTo>
                          <a:pt x="17" y="25"/>
                        </a:lnTo>
                        <a:lnTo>
                          <a:pt x="12" y="26"/>
                        </a:lnTo>
                        <a:lnTo>
                          <a:pt x="12" y="25"/>
                        </a:lnTo>
                        <a:lnTo>
                          <a:pt x="11" y="25"/>
                        </a:lnTo>
                        <a:lnTo>
                          <a:pt x="7" y="25"/>
                        </a:lnTo>
                        <a:lnTo>
                          <a:pt x="4" y="24"/>
                        </a:lnTo>
                        <a:lnTo>
                          <a:pt x="2" y="25"/>
                        </a:lnTo>
                        <a:lnTo>
                          <a:pt x="0" y="26"/>
                        </a:lnTo>
                        <a:lnTo>
                          <a:pt x="2" y="29"/>
                        </a:lnTo>
                        <a:lnTo>
                          <a:pt x="6" y="29"/>
                        </a:lnTo>
                        <a:lnTo>
                          <a:pt x="8" y="33"/>
                        </a:lnTo>
                        <a:lnTo>
                          <a:pt x="10" y="33"/>
                        </a:lnTo>
                        <a:lnTo>
                          <a:pt x="11" y="32"/>
                        </a:lnTo>
                        <a:lnTo>
                          <a:pt x="12" y="30"/>
                        </a:lnTo>
                        <a:lnTo>
                          <a:pt x="18" y="30"/>
                        </a:lnTo>
                        <a:lnTo>
                          <a:pt x="21" y="32"/>
                        </a:lnTo>
                        <a:lnTo>
                          <a:pt x="29" y="32"/>
                        </a:lnTo>
                        <a:lnTo>
                          <a:pt x="30" y="30"/>
                        </a:lnTo>
                        <a:lnTo>
                          <a:pt x="33" y="32"/>
                        </a:lnTo>
                        <a:lnTo>
                          <a:pt x="34" y="32"/>
                        </a:lnTo>
                        <a:lnTo>
                          <a:pt x="34" y="32"/>
                        </a:lnTo>
                        <a:close/>
                        <a:moveTo>
                          <a:pt x="23" y="2"/>
                        </a:moveTo>
                        <a:lnTo>
                          <a:pt x="26" y="0"/>
                        </a:lnTo>
                        <a:lnTo>
                          <a:pt x="31" y="3"/>
                        </a:lnTo>
                        <a:lnTo>
                          <a:pt x="26" y="3"/>
                        </a:lnTo>
                        <a:lnTo>
                          <a:pt x="23" y="2"/>
                        </a:lnTo>
                        <a:lnTo>
                          <a:pt x="23" y="2"/>
                        </a:lnTo>
                        <a:close/>
                        <a:moveTo>
                          <a:pt x="18" y="19"/>
                        </a:moveTo>
                        <a:lnTo>
                          <a:pt x="21" y="18"/>
                        </a:lnTo>
                        <a:lnTo>
                          <a:pt x="23" y="21"/>
                        </a:lnTo>
                        <a:lnTo>
                          <a:pt x="25" y="22"/>
                        </a:lnTo>
                        <a:lnTo>
                          <a:pt x="21" y="21"/>
                        </a:lnTo>
                        <a:lnTo>
                          <a:pt x="18" y="1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8" name="Freeform 988"/>
                  <p:cNvSpPr>
                    <a:spLocks noEditPoints="1"/>
                  </p:cNvSpPr>
                  <p:nvPr/>
                </p:nvSpPr>
                <p:spPr bwMode="auto">
                  <a:xfrm>
                    <a:off x="3527425" y="4043363"/>
                    <a:ext cx="65088" cy="52388"/>
                  </a:xfrm>
                  <a:custGeom>
                    <a:avLst/>
                    <a:gdLst/>
                    <a:ahLst/>
                    <a:cxnLst>
                      <a:cxn ang="0">
                        <a:pos x="34" y="30"/>
                      </a:cxn>
                      <a:cxn ang="0">
                        <a:pos x="38" y="25"/>
                      </a:cxn>
                      <a:cxn ang="0">
                        <a:pos x="37" y="19"/>
                      </a:cxn>
                      <a:cxn ang="0">
                        <a:pos x="40" y="18"/>
                      </a:cxn>
                      <a:cxn ang="0">
                        <a:pos x="40" y="13"/>
                      </a:cxn>
                      <a:cxn ang="0">
                        <a:pos x="40" y="9"/>
                      </a:cxn>
                      <a:cxn ang="0">
                        <a:pos x="38" y="7"/>
                      </a:cxn>
                      <a:cxn ang="0">
                        <a:pos x="33" y="6"/>
                      </a:cxn>
                      <a:cxn ang="0">
                        <a:pos x="25" y="6"/>
                      </a:cxn>
                      <a:cxn ang="0">
                        <a:pos x="17" y="5"/>
                      </a:cxn>
                      <a:cxn ang="0">
                        <a:pos x="17" y="7"/>
                      </a:cxn>
                      <a:cxn ang="0">
                        <a:pos x="27" y="11"/>
                      </a:cxn>
                      <a:cxn ang="0">
                        <a:pos x="27" y="14"/>
                      </a:cxn>
                      <a:cxn ang="0">
                        <a:pos x="27" y="21"/>
                      </a:cxn>
                      <a:cxn ang="0">
                        <a:pos x="33" y="24"/>
                      </a:cxn>
                      <a:cxn ang="0">
                        <a:pos x="26" y="26"/>
                      </a:cxn>
                      <a:cxn ang="0">
                        <a:pos x="23" y="26"/>
                      </a:cxn>
                      <a:cxn ang="0">
                        <a:pos x="17" y="25"/>
                      </a:cxn>
                      <a:cxn ang="0">
                        <a:pos x="12" y="25"/>
                      </a:cxn>
                      <a:cxn ang="0">
                        <a:pos x="7" y="25"/>
                      </a:cxn>
                      <a:cxn ang="0">
                        <a:pos x="2" y="25"/>
                      </a:cxn>
                      <a:cxn ang="0">
                        <a:pos x="2" y="29"/>
                      </a:cxn>
                      <a:cxn ang="0">
                        <a:pos x="8" y="33"/>
                      </a:cxn>
                      <a:cxn ang="0">
                        <a:pos x="11" y="32"/>
                      </a:cxn>
                      <a:cxn ang="0">
                        <a:pos x="18" y="30"/>
                      </a:cxn>
                      <a:cxn ang="0">
                        <a:pos x="29" y="32"/>
                      </a:cxn>
                      <a:cxn ang="0">
                        <a:pos x="33" y="32"/>
                      </a:cxn>
                      <a:cxn ang="0">
                        <a:pos x="34" y="32"/>
                      </a:cxn>
                      <a:cxn ang="0">
                        <a:pos x="26" y="0"/>
                      </a:cxn>
                      <a:cxn ang="0">
                        <a:pos x="26" y="3"/>
                      </a:cxn>
                      <a:cxn ang="0">
                        <a:pos x="23" y="2"/>
                      </a:cxn>
                      <a:cxn ang="0">
                        <a:pos x="21" y="18"/>
                      </a:cxn>
                      <a:cxn ang="0">
                        <a:pos x="25" y="22"/>
                      </a:cxn>
                      <a:cxn ang="0">
                        <a:pos x="18" y="19"/>
                      </a:cxn>
                    </a:cxnLst>
                    <a:rect l="0" t="0" r="r" b="b"/>
                    <a:pathLst>
                      <a:path w="41" h="33">
                        <a:moveTo>
                          <a:pt x="34" y="32"/>
                        </a:moveTo>
                        <a:lnTo>
                          <a:pt x="34" y="30"/>
                        </a:lnTo>
                        <a:lnTo>
                          <a:pt x="38" y="26"/>
                        </a:lnTo>
                        <a:lnTo>
                          <a:pt x="38" y="25"/>
                        </a:lnTo>
                        <a:lnTo>
                          <a:pt x="38" y="22"/>
                        </a:lnTo>
                        <a:lnTo>
                          <a:pt x="37" y="19"/>
                        </a:lnTo>
                        <a:lnTo>
                          <a:pt x="37" y="18"/>
                        </a:lnTo>
                        <a:lnTo>
                          <a:pt x="40" y="18"/>
                        </a:lnTo>
                        <a:lnTo>
                          <a:pt x="41" y="14"/>
                        </a:lnTo>
                        <a:lnTo>
                          <a:pt x="40" y="13"/>
                        </a:lnTo>
                        <a:lnTo>
                          <a:pt x="41" y="10"/>
                        </a:lnTo>
                        <a:lnTo>
                          <a:pt x="40" y="9"/>
                        </a:lnTo>
                        <a:lnTo>
                          <a:pt x="40" y="9"/>
                        </a:lnTo>
                        <a:lnTo>
                          <a:pt x="38" y="7"/>
                        </a:lnTo>
                        <a:lnTo>
                          <a:pt x="36" y="9"/>
                        </a:lnTo>
                        <a:lnTo>
                          <a:pt x="33" y="6"/>
                        </a:lnTo>
                        <a:lnTo>
                          <a:pt x="26" y="5"/>
                        </a:lnTo>
                        <a:lnTo>
                          <a:pt x="25" y="6"/>
                        </a:lnTo>
                        <a:lnTo>
                          <a:pt x="22" y="5"/>
                        </a:lnTo>
                        <a:lnTo>
                          <a:pt x="17" y="5"/>
                        </a:lnTo>
                        <a:lnTo>
                          <a:pt x="17" y="7"/>
                        </a:lnTo>
                        <a:lnTo>
                          <a:pt x="17" y="7"/>
                        </a:lnTo>
                        <a:lnTo>
                          <a:pt x="19" y="9"/>
                        </a:lnTo>
                        <a:lnTo>
                          <a:pt x="27" y="11"/>
                        </a:lnTo>
                        <a:lnTo>
                          <a:pt x="26" y="13"/>
                        </a:lnTo>
                        <a:lnTo>
                          <a:pt x="27" y="14"/>
                        </a:lnTo>
                        <a:lnTo>
                          <a:pt x="26" y="18"/>
                        </a:lnTo>
                        <a:lnTo>
                          <a:pt x="27" y="21"/>
                        </a:lnTo>
                        <a:lnTo>
                          <a:pt x="30" y="21"/>
                        </a:lnTo>
                        <a:lnTo>
                          <a:pt x="33" y="24"/>
                        </a:lnTo>
                        <a:lnTo>
                          <a:pt x="33" y="26"/>
                        </a:lnTo>
                        <a:lnTo>
                          <a:pt x="26" y="26"/>
                        </a:lnTo>
                        <a:lnTo>
                          <a:pt x="25" y="26"/>
                        </a:lnTo>
                        <a:lnTo>
                          <a:pt x="23" y="26"/>
                        </a:lnTo>
                        <a:lnTo>
                          <a:pt x="19" y="26"/>
                        </a:lnTo>
                        <a:lnTo>
                          <a:pt x="17" y="25"/>
                        </a:lnTo>
                        <a:lnTo>
                          <a:pt x="12" y="26"/>
                        </a:lnTo>
                        <a:lnTo>
                          <a:pt x="12" y="25"/>
                        </a:lnTo>
                        <a:lnTo>
                          <a:pt x="11" y="25"/>
                        </a:lnTo>
                        <a:lnTo>
                          <a:pt x="7" y="25"/>
                        </a:lnTo>
                        <a:lnTo>
                          <a:pt x="4" y="24"/>
                        </a:lnTo>
                        <a:lnTo>
                          <a:pt x="2" y="25"/>
                        </a:lnTo>
                        <a:lnTo>
                          <a:pt x="0" y="26"/>
                        </a:lnTo>
                        <a:lnTo>
                          <a:pt x="2" y="29"/>
                        </a:lnTo>
                        <a:lnTo>
                          <a:pt x="6" y="29"/>
                        </a:lnTo>
                        <a:lnTo>
                          <a:pt x="8" y="33"/>
                        </a:lnTo>
                        <a:lnTo>
                          <a:pt x="10" y="33"/>
                        </a:lnTo>
                        <a:lnTo>
                          <a:pt x="11" y="32"/>
                        </a:lnTo>
                        <a:lnTo>
                          <a:pt x="12" y="30"/>
                        </a:lnTo>
                        <a:lnTo>
                          <a:pt x="18" y="30"/>
                        </a:lnTo>
                        <a:lnTo>
                          <a:pt x="21" y="32"/>
                        </a:lnTo>
                        <a:lnTo>
                          <a:pt x="29" y="32"/>
                        </a:lnTo>
                        <a:lnTo>
                          <a:pt x="30" y="30"/>
                        </a:lnTo>
                        <a:lnTo>
                          <a:pt x="33" y="32"/>
                        </a:lnTo>
                        <a:lnTo>
                          <a:pt x="34" y="32"/>
                        </a:lnTo>
                        <a:lnTo>
                          <a:pt x="34" y="32"/>
                        </a:lnTo>
                        <a:close/>
                        <a:moveTo>
                          <a:pt x="23" y="2"/>
                        </a:moveTo>
                        <a:lnTo>
                          <a:pt x="26" y="0"/>
                        </a:lnTo>
                        <a:lnTo>
                          <a:pt x="31" y="3"/>
                        </a:lnTo>
                        <a:lnTo>
                          <a:pt x="26" y="3"/>
                        </a:lnTo>
                        <a:lnTo>
                          <a:pt x="23" y="2"/>
                        </a:lnTo>
                        <a:lnTo>
                          <a:pt x="23" y="2"/>
                        </a:lnTo>
                        <a:close/>
                        <a:moveTo>
                          <a:pt x="18" y="19"/>
                        </a:moveTo>
                        <a:lnTo>
                          <a:pt x="21" y="18"/>
                        </a:lnTo>
                        <a:lnTo>
                          <a:pt x="23" y="21"/>
                        </a:lnTo>
                        <a:lnTo>
                          <a:pt x="25" y="22"/>
                        </a:lnTo>
                        <a:lnTo>
                          <a:pt x="21" y="21"/>
                        </a:lnTo>
                        <a:lnTo>
                          <a:pt x="18" y="19"/>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9" name="Freeform 989"/>
                  <p:cNvSpPr>
                    <a:spLocks noEditPoints="1"/>
                  </p:cNvSpPr>
                  <p:nvPr/>
                </p:nvSpPr>
                <p:spPr bwMode="auto">
                  <a:xfrm>
                    <a:off x="3297238" y="3968750"/>
                    <a:ext cx="239713" cy="85725"/>
                  </a:xfrm>
                  <a:custGeom>
                    <a:avLst/>
                    <a:gdLst/>
                    <a:ahLst/>
                    <a:cxnLst>
                      <a:cxn ang="0">
                        <a:pos x="32" y="20"/>
                      </a:cxn>
                      <a:cxn ang="0">
                        <a:pos x="30" y="27"/>
                      </a:cxn>
                      <a:cxn ang="0">
                        <a:pos x="27" y="26"/>
                      </a:cxn>
                      <a:cxn ang="0">
                        <a:pos x="28" y="24"/>
                      </a:cxn>
                      <a:cxn ang="0">
                        <a:pos x="8" y="15"/>
                      </a:cxn>
                      <a:cxn ang="0">
                        <a:pos x="7" y="18"/>
                      </a:cxn>
                      <a:cxn ang="0">
                        <a:pos x="0" y="22"/>
                      </a:cxn>
                      <a:cxn ang="0">
                        <a:pos x="7" y="20"/>
                      </a:cxn>
                      <a:cxn ang="0">
                        <a:pos x="12" y="20"/>
                      </a:cxn>
                      <a:cxn ang="0">
                        <a:pos x="20" y="15"/>
                      </a:cxn>
                      <a:cxn ang="0">
                        <a:pos x="30" y="11"/>
                      </a:cxn>
                      <a:cxn ang="0">
                        <a:pos x="38" y="9"/>
                      </a:cxn>
                      <a:cxn ang="0">
                        <a:pos x="47" y="11"/>
                      </a:cxn>
                      <a:cxn ang="0">
                        <a:pos x="41" y="13"/>
                      </a:cxn>
                      <a:cxn ang="0">
                        <a:pos x="53" y="16"/>
                      </a:cxn>
                      <a:cxn ang="0">
                        <a:pos x="62" y="19"/>
                      </a:cxn>
                      <a:cxn ang="0">
                        <a:pos x="66" y="19"/>
                      </a:cxn>
                      <a:cxn ang="0">
                        <a:pos x="76" y="24"/>
                      </a:cxn>
                      <a:cxn ang="0">
                        <a:pos x="81" y="24"/>
                      </a:cxn>
                      <a:cxn ang="0">
                        <a:pos x="89" y="24"/>
                      </a:cxn>
                      <a:cxn ang="0">
                        <a:pos x="99" y="39"/>
                      </a:cxn>
                      <a:cxn ang="0">
                        <a:pos x="109" y="41"/>
                      </a:cxn>
                      <a:cxn ang="0">
                        <a:pos x="111" y="45"/>
                      </a:cxn>
                      <a:cxn ang="0">
                        <a:pos x="103" y="53"/>
                      </a:cxn>
                      <a:cxn ang="0">
                        <a:pos x="114" y="53"/>
                      </a:cxn>
                      <a:cxn ang="0">
                        <a:pos x="129" y="54"/>
                      </a:cxn>
                      <a:cxn ang="0">
                        <a:pos x="138" y="52"/>
                      </a:cxn>
                      <a:cxn ang="0">
                        <a:pos x="149" y="49"/>
                      </a:cxn>
                      <a:cxn ang="0">
                        <a:pos x="148" y="45"/>
                      </a:cxn>
                      <a:cxn ang="0">
                        <a:pos x="132" y="38"/>
                      </a:cxn>
                      <a:cxn ang="0">
                        <a:pos x="133" y="33"/>
                      </a:cxn>
                      <a:cxn ang="0">
                        <a:pos x="126" y="33"/>
                      </a:cxn>
                      <a:cxn ang="0">
                        <a:pos x="117" y="28"/>
                      </a:cxn>
                      <a:cxn ang="0">
                        <a:pos x="110" y="26"/>
                      </a:cxn>
                      <a:cxn ang="0">
                        <a:pos x="109" y="26"/>
                      </a:cxn>
                      <a:cxn ang="0">
                        <a:pos x="98" y="19"/>
                      </a:cxn>
                      <a:cxn ang="0">
                        <a:pos x="83" y="13"/>
                      </a:cxn>
                      <a:cxn ang="0">
                        <a:pos x="76" y="7"/>
                      </a:cxn>
                      <a:cxn ang="0">
                        <a:pos x="61" y="4"/>
                      </a:cxn>
                      <a:cxn ang="0">
                        <a:pos x="50" y="1"/>
                      </a:cxn>
                      <a:cxn ang="0">
                        <a:pos x="35" y="3"/>
                      </a:cxn>
                      <a:cxn ang="0">
                        <a:pos x="19" y="7"/>
                      </a:cxn>
                      <a:cxn ang="0">
                        <a:pos x="8" y="12"/>
                      </a:cxn>
                    </a:cxnLst>
                    <a:rect l="0" t="0" r="r" b="b"/>
                    <a:pathLst>
                      <a:path w="151" h="54">
                        <a:moveTo>
                          <a:pt x="28" y="22"/>
                        </a:moveTo>
                        <a:lnTo>
                          <a:pt x="30" y="20"/>
                        </a:lnTo>
                        <a:lnTo>
                          <a:pt x="32" y="20"/>
                        </a:lnTo>
                        <a:lnTo>
                          <a:pt x="34" y="23"/>
                        </a:lnTo>
                        <a:lnTo>
                          <a:pt x="34" y="26"/>
                        </a:lnTo>
                        <a:lnTo>
                          <a:pt x="30" y="27"/>
                        </a:lnTo>
                        <a:lnTo>
                          <a:pt x="27" y="26"/>
                        </a:lnTo>
                        <a:lnTo>
                          <a:pt x="26" y="24"/>
                        </a:lnTo>
                        <a:lnTo>
                          <a:pt x="27" y="26"/>
                        </a:lnTo>
                        <a:lnTo>
                          <a:pt x="28" y="26"/>
                        </a:lnTo>
                        <a:lnTo>
                          <a:pt x="30" y="24"/>
                        </a:lnTo>
                        <a:lnTo>
                          <a:pt x="28" y="24"/>
                        </a:lnTo>
                        <a:lnTo>
                          <a:pt x="28" y="22"/>
                        </a:lnTo>
                        <a:lnTo>
                          <a:pt x="28" y="22"/>
                        </a:lnTo>
                        <a:close/>
                        <a:moveTo>
                          <a:pt x="8" y="15"/>
                        </a:moveTo>
                        <a:lnTo>
                          <a:pt x="9" y="18"/>
                        </a:lnTo>
                        <a:lnTo>
                          <a:pt x="9" y="19"/>
                        </a:lnTo>
                        <a:lnTo>
                          <a:pt x="7" y="18"/>
                        </a:lnTo>
                        <a:lnTo>
                          <a:pt x="1" y="20"/>
                        </a:lnTo>
                        <a:lnTo>
                          <a:pt x="0" y="19"/>
                        </a:lnTo>
                        <a:lnTo>
                          <a:pt x="0" y="22"/>
                        </a:lnTo>
                        <a:lnTo>
                          <a:pt x="3" y="23"/>
                        </a:lnTo>
                        <a:lnTo>
                          <a:pt x="5" y="19"/>
                        </a:lnTo>
                        <a:lnTo>
                          <a:pt x="7" y="20"/>
                        </a:lnTo>
                        <a:lnTo>
                          <a:pt x="7" y="23"/>
                        </a:lnTo>
                        <a:lnTo>
                          <a:pt x="9" y="20"/>
                        </a:lnTo>
                        <a:lnTo>
                          <a:pt x="12" y="20"/>
                        </a:lnTo>
                        <a:lnTo>
                          <a:pt x="15" y="16"/>
                        </a:lnTo>
                        <a:lnTo>
                          <a:pt x="19" y="16"/>
                        </a:lnTo>
                        <a:lnTo>
                          <a:pt x="20" y="15"/>
                        </a:lnTo>
                        <a:lnTo>
                          <a:pt x="22" y="16"/>
                        </a:lnTo>
                        <a:lnTo>
                          <a:pt x="24" y="16"/>
                        </a:lnTo>
                        <a:lnTo>
                          <a:pt x="30" y="11"/>
                        </a:lnTo>
                        <a:lnTo>
                          <a:pt x="31" y="11"/>
                        </a:lnTo>
                        <a:lnTo>
                          <a:pt x="34" y="8"/>
                        </a:lnTo>
                        <a:lnTo>
                          <a:pt x="38" y="9"/>
                        </a:lnTo>
                        <a:lnTo>
                          <a:pt x="41" y="9"/>
                        </a:lnTo>
                        <a:lnTo>
                          <a:pt x="46" y="9"/>
                        </a:lnTo>
                        <a:lnTo>
                          <a:pt x="47" y="11"/>
                        </a:lnTo>
                        <a:lnTo>
                          <a:pt x="46" y="12"/>
                        </a:lnTo>
                        <a:lnTo>
                          <a:pt x="43" y="12"/>
                        </a:lnTo>
                        <a:lnTo>
                          <a:pt x="41" y="13"/>
                        </a:lnTo>
                        <a:lnTo>
                          <a:pt x="43" y="16"/>
                        </a:lnTo>
                        <a:lnTo>
                          <a:pt x="51" y="18"/>
                        </a:lnTo>
                        <a:lnTo>
                          <a:pt x="53" y="16"/>
                        </a:lnTo>
                        <a:lnTo>
                          <a:pt x="56" y="16"/>
                        </a:lnTo>
                        <a:lnTo>
                          <a:pt x="58" y="18"/>
                        </a:lnTo>
                        <a:lnTo>
                          <a:pt x="62" y="19"/>
                        </a:lnTo>
                        <a:lnTo>
                          <a:pt x="64" y="19"/>
                        </a:lnTo>
                        <a:lnTo>
                          <a:pt x="65" y="18"/>
                        </a:lnTo>
                        <a:lnTo>
                          <a:pt x="66" y="19"/>
                        </a:lnTo>
                        <a:lnTo>
                          <a:pt x="66" y="20"/>
                        </a:lnTo>
                        <a:lnTo>
                          <a:pt x="72" y="23"/>
                        </a:lnTo>
                        <a:lnTo>
                          <a:pt x="76" y="24"/>
                        </a:lnTo>
                        <a:lnTo>
                          <a:pt x="77" y="23"/>
                        </a:lnTo>
                        <a:lnTo>
                          <a:pt x="80" y="26"/>
                        </a:lnTo>
                        <a:lnTo>
                          <a:pt x="81" y="24"/>
                        </a:lnTo>
                        <a:lnTo>
                          <a:pt x="84" y="26"/>
                        </a:lnTo>
                        <a:lnTo>
                          <a:pt x="88" y="24"/>
                        </a:lnTo>
                        <a:lnTo>
                          <a:pt x="89" y="24"/>
                        </a:lnTo>
                        <a:lnTo>
                          <a:pt x="92" y="34"/>
                        </a:lnTo>
                        <a:lnTo>
                          <a:pt x="96" y="39"/>
                        </a:lnTo>
                        <a:lnTo>
                          <a:pt x="99" y="39"/>
                        </a:lnTo>
                        <a:lnTo>
                          <a:pt x="100" y="38"/>
                        </a:lnTo>
                        <a:lnTo>
                          <a:pt x="103" y="41"/>
                        </a:lnTo>
                        <a:lnTo>
                          <a:pt x="109" y="41"/>
                        </a:lnTo>
                        <a:lnTo>
                          <a:pt x="109" y="42"/>
                        </a:lnTo>
                        <a:lnTo>
                          <a:pt x="111" y="42"/>
                        </a:lnTo>
                        <a:lnTo>
                          <a:pt x="111" y="45"/>
                        </a:lnTo>
                        <a:lnTo>
                          <a:pt x="107" y="46"/>
                        </a:lnTo>
                        <a:lnTo>
                          <a:pt x="103" y="50"/>
                        </a:lnTo>
                        <a:lnTo>
                          <a:pt x="103" y="53"/>
                        </a:lnTo>
                        <a:lnTo>
                          <a:pt x="107" y="54"/>
                        </a:lnTo>
                        <a:lnTo>
                          <a:pt x="111" y="52"/>
                        </a:lnTo>
                        <a:lnTo>
                          <a:pt x="114" y="53"/>
                        </a:lnTo>
                        <a:lnTo>
                          <a:pt x="121" y="52"/>
                        </a:lnTo>
                        <a:lnTo>
                          <a:pt x="123" y="52"/>
                        </a:lnTo>
                        <a:lnTo>
                          <a:pt x="129" y="54"/>
                        </a:lnTo>
                        <a:lnTo>
                          <a:pt x="136" y="53"/>
                        </a:lnTo>
                        <a:lnTo>
                          <a:pt x="137" y="50"/>
                        </a:lnTo>
                        <a:lnTo>
                          <a:pt x="138" y="52"/>
                        </a:lnTo>
                        <a:lnTo>
                          <a:pt x="141" y="49"/>
                        </a:lnTo>
                        <a:lnTo>
                          <a:pt x="147" y="50"/>
                        </a:lnTo>
                        <a:lnTo>
                          <a:pt x="149" y="49"/>
                        </a:lnTo>
                        <a:lnTo>
                          <a:pt x="151" y="46"/>
                        </a:lnTo>
                        <a:lnTo>
                          <a:pt x="149" y="45"/>
                        </a:lnTo>
                        <a:lnTo>
                          <a:pt x="148" y="45"/>
                        </a:lnTo>
                        <a:lnTo>
                          <a:pt x="145" y="41"/>
                        </a:lnTo>
                        <a:lnTo>
                          <a:pt x="140" y="38"/>
                        </a:lnTo>
                        <a:lnTo>
                          <a:pt x="132" y="38"/>
                        </a:lnTo>
                        <a:lnTo>
                          <a:pt x="130" y="38"/>
                        </a:lnTo>
                        <a:lnTo>
                          <a:pt x="132" y="37"/>
                        </a:lnTo>
                        <a:lnTo>
                          <a:pt x="133" y="33"/>
                        </a:lnTo>
                        <a:lnTo>
                          <a:pt x="130" y="33"/>
                        </a:lnTo>
                        <a:lnTo>
                          <a:pt x="129" y="33"/>
                        </a:lnTo>
                        <a:lnTo>
                          <a:pt x="126" y="33"/>
                        </a:lnTo>
                        <a:lnTo>
                          <a:pt x="121" y="28"/>
                        </a:lnTo>
                        <a:lnTo>
                          <a:pt x="119" y="30"/>
                        </a:lnTo>
                        <a:lnTo>
                          <a:pt x="117" y="28"/>
                        </a:lnTo>
                        <a:lnTo>
                          <a:pt x="113" y="26"/>
                        </a:lnTo>
                        <a:lnTo>
                          <a:pt x="111" y="27"/>
                        </a:lnTo>
                        <a:lnTo>
                          <a:pt x="110" y="26"/>
                        </a:lnTo>
                        <a:lnTo>
                          <a:pt x="110" y="24"/>
                        </a:lnTo>
                        <a:lnTo>
                          <a:pt x="109" y="24"/>
                        </a:lnTo>
                        <a:lnTo>
                          <a:pt x="109" y="26"/>
                        </a:lnTo>
                        <a:lnTo>
                          <a:pt x="106" y="24"/>
                        </a:lnTo>
                        <a:lnTo>
                          <a:pt x="100" y="23"/>
                        </a:lnTo>
                        <a:lnTo>
                          <a:pt x="98" y="19"/>
                        </a:lnTo>
                        <a:lnTo>
                          <a:pt x="94" y="18"/>
                        </a:lnTo>
                        <a:lnTo>
                          <a:pt x="91" y="15"/>
                        </a:lnTo>
                        <a:lnTo>
                          <a:pt x="83" y="13"/>
                        </a:lnTo>
                        <a:lnTo>
                          <a:pt x="80" y="12"/>
                        </a:lnTo>
                        <a:lnTo>
                          <a:pt x="79" y="9"/>
                        </a:lnTo>
                        <a:lnTo>
                          <a:pt x="76" y="7"/>
                        </a:lnTo>
                        <a:lnTo>
                          <a:pt x="73" y="7"/>
                        </a:lnTo>
                        <a:lnTo>
                          <a:pt x="72" y="5"/>
                        </a:lnTo>
                        <a:lnTo>
                          <a:pt x="61" y="4"/>
                        </a:lnTo>
                        <a:lnTo>
                          <a:pt x="57" y="5"/>
                        </a:lnTo>
                        <a:lnTo>
                          <a:pt x="53" y="4"/>
                        </a:lnTo>
                        <a:lnTo>
                          <a:pt x="50" y="1"/>
                        </a:lnTo>
                        <a:lnTo>
                          <a:pt x="43" y="0"/>
                        </a:lnTo>
                        <a:lnTo>
                          <a:pt x="38" y="0"/>
                        </a:lnTo>
                        <a:lnTo>
                          <a:pt x="35" y="3"/>
                        </a:lnTo>
                        <a:lnTo>
                          <a:pt x="27" y="3"/>
                        </a:lnTo>
                        <a:lnTo>
                          <a:pt x="22" y="4"/>
                        </a:lnTo>
                        <a:lnTo>
                          <a:pt x="19" y="7"/>
                        </a:lnTo>
                        <a:lnTo>
                          <a:pt x="13" y="8"/>
                        </a:lnTo>
                        <a:lnTo>
                          <a:pt x="11" y="11"/>
                        </a:lnTo>
                        <a:lnTo>
                          <a:pt x="8" y="12"/>
                        </a:lnTo>
                        <a:lnTo>
                          <a:pt x="8" y="1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0" name="Freeform 993"/>
                  <p:cNvSpPr>
                    <a:spLocks/>
                  </p:cNvSpPr>
                  <p:nvPr/>
                </p:nvSpPr>
                <p:spPr bwMode="auto">
                  <a:xfrm>
                    <a:off x="3341688" y="4298950"/>
                    <a:ext cx="112713" cy="50800"/>
                  </a:xfrm>
                  <a:custGeom>
                    <a:avLst/>
                    <a:gdLst/>
                    <a:ahLst/>
                    <a:cxnLst>
                      <a:cxn ang="0">
                        <a:pos x="61" y="28"/>
                      </a:cxn>
                      <a:cxn ang="0">
                        <a:pos x="57" y="22"/>
                      </a:cxn>
                      <a:cxn ang="0">
                        <a:pos x="60" y="17"/>
                      </a:cxn>
                      <a:cxn ang="0">
                        <a:pos x="63" y="16"/>
                      </a:cxn>
                      <a:cxn ang="0">
                        <a:pos x="61" y="15"/>
                      </a:cxn>
                      <a:cxn ang="0">
                        <a:pos x="59" y="16"/>
                      </a:cxn>
                      <a:cxn ang="0">
                        <a:pos x="56" y="13"/>
                      </a:cxn>
                      <a:cxn ang="0">
                        <a:pos x="52" y="9"/>
                      </a:cxn>
                      <a:cxn ang="0">
                        <a:pos x="48" y="7"/>
                      </a:cxn>
                      <a:cxn ang="0">
                        <a:pos x="41" y="9"/>
                      </a:cxn>
                      <a:cxn ang="0">
                        <a:pos x="42" y="12"/>
                      </a:cxn>
                      <a:cxn ang="0">
                        <a:pos x="38" y="16"/>
                      </a:cxn>
                      <a:cxn ang="0">
                        <a:pos x="33" y="19"/>
                      </a:cxn>
                      <a:cxn ang="0">
                        <a:pos x="33" y="22"/>
                      </a:cxn>
                      <a:cxn ang="0">
                        <a:pos x="37" y="26"/>
                      </a:cxn>
                      <a:cxn ang="0">
                        <a:pos x="36" y="28"/>
                      </a:cxn>
                      <a:cxn ang="0">
                        <a:pos x="32" y="30"/>
                      </a:cxn>
                      <a:cxn ang="0">
                        <a:pos x="26" y="32"/>
                      </a:cxn>
                      <a:cxn ang="0">
                        <a:pos x="26" y="28"/>
                      </a:cxn>
                      <a:cxn ang="0">
                        <a:pos x="26" y="24"/>
                      </a:cxn>
                      <a:cxn ang="0">
                        <a:pos x="23" y="23"/>
                      </a:cxn>
                      <a:cxn ang="0">
                        <a:pos x="23" y="26"/>
                      </a:cxn>
                      <a:cxn ang="0">
                        <a:pos x="21" y="27"/>
                      </a:cxn>
                      <a:cxn ang="0">
                        <a:pos x="17" y="23"/>
                      </a:cxn>
                      <a:cxn ang="0">
                        <a:pos x="11" y="19"/>
                      </a:cxn>
                      <a:cxn ang="0">
                        <a:pos x="10" y="17"/>
                      </a:cxn>
                      <a:cxn ang="0">
                        <a:pos x="9" y="17"/>
                      </a:cxn>
                      <a:cxn ang="0">
                        <a:pos x="3" y="17"/>
                      </a:cxn>
                      <a:cxn ang="0">
                        <a:pos x="0" y="16"/>
                      </a:cxn>
                      <a:cxn ang="0">
                        <a:pos x="2" y="12"/>
                      </a:cxn>
                      <a:cxn ang="0">
                        <a:pos x="2" y="9"/>
                      </a:cxn>
                      <a:cxn ang="0">
                        <a:pos x="0" y="7"/>
                      </a:cxn>
                      <a:cxn ang="0">
                        <a:pos x="2" y="2"/>
                      </a:cxn>
                      <a:cxn ang="0">
                        <a:pos x="6" y="1"/>
                      </a:cxn>
                      <a:cxn ang="0">
                        <a:pos x="7" y="4"/>
                      </a:cxn>
                      <a:cxn ang="0">
                        <a:pos x="10" y="5"/>
                      </a:cxn>
                      <a:cxn ang="0">
                        <a:pos x="10" y="7"/>
                      </a:cxn>
                      <a:cxn ang="0">
                        <a:pos x="10" y="8"/>
                      </a:cxn>
                      <a:cxn ang="0">
                        <a:pos x="14" y="8"/>
                      </a:cxn>
                      <a:cxn ang="0">
                        <a:pos x="13" y="7"/>
                      </a:cxn>
                      <a:cxn ang="0">
                        <a:pos x="17" y="7"/>
                      </a:cxn>
                      <a:cxn ang="0">
                        <a:pos x="25" y="11"/>
                      </a:cxn>
                      <a:cxn ang="0">
                        <a:pos x="29" y="8"/>
                      </a:cxn>
                      <a:cxn ang="0">
                        <a:pos x="41" y="2"/>
                      </a:cxn>
                      <a:cxn ang="0">
                        <a:pos x="47" y="0"/>
                      </a:cxn>
                      <a:cxn ang="0">
                        <a:pos x="49" y="2"/>
                      </a:cxn>
                      <a:cxn ang="0">
                        <a:pos x="56" y="2"/>
                      </a:cxn>
                      <a:cxn ang="0">
                        <a:pos x="64" y="7"/>
                      </a:cxn>
                      <a:cxn ang="0">
                        <a:pos x="67" y="11"/>
                      </a:cxn>
                      <a:cxn ang="0">
                        <a:pos x="70" y="12"/>
                      </a:cxn>
                      <a:cxn ang="0">
                        <a:pos x="70" y="16"/>
                      </a:cxn>
                      <a:cxn ang="0">
                        <a:pos x="70" y="23"/>
                      </a:cxn>
                      <a:cxn ang="0">
                        <a:pos x="67" y="27"/>
                      </a:cxn>
                      <a:cxn ang="0">
                        <a:pos x="64" y="31"/>
                      </a:cxn>
                    </a:cxnLst>
                    <a:rect l="0" t="0" r="r" b="b"/>
                    <a:pathLst>
                      <a:path w="71" h="32">
                        <a:moveTo>
                          <a:pt x="64" y="31"/>
                        </a:moveTo>
                        <a:lnTo>
                          <a:pt x="61" y="28"/>
                        </a:lnTo>
                        <a:lnTo>
                          <a:pt x="59" y="24"/>
                        </a:lnTo>
                        <a:lnTo>
                          <a:pt x="57" y="22"/>
                        </a:lnTo>
                        <a:lnTo>
                          <a:pt x="59" y="20"/>
                        </a:lnTo>
                        <a:lnTo>
                          <a:pt x="60" y="17"/>
                        </a:lnTo>
                        <a:lnTo>
                          <a:pt x="61" y="17"/>
                        </a:lnTo>
                        <a:lnTo>
                          <a:pt x="63" y="16"/>
                        </a:lnTo>
                        <a:lnTo>
                          <a:pt x="63" y="13"/>
                        </a:lnTo>
                        <a:lnTo>
                          <a:pt x="61" y="15"/>
                        </a:lnTo>
                        <a:lnTo>
                          <a:pt x="59" y="16"/>
                        </a:lnTo>
                        <a:lnTo>
                          <a:pt x="59" y="16"/>
                        </a:lnTo>
                        <a:lnTo>
                          <a:pt x="57" y="16"/>
                        </a:lnTo>
                        <a:lnTo>
                          <a:pt x="56" y="13"/>
                        </a:lnTo>
                        <a:lnTo>
                          <a:pt x="53" y="11"/>
                        </a:lnTo>
                        <a:lnTo>
                          <a:pt x="52" y="9"/>
                        </a:lnTo>
                        <a:lnTo>
                          <a:pt x="51" y="8"/>
                        </a:lnTo>
                        <a:lnTo>
                          <a:pt x="48" y="7"/>
                        </a:lnTo>
                        <a:lnTo>
                          <a:pt x="45" y="7"/>
                        </a:lnTo>
                        <a:lnTo>
                          <a:pt x="41" y="9"/>
                        </a:lnTo>
                        <a:lnTo>
                          <a:pt x="41" y="12"/>
                        </a:lnTo>
                        <a:lnTo>
                          <a:pt x="42" y="12"/>
                        </a:lnTo>
                        <a:lnTo>
                          <a:pt x="42" y="13"/>
                        </a:lnTo>
                        <a:lnTo>
                          <a:pt x="38" y="16"/>
                        </a:lnTo>
                        <a:lnTo>
                          <a:pt x="34" y="17"/>
                        </a:lnTo>
                        <a:lnTo>
                          <a:pt x="33" y="19"/>
                        </a:lnTo>
                        <a:lnTo>
                          <a:pt x="32" y="20"/>
                        </a:lnTo>
                        <a:lnTo>
                          <a:pt x="33" y="22"/>
                        </a:lnTo>
                        <a:lnTo>
                          <a:pt x="34" y="24"/>
                        </a:lnTo>
                        <a:lnTo>
                          <a:pt x="37" y="26"/>
                        </a:lnTo>
                        <a:lnTo>
                          <a:pt x="37" y="28"/>
                        </a:lnTo>
                        <a:lnTo>
                          <a:pt x="36" y="28"/>
                        </a:lnTo>
                        <a:lnTo>
                          <a:pt x="33" y="28"/>
                        </a:lnTo>
                        <a:lnTo>
                          <a:pt x="32" y="30"/>
                        </a:lnTo>
                        <a:lnTo>
                          <a:pt x="30" y="32"/>
                        </a:lnTo>
                        <a:lnTo>
                          <a:pt x="26" y="32"/>
                        </a:lnTo>
                        <a:lnTo>
                          <a:pt x="25" y="30"/>
                        </a:lnTo>
                        <a:lnTo>
                          <a:pt x="26" y="28"/>
                        </a:lnTo>
                        <a:lnTo>
                          <a:pt x="25" y="26"/>
                        </a:lnTo>
                        <a:lnTo>
                          <a:pt x="26" y="24"/>
                        </a:lnTo>
                        <a:lnTo>
                          <a:pt x="25" y="23"/>
                        </a:lnTo>
                        <a:lnTo>
                          <a:pt x="23" y="23"/>
                        </a:lnTo>
                        <a:lnTo>
                          <a:pt x="22" y="24"/>
                        </a:lnTo>
                        <a:lnTo>
                          <a:pt x="23" y="26"/>
                        </a:lnTo>
                        <a:lnTo>
                          <a:pt x="22" y="27"/>
                        </a:lnTo>
                        <a:lnTo>
                          <a:pt x="21" y="27"/>
                        </a:lnTo>
                        <a:lnTo>
                          <a:pt x="18" y="26"/>
                        </a:lnTo>
                        <a:lnTo>
                          <a:pt x="17" y="23"/>
                        </a:lnTo>
                        <a:lnTo>
                          <a:pt x="17" y="19"/>
                        </a:lnTo>
                        <a:lnTo>
                          <a:pt x="11" y="19"/>
                        </a:lnTo>
                        <a:lnTo>
                          <a:pt x="10" y="19"/>
                        </a:lnTo>
                        <a:lnTo>
                          <a:pt x="10" y="17"/>
                        </a:lnTo>
                        <a:lnTo>
                          <a:pt x="9" y="16"/>
                        </a:lnTo>
                        <a:lnTo>
                          <a:pt x="9" y="17"/>
                        </a:lnTo>
                        <a:lnTo>
                          <a:pt x="6" y="17"/>
                        </a:lnTo>
                        <a:lnTo>
                          <a:pt x="3" y="17"/>
                        </a:lnTo>
                        <a:lnTo>
                          <a:pt x="2" y="17"/>
                        </a:lnTo>
                        <a:lnTo>
                          <a:pt x="0" y="16"/>
                        </a:lnTo>
                        <a:lnTo>
                          <a:pt x="0" y="15"/>
                        </a:lnTo>
                        <a:lnTo>
                          <a:pt x="2" y="12"/>
                        </a:lnTo>
                        <a:lnTo>
                          <a:pt x="3" y="11"/>
                        </a:lnTo>
                        <a:lnTo>
                          <a:pt x="2" y="9"/>
                        </a:lnTo>
                        <a:lnTo>
                          <a:pt x="0" y="8"/>
                        </a:lnTo>
                        <a:lnTo>
                          <a:pt x="0" y="7"/>
                        </a:lnTo>
                        <a:lnTo>
                          <a:pt x="2" y="5"/>
                        </a:lnTo>
                        <a:lnTo>
                          <a:pt x="2" y="2"/>
                        </a:lnTo>
                        <a:lnTo>
                          <a:pt x="3" y="1"/>
                        </a:lnTo>
                        <a:lnTo>
                          <a:pt x="6" y="1"/>
                        </a:lnTo>
                        <a:lnTo>
                          <a:pt x="6" y="2"/>
                        </a:lnTo>
                        <a:lnTo>
                          <a:pt x="7" y="4"/>
                        </a:lnTo>
                        <a:lnTo>
                          <a:pt x="9" y="5"/>
                        </a:lnTo>
                        <a:lnTo>
                          <a:pt x="10" y="5"/>
                        </a:lnTo>
                        <a:lnTo>
                          <a:pt x="11" y="5"/>
                        </a:lnTo>
                        <a:lnTo>
                          <a:pt x="10" y="7"/>
                        </a:lnTo>
                        <a:lnTo>
                          <a:pt x="10" y="7"/>
                        </a:lnTo>
                        <a:lnTo>
                          <a:pt x="10" y="8"/>
                        </a:lnTo>
                        <a:lnTo>
                          <a:pt x="13" y="9"/>
                        </a:lnTo>
                        <a:lnTo>
                          <a:pt x="14" y="8"/>
                        </a:lnTo>
                        <a:lnTo>
                          <a:pt x="14" y="7"/>
                        </a:lnTo>
                        <a:lnTo>
                          <a:pt x="13" y="7"/>
                        </a:lnTo>
                        <a:lnTo>
                          <a:pt x="14" y="5"/>
                        </a:lnTo>
                        <a:lnTo>
                          <a:pt x="17" y="7"/>
                        </a:lnTo>
                        <a:lnTo>
                          <a:pt x="21" y="9"/>
                        </a:lnTo>
                        <a:lnTo>
                          <a:pt x="25" y="11"/>
                        </a:lnTo>
                        <a:lnTo>
                          <a:pt x="28" y="9"/>
                        </a:lnTo>
                        <a:lnTo>
                          <a:pt x="29" y="8"/>
                        </a:lnTo>
                        <a:lnTo>
                          <a:pt x="37" y="4"/>
                        </a:lnTo>
                        <a:lnTo>
                          <a:pt x="41" y="2"/>
                        </a:lnTo>
                        <a:lnTo>
                          <a:pt x="45" y="0"/>
                        </a:lnTo>
                        <a:lnTo>
                          <a:pt x="47" y="0"/>
                        </a:lnTo>
                        <a:lnTo>
                          <a:pt x="48" y="1"/>
                        </a:lnTo>
                        <a:lnTo>
                          <a:pt x="49" y="2"/>
                        </a:lnTo>
                        <a:lnTo>
                          <a:pt x="51" y="2"/>
                        </a:lnTo>
                        <a:lnTo>
                          <a:pt x="56" y="2"/>
                        </a:lnTo>
                        <a:lnTo>
                          <a:pt x="59" y="2"/>
                        </a:lnTo>
                        <a:lnTo>
                          <a:pt x="64" y="7"/>
                        </a:lnTo>
                        <a:lnTo>
                          <a:pt x="67" y="9"/>
                        </a:lnTo>
                        <a:lnTo>
                          <a:pt x="67" y="11"/>
                        </a:lnTo>
                        <a:lnTo>
                          <a:pt x="70" y="11"/>
                        </a:lnTo>
                        <a:lnTo>
                          <a:pt x="70" y="12"/>
                        </a:lnTo>
                        <a:lnTo>
                          <a:pt x="70" y="15"/>
                        </a:lnTo>
                        <a:lnTo>
                          <a:pt x="70" y="16"/>
                        </a:lnTo>
                        <a:lnTo>
                          <a:pt x="71" y="19"/>
                        </a:lnTo>
                        <a:lnTo>
                          <a:pt x="70" y="23"/>
                        </a:lnTo>
                        <a:lnTo>
                          <a:pt x="68" y="26"/>
                        </a:lnTo>
                        <a:lnTo>
                          <a:pt x="67" y="27"/>
                        </a:lnTo>
                        <a:lnTo>
                          <a:pt x="66" y="27"/>
                        </a:lnTo>
                        <a:lnTo>
                          <a:pt x="64" y="3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1" name="Freeform 995"/>
                  <p:cNvSpPr>
                    <a:spLocks/>
                  </p:cNvSpPr>
                  <p:nvPr/>
                </p:nvSpPr>
                <p:spPr bwMode="auto">
                  <a:xfrm>
                    <a:off x="3262313" y="4256088"/>
                    <a:ext cx="76200" cy="73025"/>
                  </a:xfrm>
                  <a:custGeom>
                    <a:avLst/>
                    <a:gdLst/>
                    <a:ahLst/>
                    <a:cxnLst>
                      <a:cxn ang="0">
                        <a:pos x="42" y="42"/>
                      </a:cxn>
                      <a:cxn ang="0">
                        <a:pos x="44" y="43"/>
                      </a:cxn>
                      <a:cxn ang="0">
                        <a:pos x="44" y="46"/>
                      </a:cxn>
                      <a:cxn ang="0">
                        <a:pos x="41" y="44"/>
                      </a:cxn>
                      <a:cxn ang="0">
                        <a:pos x="38" y="43"/>
                      </a:cxn>
                      <a:cxn ang="0">
                        <a:pos x="37" y="38"/>
                      </a:cxn>
                      <a:cxn ang="0">
                        <a:pos x="34" y="38"/>
                      </a:cxn>
                      <a:cxn ang="0">
                        <a:pos x="35" y="39"/>
                      </a:cxn>
                      <a:cxn ang="0">
                        <a:pos x="37" y="43"/>
                      </a:cxn>
                      <a:cxn ang="0">
                        <a:pos x="34" y="43"/>
                      </a:cxn>
                      <a:cxn ang="0">
                        <a:pos x="29" y="39"/>
                      </a:cxn>
                      <a:cxn ang="0">
                        <a:pos x="31" y="35"/>
                      </a:cxn>
                      <a:cxn ang="0">
                        <a:pos x="27" y="29"/>
                      </a:cxn>
                      <a:cxn ang="0">
                        <a:pos x="23" y="27"/>
                      </a:cxn>
                      <a:cxn ang="0">
                        <a:pos x="19" y="21"/>
                      </a:cxn>
                      <a:cxn ang="0">
                        <a:pos x="16" y="17"/>
                      </a:cxn>
                      <a:cxn ang="0">
                        <a:pos x="11" y="15"/>
                      </a:cxn>
                      <a:cxn ang="0">
                        <a:pos x="11" y="17"/>
                      </a:cxn>
                      <a:cxn ang="0">
                        <a:pos x="15" y="23"/>
                      </a:cxn>
                      <a:cxn ang="0">
                        <a:pos x="12" y="25"/>
                      </a:cxn>
                      <a:cxn ang="0">
                        <a:pos x="8" y="21"/>
                      </a:cxn>
                      <a:cxn ang="0">
                        <a:pos x="1" y="17"/>
                      </a:cxn>
                      <a:cxn ang="0">
                        <a:pos x="1" y="12"/>
                      </a:cxn>
                      <a:cxn ang="0">
                        <a:pos x="3" y="8"/>
                      </a:cxn>
                      <a:cxn ang="0">
                        <a:pos x="0" y="6"/>
                      </a:cxn>
                      <a:cxn ang="0">
                        <a:pos x="3" y="2"/>
                      </a:cxn>
                      <a:cxn ang="0">
                        <a:pos x="3" y="1"/>
                      </a:cxn>
                      <a:cxn ang="0">
                        <a:pos x="8" y="0"/>
                      </a:cxn>
                      <a:cxn ang="0">
                        <a:pos x="18" y="2"/>
                      </a:cxn>
                      <a:cxn ang="0">
                        <a:pos x="23" y="4"/>
                      </a:cxn>
                      <a:cxn ang="0">
                        <a:pos x="25" y="5"/>
                      </a:cxn>
                      <a:cxn ang="0">
                        <a:pos x="30" y="8"/>
                      </a:cxn>
                      <a:cxn ang="0">
                        <a:pos x="30" y="9"/>
                      </a:cxn>
                      <a:cxn ang="0">
                        <a:pos x="34" y="8"/>
                      </a:cxn>
                      <a:cxn ang="0">
                        <a:pos x="37" y="9"/>
                      </a:cxn>
                      <a:cxn ang="0">
                        <a:pos x="38" y="16"/>
                      </a:cxn>
                      <a:cxn ang="0">
                        <a:pos x="42" y="20"/>
                      </a:cxn>
                      <a:cxn ang="0">
                        <a:pos x="46" y="23"/>
                      </a:cxn>
                      <a:cxn ang="0">
                        <a:pos x="48" y="25"/>
                      </a:cxn>
                      <a:cxn ang="0">
                        <a:pos x="45" y="25"/>
                      </a:cxn>
                      <a:cxn ang="0">
                        <a:pos x="42" y="31"/>
                      </a:cxn>
                      <a:cxn ang="0">
                        <a:pos x="44" y="34"/>
                      </a:cxn>
                      <a:cxn ang="0">
                        <a:pos x="44" y="38"/>
                      </a:cxn>
                      <a:cxn ang="0">
                        <a:pos x="42" y="42"/>
                      </a:cxn>
                      <a:cxn ang="0">
                        <a:pos x="42" y="42"/>
                      </a:cxn>
                    </a:cxnLst>
                    <a:rect l="0" t="0" r="r" b="b"/>
                    <a:pathLst>
                      <a:path w="48" h="46">
                        <a:moveTo>
                          <a:pt x="42" y="42"/>
                        </a:moveTo>
                        <a:lnTo>
                          <a:pt x="42" y="42"/>
                        </a:lnTo>
                        <a:lnTo>
                          <a:pt x="44" y="43"/>
                        </a:lnTo>
                        <a:lnTo>
                          <a:pt x="44" y="43"/>
                        </a:lnTo>
                        <a:lnTo>
                          <a:pt x="44" y="44"/>
                        </a:lnTo>
                        <a:lnTo>
                          <a:pt x="44" y="46"/>
                        </a:lnTo>
                        <a:lnTo>
                          <a:pt x="41" y="46"/>
                        </a:lnTo>
                        <a:lnTo>
                          <a:pt x="41" y="44"/>
                        </a:lnTo>
                        <a:lnTo>
                          <a:pt x="39" y="44"/>
                        </a:lnTo>
                        <a:lnTo>
                          <a:pt x="38" y="43"/>
                        </a:lnTo>
                        <a:lnTo>
                          <a:pt x="38" y="40"/>
                        </a:lnTo>
                        <a:lnTo>
                          <a:pt x="37" y="38"/>
                        </a:lnTo>
                        <a:lnTo>
                          <a:pt x="34" y="36"/>
                        </a:lnTo>
                        <a:lnTo>
                          <a:pt x="34" y="38"/>
                        </a:lnTo>
                        <a:lnTo>
                          <a:pt x="34" y="38"/>
                        </a:lnTo>
                        <a:lnTo>
                          <a:pt x="35" y="39"/>
                        </a:lnTo>
                        <a:lnTo>
                          <a:pt x="37" y="40"/>
                        </a:lnTo>
                        <a:lnTo>
                          <a:pt x="37" y="43"/>
                        </a:lnTo>
                        <a:lnTo>
                          <a:pt x="35" y="44"/>
                        </a:lnTo>
                        <a:lnTo>
                          <a:pt x="34" y="43"/>
                        </a:lnTo>
                        <a:lnTo>
                          <a:pt x="30" y="42"/>
                        </a:lnTo>
                        <a:lnTo>
                          <a:pt x="29" y="39"/>
                        </a:lnTo>
                        <a:lnTo>
                          <a:pt x="29" y="38"/>
                        </a:lnTo>
                        <a:lnTo>
                          <a:pt x="31" y="35"/>
                        </a:lnTo>
                        <a:lnTo>
                          <a:pt x="30" y="34"/>
                        </a:lnTo>
                        <a:lnTo>
                          <a:pt x="27" y="29"/>
                        </a:lnTo>
                        <a:lnTo>
                          <a:pt x="26" y="29"/>
                        </a:lnTo>
                        <a:lnTo>
                          <a:pt x="23" y="27"/>
                        </a:lnTo>
                        <a:lnTo>
                          <a:pt x="19" y="25"/>
                        </a:lnTo>
                        <a:lnTo>
                          <a:pt x="19" y="21"/>
                        </a:lnTo>
                        <a:lnTo>
                          <a:pt x="16" y="20"/>
                        </a:lnTo>
                        <a:lnTo>
                          <a:pt x="16" y="17"/>
                        </a:lnTo>
                        <a:lnTo>
                          <a:pt x="14" y="16"/>
                        </a:lnTo>
                        <a:lnTo>
                          <a:pt x="11" y="15"/>
                        </a:lnTo>
                        <a:lnTo>
                          <a:pt x="10" y="16"/>
                        </a:lnTo>
                        <a:lnTo>
                          <a:pt x="11" y="17"/>
                        </a:lnTo>
                        <a:lnTo>
                          <a:pt x="14" y="20"/>
                        </a:lnTo>
                        <a:lnTo>
                          <a:pt x="15" y="23"/>
                        </a:lnTo>
                        <a:lnTo>
                          <a:pt x="14" y="25"/>
                        </a:lnTo>
                        <a:lnTo>
                          <a:pt x="12" y="25"/>
                        </a:lnTo>
                        <a:lnTo>
                          <a:pt x="11" y="23"/>
                        </a:lnTo>
                        <a:lnTo>
                          <a:pt x="8" y="21"/>
                        </a:lnTo>
                        <a:lnTo>
                          <a:pt x="4" y="21"/>
                        </a:lnTo>
                        <a:lnTo>
                          <a:pt x="1" y="17"/>
                        </a:lnTo>
                        <a:lnTo>
                          <a:pt x="0" y="15"/>
                        </a:lnTo>
                        <a:lnTo>
                          <a:pt x="1" y="12"/>
                        </a:lnTo>
                        <a:lnTo>
                          <a:pt x="4" y="10"/>
                        </a:lnTo>
                        <a:lnTo>
                          <a:pt x="3" y="8"/>
                        </a:lnTo>
                        <a:lnTo>
                          <a:pt x="1" y="6"/>
                        </a:lnTo>
                        <a:lnTo>
                          <a:pt x="0" y="6"/>
                        </a:lnTo>
                        <a:lnTo>
                          <a:pt x="1" y="5"/>
                        </a:lnTo>
                        <a:lnTo>
                          <a:pt x="3" y="2"/>
                        </a:lnTo>
                        <a:lnTo>
                          <a:pt x="1" y="2"/>
                        </a:lnTo>
                        <a:lnTo>
                          <a:pt x="3" y="1"/>
                        </a:lnTo>
                        <a:lnTo>
                          <a:pt x="3" y="1"/>
                        </a:lnTo>
                        <a:lnTo>
                          <a:pt x="8" y="0"/>
                        </a:lnTo>
                        <a:lnTo>
                          <a:pt x="15" y="2"/>
                        </a:lnTo>
                        <a:lnTo>
                          <a:pt x="18" y="2"/>
                        </a:lnTo>
                        <a:lnTo>
                          <a:pt x="22" y="2"/>
                        </a:lnTo>
                        <a:lnTo>
                          <a:pt x="23" y="4"/>
                        </a:lnTo>
                        <a:lnTo>
                          <a:pt x="25" y="5"/>
                        </a:lnTo>
                        <a:lnTo>
                          <a:pt x="25" y="5"/>
                        </a:lnTo>
                        <a:lnTo>
                          <a:pt x="29" y="8"/>
                        </a:lnTo>
                        <a:lnTo>
                          <a:pt x="30" y="8"/>
                        </a:lnTo>
                        <a:lnTo>
                          <a:pt x="31" y="8"/>
                        </a:lnTo>
                        <a:lnTo>
                          <a:pt x="30" y="9"/>
                        </a:lnTo>
                        <a:lnTo>
                          <a:pt x="34" y="9"/>
                        </a:lnTo>
                        <a:lnTo>
                          <a:pt x="34" y="8"/>
                        </a:lnTo>
                        <a:lnTo>
                          <a:pt x="35" y="6"/>
                        </a:lnTo>
                        <a:lnTo>
                          <a:pt x="37" y="9"/>
                        </a:lnTo>
                        <a:lnTo>
                          <a:pt x="37" y="12"/>
                        </a:lnTo>
                        <a:lnTo>
                          <a:pt x="38" y="16"/>
                        </a:lnTo>
                        <a:lnTo>
                          <a:pt x="41" y="19"/>
                        </a:lnTo>
                        <a:lnTo>
                          <a:pt x="42" y="20"/>
                        </a:lnTo>
                        <a:lnTo>
                          <a:pt x="44" y="23"/>
                        </a:lnTo>
                        <a:lnTo>
                          <a:pt x="46" y="23"/>
                        </a:lnTo>
                        <a:lnTo>
                          <a:pt x="48" y="24"/>
                        </a:lnTo>
                        <a:lnTo>
                          <a:pt x="48" y="25"/>
                        </a:lnTo>
                        <a:lnTo>
                          <a:pt x="46" y="25"/>
                        </a:lnTo>
                        <a:lnTo>
                          <a:pt x="45" y="25"/>
                        </a:lnTo>
                        <a:lnTo>
                          <a:pt x="45" y="28"/>
                        </a:lnTo>
                        <a:lnTo>
                          <a:pt x="42" y="31"/>
                        </a:lnTo>
                        <a:lnTo>
                          <a:pt x="42" y="32"/>
                        </a:lnTo>
                        <a:lnTo>
                          <a:pt x="44" y="34"/>
                        </a:lnTo>
                        <a:lnTo>
                          <a:pt x="46" y="36"/>
                        </a:lnTo>
                        <a:lnTo>
                          <a:pt x="44" y="38"/>
                        </a:lnTo>
                        <a:lnTo>
                          <a:pt x="42" y="39"/>
                        </a:lnTo>
                        <a:lnTo>
                          <a:pt x="42" y="42"/>
                        </a:lnTo>
                        <a:lnTo>
                          <a:pt x="42" y="42"/>
                        </a:lnTo>
                        <a:lnTo>
                          <a:pt x="42" y="4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2" name="Freeform 997"/>
                  <p:cNvSpPr>
                    <a:spLocks/>
                  </p:cNvSpPr>
                  <p:nvPr/>
                </p:nvSpPr>
                <p:spPr bwMode="auto">
                  <a:xfrm>
                    <a:off x="3225800" y="4167188"/>
                    <a:ext cx="103188" cy="101600"/>
                  </a:xfrm>
                  <a:custGeom>
                    <a:avLst/>
                    <a:gdLst/>
                    <a:ahLst/>
                    <a:cxnLst>
                      <a:cxn ang="0">
                        <a:pos x="26" y="57"/>
                      </a:cxn>
                      <a:cxn ang="0">
                        <a:pos x="31" y="56"/>
                      </a:cxn>
                      <a:cxn ang="0">
                        <a:pos x="41" y="58"/>
                      </a:cxn>
                      <a:cxn ang="0">
                        <a:pos x="46" y="60"/>
                      </a:cxn>
                      <a:cxn ang="0">
                        <a:pos x="48" y="61"/>
                      </a:cxn>
                      <a:cxn ang="0">
                        <a:pos x="53" y="64"/>
                      </a:cxn>
                      <a:cxn ang="0">
                        <a:pos x="54" y="64"/>
                      </a:cxn>
                      <a:cxn ang="0">
                        <a:pos x="56" y="60"/>
                      </a:cxn>
                      <a:cxn ang="0">
                        <a:pos x="53" y="56"/>
                      </a:cxn>
                      <a:cxn ang="0">
                        <a:pos x="56" y="50"/>
                      </a:cxn>
                      <a:cxn ang="0">
                        <a:pos x="54" y="49"/>
                      </a:cxn>
                      <a:cxn ang="0">
                        <a:pos x="53" y="50"/>
                      </a:cxn>
                      <a:cxn ang="0">
                        <a:pos x="54" y="46"/>
                      </a:cxn>
                      <a:cxn ang="0">
                        <a:pos x="54" y="42"/>
                      </a:cxn>
                      <a:cxn ang="0">
                        <a:pos x="57" y="35"/>
                      </a:cxn>
                      <a:cxn ang="0">
                        <a:pos x="57" y="37"/>
                      </a:cxn>
                      <a:cxn ang="0">
                        <a:pos x="57" y="39"/>
                      </a:cxn>
                      <a:cxn ang="0">
                        <a:pos x="57" y="42"/>
                      </a:cxn>
                      <a:cxn ang="0">
                        <a:pos x="58" y="41"/>
                      </a:cxn>
                      <a:cxn ang="0">
                        <a:pos x="60" y="28"/>
                      </a:cxn>
                      <a:cxn ang="0">
                        <a:pos x="58" y="24"/>
                      </a:cxn>
                      <a:cxn ang="0">
                        <a:pos x="58" y="23"/>
                      </a:cxn>
                      <a:cxn ang="0">
                        <a:pos x="60" y="22"/>
                      </a:cxn>
                      <a:cxn ang="0">
                        <a:pos x="61" y="19"/>
                      </a:cxn>
                      <a:cxn ang="0">
                        <a:pos x="65" y="15"/>
                      </a:cxn>
                      <a:cxn ang="0">
                        <a:pos x="64" y="12"/>
                      </a:cxn>
                      <a:cxn ang="0">
                        <a:pos x="64" y="9"/>
                      </a:cxn>
                      <a:cxn ang="0">
                        <a:pos x="64" y="3"/>
                      </a:cxn>
                      <a:cxn ang="0">
                        <a:pos x="65" y="0"/>
                      </a:cxn>
                      <a:cxn ang="0">
                        <a:pos x="62" y="1"/>
                      </a:cxn>
                      <a:cxn ang="0">
                        <a:pos x="60" y="0"/>
                      </a:cxn>
                      <a:cxn ang="0">
                        <a:pos x="58" y="3"/>
                      </a:cxn>
                      <a:cxn ang="0">
                        <a:pos x="54" y="5"/>
                      </a:cxn>
                      <a:cxn ang="0">
                        <a:pos x="50" y="7"/>
                      </a:cxn>
                      <a:cxn ang="0">
                        <a:pos x="46" y="7"/>
                      </a:cxn>
                      <a:cxn ang="0">
                        <a:pos x="43" y="4"/>
                      </a:cxn>
                      <a:cxn ang="0">
                        <a:pos x="42" y="7"/>
                      </a:cxn>
                      <a:cxn ang="0">
                        <a:pos x="37" y="11"/>
                      </a:cxn>
                      <a:cxn ang="0">
                        <a:pos x="35" y="12"/>
                      </a:cxn>
                      <a:cxn ang="0">
                        <a:pos x="30" y="16"/>
                      </a:cxn>
                      <a:cxn ang="0">
                        <a:pos x="27" y="18"/>
                      </a:cxn>
                      <a:cxn ang="0">
                        <a:pos x="24" y="16"/>
                      </a:cxn>
                      <a:cxn ang="0">
                        <a:pos x="16" y="19"/>
                      </a:cxn>
                      <a:cxn ang="0">
                        <a:pos x="12" y="22"/>
                      </a:cxn>
                      <a:cxn ang="0">
                        <a:pos x="11" y="27"/>
                      </a:cxn>
                      <a:cxn ang="0">
                        <a:pos x="7" y="30"/>
                      </a:cxn>
                      <a:cxn ang="0">
                        <a:pos x="4" y="31"/>
                      </a:cxn>
                      <a:cxn ang="0">
                        <a:pos x="1" y="31"/>
                      </a:cxn>
                      <a:cxn ang="0">
                        <a:pos x="5" y="38"/>
                      </a:cxn>
                      <a:cxn ang="0">
                        <a:pos x="8" y="42"/>
                      </a:cxn>
                      <a:cxn ang="0">
                        <a:pos x="15" y="50"/>
                      </a:cxn>
                      <a:cxn ang="0">
                        <a:pos x="24" y="57"/>
                      </a:cxn>
                    </a:cxnLst>
                    <a:rect l="0" t="0" r="r" b="b"/>
                    <a:pathLst>
                      <a:path w="65" h="64">
                        <a:moveTo>
                          <a:pt x="24" y="58"/>
                        </a:moveTo>
                        <a:lnTo>
                          <a:pt x="26" y="57"/>
                        </a:lnTo>
                        <a:lnTo>
                          <a:pt x="26" y="57"/>
                        </a:lnTo>
                        <a:lnTo>
                          <a:pt x="31" y="56"/>
                        </a:lnTo>
                        <a:lnTo>
                          <a:pt x="38" y="58"/>
                        </a:lnTo>
                        <a:lnTo>
                          <a:pt x="41" y="58"/>
                        </a:lnTo>
                        <a:lnTo>
                          <a:pt x="45" y="58"/>
                        </a:lnTo>
                        <a:lnTo>
                          <a:pt x="46" y="60"/>
                        </a:lnTo>
                        <a:lnTo>
                          <a:pt x="48" y="61"/>
                        </a:lnTo>
                        <a:lnTo>
                          <a:pt x="48" y="61"/>
                        </a:lnTo>
                        <a:lnTo>
                          <a:pt x="52" y="64"/>
                        </a:lnTo>
                        <a:lnTo>
                          <a:pt x="53" y="64"/>
                        </a:lnTo>
                        <a:lnTo>
                          <a:pt x="54" y="64"/>
                        </a:lnTo>
                        <a:lnTo>
                          <a:pt x="54" y="64"/>
                        </a:lnTo>
                        <a:lnTo>
                          <a:pt x="56" y="62"/>
                        </a:lnTo>
                        <a:lnTo>
                          <a:pt x="56" y="60"/>
                        </a:lnTo>
                        <a:lnTo>
                          <a:pt x="53" y="58"/>
                        </a:lnTo>
                        <a:lnTo>
                          <a:pt x="53" y="56"/>
                        </a:lnTo>
                        <a:lnTo>
                          <a:pt x="54" y="52"/>
                        </a:lnTo>
                        <a:lnTo>
                          <a:pt x="56" y="50"/>
                        </a:lnTo>
                        <a:lnTo>
                          <a:pt x="56" y="47"/>
                        </a:lnTo>
                        <a:lnTo>
                          <a:pt x="54" y="49"/>
                        </a:lnTo>
                        <a:lnTo>
                          <a:pt x="54" y="50"/>
                        </a:lnTo>
                        <a:lnTo>
                          <a:pt x="53" y="50"/>
                        </a:lnTo>
                        <a:lnTo>
                          <a:pt x="53" y="49"/>
                        </a:lnTo>
                        <a:lnTo>
                          <a:pt x="54" y="46"/>
                        </a:lnTo>
                        <a:lnTo>
                          <a:pt x="56" y="43"/>
                        </a:lnTo>
                        <a:lnTo>
                          <a:pt x="54" y="42"/>
                        </a:lnTo>
                        <a:lnTo>
                          <a:pt x="54" y="39"/>
                        </a:lnTo>
                        <a:lnTo>
                          <a:pt x="57" y="35"/>
                        </a:lnTo>
                        <a:lnTo>
                          <a:pt x="57" y="35"/>
                        </a:lnTo>
                        <a:lnTo>
                          <a:pt x="57" y="37"/>
                        </a:lnTo>
                        <a:lnTo>
                          <a:pt x="57" y="37"/>
                        </a:lnTo>
                        <a:lnTo>
                          <a:pt x="57" y="39"/>
                        </a:lnTo>
                        <a:lnTo>
                          <a:pt x="57" y="39"/>
                        </a:lnTo>
                        <a:lnTo>
                          <a:pt x="57" y="42"/>
                        </a:lnTo>
                        <a:lnTo>
                          <a:pt x="58" y="42"/>
                        </a:lnTo>
                        <a:lnTo>
                          <a:pt x="58" y="41"/>
                        </a:lnTo>
                        <a:lnTo>
                          <a:pt x="60" y="35"/>
                        </a:lnTo>
                        <a:lnTo>
                          <a:pt x="60" y="28"/>
                        </a:lnTo>
                        <a:lnTo>
                          <a:pt x="60" y="27"/>
                        </a:lnTo>
                        <a:lnTo>
                          <a:pt x="58" y="24"/>
                        </a:lnTo>
                        <a:lnTo>
                          <a:pt x="58" y="24"/>
                        </a:lnTo>
                        <a:lnTo>
                          <a:pt x="58" y="23"/>
                        </a:lnTo>
                        <a:lnTo>
                          <a:pt x="58" y="22"/>
                        </a:lnTo>
                        <a:lnTo>
                          <a:pt x="60" y="22"/>
                        </a:lnTo>
                        <a:lnTo>
                          <a:pt x="61" y="23"/>
                        </a:lnTo>
                        <a:lnTo>
                          <a:pt x="61" y="19"/>
                        </a:lnTo>
                        <a:lnTo>
                          <a:pt x="64" y="16"/>
                        </a:lnTo>
                        <a:lnTo>
                          <a:pt x="65" y="15"/>
                        </a:lnTo>
                        <a:lnTo>
                          <a:pt x="65" y="13"/>
                        </a:lnTo>
                        <a:lnTo>
                          <a:pt x="64" y="12"/>
                        </a:lnTo>
                        <a:lnTo>
                          <a:pt x="64" y="11"/>
                        </a:lnTo>
                        <a:lnTo>
                          <a:pt x="64" y="9"/>
                        </a:lnTo>
                        <a:lnTo>
                          <a:pt x="64" y="7"/>
                        </a:lnTo>
                        <a:lnTo>
                          <a:pt x="64" y="3"/>
                        </a:lnTo>
                        <a:lnTo>
                          <a:pt x="65" y="1"/>
                        </a:lnTo>
                        <a:lnTo>
                          <a:pt x="65" y="0"/>
                        </a:lnTo>
                        <a:lnTo>
                          <a:pt x="64" y="1"/>
                        </a:lnTo>
                        <a:lnTo>
                          <a:pt x="62" y="1"/>
                        </a:lnTo>
                        <a:lnTo>
                          <a:pt x="61" y="0"/>
                        </a:lnTo>
                        <a:lnTo>
                          <a:pt x="60" y="0"/>
                        </a:lnTo>
                        <a:lnTo>
                          <a:pt x="58" y="1"/>
                        </a:lnTo>
                        <a:lnTo>
                          <a:pt x="58" y="3"/>
                        </a:lnTo>
                        <a:lnTo>
                          <a:pt x="56" y="4"/>
                        </a:lnTo>
                        <a:lnTo>
                          <a:pt x="54" y="5"/>
                        </a:lnTo>
                        <a:lnTo>
                          <a:pt x="52" y="5"/>
                        </a:lnTo>
                        <a:lnTo>
                          <a:pt x="50" y="7"/>
                        </a:lnTo>
                        <a:lnTo>
                          <a:pt x="49" y="7"/>
                        </a:lnTo>
                        <a:lnTo>
                          <a:pt x="46" y="7"/>
                        </a:lnTo>
                        <a:lnTo>
                          <a:pt x="46" y="5"/>
                        </a:lnTo>
                        <a:lnTo>
                          <a:pt x="43" y="4"/>
                        </a:lnTo>
                        <a:lnTo>
                          <a:pt x="43" y="4"/>
                        </a:lnTo>
                        <a:lnTo>
                          <a:pt x="42" y="7"/>
                        </a:lnTo>
                        <a:lnTo>
                          <a:pt x="39" y="7"/>
                        </a:lnTo>
                        <a:lnTo>
                          <a:pt x="37" y="11"/>
                        </a:lnTo>
                        <a:lnTo>
                          <a:pt x="37" y="12"/>
                        </a:lnTo>
                        <a:lnTo>
                          <a:pt x="35" y="12"/>
                        </a:lnTo>
                        <a:lnTo>
                          <a:pt x="33" y="15"/>
                        </a:lnTo>
                        <a:lnTo>
                          <a:pt x="30" y="16"/>
                        </a:lnTo>
                        <a:lnTo>
                          <a:pt x="29" y="18"/>
                        </a:lnTo>
                        <a:lnTo>
                          <a:pt x="27" y="18"/>
                        </a:lnTo>
                        <a:lnTo>
                          <a:pt x="26" y="18"/>
                        </a:lnTo>
                        <a:lnTo>
                          <a:pt x="24" y="16"/>
                        </a:lnTo>
                        <a:lnTo>
                          <a:pt x="20" y="16"/>
                        </a:lnTo>
                        <a:lnTo>
                          <a:pt x="16" y="19"/>
                        </a:lnTo>
                        <a:lnTo>
                          <a:pt x="12" y="19"/>
                        </a:lnTo>
                        <a:lnTo>
                          <a:pt x="12" y="22"/>
                        </a:lnTo>
                        <a:lnTo>
                          <a:pt x="12" y="23"/>
                        </a:lnTo>
                        <a:lnTo>
                          <a:pt x="11" y="27"/>
                        </a:lnTo>
                        <a:lnTo>
                          <a:pt x="11" y="30"/>
                        </a:lnTo>
                        <a:lnTo>
                          <a:pt x="7" y="30"/>
                        </a:lnTo>
                        <a:lnTo>
                          <a:pt x="4" y="30"/>
                        </a:lnTo>
                        <a:lnTo>
                          <a:pt x="4" y="31"/>
                        </a:lnTo>
                        <a:lnTo>
                          <a:pt x="3" y="31"/>
                        </a:lnTo>
                        <a:lnTo>
                          <a:pt x="1" y="31"/>
                        </a:lnTo>
                        <a:lnTo>
                          <a:pt x="0" y="31"/>
                        </a:lnTo>
                        <a:lnTo>
                          <a:pt x="5" y="38"/>
                        </a:lnTo>
                        <a:lnTo>
                          <a:pt x="8" y="39"/>
                        </a:lnTo>
                        <a:lnTo>
                          <a:pt x="8" y="42"/>
                        </a:lnTo>
                        <a:lnTo>
                          <a:pt x="12" y="45"/>
                        </a:lnTo>
                        <a:lnTo>
                          <a:pt x="15" y="50"/>
                        </a:lnTo>
                        <a:lnTo>
                          <a:pt x="22" y="57"/>
                        </a:lnTo>
                        <a:lnTo>
                          <a:pt x="24" y="57"/>
                        </a:lnTo>
                        <a:lnTo>
                          <a:pt x="24" y="5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3" name="Freeform 999"/>
                  <p:cNvSpPr>
                    <a:spLocks/>
                  </p:cNvSpPr>
                  <p:nvPr/>
                </p:nvSpPr>
                <p:spPr bwMode="auto">
                  <a:xfrm>
                    <a:off x="3179763" y="4141788"/>
                    <a:ext cx="152400" cy="73025"/>
                  </a:xfrm>
                  <a:custGeom>
                    <a:avLst/>
                    <a:gdLst/>
                    <a:ahLst/>
                    <a:cxnLst>
                      <a:cxn ang="0">
                        <a:pos x="36" y="46"/>
                      </a:cxn>
                      <a:cxn ang="0">
                        <a:pos x="40" y="43"/>
                      </a:cxn>
                      <a:cxn ang="0">
                        <a:pos x="41" y="38"/>
                      </a:cxn>
                      <a:cxn ang="0">
                        <a:pos x="45" y="35"/>
                      </a:cxn>
                      <a:cxn ang="0">
                        <a:pos x="53" y="32"/>
                      </a:cxn>
                      <a:cxn ang="0">
                        <a:pos x="56" y="34"/>
                      </a:cxn>
                      <a:cxn ang="0">
                        <a:pos x="59" y="32"/>
                      </a:cxn>
                      <a:cxn ang="0">
                        <a:pos x="64" y="28"/>
                      </a:cxn>
                      <a:cxn ang="0">
                        <a:pos x="66" y="27"/>
                      </a:cxn>
                      <a:cxn ang="0">
                        <a:pos x="71" y="23"/>
                      </a:cxn>
                      <a:cxn ang="0">
                        <a:pos x="72" y="20"/>
                      </a:cxn>
                      <a:cxn ang="0">
                        <a:pos x="75" y="23"/>
                      </a:cxn>
                      <a:cxn ang="0">
                        <a:pos x="79" y="23"/>
                      </a:cxn>
                      <a:cxn ang="0">
                        <a:pos x="83" y="21"/>
                      </a:cxn>
                      <a:cxn ang="0">
                        <a:pos x="87" y="19"/>
                      </a:cxn>
                      <a:cxn ang="0">
                        <a:pos x="89" y="16"/>
                      </a:cxn>
                      <a:cxn ang="0">
                        <a:pos x="91" y="17"/>
                      </a:cxn>
                      <a:cxn ang="0">
                        <a:pos x="94" y="16"/>
                      </a:cxn>
                      <a:cxn ang="0">
                        <a:pos x="94" y="15"/>
                      </a:cxn>
                      <a:cxn ang="0">
                        <a:pos x="89" y="10"/>
                      </a:cxn>
                      <a:cxn ang="0">
                        <a:pos x="90" y="13"/>
                      </a:cxn>
                      <a:cxn ang="0">
                        <a:pos x="83" y="13"/>
                      </a:cxn>
                      <a:cxn ang="0">
                        <a:pos x="79" y="10"/>
                      </a:cxn>
                      <a:cxn ang="0">
                        <a:pos x="77" y="10"/>
                      </a:cxn>
                      <a:cxn ang="0">
                        <a:pos x="78" y="8"/>
                      </a:cxn>
                      <a:cxn ang="0">
                        <a:pos x="82" y="8"/>
                      </a:cxn>
                      <a:cxn ang="0">
                        <a:pos x="86" y="9"/>
                      </a:cxn>
                      <a:cxn ang="0">
                        <a:pos x="81" y="5"/>
                      </a:cxn>
                      <a:cxn ang="0">
                        <a:pos x="75" y="5"/>
                      </a:cxn>
                      <a:cxn ang="0">
                        <a:pos x="74" y="6"/>
                      </a:cxn>
                      <a:cxn ang="0">
                        <a:pos x="66" y="5"/>
                      </a:cxn>
                      <a:cxn ang="0">
                        <a:pos x="56" y="1"/>
                      </a:cxn>
                      <a:cxn ang="0">
                        <a:pos x="52" y="2"/>
                      </a:cxn>
                      <a:cxn ang="0">
                        <a:pos x="51" y="4"/>
                      </a:cxn>
                      <a:cxn ang="0">
                        <a:pos x="48" y="4"/>
                      </a:cxn>
                      <a:cxn ang="0">
                        <a:pos x="37" y="5"/>
                      </a:cxn>
                      <a:cxn ang="0">
                        <a:pos x="25" y="6"/>
                      </a:cxn>
                      <a:cxn ang="0">
                        <a:pos x="22" y="6"/>
                      </a:cxn>
                      <a:cxn ang="0">
                        <a:pos x="19" y="10"/>
                      </a:cxn>
                      <a:cxn ang="0">
                        <a:pos x="14" y="12"/>
                      </a:cxn>
                      <a:cxn ang="0">
                        <a:pos x="7" y="19"/>
                      </a:cxn>
                      <a:cxn ang="0">
                        <a:pos x="6" y="25"/>
                      </a:cxn>
                      <a:cxn ang="0">
                        <a:pos x="3" y="28"/>
                      </a:cxn>
                      <a:cxn ang="0">
                        <a:pos x="2" y="29"/>
                      </a:cxn>
                      <a:cxn ang="0">
                        <a:pos x="3" y="40"/>
                      </a:cxn>
                      <a:cxn ang="0">
                        <a:pos x="9" y="42"/>
                      </a:cxn>
                      <a:cxn ang="0">
                        <a:pos x="14" y="43"/>
                      </a:cxn>
                      <a:cxn ang="0">
                        <a:pos x="13" y="42"/>
                      </a:cxn>
                      <a:cxn ang="0">
                        <a:pos x="18" y="44"/>
                      </a:cxn>
                      <a:cxn ang="0">
                        <a:pos x="26" y="46"/>
                      </a:cxn>
                      <a:cxn ang="0">
                        <a:pos x="26" y="42"/>
                      </a:cxn>
                      <a:cxn ang="0">
                        <a:pos x="29" y="42"/>
                      </a:cxn>
                      <a:cxn ang="0">
                        <a:pos x="32" y="43"/>
                      </a:cxn>
                      <a:cxn ang="0">
                        <a:pos x="33" y="43"/>
                      </a:cxn>
                      <a:cxn ang="0">
                        <a:pos x="33" y="46"/>
                      </a:cxn>
                    </a:cxnLst>
                    <a:rect l="0" t="0" r="r" b="b"/>
                    <a:pathLst>
                      <a:path w="96" h="46">
                        <a:moveTo>
                          <a:pt x="33" y="46"/>
                        </a:moveTo>
                        <a:lnTo>
                          <a:pt x="36" y="46"/>
                        </a:lnTo>
                        <a:lnTo>
                          <a:pt x="40" y="46"/>
                        </a:lnTo>
                        <a:lnTo>
                          <a:pt x="40" y="43"/>
                        </a:lnTo>
                        <a:lnTo>
                          <a:pt x="41" y="39"/>
                        </a:lnTo>
                        <a:lnTo>
                          <a:pt x="41" y="38"/>
                        </a:lnTo>
                        <a:lnTo>
                          <a:pt x="41" y="35"/>
                        </a:lnTo>
                        <a:lnTo>
                          <a:pt x="45" y="35"/>
                        </a:lnTo>
                        <a:lnTo>
                          <a:pt x="49" y="32"/>
                        </a:lnTo>
                        <a:lnTo>
                          <a:pt x="53" y="32"/>
                        </a:lnTo>
                        <a:lnTo>
                          <a:pt x="55" y="34"/>
                        </a:lnTo>
                        <a:lnTo>
                          <a:pt x="56" y="34"/>
                        </a:lnTo>
                        <a:lnTo>
                          <a:pt x="58" y="34"/>
                        </a:lnTo>
                        <a:lnTo>
                          <a:pt x="59" y="32"/>
                        </a:lnTo>
                        <a:lnTo>
                          <a:pt x="62" y="31"/>
                        </a:lnTo>
                        <a:lnTo>
                          <a:pt x="64" y="28"/>
                        </a:lnTo>
                        <a:lnTo>
                          <a:pt x="66" y="28"/>
                        </a:lnTo>
                        <a:lnTo>
                          <a:pt x="66" y="27"/>
                        </a:lnTo>
                        <a:lnTo>
                          <a:pt x="68" y="23"/>
                        </a:lnTo>
                        <a:lnTo>
                          <a:pt x="71" y="23"/>
                        </a:lnTo>
                        <a:lnTo>
                          <a:pt x="72" y="20"/>
                        </a:lnTo>
                        <a:lnTo>
                          <a:pt x="72" y="20"/>
                        </a:lnTo>
                        <a:lnTo>
                          <a:pt x="75" y="21"/>
                        </a:lnTo>
                        <a:lnTo>
                          <a:pt x="75" y="23"/>
                        </a:lnTo>
                        <a:lnTo>
                          <a:pt x="78" y="23"/>
                        </a:lnTo>
                        <a:lnTo>
                          <a:pt x="79" y="23"/>
                        </a:lnTo>
                        <a:lnTo>
                          <a:pt x="81" y="21"/>
                        </a:lnTo>
                        <a:lnTo>
                          <a:pt x="83" y="21"/>
                        </a:lnTo>
                        <a:lnTo>
                          <a:pt x="85" y="20"/>
                        </a:lnTo>
                        <a:lnTo>
                          <a:pt x="87" y="19"/>
                        </a:lnTo>
                        <a:lnTo>
                          <a:pt x="87" y="17"/>
                        </a:lnTo>
                        <a:lnTo>
                          <a:pt x="89" y="16"/>
                        </a:lnTo>
                        <a:lnTo>
                          <a:pt x="90" y="16"/>
                        </a:lnTo>
                        <a:lnTo>
                          <a:pt x="91" y="17"/>
                        </a:lnTo>
                        <a:lnTo>
                          <a:pt x="93" y="17"/>
                        </a:lnTo>
                        <a:lnTo>
                          <a:pt x="94" y="16"/>
                        </a:lnTo>
                        <a:lnTo>
                          <a:pt x="96" y="16"/>
                        </a:lnTo>
                        <a:lnTo>
                          <a:pt x="94" y="15"/>
                        </a:lnTo>
                        <a:lnTo>
                          <a:pt x="91" y="12"/>
                        </a:lnTo>
                        <a:lnTo>
                          <a:pt x="89" y="10"/>
                        </a:lnTo>
                        <a:lnTo>
                          <a:pt x="89" y="10"/>
                        </a:lnTo>
                        <a:lnTo>
                          <a:pt x="90" y="13"/>
                        </a:lnTo>
                        <a:lnTo>
                          <a:pt x="86" y="13"/>
                        </a:lnTo>
                        <a:lnTo>
                          <a:pt x="83" y="13"/>
                        </a:lnTo>
                        <a:lnTo>
                          <a:pt x="82" y="12"/>
                        </a:lnTo>
                        <a:lnTo>
                          <a:pt x="79" y="10"/>
                        </a:lnTo>
                        <a:lnTo>
                          <a:pt x="77" y="10"/>
                        </a:lnTo>
                        <a:lnTo>
                          <a:pt x="77" y="10"/>
                        </a:lnTo>
                        <a:lnTo>
                          <a:pt x="79" y="9"/>
                        </a:lnTo>
                        <a:lnTo>
                          <a:pt x="78" y="8"/>
                        </a:lnTo>
                        <a:lnTo>
                          <a:pt x="79" y="8"/>
                        </a:lnTo>
                        <a:lnTo>
                          <a:pt x="82" y="8"/>
                        </a:lnTo>
                        <a:lnTo>
                          <a:pt x="86" y="9"/>
                        </a:lnTo>
                        <a:lnTo>
                          <a:pt x="86" y="9"/>
                        </a:lnTo>
                        <a:lnTo>
                          <a:pt x="83" y="6"/>
                        </a:lnTo>
                        <a:lnTo>
                          <a:pt x="81" y="5"/>
                        </a:lnTo>
                        <a:lnTo>
                          <a:pt x="78" y="5"/>
                        </a:lnTo>
                        <a:lnTo>
                          <a:pt x="75" y="5"/>
                        </a:lnTo>
                        <a:lnTo>
                          <a:pt x="74" y="5"/>
                        </a:lnTo>
                        <a:lnTo>
                          <a:pt x="74" y="6"/>
                        </a:lnTo>
                        <a:lnTo>
                          <a:pt x="71" y="5"/>
                        </a:lnTo>
                        <a:lnTo>
                          <a:pt x="66" y="5"/>
                        </a:lnTo>
                        <a:lnTo>
                          <a:pt x="59" y="4"/>
                        </a:lnTo>
                        <a:lnTo>
                          <a:pt x="56" y="1"/>
                        </a:lnTo>
                        <a:lnTo>
                          <a:pt x="53" y="0"/>
                        </a:lnTo>
                        <a:lnTo>
                          <a:pt x="52" y="2"/>
                        </a:lnTo>
                        <a:lnTo>
                          <a:pt x="53" y="2"/>
                        </a:lnTo>
                        <a:lnTo>
                          <a:pt x="51" y="4"/>
                        </a:lnTo>
                        <a:lnTo>
                          <a:pt x="49" y="5"/>
                        </a:lnTo>
                        <a:lnTo>
                          <a:pt x="48" y="4"/>
                        </a:lnTo>
                        <a:lnTo>
                          <a:pt x="43" y="5"/>
                        </a:lnTo>
                        <a:lnTo>
                          <a:pt x="37" y="5"/>
                        </a:lnTo>
                        <a:lnTo>
                          <a:pt x="28" y="5"/>
                        </a:lnTo>
                        <a:lnTo>
                          <a:pt x="25" y="6"/>
                        </a:lnTo>
                        <a:lnTo>
                          <a:pt x="22" y="5"/>
                        </a:lnTo>
                        <a:lnTo>
                          <a:pt x="22" y="6"/>
                        </a:lnTo>
                        <a:lnTo>
                          <a:pt x="21" y="8"/>
                        </a:lnTo>
                        <a:lnTo>
                          <a:pt x="19" y="10"/>
                        </a:lnTo>
                        <a:lnTo>
                          <a:pt x="15" y="13"/>
                        </a:lnTo>
                        <a:lnTo>
                          <a:pt x="14" y="12"/>
                        </a:lnTo>
                        <a:lnTo>
                          <a:pt x="10" y="16"/>
                        </a:lnTo>
                        <a:lnTo>
                          <a:pt x="7" y="19"/>
                        </a:lnTo>
                        <a:lnTo>
                          <a:pt x="9" y="21"/>
                        </a:lnTo>
                        <a:lnTo>
                          <a:pt x="6" y="25"/>
                        </a:lnTo>
                        <a:lnTo>
                          <a:pt x="3" y="28"/>
                        </a:lnTo>
                        <a:lnTo>
                          <a:pt x="3" y="28"/>
                        </a:lnTo>
                        <a:lnTo>
                          <a:pt x="3" y="29"/>
                        </a:lnTo>
                        <a:lnTo>
                          <a:pt x="2" y="29"/>
                        </a:lnTo>
                        <a:lnTo>
                          <a:pt x="0" y="36"/>
                        </a:lnTo>
                        <a:lnTo>
                          <a:pt x="3" y="40"/>
                        </a:lnTo>
                        <a:lnTo>
                          <a:pt x="5" y="40"/>
                        </a:lnTo>
                        <a:lnTo>
                          <a:pt x="9" y="42"/>
                        </a:lnTo>
                        <a:lnTo>
                          <a:pt x="14" y="44"/>
                        </a:lnTo>
                        <a:lnTo>
                          <a:pt x="14" y="43"/>
                        </a:lnTo>
                        <a:lnTo>
                          <a:pt x="11" y="42"/>
                        </a:lnTo>
                        <a:lnTo>
                          <a:pt x="13" y="42"/>
                        </a:lnTo>
                        <a:lnTo>
                          <a:pt x="15" y="42"/>
                        </a:lnTo>
                        <a:lnTo>
                          <a:pt x="18" y="44"/>
                        </a:lnTo>
                        <a:lnTo>
                          <a:pt x="19" y="46"/>
                        </a:lnTo>
                        <a:lnTo>
                          <a:pt x="26" y="46"/>
                        </a:lnTo>
                        <a:lnTo>
                          <a:pt x="28" y="43"/>
                        </a:lnTo>
                        <a:lnTo>
                          <a:pt x="26" y="42"/>
                        </a:lnTo>
                        <a:lnTo>
                          <a:pt x="28" y="42"/>
                        </a:lnTo>
                        <a:lnTo>
                          <a:pt x="29" y="42"/>
                        </a:lnTo>
                        <a:lnTo>
                          <a:pt x="30" y="43"/>
                        </a:lnTo>
                        <a:lnTo>
                          <a:pt x="32" y="43"/>
                        </a:lnTo>
                        <a:lnTo>
                          <a:pt x="32" y="42"/>
                        </a:lnTo>
                        <a:lnTo>
                          <a:pt x="33" y="43"/>
                        </a:lnTo>
                        <a:lnTo>
                          <a:pt x="33" y="44"/>
                        </a:lnTo>
                        <a:lnTo>
                          <a:pt x="33" y="46"/>
                        </a:lnTo>
                        <a:lnTo>
                          <a:pt x="33" y="4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304" name="Freeform 1003"/>
                  <p:cNvSpPr>
                    <a:spLocks/>
                  </p:cNvSpPr>
                  <p:nvPr/>
                </p:nvSpPr>
                <p:spPr bwMode="auto">
                  <a:xfrm>
                    <a:off x="3194050" y="4087813"/>
                    <a:ext cx="25400" cy="57150"/>
                  </a:xfrm>
                  <a:custGeom>
                    <a:avLst/>
                    <a:gdLst/>
                    <a:ahLst/>
                    <a:cxnLst>
                      <a:cxn ang="0">
                        <a:pos x="0" y="9"/>
                      </a:cxn>
                      <a:cxn ang="0">
                        <a:pos x="0" y="9"/>
                      </a:cxn>
                      <a:cxn ang="0">
                        <a:pos x="1" y="8"/>
                      </a:cxn>
                      <a:cxn ang="0">
                        <a:pos x="2" y="6"/>
                      </a:cxn>
                      <a:cxn ang="0">
                        <a:pos x="4" y="6"/>
                      </a:cxn>
                      <a:cxn ang="0">
                        <a:pos x="4" y="8"/>
                      </a:cxn>
                      <a:cxn ang="0">
                        <a:pos x="5" y="8"/>
                      </a:cxn>
                      <a:cxn ang="0">
                        <a:pos x="5" y="8"/>
                      </a:cxn>
                      <a:cxn ang="0">
                        <a:pos x="6" y="8"/>
                      </a:cxn>
                      <a:cxn ang="0">
                        <a:pos x="6" y="6"/>
                      </a:cxn>
                      <a:cxn ang="0">
                        <a:pos x="8" y="4"/>
                      </a:cxn>
                      <a:cxn ang="0">
                        <a:pos x="9" y="2"/>
                      </a:cxn>
                      <a:cxn ang="0">
                        <a:pos x="9" y="1"/>
                      </a:cxn>
                      <a:cxn ang="0">
                        <a:pos x="10" y="0"/>
                      </a:cxn>
                      <a:cxn ang="0">
                        <a:pos x="12" y="0"/>
                      </a:cxn>
                      <a:cxn ang="0">
                        <a:pos x="13" y="1"/>
                      </a:cxn>
                      <a:cxn ang="0">
                        <a:pos x="15" y="0"/>
                      </a:cxn>
                      <a:cxn ang="0">
                        <a:pos x="16" y="0"/>
                      </a:cxn>
                      <a:cxn ang="0">
                        <a:pos x="16" y="2"/>
                      </a:cxn>
                      <a:cxn ang="0">
                        <a:pos x="16" y="4"/>
                      </a:cxn>
                      <a:cxn ang="0">
                        <a:pos x="16" y="11"/>
                      </a:cxn>
                      <a:cxn ang="0">
                        <a:pos x="15" y="13"/>
                      </a:cxn>
                      <a:cxn ang="0">
                        <a:pos x="13" y="17"/>
                      </a:cxn>
                      <a:cxn ang="0">
                        <a:pos x="15" y="19"/>
                      </a:cxn>
                      <a:cxn ang="0">
                        <a:pos x="15" y="23"/>
                      </a:cxn>
                      <a:cxn ang="0">
                        <a:pos x="13" y="27"/>
                      </a:cxn>
                      <a:cxn ang="0">
                        <a:pos x="9" y="32"/>
                      </a:cxn>
                      <a:cxn ang="0">
                        <a:pos x="8" y="31"/>
                      </a:cxn>
                      <a:cxn ang="0">
                        <a:pos x="5" y="34"/>
                      </a:cxn>
                      <a:cxn ang="0">
                        <a:pos x="4" y="36"/>
                      </a:cxn>
                      <a:cxn ang="0">
                        <a:pos x="4" y="36"/>
                      </a:cxn>
                      <a:cxn ang="0">
                        <a:pos x="2" y="36"/>
                      </a:cxn>
                      <a:cxn ang="0">
                        <a:pos x="2" y="36"/>
                      </a:cxn>
                      <a:cxn ang="0">
                        <a:pos x="0" y="36"/>
                      </a:cxn>
                      <a:cxn ang="0">
                        <a:pos x="0" y="9"/>
                      </a:cxn>
                      <a:cxn ang="0">
                        <a:pos x="0" y="9"/>
                      </a:cxn>
                    </a:cxnLst>
                    <a:rect l="0" t="0" r="r" b="b"/>
                    <a:pathLst>
                      <a:path w="16" h="36">
                        <a:moveTo>
                          <a:pt x="0" y="9"/>
                        </a:moveTo>
                        <a:lnTo>
                          <a:pt x="0" y="9"/>
                        </a:lnTo>
                        <a:lnTo>
                          <a:pt x="1" y="8"/>
                        </a:lnTo>
                        <a:lnTo>
                          <a:pt x="2" y="6"/>
                        </a:lnTo>
                        <a:lnTo>
                          <a:pt x="4" y="6"/>
                        </a:lnTo>
                        <a:lnTo>
                          <a:pt x="4" y="8"/>
                        </a:lnTo>
                        <a:lnTo>
                          <a:pt x="5" y="8"/>
                        </a:lnTo>
                        <a:lnTo>
                          <a:pt x="5" y="8"/>
                        </a:lnTo>
                        <a:lnTo>
                          <a:pt x="6" y="8"/>
                        </a:lnTo>
                        <a:lnTo>
                          <a:pt x="6" y="6"/>
                        </a:lnTo>
                        <a:lnTo>
                          <a:pt x="8" y="4"/>
                        </a:lnTo>
                        <a:lnTo>
                          <a:pt x="9" y="2"/>
                        </a:lnTo>
                        <a:lnTo>
                          <a:pt x="9" y="1"/>
                        </a:lnTo>
                        <a:lnTo>
                          <a:pt x="10" y="0"/>
                        </a:lnTo>
                        <a:lnTo>
                          <a:pt x="12" y="0"/>
                        </a:lnTo>
                        <a:lnTo>
                          <a:pt x="13" y="1"/>
                        </a:lnTo>
                        <a:lnTo>
                          <a:pt x="15" y="0"/>
                        </a:lnTo>
                        <a:lnTo>
                          <a:pt x="16" y="0"/>
                        </a:lnTo>
                        <a:lnTo>
                          <a:pt x="16" y="2"/>
                        </a:lnTo>
                        <a:lnTo>
                          <a:pt x="16" y="4"/>
                        </a:lnTo>
                        <a:lnTo>
                          <a:pt x="16" y="11"/>
                        </a:lnTo>
                        <a:lnTo>
                          <a:pt x="15" y="13"/>
                        </a:lnTo>
                        <a:lnTo>
                          <a:pt x="13" y="17"/>
                        </a:lnTo>
                        <a:lnTo>
                          <a:pt x="15" y="19"/>
                        </a:lnTo>
                        <a:lnTo>
                          <a:pt x="15" y="23"/>
                        </a:lnTo>
                        <a:lnTo>
                          <a:pt x="13" y="27"/>
                        </a:lnTo>
                        <a:lnTo>
                          <a:pt x="9" y="32"/>
                        </a:lnTo>
                        <a:lnTo>
                          <a:pt x="8" y="31"/>
                        </a:lnTo>
                        <a:lnTo>
                          <a:pt x="5" y="34"/>
                        </a:lnTo>
                        <a:lnTo>
                          <a:pt x="4" y="36"/>
                        </a:lnTo>
                        <a:lnTo>
                          <a:pt x="4" y="36"/>
                        </a:lnTo>
                        <a:lnTo>
                          <a:pt x="2" y="36"/>
                        </a:lnTo>
                        <a:lnTo>
                          <a:pt x="2" y="36"/>
                        </a:lnTo>
                        <a:lnTo>
                          <a:pt x="0" y="36"/>
                        </a:lnTo>
                        <a:lnTo>
                          <a:pt x="0" y="9"/>
                        </a:lnTo>
                        <a:lnTo>
                          <a:pt x="0" y="9"/>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grpSp>
            <p:sp>
              <p:nvSpPr>
                <p:cNvPr id="283" name="Freeform 1005"/>
                <p:cNvSpPr>
                  <a:spLocks/>
                </p:cNvSpPr>
                <p:nvPr/>
              </p:nvSpPr>
              <p:spPr bwMode="auto">
                <a:xfrm>
                  <a:off x="3157735" y="4439809"/>
                  <a:ext cx="73179" cy="110707"/>
                </a:xfrm>
                <a:custGeom>
                  <a:avLst/>
                  <a:gdLst/>
                  <a:ahLst/>
                  <a:cxnLst>
                    <a:cxn ang="0">
                      <a:pos x="0" y="46"/>
                    </a:cxn>
                    <a:cxn ang="0">
                      <a:pos x="0" y="48"/>
                    </a:cxn>
                    <a:cxn ang="0">
                      <a:pos x="1" y="50"/>
                    </a:cxn>
                    <a:cxn ang="0">
                      <a:pos x="3" y="50"/>
                    </a:cxn>
                    <a:cxn ang="0">
                      <a:pos x="3" y="52"/>
                    </a:cxn>
                    <a:cxn ang="0">
                      <a:pos x="4" y="54"/>
                    </a:cxn>
                    <a:cxn ang="0">
                      <a:pos x="7" y="54"/>
                    </a:cxn>
                    <a:cxn ang="0">
                      <a:pos x="8" y="53"/>
                    </a:cxn>
                    <a:cxn ang="0">
                      <a:pos x="10" y="52"/>
                    </a:cxn>
                    <a:cxn ang="0">
                      <a:pos x="12" y="52"/>
                    </a:cxn>
                    <a:cxn ang="0">
                      <a:pos x="12" y="53"/>
                    </a:cxn>
                    <a:cxn ang="0">
                      <a:pos x="14" y="54"/>
                    </a:cxn>
                    <a:cxn ang="0">
                      <a:pos x="14" y="57"/>
                    </a:cxn>
                    <a:cxn ang="0">
                      <a:pos x="15" y="59"/>
                    </a:cxn>
                    <a:cxn ang="0">
                      <a:pos x="18" y="56"/>
                    </a:cxn>
                    <a:cxn ang="0">
                      <a:pos x="18" y="54"/>
                    </a:cxn>
                    <a:cxn ang="0">
                      <a:pos x="19" y="53"/>
                    </a:cxn>
                    <a:cxn ang="0">
                      <a:pos x="22" y="53"/>
                    </a:cxn>
                    <a:cxn ang="0">
                      <a:pos x="23" y="49"/>
                    </a:cxn>
                    <a:cxn ang="0">
                      <a:pos x="26" y="45"/>
                    </a:cxn>
                    <a:cxn ang="0">
                      <a:pos x="29" y="40"/>
                    </a:cxn>
                    <a:cxn ang="0">
                      <a:pos x="29" y="37"/>
                    </a:cxn>
                    <a:cxn ang="0">
                      <a:pos x="33" y="33"/>
                    </a:cxn>
                    <a:cxn ang="0">
                      <a:pos x="35" y="27"/>
                    </a:cxn>
                    <a:cxn ang="0">
                      <a:pos x="37" y="26"/>
                    </a:cxn>
                    <a:cxn ang="0">
                      <a:pos x="37" y="26"/>
                    </a:cxn>
                    <a:cxn ang="0">
                      <a:pos x="39" y="23"/>
                    </a:cxn>
                    <a:cxn ang="0">
                      <a:pos x="39" y="19"/>
                    </a:cxn>
                    <a:cxn ang="0">
                      <a:pos x="37" y="16"/>
                    </a:cxn>
                    <a:cxn ang="0">
                      <a:pos x="35" y="18"/>
                    </a:cxn>
                    <a:cxn ang="0">
                      <a:pos x="34" y="16"/>
                    </a:cxn>
                    <a:cxn ang="0">
                      <a:pos x="34" y="14"/>
                    </a:cxn>
                    <a:cxn ang="0">
                      <a:pos x="29" y="8"/>
                    </a:cxn>
                    <a:cxn ang="0">
                      <a:pos x="27" y="8"/>
                    </a:cxn>
                    <a:cxn ang="0">
                      <a:pos x="25" y="6"/>
                    </a:cxn>
                    <a:cxn ang="0">
                      <a:pos x="16" y="3"/>
                    </a:cxn>
                    <a:cxn ang="0">
                      <a:pos x="12" y="0"/>
                    </a:cxn>
                    <a:cxn ang="0">
                      <a:pos x="8" y="0"/>
                    </a:cxn>
                    <a:cxn ang="0">
                      <a:pos x="6" y="3"/>
                    </a:cxn>
                    <a:cxn ang="0">
                      <a:pos x="3" y="4"/>
                    </a:cxn>
                    <a:cxn ang="0">
                      <a:pos x="3" y="4"/>
                    </a:cxn>
                    <a:cxn ang="0">
                      <a:pos x="3" y="4"/>
                    </a:cxn>
                    <a:cxn ang="0">
                      <a:pos x="1" y="6"/>
                    </a:cxn>
                    <a:cxn ang="0">
                      <a:pos x="0" y="8"/>
                    </a:cxn>
                    <a:cxn ang="0">
                      <a:pos x="0" y="12"/>
                    </a:cxn>
                    <a:cxn ang="0">
                      <a:pos x="1" y="15"/>
                    </a:cxn>
                    <a:cxn ang="0">
                      <a:pos x="0" y="18"/>
                    </a:cxn>
                    <a:cxn ang="0">
                      <a:pos x="0" y="20"/>
                    </a:cxn>
                    <a:cxn ang="0">
                      <a:pos x="3" y="22"/>
                    </a:cxn>
                    <a:cxn ang="0">
                      <a:pos x="4" y="25"/>
                    </a:cxn>
                    <a:cxn ang="0">
                      <a:pos x="6" y="27"/>
                    </a:cxn>
                    <a:cxn ang="0">
                      <a:pos x="7" y="30"/>
                    </a:cxn>
                    <a:cxn ang="0">
                      <a:pos x="7" y="31"/>
                    </a:cxn>
                    <a:cxn ang="0">
                      <a:pos x="7" y="33"/>
                    </a:cxn>
                    <a:cxn ang="0">
                      <a:pos x="4" y="35"/>
                    </a:cxn>
                    <a:cxn ang="0">
                      <a:pos x="4" y="40"/>
                    </a:cxn>
                    <a:cxn ang="0">
                      <a:pos x="6" y="41"/>
                    </a:cxn>
                    <a:cxn ang="0">
                      <a:pos x="4" y="44"/>
                    </a:cxn>
                    <a:cxn ang="0">
                      <a:pos x="1" y="46"/>
                    </a:cxn>
                    <a:cxn ang="0">
                      <a:pos x="0" y="46"/>
                    </a:cxn>
                  </a:cxnLst>
                  <a:rect l="0" t="0" r="r" b="b"/>
                  <a:pathLst>
                    <a:path w="39" h="59">
                      <a:moveTo>
                        <a:pt x="0" y="46"/>
                      </a:moveTo>
                      <a:lnTo>
                        <a:pt x="0" y="48"/>
                      </a:lnTo>
                      <a:lnTo>
                        <a:pt x="1" y="50"/>
                      </a:lnTo>
                      <a:lnTo>
                        <a:pt x="3" y="50"/>
                      </a:lnTo>
                      <a:lnTo>
                        <a:pt x="3" y="52"/>
                      </a:lnTo>
                      <a:lnTo>
                        <a:pt x="4" y="54"/>
                      </a:lnTo>
                      <a:lnTo>
                        <a:pt x="7" y="54"/>
                      </a:lnTo>
                      <a:lnTo>
                        <a:pt x="8" y="53"/>
                      </a:lnTo>
                      <a:lnTo>
                        <a:pt x="10" y="52"/>
                      </a:lnTo>
                      <a:lnTo>
                        <a:pt x="12" y="52"/>
                      </a:lnTo>
                      <a:lnTo>
                        <a:pt x="12" y="53"/>
                      </a:lnTo>
                      <a:lnTo>
                        <a:pt x="14" y="54"/>
                      </a:lnTo>
                      <a:lnTo>
                        <a:pt x="14" y="57"/>
                      </a:lnTo>
                      <a:lnTo>
                        <a:pt x="15" y="59"/>
                      </a:lnTo>
                      <a:lnTo>
                        <a:pt x="18" y="56"/>
                      </a:lnTo>
                      <a:lnTo>
                        <a:pt x="18" y="54"/>
                      </a:lnTo>
                      <a:lnTo>
                        <a:pt x="19" y="53"/>
                      </a:lnTo>
                      <a:lnTo>
                        <a:pt x="22" y="53"/>
                      </a:lnTo>
                      <a:lnTo>
                        <a:pt x="23" y="49"/>
                      </a:lnTo>
                      <a:lnTo>
                        <a:pt x="26" y="45"/>
                      </a:lnTo>
                      <a:lnTo>
                        <a:pt x="29" y="40"/>
                      </a:lnTo>
                      <a:lnTo>
                        <a:pt x="29" y="37"/>
                      </a:lnTo>
                      <a:lnTo>
                        <a:pt x="33" y="33"/>
                      </a:lnTo>
                      <a:lnTo>
                        <a:pt x="35" y="27"/>
                      </a:lnTo>
                      <a:lnTo>
                        <a:pt x="37" y="26"/>
                      </a:lnTo>
                      <a:lnTo>
                        <a:pt x="37" y="26"/>
                      </a:lnTo>
                      <a:lnTo>
                        <a:pt x="39" y="23"/>
                      </a:lnTo>
                      <a:lnTo>
                        <a:pt x="39" y="19"/>
                      </a:lnTo>
                      <a:lnTo>
                        <a:pt x="37" y="16"/>
                      </a:lnTo>
                      <a:lnTo>
                        <a:pt x="35" y="18"/>
                      </a:lnTo>
                      <a:lnTo>
                        <a:pt x="34" y="16"/>
                      </a:lnTo>
                      <a:lnTo>
                        <a:pt x="34" y="14"/>
                      </a:lnTo>
                      <a:lnTo>
                        <a:pt x="29" y="8"/>
                      </a:lnTo>
                      <a:lnTo>
                        <a:pt x="27" y="8"/>
                      </a:lnTo>
                      <a:lnTo>
                        <a:pt x="25" y="6"/>
                      </a:lnTo>
                      <a:lnTo>
                        <a:pt x="16" y="3"/>
                      </a:lnTo>
                      <a:lnTo>
                        <a:pt x="12" y="0"/>
                      </a:lnTo>
                      <a:lnTo>
                        <a:pt x="8" y="0"/>
                      </a:lnTo>
                      <a:lnTo>
                        <a:pt x="6" y="3"/>
                      </a:lnTo>
                      <a:lnTo>
                        <a:pt x="3" y="4"/>
                      </a:lnTo>
                      <a:lnTo>
                        <a:pt x="3" y="4"/>
                      </a:lnTo>
                      <a:lnTo>
                        <a:pt x="3" y="4"/>
                      </a:lnTo>
                      <a:lnTo>
                        <a:pt x="1" y="6"/>
                      </a:lnTo>
                      <a:lnTo>
                        <a:pt x="0" y="8"/>
                      </a:lnTo>
                      <a:lnTo>
                        <a:pt x="0" y="12"/>
                      </a:lnTo>
                      <a:lnTo>
                        <a:pt x="1" y="15"/>
                      </a:lnTo>
                      <a:lnTo>
                        <a:pt x="0" y="18"/>
                      </a:lnTo>
                      <a:lnTo>
                        <a:pt x="0" y="20"/>
                      </a:lnTo>
                      <a:lnTo>
                        <a:pt x="3" y="22"/>
                      </a:lnTo>
                      <a:lnTo>
                        <a:pt x="4" y="25"/>
                      </a:lnTo>
                      <a:lnTo>
                        <a:pt x="6" y="27"/>
                      </a:lnTo>
                      <a:lnTo>
                        <a:pt x="7" y="30"/>
                      </a:lnTo>
                      <a:lnTo>
                        <a:pt x="7" y="31"/>
                      </a:lnTo>
                      <a:lnTo>
                        <a:pt x="7" y="33"/>
                      </a:lnTo>
                      <a:lnTo>
                        <a:pt x="4" y="35"/>
                      </a:lnTo>
                      <a:lnTo>
                        <a:pt x="4" y="40"/>
                      </a:lnTo>
                      <a:lnTo>
                        <a:pt x="6" y="41"/>
                      </a:lnTo>
                      <a:lnTo>
                        <a:pt x="4" y="44"/>
                      </a:lnTo>
                      <a:lnTo>
                        <a:pt x="1" y="46"/>
                      </a:lnTo>
                      <a:lnTo>
                        <a:pt x="0" y="4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84" name="Freeform 1006"/>
                <p:cNvSpPr>
                  <a:spLocks/>
                </p:cNvSpPr>
                <p:nvPr/>
              </p:nvSpPr>
              <p:spPr bwMode="auto">
                <a:xfrm>
                  <a:off x="3157735" y="4439809"/>
                  <a:ext cx="73179" cy="110707"/>
                </a:xfrm>
                <a:custGeom>
                  <a:avLst/>
                  <a:gdLst/>
                  <a:ahLst/>
                  <a:cxnLst>
                    <a:cxn ang="0">
                      <a:pos x="0" y="46"/>
                    </a:cxn>
                    <a:cxn ang="0">
                      <a:pos x="0" y="48"/>
                    </a:cxn>
                    <a:cxn ang="0">
                      <a:pos x="1" y="50"/>
                    </a:cxn>
                    <a:cxn ang="0">
                      <a:pos x="3" y="50"/>
                    </a:cxn>
                    <a:cxn ang="0">
                      <a:pos x="3" y="52"/>
                    </a:cxn>
                    <a:cxn ang="0">
                      <a:pos x="4" y="54"/>
                    </a:cxn>
                    <a:cxn ang="0">
                      <a:pos x="7" y="54"/>
                    </a:cxn>
                    <a:cxn ang="0">
                      <a:pos x="8" y="53"/>
                    </a:cxn>
                    <a:cxn ang="0">
                      <a:pos x="10" y="52"/>
                    </a:cxn>
                    <a:cxn ang="0">
                      <a:pos x="12" y="52"/>
                    </a:cxn>
                    <a:cxn ang="0">
                      <a:pos x="12" y="53"/>
                    </a:cxn>
                    <a:cxn ang="0">
                      <a:pos x="14" y="54"/>
                    </a:cxn>
                    <a:cxn ang="0">
                      <a:pos x="14" y="57"/>
                    </a:cxn>
                    <a:cxn ang="0">
                      <a:pos x="15" y="59"/>
                    </a:cxn>
                    <a:cxn ang="0">
                      <a:pos x="18" y="56"/>
                    </a:cxn>
                    <a:cxn ang="0">
                      <a:pos x="18" y="54"/>
                    </a:cxn>
                    <a:cxn ang="0">
                      <a:pos x="19" y="53"/>
                    </a:cxn>
                    <a:cxn ang="0">
                      <a:pos x="22" y="53"/>
                    </a:cxn>
                    <a:cxn ang="0">
                      <a:pos x="23" y="49"/>
                    </a:cxn>
                    <a:cxn ang="0">
                      <a:pos x="26" y="45"/>
                    </a:cxn>
                    <a:cxn ang="0">
                      <a:pos x="29" y="40"/>
                    </a:cxn>
                    <a:cxn ang="0">
                      <a:pos x="29" y="37"/>
                    </a:cxn>
                    <a:cxn ang="0">
                      <a:pos x="33" y="33"/>
                    </a:cxn>
                    <a:cxn ang="0">
                      <a:pos x="35" y="27"/>
                    </a:cxn>
                    <a:cxn ang="0">
                      <a:pos x="37" y="26"/>
                    </a:cxn>
                    <a:cxn ang="0">
                      <a:pos x="37" y="26"/>
                    </a:cxn>
                    <a:cxn ang="0">
                      <a:pos x="39" y="23"/>
                    </a:cxn>
                    <a:cxn ang="0">
                      <a:pos x="39" y="19"/>
                    </a:cxn>
                    <a:cxn ang="0">
                      <a:pos x="37" y="16"/>
                    </a:cxn>
                    <a:cxn ang="0">
                      <a:pos x="35" y="18"/>
                    </a:cxn>
                    <a:cxn ang="0">
                      <a:pos x="34" y="16"/>
                    </a:cxn>
                    <a:cxn ang="0">
                      <a:pos x="34" y="14"/>
                    </a:cxn>
                    <a:cxn ang="0">
                      <a:pos x="29" y="8"/>
                    </a:cxn>
                    <a:cxn ang="0">
                      <a:pos x="27" y="8"/>
                    </a:cxn>
                    <a:cxn ang="0">
                      <a:pos x="25" y="6"/>
                    </a:cxn>
                    <a:cxn ang="0">
                      <a:pos x="16" y="3"/>
                    </a:cxn>
                    <a:cxn ang="0">
                      <a:pos x="12" y="0"/>
                    </a:cxn>
                    <a:cxn ang="0">
                      <a:pos x="8" y="0"/>
                    </a:cxn>
                    <a:cxn ang="0">
                      <a:pos x="6" y="3"/>
                    </a:cxn>
                    <a:cxn ang="0">
                      <a:pos x="3" y="4"/>
                    </a:cxn>
                    <a:cxn ang="0">
                      <a:pos x="3" y="4"/>
                    </a:cxn>
                    <a:cxn ang="0">
                      <a:pos x="3" y="4"/>
                    </a:cxn>
                    <a:cxn ang="0">
                      <a:pos x="1" y="6"/>
                    </a:cxn>
                    <a:cxn ang="0">
                      <a:pos x="0" y="8"/>
                    </a:cxn>
                    <a:cxn ang="0">
                      <a:pos x="0" y="12"/>
                    </a:cxn>
                    <a:cxn ang="0">
                      <a:pos x="1" y="15"/>
                    </a:cxn>
                    <a:cxn ang="0">
                      <a:pos x="0" y="18"/>
                    </a:cxn>
                    <a:cxn ang="0">
                      <a:pos x="0" y="20"/>
                    </a:cxn>
                    <a:cxn ang="0">
                      <a:pos x="3" y="22"/>
                    </a:cxn>
                    <a:cxn ang="0">
                      <a:pos x="4" y="25"/>
                    </a:cxn>
                    <a:cxn ang="0">
                      <a:pos x="6" y="27"/>
                    </a:cxn>
                    <a:cxn ang="0">
                      <a:pos x="7" y="30"/>
                    </a:cxn>
                    <a:cxn ang="0">
                      <a:pos x="7" y="31"/>
                    </a:cxn>
                    <a:cxn ang="0">
                      <a:pos x="7" y="33"/>
                    </a:cxn>
                    <a:cxn ang="0">
                      <a:pos x="4" y="35"/>
                    </a:cxn>
                    <a:cxn ang="0">
                      <a:pos x="4" y="40"/>
                    </a:cxn>
                    <a:cxn ang="0">
                      <a:pos x="6" y="41"/>
                    </a:cxn>
                    <a:cxn ang="0">
                      <a:pos x="4" y="44"/>
                    </a:cxn>
                    <a:cxn ang="0">
                      <a:pos x="1" y="46"/>
                    </a:cxn>
                    <a:cxn ang="0">
                      <a:pos x="0" y="46"/>
                    </a:cxn>
                  </a:cxnLst>
                  <a:rect l="0" t="0" r="r" b="b"/>
                  <a:pathLst>
                    <a:path w="39" h="59">
                      <a:moveTo>
                        <a:pt x="0" y="46"/>
                      </a:moveTo>
                      <a:lnTo>
                        <a:pt x="0" y="48"/>
                      </a:lnTo>
                      <a:lnTo>
                        <a:pt x="1" y="50"/>
                      </a:lnTo>
                      <a:lnTo>
                        <a:pt x="3" y="50"/>
                      </a:lnTo>
                      <a:lnTo>
                        <a:pt x="3" y="52"/>
                      </a:lnTo>
                      <a:lnTo>
                        <a:pt x="4" y="54"/>
                      </a:lnTo>
                      <a:lnTo>
                        <a:pt x="7" y="54"/>
                      </a:lnTo>
                      <a:lnTo>
                        <a:pt x="8" y="53"/>
                      </a:lnTo>
                      <a:lnTo>
                        <a:pt x="10" y="52"/>
                      </a:lnTo>
                      <a:lnTo>
                        <a:pt x="12" y="52"/>
                      </a:lnTo>
                      <a:lnTo>
                        <a:pt x="12" y="53"/>
                      </a:lnTo>
                      <a:lnTo>
                        <a:pt x="14" y="54"/>
                      </a:lnTo>
                      <a:lnTo>
                        <a:pt x="14" y="57"/>
                      </a:lnTo>
                      <a:lnTo>
                        <a:pt x="15" y="59"/>
                      </a:lnTo>
                      <a:lnTo>
                        <a:pt x="18" y="56"/>
                      </a:lnTo>
                      <a:lnTo>
                        <a:pt x="18" y="54"/>
                      </a:lnTo>
                      <a:lnTo>
                        <a:pt x="19" y="53"/>
                      </a:lnTo>
                      <a:lnTo>
                        <a:pt x="22" y="53"/>
                      </a:lnTo>
                      <a:lnTo>
                        <a:pt x="23" y="49"/>
                      </a:lnTo>
                      <a:lnTo>
                        <a:pt x="26" y="45"/>
                      </a:lnTo>
                      <a:lnTo>
                        <a:pt x="29" y="40"/>
                      </a:lnTo>
                      <a:lnTo>
                        <a:pt x="29" y="37"/>
                      </a:lnTo>
                      <a:lnTo>
                        <a:pt x="33" y="33"/>
                      </a:lnTo>
                      <a:lnTo>
                        <a:pt x="35" y="27"/>
                      </a:lnTo>
                      <a:lnTo>
                        <a:pt x="37" y="26"/>
                      </a:lnTo>
                      <a:lnTo>
                        <a:pt x="37" y="26"/>
                      </a:lnTo>
                      <a:lnTo>
                        <a:pt x="39" y="23"/>
                      </a:lnTo>
                      <a:lnTo>
                        <a:pt x="39" y="19"/>
                      </a:lnTo>
                      <a:lnTo>
                        <a:pt x="37" y="16"/>
                      </a:lnTo>
                      <a:lnTo>
                        <a:pt x="35" y="18"/>
                      </a:lnTo>
                      <a:lnTo>
                        <a:pt x="34" y="16"/>
                      </a:lnTo>
                      <a:lnTo>
                        <a:pt x="34" y="14"/>
                      </a:lnTo>
                      <a:lnTo>
                        <a:pt x="29" y="8"/>
                      </a:lnTo>
                      <a:lnTo>
                        <a:pt x="27" y="8"/>
                      </a:lnTo>
                      <a:lnTo>
                        <a:pt x="25" y="6"/>
                      </a:lnTo>
                      <a:lnTo>
                        <a:pt x="16" y="3"/>
                      </a:lnTo>
                      <a:lnTo>
                        <a:pt x="12" y="0"/>
                      </a:lnTo>
                      <a:lnTo>
                        <a:pt x="8" y="0"/>
                      </a:lnTo>
                      <a:lnTo>
                        <a:pt x="6" y="3"/>
                      </a:lnTo>
                      <a:lnTo>
                        <a:pt x="3" y="4"/>
                      </a:lnTo>
                      <a:lnTo>
                        <a:pt x="3" y="4"/>
                      </a:lnTo>
                      <a:lnTo>
                        <a:pt x="3" y="4"/>
                      </a:lnTo>
                      <a:lnTo>
                        <a:pt x="1" y="6"/>
                      </a:lnTo>
                      <a:lnTo>
                        <a:pt x="0" y="8"/>
                      </a:lnTo>
                      <a:lnTo>
                        <a:pt x="0" y="12"/>
                      </a:lnTo>
                      <a:lnTo>
                        <a:pt x="1" y="15"/>
                      </a:lnTo>
                      <a:lnTo>
                        <a:pt x="0" y="18"/>
                      </a:lnTo>
                      <a:lnTo>
                        <a:pt x="0" y="20"/>
                      </a:lnTo>
                      <a:lnTo>
                        <a:pt x="3" y="22"/>
                      </a:lnTo>
                      <a:lnTo>
                        <a:pt x="4" y="25"/>
                      </a:lnTo>
                      <a:lnTo>
                        <a:pt x="6" y="27"/>
                      </a:lnTo>
                      <a:lnTo>
                        <a:pt x="7" y="30"/>
                      </a:lnTo>
                      <a:lnTo>
                        <a:pt x="7" y="31"/>
                      </a:lnTo>
                      <a:lnTo>
                        <a:pt x="7" y="33"/>
                      </a:lnTo>
                      <a:lnTo>
                        <a:pt x="4" y="35"/>
                      </a:lnTo>
                      <a:lnTo>
                        <a:pt x="4" y="40"/>
                      </a:lnTo>
                      <a:lnTo>
                        <a:pt x="6" y="41"/>
                      </a:lnTo>
                      <a:lnTo>
                        <a:pt x="4" y="44"/>
                      </a:lnTo>
                      <a:lnTo>
                        <a:pt x="1" y="46"/>
                      </a:lnTo>
                      <a:lnTo>
                        <a:pt x="0" y="46"/>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85" name="Freeform 1007"/>
                <p:cNvSpPr>
                  <a:spLocks/>
                </p:cNvSpPr>
                <p:nvPr/>
              </p:nvSpPr>
              <p:spPr bwMode="auto">
                <a:xfrm>
                  <a:off x="3063916" y="4426675"/>
                  <a:ext cx="106954" cy="120088"/>
                </a:xfrm>
                <a:custGeom>
                  <a:avLst/>
                  <a:gdLst/>
                  <a:ahLst/>
                  <a:cxnLst>
                    <a:cxn ang="0">
                      <a:pos x="23" y="61"/>
                    </a:cxn>
                    <a:cxn ang="0">
                      <a:pos x="24" y="63"/>
                    </a:cxn>
                    <a:cxn ang="0">
                      <a:pos x="31" y="64"/>
                    </a:cxn>
                    <a:cxn ang="0">
                      <a:pos x="30" y="59"/>
                    </a:cxn>
                    <a:cxn ang="0">
                      <a:pos x="27" y="55"/>
                    </a:cxn>
                    <a:cxn ang="0">
                      <a:pos x="30" y="51"/>
                    </a:cxn>
                    <a:cxn ang="0">
                      <a:pos x="39" y="52"/>
                    </a:cxn>
                    <a:cxn ang="0">
                      <a:pos x="46" y="51"/>
                    </a:cxn>
                    <a:cxn ang="0">
                      <a:pos x="51" y="53"/>
                    </a:cxn>
                    <a:cxn ang="0">
                      <a:pos x="56" y="48"/>
                    </a:cxn>
                    <a:cxn ang="0">
                      <a:pos x="54" y="42"/>
                    </a:cxn>
                    <a:cxn ang="0">
                      <a:pos x="57" y="38"/>
                    </a:cxn>
                    <a:cxn ang="0">
                      <a:pos x="56" y="34"/>
                    </a:cxn>
                    <a:cxn ang="0">
                      <a:pos x="53" y="29"/>
                    </a:cxn>
                    <a:cxn ang="0">
                      <a:pos x="50" y="25"/>
                    </a:cxn>
                    <a:cxn ang="0">
                      <a:pos x="50" y="19"/>
                    </a:cxn>
                    <a:cxn ang="0">
                      <a:pos x="51" y="13"/>
                    </a:cxn>
                    <a:cxn ang="0">
                      <a:pos x="53" y="11"/>
                    </a:cxn>
                    <a:cxn ang="0">
                      <a:pos x="56" y="6"/>
                    </a:cxn>
                    <a:cxn ang="0">
                      <a:pos x="47" y="3"/>
                    </a:cxn>
                    <a:cxn ang="0">
                      <a:pos x="41" y="2"/>
                    </a:cxn>
                    <a:cxn ang="0">
                      <a:pos x="34" y="2"/>
                    </a:cxn>
                    <a:cxn ang="0">
                      <a:pos x="23" y="2"/>
                    </a:cxn>
                    <a:cxn ang="0">
                      <a:pos x="13" y="3"/>
                    </a:cxn>
                    <a:cxn ang="0">
                      <a:pos x="13" y="7"/>
                    </a:cxn>
                    <a:cxn ang="0">
                      <a:pos x="12" y="11"/>
                    </a:cxn>
                    <a:cxn ang="0">
                      <a:pos x="8" y="15"/>
                    </a:cxn>
                    <a:cxn ang="0">
                      <a:pos x="3" y="19"/>
                    </a:cxn>
                    <a:cxn ang="0">
                      <a:pos x="0" y="27"/>
                    </a:cxn>
                    <a:cxn ang="0">
                      <a:pos x="3" y="32"/>
                    </a:cxn>
                    <a:cxn ang="0">
                      <a:pos x="5" y="34"/>
                    </a:cxn>
                    <a:cxn ang="0">
                      <a:pos x="7" y="38"/>
                    </a:cxn>
                    <a:cxn ang="0">
                      <a:pos x="9" y="40"/>
                    </a:cxn>
                    <a:cxn ang="0">
                      <a:pos x="12" y="42"/>
                    </a:cxn>
                    <a:cxn ang="0">
                      <a:pos x="12" y="51"/>
                    </a:cxn>
                    <a:cxn ang="0">
                      <a:pos x="16" y="53"/>
                    </a:cxn>
                    <a:cxn ang="0">
                      <a:pos x="20" y="57"/>
                    </a:cxn>
                    <a:cxn ang="0">
                      <a:pos x="20" y="60"/>
                    </a:cxn>
                  </a:cxnLst>
                  <a:rect l="0" t="0" r="r" b="b"/>
                  <a:pathLst>
                    <a:path w="57" h="64">
                      <a:moveTo>
                        <a:pt x="23" y="61"/>
                      </a:moveTo>
                      <a:lnTo>
                        <a:pt x="23" y="61"/>
                      </a:lnTo>
                      <a:lnTo>
                        <a:pt x="24" y="61"/>
                      </a:lnTo>
                      <a:lnTo>
                        <a:pt x="24" y="63"/>
                      </a:lnTo>
                      <a:lnTo>
                        <a:pt x="28" y="64"/>
                      </a:lnTo>
                      <a:lnTo>
                        <a:pt x="31" y="64"/>
                      </a:lnTo>
                      <a:lnTo>
                        <a:pt x="31" y="63"/>
                      </a:lnTo>
                      <a:lnTo>
                        <a:pt x="30" y="59"/>
                      </a:lnTo>
                      <a:lnTo>
                        <a:pt x="30" y="57"/>
                      </a:lnTo>
                      <a:lnTo>
                        <a:pt x="27" y="55"/>
                      </a:lnTo>
                      <a:lnTo>
                        <a:pt x="27" y="52"/>
                      </a:lnTo>
                      <a:lnTo>
                        <a:pt x="30" y="51"/>
                      </a:lnTo>
                      <a:lnTo>
                        <a:pt x="32" y="52"/>
                      </a:lnTo>
                      <a:lnTo>
                        <a:pt x="39" y="52"/>
                      </a:lnTo>
                      <a:lnTo>
                        <a:pt x="42" y="51"/>
                      </a:lnTo>
                      <a:lnTo>
                        <a:pt x="46" y="51"/>
                      </a:lnTo>
                      <a:lnTo>
                        <a:pt x="49" y="53"/>
                      </a:lnTo>
                      <a:lnTo>
                        <a:pt x="51" y="53"/>
                      </a:lnTo>
                      <a:lnTo>
                        <a:pt x="54" y="51"/>
                      </a:lnTo>
                      <a:lnTo>
                        <a:pt x="56" y="48"/>
                      </a:lnTo>
                      <a:lnTo>
                        <a:pt x="54" y="47"/>
                      </a:lnTo>
                      <a:lnTo>
                        <a:pt x="54" y="42"/>
                      </a:lnTo>
                      <a:lnTo>
                        <a:pt x="57" y="40"/>
                      </a:lnTo>
                      <a:lnTo>
                        <a:pt x="57" y="38"/>
                      </a:lnTo>
                      <a:lnTo>
                        <a:pt x="57" y="37"/>
                      </a:lnTo>
                      <a:lnTo>
                        <a:pt x="56" y="34"/>
                      </a:lnTo>
                      <a:lnTo>
                        <a:pt x="54" y="32"/>
                      </a:lnTo>
                      <a:lnTo>
                        <a:pt x="53" y="29"/>
                      </a:lnTo>
                      <a:lnTo>
                        <a:pt x="50" y="27"/>
                      </a:lnTo>
                      <a:lnTo>
                        <a:pt x="50" y="25"/>
                      </a:lnTo>
                      <a:lnTo>
                        <a:pt x="51" y="22"/>
                      </a:lnTo>
                      <a:lnTo>
                        <a:pt x="50" y="19"/>
                      </a:lnTo>
                      <a:lnTo>
                        <a:pt x="50" y="15"/>
                      </a:lnTo>
                      <a:lnTo>
                        <a:pt x="51" y="13"/>
                      </a:lnTo>
                      <a:lnTo>
                        <a:pt x="53" y="11"/>
                      </a:lnTo>
                      <a:lnTo>
                        <a:pt x="53" y="11"/>
                      </a:lnTo>
                      <a:lnTo>
                        <a:pt x="56" y="7"/>
                      </a:lnTo>
                      <a:lnTo>
                        <a:pt x="56" y="6"/>
                      </a:lnTo>
                      <a:lnTo>
                        <a:pt x="53" y="4"/>
                      </a:lnTo>
                      <a:lnTo>
                        <a:pt x="47" y="3"/>
                      </a:lnTo>
                      <a:lnTo>
                        <a:pt x="42" y="0"/>
                      </a:lnTo>
                      <a:lnTo>
                        <a:pt x="41" y="2"/>
                      </a:lnTo>
                      <a:lnTo>
                        <a:pt x="38" y="2"/>
                      </a:lnTo>
                      <a:lnTo>
                        <a:pt x="34" y="2"/>
                      </a:lnTo>
                      <a:lnTo>
                        <a:pt x="28" y="3"/>
                      </a:lnTo>
                      <a:lnTo>
                        <a:pt x="23" y="2"/>
                      </a:lnTo>
                      <a:lnTo>
                        <a:pt x="17" y="2"/>
                      </a:lnTo>
                      <a:lnTo>
                        <a:pt x="13" y="3"/>
                      </a:lnTo>
                      <a:lnTo>
                        <a:pt x="13" y="6"/>
                      </a:lnTo>
                      <a:lnTo>
                        <a:pt x="13" y="7"/>
                      </a:lnTo>
                      <a:lnTo>
                        <a:pt x="12" y="10"/>
                      </a:lnTo>
                      <a:lnTo>
                        <a:pt x="12" y="11"/>
                      </a:lnTo>
                      <a:lnTo>
                        <a:pt x="11" y="14"/>
                      </a:lnTo>
                      <a:lnTo>
                        <a:pt x="8" y="15"/>
                      </a:lnTo>
                      <a:lnTo>
                        <a:pt x="4" y="15"/>
                      </a:lnTo>
                      <a:lnTo>
                        <a:pt x="3" y="19"/>
                      </a:lnTo>
                      <a:lnTo>
                        <a:pt x="3" y="22"/>
                      </a:lnTo>
                      <a:lnTo>
                        <a:pt x="0" y="27"/>
                      </a:lnTo>
                      <a:lnTo>
                        <a:pt x="0" y="30"/>
                      </a:lnTo>
                      <a:lnTo>
                        <a:pt x="3" y="32"/>
                      </a:lnTo>
                      <a:lnTo>
                        <a:pt x="4" y="33"/>
                      </a:lnTo>
                      <a:lnTo>
                        <a:pt x="5" y="34"/>
                      </a:lnTo>
                      <a:lnTo>
                        <a:pt x="7" y="37"/>
                      </a:lnTo>
                      <a:lnTo>
                        <a:pt x="7" y="38"/>
                      </a:lnTo>
                      <a:lnTo>
                        <a:pt x="8" y="40"/>
                      </a:lnTo>
                      <a:lnTo>
                        <a:pt x="9" y="40"/>
                      </a:lnTo>
                      <a:lnTo>
                        <a:pt x="11" y="41"/>
                      </a:lnTo>
                      <a:lnTo>
                        <a:pt x="12" y="42"/>
                      </a:lnTo>
                      <a:lnTo>
                        <a:pt x="12" y="48"/>
                      </a:lnTo>
                      <a:lnTo>
                        <a:pt x="12" y="51"/>
                      </a:lnTo>
                      <a:lnTo>
                        <a:pt x="13" y="51"/>
                      </a:lnTo>
                      <a:lnTo>
                        <a:pt x="16" y="53"/>
                      </a:lnTo>
                      <a:lnTo>
                        <a:pt x="16" y="56"/>
                      </a:lnTo>
                      <a:lnTo>
                        <a:pt x="20" y="57"/>
                      </a:lnTo>
                      <a:lnTo>
                        <a:pt x="20" y="59"/>
                      </a:lnTo>
                      <a:lnTo>
                        <a:pt x="20" y="60"/>
                      </a:lnTo>
                      <a:lnTo>
                        <a:pt x="23" y="6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86" name="Freeform 1008"/>
                <p:cNvSpPr>
                  <a:spLocks/>
                </p:cNvSpPr>
                <p:nvPr/>
              </p:nvSpPr>
              <p:spPr bwMode="auto">
                <a:xfrm>
                  <a:off x="3063916" y="4426675"/>
                  <a:ext cx="106954" cy="120088"/>
                </a:xfrm>
                <a:custGeom>
                  <a:avLst/>
                  <a:gdLst/>
                  <a:ahLst/>
                  <a:cxnLst>
                    <a:cxn ang="0">
                      <a:pos x="23" y="61"/>
                    </a:cxn>
                    <a:cxn ang="0">
                      <a:pos x="24" y="63"/>
                    </a:cxn>
                    <a:cxn ang="0">
                      <a:pos x="31" y="64"/>
                    </a:cxn>
                    <a:cxn ang="0">
                      <a:pos x="30" y="59"/>
                    </a:cxn>
                    <a:cxn ang="0">
                      <a:pos x="27" y="55"/>
                    </a:cxn>
                    <a:cxn ang="0">
                      <a:pos x="30" y="51"/>
                    </a:cxn>
                    <a:cxn ang="0">
                      <a:pos x="39" y="52"/>
                    </a:cxn>
                    <a:cxn ang="0">
                      <a:pos x="46" y="51"/>
                    </a:cxn>
                    <a:cxn ang="0">
                      <a:pos x="51" y="53"/>
                    </a:cxn>
                    <a:cxn ang="0">
                      <a:pos x="56" y="48"/>
                    </a:cxn>
                    <a:cxn ang="0">
                      <a:pos x="54" y="42"/>
                    </a:cxn>
                    <a:cxn ang="0">
                      <a:pos x="57" y="38"/>
                    </a:cxn>
                    <a:cxn ang="0">
                      <a:pos x="56" y="34"/>
                    </a:cxn>
                    <a:cxn ang="0">
                      <a:pos x="53" y="29"/>
                    </a:cxn>
                    <a:cxn ang="0">
                      <a:pos x="50" y="25"/>
                    </a:cxn>
                    <a:cxn ang="0">
                      <a:pos x="50" y="19"/>
                    </a:cxn>
                    <a:cxn ang="0">
                      <a:pos x="51" y="13"/>
                    </a:cxn>
                    <a:cxn ang="0">
                      <a:pos x="53" y="11"/>
                    </a:cxn>
                    <a:cxn ang="0">
                      <a:pos x="56" y="6"/>
                    </a:cxn>
                    <a:cxn ang="0">
                      <a:pos x="47" y="3"/>
                    </a:cxn>
                    <a:cxn ang="0">
                      <a:pos x="41" y="2"/>
                    </a:cxn>
                    <a:cxn ang="0">
                      <a:pos x="34" y="2"/>
                    </a:cxn>
                    <a:cxn ang="0">
                      <a:pos x="23" y="2"/>
                    </a:cxn>
                    <a:cxn ang="0">
                      <a:pos x="13" y="3"/>
                    </a:cxn>
                    <a:cxn ang="0">
                      <a:pos x="13" y="7"/>
                    </a:cxn>
                    <a:cxn ang="0">
                      <a:pos x="12" y="11"/>
                    </a:cxn>
                    <a:cxn ang="0">
                      <a:pos x="8" y="15"/>
                    </a:cxn>
                    <a:cxn ang="0">
                      <a:pos x="3" y="19"/>
                    </a:cxn>
                    <a:cxn ang="0">
                      <a:pos x="0" y="27"/>
                    </a:cxn>
                    <a:cxn ang="0">
                      <a:pos x="3" y="32"/>
                    </a:cxn>
                    <a:cxn ang="0">
                      <a:pos x="5" y="34"/>
                    </a:cxn>
                    <a:cxn ang="0">
                      <a:pos x="7" y="38"/>
                    </a:cxn>
                    <a:cxn ang="0">
                      <a:pos x="9" y="40"/>
                    </a:cxn>
                    <a:cxn ang="0">
                      <a:pos x="12" y="42"/>
                    </a:cxn>
                    <a:cxn ang="0">
                      <a:pos x="12" y="51"/>
                    </a:cxn>
                    <a:cxn ang="0">
                      <a:pos x="16" y="53"/>
                    </a:cxn>
                    <a:cxn ang="0">
                      <a:pos x="20" y="57"/>
                    </a:cxn>
                    <a:cxn ang="0">
                      <a:pos x="20" y="60"/>
                    </a:cxn>
                  </a:cxnLst>
                  <a:rect l="0" t="0" r="r" b="b"/>
                  <a:pathLst>
                    <a:path w="57" h="64">
                      <a:moveTo>
                        <a:pt x="23" y="61"/>
                      </a:moveTo>
                      <a:lnTo>
                        <a:pt x="23" y="61"/>
                      </a:lnTo>
                      <a:lnTo>
                        <a:pt x="24" y="61"/>
                      </a:lnTo>
                      <a:lnTo>
                        <a:pt x="24" y="63"/>
                      </a:lnTo>
                      <a:lnTo>
                        <a:pt x="28" y="64"/>
                      </a:lnTo>
                      <a:lnTo>
                        <a:pt x="31" y="64"/>
                      </a:lnTo>
                      <a:lnTo>
                        <a:pt x="31" y="63"/>
                      </a:lnTo>
                      <a:lnTo>
                        <a:pt x="30" y="59"/>
                      </a:lnTo>
                      <a:lnTo>
                        <a:pt x="30" y="57"/>
                      </a:lnTo>
                      <a:lnTo>
                        <a:pt x="27" y="55"/>
                      </a:lnTo>
                      <a:lnTo>
                        <a:pt x="27" y="52"/>
                      </a:lnTo>
                      <a:lnTo>
                        <a:pt x="30" y="51"/>
                      </a:lnTo>
                      <a:lnTo>
                        <a:pt x="32" y="52"/>
                      </a:lnTo>
                      <a:lnTo>
                        <a:pt x="39" y="52"/>
                      </a:lnTo>
                      <a:lnTo>
                        <a:pt x="42" y="51"/>
                      </a:lnTo>
                      <a:lnTo>
                        <a:pt x="46" y="51"/>
                      </a:lnTo>
                      <a:lnTo>
                        <a:pt x="49" y="53"/>
                      </a:lnTo>
                      <a:lnTo>
                        <a:pt x="51" y="53"/>
                      </a:lnTo>
                      <a:lnTo>
                        <a:pt x="54" y="51"/>
                      </a:lnTo>
                      <a:lnTo>
                        <a:pt x="56" y="48"/>
                      </a:lnTo>
                      <a:lnTo>
                        <a:pt x="54" y="47"/>
                      </a:lnTo>
                      <a:lnTo>
                        <a:pt x="54" y="42"/>
                      </a:lnTo>
                      <a:lnTo>
                        <a:pt x="57" y="40"/>
                      </a:lnTo>
                      <a:lnTo>
                        <a:pt x="57" y="38"/>
                      </a:lnTo>
                      <a:lnTo>
                        <a:pt x="57" y="37"/>
                      </a:lnTo>
                      <a:lnTo>
                        <a:pt x="56" y="34"/>
                      </a:lnTo>
                      <a:lnTo>
                        <a:pt x="54" y="32"/>
                      </a:lnTo>
                      <a:lnTo>
                        <a:pt x="53" y="29"/>
                      </a:lnTo>
                      <a:lnTo>
                        <a:pt x="50" y="27"/>
                      </a:lnTo>
                      <a:lnTo>
                        <a:pt x="50" y="25"/>
                      </a:lnTo>
                      <a:lnTo>
                        <a:pt x="51" y="22"/>
                      </a:lnTo>
                      <a:lnTo>
                        <a:pt x="50" y="19"/>
                      </a:lnTo>
                      <a:lnTo>
                        <a:pt x="50" y="15"/>
                      </a:lnTo>
                      <a:lnTo>
                        <a:pt x="51" y="13"/>
                      </a:lnTo>
                      <a:lnTo>
                        <a:pt x="53" y="11"/>
                      </a:lnTo>
                      <a:lnTo>
                        <a:pt x="53" y="11"/>
                      </a:lnTo>
                      <a:lnTo>
                        <a:pt x="56" y="7"/>
                      </a:lnTo>
                      <a:lnTo>
                        <a:pt x="56" y="6"/>
                      </a:lnTo>
                      <a:lnTo>
                        <a:pt x="53" y="4"/>
                      </a:lnTo>
                      <a:lnTo>
                        <a:pt x="47" y="3"/>
                      </a:lnTo>
                      <a:lnTo>
                        <a:pt x="42" y="0"/>
                      </a:lnTo>
                      <a:lnTo>
                        <a:pt x="41" y="2"/>
                      </a:lnTo>
                      <a:lnTo>
                        <a:pt x="38" y="2"/>
                      </a:lnTo>
                      <a:lnTo>
                        <a:pt x="34" y="2"/>
                      </a:lnTo>
                      <a:lnTo>
                        <a:pt x="28" y="3"/>
                      </a:lnTo>
                      <a:lnTo>
                        <a:pt x="23" y="2"/>
                      </a:lnTo>
                      <a:lnTo>
                        <a:pt x="17" y="2"/>
                      </a:lnTo>
                      <a:lnTo>
                        <a:pt x="13" y="3"/>
                      </a:lnTo>
                      <a:lnTo>
                        <a:pt x="13" y="6"/>
                      </a:lnTo>
                      <a:lnTo>
                        <a:pt x="13" y="7"/>
                      </a:lnTo>
                      <a:lnTo>
                        <a:pt x="12" y="10"/>
                      </a:lnTo>
                      <a:lnTo>
                        <a:pt x="12" y="11"/>
                      </a:lnTo>
                      <a:lnTo>
                        <a:pt x="11" y="14"/>
                      </a:lnTo>
                      <a:lnTo>
                        <a:pt x="8" y="15"/>
                      </a:lnTo>
                      <a:lnTo>
                        <a:pt x="4" y="15"/>
                      </a:lnTo>
                      <a:lnTo>
                        <a:pt x="3" y="19"/>
                      </a:lnTo>
                      <a:lnTo>
                        <a:pt x="3" y="22"/>
                      </a:lnTo>
                      <a:lnTo>
                        <a:pt x="0" y="27"/>
                      </a:lnTo>
                      <a:lnTo>
                        <a:pt x="0" y="30"/>
                      </a:lnTo>
                      <a:lnTo>
                        <a:pt x="3" y="32"/>
                      </a:lnTo>
                      <a:lnTo>
                        <a:pt x="4" y="33"/>
                      </a:lnTo>
                      <a:lnTo>
                        <a:pt x="5" y="34"/>
                      </a:lnTo>
                      <a:lnTo>
                        <a:pt x="7" y="37"/>
                      </a:lnTo>
                      <a:lnTo>
                        <a:pt x="7" y="38"/>
                      </a:lnTo>
                      <a:lnTo>
                        <a:pt x="8" y="40"/>
                      </a:lnTo>
                      <a:lnTo>
                        <a:pt x="9" y="40"/>
                      </a:lnTo>
                      <a:lnTo>
                        <a:pt x="11" y="41"/>
                      </a:lnTo>
                      <a:lnTo>
                        <a:pt x="12" y="42"/>
                      </a:lnTo>
                      <a:lnTo>
                        <a:pt x="12" y="48"/>
                      </a:lnTo>
                      <a:lnTo>
                        <a:pt x="12" y="51"/>
                      </a:lnTo>
                      <a:lnTo>
                        <a:pt x="13" y="51"/>
                      </a:lnTo>
                      <a:lnTo>
                        <a:pt x="16" y="53"/>
                      </a:lnTo>
                      <a:lnTo>
                        <a:pt x="16" y="56"/>
                      </a:lnTo>
                      <a:lnTo>
                        <a:pt x="20" y="57"/>
                      </a:lnTo>
                      <a:lnTo>
                        <a:pt x="20" y="59"/>
                      </a:lnTo>
                      <a:lnTo>
                        <a:pt x="20" y="60"/>
                      </a:lnTo>
                      <a:lnTo>
                        <a:pt x="23" y="61"/>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87" name="Freeform 1009"/>
                <p:cNvSpPr>
                  <a:spLocks/>
                </p:cNvSpPr>
                <p:nvPr/>
              </p:nvSpPr>
              <p:spPr bwMode="auto">
                <a:xfrm>
                  <a:off x="2971974" y="4362878"/>
                  <a:ext cx="135099" cy="202649"/>
                </a:xfrm>
                <a:custGeom>
                  <a:avLst/>
                  <a:gdLst/>
                  <a:ahLst/>
                  <a:cxnLst>
                    <a:cxn ang="0">
                      <a:pos x="12" y="48"/>
                    </a:cxn>
                    <a:cxn ang="0">
                      <a:pos x="15" y="48"/>
                    </a:cxn>
                    <a:cxn ang="0">
                      <a:pos x="20" y="51"/>
                    </a:cxn>
                    <a:cxn ang="0">
                      <a:pos x="18" y="57"/>
                    </a:cxn>
                    <a:cxn ang="0">
                      <a:pos x="19" y="60"/>
                    </a:cxn>
                    <a:cxn ang="0">
                      <a:pos x="23" y="63"/>
                    </a:cxn>
                    <a:cxn ang="0">
                      <a:pos x="27" y="64"/>
                    </a:cxn>
                    <a:cxn ang="0">
                      <a:pos x="24" y="68"/>
                    </a:cxn>
                    <a:cxn ang="0">
                      <a:pos x="22" y="78"/>
                    </a:cxn>
                    <a:cxn ang="0">
                      <a:pos x="20" y="83"/>
                    </a:cxn>
                    <a:cxn ang="0">
                      <a:pos x="20" y="87"/>
                    </a:cxn>
                    <a:cxn ang="0">
                      <a:pos x="20" y="91"/>
                    </a:cxn>
                    <a:cxn ang="0">
                      <a:pos x="26" y="97"/>
                    </a:cxn>
                    <a:cxn ang="0">
                      <a:pos x="28" y="102"/>
                    </a:cxn>
                    <a:cxn ang="0">
                      <a:pos x="35" y="108"/>
                    </a:cxn>
                    <a:cxn ang="0">
                      <a:pos x="39" y="105"/>
                    </a:cxn>
                    <a:cxn ang="0">
                      <a:pos x="43" y="105"/>
                    </a:cxn>
                    <a:cxn ang="0">
                      <a:pos x="46" y="102"/>
                    </a:cxn>
                    <a:cxn ang="0">
                      <a:pos x="54" y="101"/>
                    </a:cxn>
                    <a:cxn ang="0">
                      <a:pos x="60" y="95"/>
                    </a:cxn>
                    <a:cxn ang="0">
                      <a:pos x="64" y="97"/>
                    </a:cxn>
                    <a:cxn ang="0">
                      <a:pos x="72" y="95"/>
                    </a:cxn>
                    <a:cxn ang="0">
                      <a:pos x="69" y="93"/>
                    </a:cxn>
                    <a:cxn ang="0">
                      <a:pos x="65" y="90"/>
                    </a:cxn>
                    <a:cxn ang="0">
                      <a:pos x="62" y="85"/>
                    </a:cxn>
                    <a:cxn ang="0">
                      <a:pos x="61" y="82"/>
                    </a:cxn>
                    <a:cxn ang="0">
                      <a:pos x="60" y="75"/>
                    </a:cxn>
                    <a:cxn ang="0">
                      <a:pos x="57" y="74"/>
                    </a:cxn>
                    <a:cxn ang="0">
                      <a:pos x="56" y="71"/>
                    </a:cxn>
                    <a:cxn ang="0">
                      <a:pos x="53" y="67"/>
                    </a:cxn>
                    <a:cxn ang="0">
                      <a:pos x="49" y="64"/>
                    </a:cxn>
                    <a:cxn ang="0">
                      <a:pos x="52" y="56"/>
                    </a:cxn>
                    <a:cxn ang="0">
                      <a:pos x="53" y="49"/>
                    </a:cxn>
                    <a:cxn ang="0">
                      <a:pos x="60" y="48"/>
                    </a:cxn>
                    <a:cxn ang="0">
                      <a:pos x="61" y="44"/>
                    </a:cxn>
                    <a:cxn ang="0">
                      <a:pos x="62" y="40"/>
                    </a:cxn>
                    <a:cxn ang="0">
                      <a:pos x="61" y="37"/>
                    </a:cxn>
                    <a:cxn ang="0">
                      <a:pos x="60" y="32"/>
                    </a:cxn>
                    <a:cxn ang="0">
                      <a:pos x="50" y="26"/>
                    </a:cxn>
                    <a:cxn ang="0">
                      <a:pos x="46" y="25"/>
                    </a:cxn>
                    <a:cxn ang="0">
                      <a:pos x="41" y="28"/>
                    </a:cxn>
                    <a:cxn ang="0">
                      <a:pos x="39" y="28"/>
                    </a:cxn>
                    <a:cxn ang="0">
                      <a:pos x="41" y="19"/>
                    </a:cxn>
                    <a:cxn ang="0">
                      <a:pos x="38" y="14"/>
                    </a:cxn>
                    <a:cxn ang="0">
                      <a:pos x="28" y="6"/>
                    </a:cxn>
                    <a:cxn ang="0">
                      <a:pos x="26" y="2"/>
                    </a:cxn>
                    <a:cxn ang="0">
                      <a:pos x="22" y="0"/>
                    </a:cxn>
                    <a:cxn ang="0">
                      <a:pos x="18" y="6"/>
                    </a:cxn>
                    <a:cxn ang="0">
                      <a:pos x="12" y="9"/>
                    </a:cxn>
                    <a:cxn ang="0">
                      <a:pos x="9" y="15"/>
                    </a:cxn>
                    <a:cxn ang="0">
                      <a:pos x="13" y="18"/>
                    </a:cxn>
                    <a:cxn ang="0">
                      <a:pos x="16" y="23"/>
                    </a:cxn>
                    <a:cxn ang="0">
                      <a:pos x="9" y="25"/>
                    </a:cxn>
                    <a:cxn ang="0">
                      <a:pos x="5" y="25"/>
                    </a:cxn>
                    <a:cxn ang="0">
                      <a:pos x="3" y="32"/>
                    </a:cxn>
                    <a:cxn ang="0">
                      <a:pos x="1" y="37"/>
                    </a:cxn>
                    <a:cxn ang="0">
                      <a:pos x="11" y="47"/>
                    </a:cxn>
                  </a:cxnLst>
                  <a:rect l="0" t="0" r="r" b="b"/>
                  <a:pathLst>
                    <a:path w="72" h="108">
                      <a:moveTo>
                        <a:pt x="11" y="48"/>
                      </a:moveTo>
                      <a:lnTo>
                        <a:pt x="12" y="48"/>
                      </a:lnTo>
                      <a:lnTo>
                        <a:pt x="12" y="49"/>
                      </a:lnTo>
                      <a:lnTo>
                        <a:pt x="15" y="48"/>
                      </a:lnTo>
                      <a:lnTo>
                        <a:pt x="18" y="48"/>
                      </a:lnTo>
                      <a:lnTo>
                        <a:pt x="20" y="51"/>
                      </a:lnTo>
                      <a:lnTo>
                        <a:pt x="20" y="55"/>
                      </a:lnTo>
                      <a:lnTo>
                        <a:pt x="18" y="57"/>
                      </a:lnTo>
                      <a:lnTo>
                        <a:pt x="16" y="59"/>
                      </a:lnTo>
                      <a:lnTo>
                        <a:pt x="19" y="60"/>
                      </a:lnTo>
                      <a:lnTo>
                        <a:pt x="22" y="60"/>
                      </a:lnTo>
                      <a:lnTo>
                        <a:pt x="23" y="63"/>
                      </a:lnTo>
                      <a:lnTo>
                        <a:pt x="24" y="64"/>
                      </a:lnTo>
                      <a:lnTo>
                        <a:pt x="27" y="64"/>
                      </a:lnTo>
                      <a:lnTo>
                        <a:pt x="27" y="66"/>
                      </a:lnTo>
                      <a:lnTo>
                        <a:pt x="24" y="68"/>
                      </a:lnTo>
                      <a:lnTo>
                        <a:pt x="24" y="72"/>
                      </a:lnTo>
                      <a:lnTo>
                        <a:pt x="22" y="78"/>
                      </a:lnTo>
                      <a:lnTo>
                        <a:pt x="22" y="81"/>
                      </a:lnTo>
                      <a:lnTo>
                        <a:pt x="20" y="83"/>
                      </a:lnTo>
                      <a:lnTo>
                        <a:pt x="20" y="86"/>
                      </a:lnTo>
                      <a:lnTo>
                        <a:pt x="20" y="87"/>
                      </a:lnTo>
                      <a:lnTo>
                        <a:pt x="20" y="89"/>
                      </a:lnTo>
                      <a:lnTo>
                        <a:pt x="20" y="91"/>
                      </a:lnTo>
                      <a:lnTo>
                        <a:pt x="23" y="94"/>
                      </a:lnTo>
                      <a:lnTo>
                        <a:pt x="26" y="97"/>
                      </a:lnTo>
                      <a:lnTo>
                        <a:pt x="26" y="100"/>
                      </a:lnTo>
                      <a:lnTo>
                        <a:pt x="28" y="102"/>
                      </a:lnTo>
                      <a:lnTo>
                        <a:pt x="34" y="106"/>
                      </a:lnTo>
                      <a:lnTo>
                        <a:pt x="35" y="108"/>
                      </a:lnTo>
                      <a:lnTo>
                        <a:pt x="38" y="105"/>
                      </a:lnTo>
                      <a:lnTo>
                        <a:pt x="39" y="105"/>
                      </a:lnTo>
                      <a:lnTo>
                        <a:pt x="39" y="106"/>
                      </a:lnTo>
                      <a:lnTo>
                        <a:pt x="43" y="105"/>
                      </a:lnTo>
                      <a:lnTo>
                        <a:pt x="45" y="104"/>
                      </a:lnTo>
                      <a:lnTo>
                        <a:pt x="46" y="102"/>
                      </a:lnTo>
                      <a:lnTo>
                        <a:pt x="49" y="101"/>
                      </a:lnTo>
                      <a:lnTo>
                        <a:pt x="54" y="101"/>
                      </a:lnTo>
                      <a:lnTo>
                        <a:pt x="56" y="97"/>
                      </a:lnTo>
                      <a:lnTo>
                        <a:pt x="60" y="95"/>
                      </a:lnTo>
                      <a:lnTo>
                        <a:pt x="64" y="95"/>
                      </a:lnTo>
                      <a:lnTo>
                        <a:pt x="64" y="97"/>
                      </a:lnTo>
                      <a:lnTo>
                        <a:pt x="66" y="95"/>
                      </a:lnTo>
                      <a:lnTo>
                        <a:pt x="72" y="95"/>
                      </a:lnTo>
                      <a:lnTo>
                        <a:pt x="69" y="94"/>
                      </a:lnTo>
                      <a:lnTo>
                        <a:pt x="69" y="93"/>
                      </a:lnTo>
                      <a:lnTo>
                        <a:pt x="69" y="91"/>
                      </a:lnTo>
                      <a:lnTo>
                        <a:pt x="65" y="90"/>
                      </a:lnTo>
                      <a:lnTo>
                        <a:pt x="65" y="87"/>
                      </a:lnTo>
                      <a:lnTo>
                        <a:pt x="62" y="85"/>
                      </a:lnTo>
                      <a:lnTo>
                        <a:pt x="61" y="85"/>
                      </a:lnTo>
                      <a:lnTo>
                        <a:pt x="61" y="82"/>
                      </a:lnTo>
                      <a:lnTo>
                        <a:pt x="61" y="76"/>
                      </a:lnTo>
                      <a:lnTo>
                        <a:pt x="60" y="75"/>
                      </a:lnTo>
                      <a:lnTo>
                        <a:pt x="58" y="74"/>
                      </a:lnTo>
                      <a:lnTo>
                        <a:pt x="57" y="74"/>
                      </a:lnTo>
                      <a:lnTo>
                        <a:pt x="56" y="72"/>
                      </a:lnTo>
                      <a:lnTo>
                        <a:pt x="56" y="71"/>
                      </a:lnTo>
                      <a:lnTo>
                        <a:pt x="54" y="68"/>
                      </a:lnTo>
                      <a:lnTo>
                        <a:pt x="53" y="67"/>
                      </a:lnTo>
                      <a:lnTo>
                        <a:pt x="52" y="66"/>
                      </a:lnTo>
                      <a:lnTo>
                        <a:pt x="49" y="64"/>
                      </a:lnTo>
                      <a:lnTo>
                        <a:pt x="49" y="61"/>
                      </a:lnTo>
                      <a:lnTo>
                        <a:pt x="52" y="56"/>
                      </a:lnTo>
                      <a:lnTo>
                        <a:pt x="52" y="53"/>
                      </a:lnTo>
                      <a:lnTo>
                        <a:pt x="53" y="49"/>
                      </a:lnTo>
                      <a:lnTo>
                        <a:pt x="57" y="49"/>
                      </a:lnTo>
                      <a:lnTo>
                        <a:pt x="60" y="48"/>
                      </a:lnTo>
                      <a:lnTo>
                        <a:pt x="61" y="45"/>
                      </a:lnTo>
                      <a:lnTo>
                        <a:pt x="61" y="44"/>
                      </a:lnTo>
                      <a:lnTo>
                        <a:pt x="62" y="41"/>
                      </a:lnTo>
                      <a:lnTo>
                        <a:pt x="62" y="40"/>
                      </a:lnTo>
                      <a:lnTo>
                        <a:pt x="61" y="40"/>
                      </a:lnTo>
                      <a:lnTo>
                        <a:pt x="61" y="37"/>
                      </a:lnTo>
                      <a:lnTo>
                        <a:pt x="61" y="34"/>
                      </a:lnTo>
                      <a:lnTo>
                        <a:pt x="60" y="32"/>
                      </a:lnTo>
                      <a:lnTo>
                        <a:pt x="54" y="30"/>
                      </a:lnTo>
                      <a:lnTo>
                        <a:pt x="50" y="26"/>
                      </a:lnTo>
                      <a:lnTo>
                        <a:pt x="47" y="23"/>
                      </a:lnTo>
                      <a:lnTo>
                        <a:pt x="46" y="25"/>
                      </a:lnTo>
                      <a:lnTo>
                        <a:pt x="43" y="25"/>
                      </a:lnTo>
                      <a:lnTo>
                        <a:pt x="41" y="28"/>
                      </a:lnTo>
                      <a:lnTo>
                        <a:pt x="41" y="30"/>
                      </a:lnTo>
                      <a:lnTo>
                        <a:pt x="39" y="28"/>
                      </a:lnTo>
                      <a:lnTo>
                        <a:pt x="41" y="22"/>
                      </a:lnTo>
                      <a:lnTo>
                        <a:pt x="41" y="19"/>
                      </a:lnTo>
                      <a:lnTo>
                        <a:pt x="39" y="15"/>
                      </a:lnTo>
                      <a:lnTo>
                        <a:pt x="38" y="14"/>
                      </a:lnTo>
                      <a:lnTo>
                        <a:pt x="32" y="10"/>
                      </a:lnTo>
                      <a:lnTo>
                        <a:pt x="28" y="6"/>
                      </a:lnTo>
                      <a:lnTo>
                        <a:pt x="28" y="3"/>
                      </a:lnTo>
                      <a:lnTo>
                        <a:pt x="26" y="2"/>
                      </a:lnTo>
                      <a:lnTo>
                        <a:pt x="23" y="0"/>
                      </a:lnTo>
                      <a:lnTo>
                        <a:pt x="22" y="0"/>
                      </a:lnTo>
                      <a:lnTo>
                        <a:pt x="22" y="2"/>
                      </a:lnTo>
                      <a:lnTo>
                        <a:pt x="18" y="6"/>
                      </a:lnTo>
                      <a:lnTo>
                        <a:pt x="15" y="9"/>
                      </a:lnTo>
                      <a:lnTo>
                        <a:pt x="12" y="9"/>
                      </a:lnTo>
                      <a:lnTo>
                        <a:pt x="8" y="13"/>
                      </a:lnTo>
                      <a:lnTo>
                        <a:pt x="9" y="15"/>
                      </a:lnTo>
                      <a:lnTo>
                        <a:pt x="11" y="18"/>
                      </a:lnTo>
                      <a:lnTo>
                        <a:pt x="13" y="18"/>
                      </a:lnTo>
                      <a:lnTo>
                        <a:pt x="16" y="21"/>
                      </a:lnTo>
                      <a:lnTo>
                        <a:pt x="16" y="23"/>
                      </a:lnTo>
                      <a:lnTo>
                        <a:pt x="12" y="26"/>
                      </a:lnTo>
                      <a:lnTo>
                        <a:pt x="9" y="25"/>
                      </a:lnTo>
                      <a:lnTo>
                        <a:pt x="8" y="26"/>
                      </a:lnTo>
                      <a:lnTo>
                        <a:pt x="5" y="25"/>
                      </a:lnTo>
                      <a:lnTo>
                        <a:pt x="3" y="28"/>
                      </a:lnTo>
                      <a:lnTo>
                        <a:pt x="3" y="32"/>
                      </a:lnTo>
                      <a:lnTo>
                        <a:pt x="0" y="34"/>
                      </a:lnTo>
                      <a:lnTo>
                        <a:pt x="1" y="37"/>
                      </a:lnTo>
                      <a:lnTo>
                        <a:pt x="5" y="42"/>
                      </a:lnTo>
                      <a:lnTo>
                        <a:pt x="11" y="47"/>
                      </a:lnTo>
                      <a:lnTo>
                        <a:pt x="11" y="4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88" name="Freeform 1010"/>
                <p:cNvSpPr>
                  <a:spLocks/>
                </p:cNvSpPr>
                <p:nvPr/>
              </p:nvSpPr>
              <p:spPr bwMode="auto">
                <a:xfrm>
                  <a:off x="2971974" y="4362878"/>
                  <a:ext cx="135099" cy="202649"/>
                </a:xfrm>
                <a:custGeom>
                  <a:avLst/>
                  <a:gdLst/>
                  <a:ahLst/>
                  <a:cxnLst>
                    <a:cxn ang="0">
                      <a:pos x="12" y="48"/>
                    </a:cxn>
                    <a:cxn ang="0">
                      <a:pos x="15" y="48"/>
                    </a:cxn>
                    <a:cxn ang="0">
                      <a:pos x="20" y="51"/>
                    </a:cxn>
                    <a:cxn ang="0">
                      <a:pos x="18" y="57"/>
                    </a:cxn>
                    <a:cxn ang="0">
                      <a:pos x="19" y="60"/>
                    </a:cxn>
                    <a:cxn ang="0">
                      <a:pos x="23" y="63"/>
                    </a:cxn>
                    <a:cxn ang="0">
                      <a:pos x="27" y="64"/>
                    </a:cxn>
                    <a:cxn ang="0">
                      <a:pos x="24" y="68"/>
                    </a:cxn>
                    <a:cxn ang="0">
                      <a:pos x="22" y="78"/>
                    </a:cxn>
                    <a:cxn ang="0">
                      <a:pos x="20" y="83"/>
                    </a:cxn>
                    <a:cxn ang="0">
                      <a:pos x="20" y="87"/>
                    </a:cxn>
                    <a:cxn ang="0">
                      <a:pos x="20" y="91"/>
                    </a:cxn>
                    <a:cxn ang="0">
                      <a:pos x="26" y="97"/>
                    </a:cxn>
                    <a:cxn ang="0">
                      <a:pos x="28" y="102"/>
                    </a:cxn>
                    <a:cxn ang="0">
                      <a:pos x="35" y="108"/>
                    </a:cxn>
                    <a:cxn ang="0">
                      <a:pos x="39" y="105"/>
                    </a:cxn>
                    <a:cxn ang="0">
                      <a:pos x="43" y="105"/>
                    </a:cxn>
                    <a:cxn ang="0">
                      <a:pos x="46" y="102"/>
                    </a:cxn>
                    <a:cxn ang="0">
                      <a:pos x="54" y="101"/>
                    </a:cxn>
                    <a:cxn ang="0">
                      <a:pos x="60" y="95"/>
                    </a:cxn>
                    <a:cxn ang="0">
                      <a:pos x="64" y="97"/>
                    </a:cxn>
                    <a:cxn ang="0">
                      <a:pos x="72" y="95"/>
                    </a:cxn>
                    <a:cxn ang="0">
                      <a:pos x="69" y="93"/>
                    </a:cxn>
                    <a:cxn ang="0">
                      <a:pos x="65" y="90"/>
                    </a:cxn>
                    <a:cxn ang="0">
                      <a:pos x="62" y="85"/>
                    </a:cxn>
                    <a:cxn ang="0">
                      <a:pos x="61" y="82"/>
                    </a:cxn>
                    <a:cxn ang="0">
                      <a:pos x="60" y="75"/>
                    </a:cxn>
                    <a:cxn ang="0">
                      <a:pos x="57" y="74"/>
                    </a:cxn>
                    <a:cxn ang="0">
                      <a:pos x="56" y="71"/>
                    </a:cxn>
                    <a:cxn ang="0">
                      <a:pos x="53" y="67"/>
                    </a:cxn>
                    <a:cxn ang="0">
                      <a:pos x="49" y="64"/>
                    </a:cxn>
                    <a:cxn ang="0">
                      <a:pos x="52" y="56"/>
                    </a:cxn>
                    <a:cxn ang="0">
                      <a:pos x="53" y="49"/>
                    </a:cxn>
                    <a:cxn ang="0">
                      <a:pos x="60" y="48"/>
                    </a:cxn>
                    <a:cxn ang="0">
                      <a:pos x="61" y="44"/>
                    </a:cxn>
                    <a:cxn ang="0">
                      <a:pos x="62" y="40"/>
                    </a:cxn>
                    <a:cxn ang="0">
                      <a:pos x="61" y="37"/>
                    </a:cxn>
                    <a:cxn ang="0">
                      <a:pos x="60" y="32"/>
                    </a:cxn>
                    <a:cxn ang="0">
                      <a:pos x="50" y="26"/>
                    </a:cxn>
                    <a:cxn ang="0">
                      <a:pos x="46" y="25"/>
                    </a:cxn>
                    <a:cxn ang="0">
                      <a:pos x="41" y="28"/>
                    </a:cxn>
                    <a:cxn ang="0">
                      <a:pos x="39" y="28"/>
                    </a:cxn>
                    <a:cxn ang="0">
                      <a:pos x="41" y="19"/>
                    </a:cxn>
                    <a:cxn ang="0">
                      <a:pos x="38" y="14"/>
                    </a:cxn>
                    <a:cxn ang="0">
                      <a:pos x="28" y="6"/>
                    </a:cxn>
                    <a:cxn ang="0">
                      <a:pos x="26" y="2"/>
                    </a:cxn>
                    <a:cxn ang="0">
                      <a:pos x="22" y="0"/>
                    </a:cxn>
                    <a:cxn ang="0">
                      <a:pos x="18" y="6"/>
                    </a:cxn>
                    <a:cxn ang="0">
                      <a:pos x="12" y="9"/>
                    </a:cxn>
                    <a:cxn ang="0">
                      <a:pos x="9" y="15"/>
                    </a:cxn>
                    <a:cxn ang="0">
                      <a:pos x="13" y="18"/>
                    </a:cxn>
                    <a:cxn ang="0">
                      <a:pos x="16" y="23"/>
                    </a:cxn>
                    <a:cxn ang="0">
                      <a:pos x="9" y="25"/>
                    </a:cxn>
                    <a:cxn ang="0">
                      <a:pos x="5" y="25"/>
                    </a:cxn>
                    <a:cxn ang="0">
                      <a:pos x="3" y="32"/>
                    </a:cxn>
                    <a:cxn ang="0">
                      <a:pos x="1" y="37"/>
                    </a:cxn>
                    <a:cxn ang="0">
                      <a:pos x="11" y="47"/>
                    </a:cxn>
                  </a:cxnLst>
                  <a:rect l="0" t="0" r="r" b="b"/>
                  <a:pathLst>
                    <a:path w="72" h="108">
                      <a:moveTo>
                        <a:pt x="11" y="48"/>
                      </a:moveTo>
                      <a:lnTo>
                        <a:pt x="12" y="48"/>
                      </a:lnTo>
                      <a:lnTo>
                        <a:pt x="12" y="49"/>
                      </a:lnTo>
                      <a:lnTo>
                        <a:pt x="15" y="48"/>
                      </a:lnTo>
                      <a:lnTo>
                        <a:pt x="18" y="48"/>
                      </a:lnTo>
                      <a:lnTo>
                        <a:pt x="20" y="51"/>
                      </a:lnTo>
                      <a:lnTo>
                        <a:pt x="20" y="55"/>
                      </a:lnTo>
                      <a:lnTo>
                        <a:pt x="18" y="57"/>
                      </a:lnTo>
                      <a:lnTo>
                        <a:pt x="16" y="59"/>
                      </a:lnTo>
                      <a:lnTo>
                        <a:pt x="19" y="60"/>
                      </a:lnTo>
                      <a:lnTo>
                        <a:pt x="22" y="60"/>
                      </a:lnTo>
                      <a:lnTo>
                        <a:pt x="23" y="63"/>
                      </a:lnTo>
                      <a:lnTo>
                        <a:pt x="24" y="64"/>
                      </a:lnTo>
                      <a:lnTo>
                        <a:pt x="27" y="64"/>
                      </a:lnTo>
                      <a:lnTo>
                        <a:pt x="27" y="66"/>
                      </a:lnTo>
                      <a:lnTo>
                        <a:pt x="24" y="68"/>
                      </a:lnTo>
                      <a:lnTo>
                        <a:pt x="24" y="72"/>
                      </a:lnTo>
                      <a:lnTo>
                        <a:pt x="22" y="78"/>
                      </a:lnTo>
                      <a:lnTo>
                        <a:pt x="22" y="81"/>
                      </a:lnTo>
                      <a:lnTo>
                        <a:pt x="20" y="83"/>
                      </a:lnTo>
                      <a:lnTo>
                        <a:pt x="20" y="86"/>
                      </a:lnTo>
                      <a:lnTo>
                        <a:pt x="20" y="87"/>
                      </a:lnTo>
                      <a:lnTo>
                        <a:pt x="20" y="89"/>
                      </a:lnTo>
                      <a:lnTo>
                        <a:pt x="20" y="91"/>
                      </a:lnTo>
                      <a:lnTo>
                        <a:pt x="23" y="94"/>
                      </a:lnTo>
                      <a:lnTo>
                        <a:pt x="26" y="97"/>
                      </a:lnTo>
                      <a:lnTo>
                        <a:pt x="26" y="100"/>
                      </a:lnTo>
                      <a:lnTo>
                        <a:pt x="28" y="102"/>
                      </a:lnTo>
                      <a:lnTo>
                        <a:pt x="34" y="106"/>
                      </a:lnTo>
                      <a:lnTo>
                        <a:pt x="35" y="108"/>
                      </a:lnTo>
                      <a:lnTo>
                        <a:pt x="38" y="105"/>
                      </a:lnTo>
                      <a:lnTo>
                        <a:pt x="39" y="105"/>
                      </a:lnTo>
                      <a:lnTo>
                        <a:pt x="39" y="106"/>
                      </a:lnTo>
                      <a:lnTo>
                        <a:pt x="43" y="105"/>
                      </a:lnTo>
                      <a:lnTo>
                        <a:pt x="45" y="104"/>
                      </a:lnTo>
                      <a:lnTo>
                        <a:pt x="46" y="102"/>
                      </a:lnTo>
                      <a:lnTo>
                        <a:pt x="49" y="101"/>
                      </a:lnTo>
                      <a:lnTo>
                        <a:pt x="54" y="101"/>
                      </a:lnTo>
                      <a:lnTo>
                        <a:pt x="56" y="97"/>
                      </a:lnTo>
                      <a:lnTo>
                        <a:pt x="60" y="95"/>
                      </a:lnTo>
                      <a:lnTo>
                        <a:pt x="64" y="95"/>
                      </a:lnTo>
                      <a:lnTo>
                        <a:pt x="64" y="97"/>
                      </a:lnTo>
                      <a:lnTo>
                        <a:pt x="66" y="95"/>
                      </a:lnTo>
                      <a:lnTo>
                        <a:pt x="72" y="95"/>
                      </a:lnTo>
                      <a:lnTo>
                        <a:pt x="69" y="94"/>
                      </a:lnTo>
                      <a:lnTo>
                        <a:pt x="69" y="93"/>
                      </a:lnTo>
                      <a:lnTo>
                        <a:pt x="69" y="91"/>
                      </a:lnTo>
                      <a:lnTo>
                        <a:pt x="65" y="90"/>
                      </a:lnTo>
                      <a:lnTo>
                        <a:pt x="65" y="87"/>
                      </a:lnTo>
                      <a:lnTo>
                        <a:pt x="62" y="85"/>
                      </a:lnTo>
                      <a:lnTo>
                        <a:pt x="61" y="85"/>
                      </a:lnTo>
                      <a:lnTo>
                        <a:pt x="61" y="82"/>
                      </a:lnTo>
                      <a:lnTo>
                        <a:pt x="61" y="76"/>
                      </a:lnTo>
                      <a:lnTo>
                        <a:pt x="60" y="75"/>
                      </a:lnTo>
                      <a:lnTo>
                        <a:pt x="58" y="74"/>
                      </a:lnTo>
                      <a:lnTo>
                        <a:pt x="57" y="74"/>
                      </a:lnTo>
                      <a:lnTo>
                        <a:pt x="56" y="72"/>
                      </a:lnTo>
                      <a:lnTo>
                        <a:pt x="56" y="71"/>
                      </a:lnTo>
                      <a:lnTo>
                        <a:pt x="54" y="68"/>
                      </a:lnTo>
                      <a:lnTo>
                        <a:pt x="53" y="67"/>
                      </a:lnTo>
                      <a:lnTo>
                        <a:pt x="52" y="66"/>
                      </a:lnTo>
                      <a:lnTo>
                        <a:pt x="49" y="64"/>
                      </a:lnTo>
                      <a:lnTo>
                        <a:pt x="49" y="61"/>
                      </a:lnTo>
                      <a:lnTo>
                        <a:pt x="52" y="56"/>
                      </a:lnTo>
                      <a:lnTo>
                        <a:pt x="52" y="53"/>
                      </a:lnTo>
                      <a:lnTo>
                        <a:pt x="53" y="49"/>
                      </a:lnTo>
                      <a:lnTo>
                        <a:pt x="57" y="49"/>
                      </a:lnTo>
                      <a:lnTo>
                        <a:pt x="60" y="48"/>
                      </a:lnTo>
                      <a:lnTo>
                        <a:pt x="61" y="45"/>
                      </a:lnTo>
                      <a:lnTo>
                        <a:pt x="61" y="44"/>
                      </a:lnTo>
                      <a:lnTo>
                        <a:pt x="62" y="41"/>
                      </a:lnTo>
                      <a:lnTo>
                        <a:pt x="62" y="40"/>
                      </a:lnTo>
                      <a:lnTo>
                        <a:pt x="61" y="40"/>
                      </a:lnTo>
                      <a:lnTo>
                        <a:pt x="61" y="37"/>
                      </a:lnTo>
                      <a:lnTo>
                        <a:pt x="61" y="34"/>
                      </a:lnTo>
                      <a:lnTo>
                        <a:pt x="60" y="32"/>
                      </a:lnTo>
                      <a:lnTo>
                        <a:pt x="54" y="30"/>
                      </a:lnTo>
                      <a:lnTo>
                        <a:pt x="50" y="26"/>
                      </a:lnTo>
                      <a:lnTo>
                        <a:pt x="47" y="23"/>
                      </a:lnTo>
                      <a:lnTo>
                        <a:pt x="46" y="25"/>
                      </a:lnTo>
                      <a:lnTo>
                        <a:pt x="43" y="25"/>
                      </a:lnTo>
                      <a:lnTo>
                        <a:pt x="41" y="28"/>
                      </a:lnTo>
                      <a:lnTo>
                        <a:pt x="41" y="30"/>
                      </a:lnTo>
                      <a:lnTo>
                        <a:pt x="39" y="28"/>
                      </a:lnTo>
                      <a:lnTo>
                        <a:pt x="41" y="22"/>
                      </a:lnTo>
                      <a:lnTo>
                        <a:pt x="41" y="19"/>
                      </a:lnTo>
                      <a:lnTo>
                        <a:pt x="39" y="15"/>
                      </a:lnTo>
                      <a:lnTo>
                        <a:pt x="38" y="14"/>
                      </a:lnTo>
                      <a:lnTo>
                        <a:pt x="32" y="10"/>
                      </a:lnTo>
                      <a:lnTo>
                        <a:pt x="28" y="6"/>
                      </a:lnTo>
                      <a:lnTo>
                        <a:pt x="28" y="3"/>
                      </a:lnTo>
                      <a:lnTo>
                        <a:pt x="26" y="2"/>
                      </a:lnTo>
                      <a:lnTo>
                        <a:pt x="23" y="0"/>
                      </a:lnTo>
                      <a:lnTo>
                        <a:pt x="22" y="0"/>
                      </a:lnTo>
                      <a:lnTo>
                        <a:pt x="22" y="2"/>
                      </a:lnTo>
                      <a:lnTo>
                        <a:pt x="18" y="6"/>
                      </a:lnTo>
                      <a:lnTo>
                        <a:pt x="15" y="9"/>
                      </a:lnTo>
                      <a:lnTo>
                        <a:pt x="12" y="9"/>
                      </a:lnTo>
                      <a:lnTo>
                        <a:pt x="8" y="13"/>
                      </a:lnTo>
                      <a:lnTo>
                        <a:pt x="9" y="15"/>
                      </a:lnTo>
                      <a:lnTo>
                        <a:pt x="11" y="18"/>
                      </a:lnTo>
                      <a:lnTo>
                        <a:pt x="13" y="18"/>
                      </a:lnTo>
                      <a:lnTo>
                        <a:pt x="16" y="21"/>
                      </a:lnTo>
                      <a:lnTo>
                        <a:pt x="16" y="23"/>
                      </a:lnTo>
                      <a:lnTo>
                        <a:pt x="12" y="26"/>
                      </a:lnTo>
                      <a:lnTo>
                        <a:pt x="9" y="25"/>
                      </a:lnTo>
                      <a:lnTo>
                        <a:pt x="8" y="26"/>
                      </a:lnTo>
                      <a:lnTo>
                        <a:pt x="5" y="25"/>
                      </a:lnTo>
                      <a:lnTo>
                        <a:pt x="3" y="28"/>
                      </a:lnTo>
                      <a:lnTo>
                        <a:pt x="3" y="32"/>
                      </a:lnTo>
                      <a:lnTo>
                        <a:pt x="0" y="34"/>
                      </a:lnTo>
                      <a:lnTo>
                        <a:pt x="1" y="37"/>
                      </a:lnTo>
                      <a:lnTo>
                        <a:pt x="5" y="42"/>
                      </a:lnTo>
                      <a:lnTo>
                        <a:pt x="11" y="47"/>
                      </a:lnTo>
                      <a:lnTo>
                        <a:pt x="11" y="48"/>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89" name="Freeform 1011"/>
                <p:cNvSpPr>
                  <a:spLocks noEditPoints="1"/>
                </p:cNvSpPr>
                <p:nvPr/>
              </p:nvSpPr>
              <p:spPr bwMode="auto">
                <a:xfrm>
                  <a:off x="2654866" y="4252171"/>
                  <a:ext cx="358389" cy="324614"/>
                </a:xfrm>
                <a:custGeom>
                  <a:avLst/>
                  <a:gdLst/>
                  <a:ahLst/>
                  <a:cxnLst>
                    <a:cxn ang="0">
                      <a:pos x="108" y="173"/>
                    </a:cxn>
                    <a:cxn ang="0">
                      <a:pos x="128" y="156"/>
                    </a:cxn>
                    <a:cxn ang="0">
                      <a:pos x="135" y="148"/>
                    </a:cxn>
                    <a:cxn ang="0">
                      <a:pos x="128" y="131"/>
                    </a:cxn>
                    <a:cxn ang="0">
                      <a:pos x="123" y="123"/>
                    </a:cxn>
                    <a:cxn ang="0">
                      <a:pos x="144" y="126"/>
                    </a:cxn>
                    <a:cxn ang="0">
                      <a:pos x="166" y="118"/>
                    </a:cxn>
                    <a:cxn ang="0">
                      <a:pos x="174" y="101"/>
                    </a:cxn>
                    <a:cxn ang="0">
                      <a:pos x="174" y="84"/>
                    </a:cxn>
                    <a:cxn ang="0">
                      <a:pos x="185" y="80"/>
                    </a:cxn>
                    <a:cxn ang="0">
                      <a:pos x="181" y="68"/>
                    </a:cxn>
                    <a:cxn ang="0">
                      <a:pos x="191" y="58"/>
                    </a:cxn>
                    <a:cxn ang="0">
                      <a:pos x="176" y="57"/>
                    </a:cxn>
                    <a:cxn ang="0">
                      <a:pos x="168" y="57"/>
                    </a:cxn>
                    <a:cxn ang="0">
                      <a:pos x="176" y="50"/>
                    </a:cxn>
                    <a:cxn ang="0">
                      <a:pos x="165" y="42"/>
                    </a:cxn>
                    <a:cxn ang="0">
                      <a:pos x="155" y="36"/>
                    </a:cxn>
                    <a:cxn ang="0">
                      <a:pos x="147" y="32"/>
                    </a:cxn>
                    <a:cxn ang="0">
                      <a:pos x="161" y="28"/>
                    </a:cxn>
                    <a:cxn ang="0">
                      <a:pos x="144" y="25"/>
                    </a:cxn>
                    <a:cxn ang="0">
                      <a:pos x="125" y="31"/>
                    </a:cxn>
                    <a:cxn ang="0">
                      <a:pos x="113" y="35"/>
                    </a:cxn>
                    <a:cxn ang="0">
                      <a:pos x="83" y="31"/>
                    </a:cxn>
                    <a:cxn ang="0">
                      <a:pos x="75" y="25"/>
                    </a:cxn>
                    <a:cxn ang="0">
                      <a:pos x="59" y="16"/>
                    </a:cxn>
                    <a:cxn ang="0">
                      <a:pos x="52" y="5"/>
                    </a:cxn>
                    <a:cxn ang="0">
                      <a:pos x="44" y="15"/>
                    </a:cxn>
                    <a:cxn ang="0">
                      <a:pos x="49" y="19"/>
                    </a:cxn>
                    <a:cxn ang="0">
                      <a:pos x="41" y="20"/>
                    </a:cxn>
                    <a:cxn ang="0">
                      <a:pos x="28" y="31"/>
                    </a:cxn>
                    <a:cxn ang="0">
                      <a:pos x="24" y="51"/>
                    </a:cxn>
                    <a:cxn ang="0">
                      <a:pos x="19" y="39"/>
                    </a:cxn>
                    <a:cxn ang="0">
                      <a:pos x="24" y="23"/>
                    </a:cxn>
                    <a:cxn ang="0">
                      <a:pos x="24" y="13"/>
                    </a:cxn>
                    <a:cxn ang="0">
                      <a:pos x="21" y="13"/>
                    </a:cxn>
                    <a:cxn ang="0">
                      <a:pos x="9" y="27"/>
                    </a:cxn>
                    <a:cxn ang="0">
                      <a:pos x="2" y="47"/>
                    </a:cxn>
                    <a:cxn ang="0">
                      <a:pos x="14" y="63"/>
                    </a:cxn>
                    <a:cxn ang="0">
                      <a:pos x="13" y="74"/>
                    </a:cxn>
                    <a:cxn ang="0">
                      <a:pos x="28" y="80"/>
                    </a:cxn>
                    <a:cxn ang="0">
                      <a:pos x="44" y="80"/>
                    </a:cxn>
                    <a:cxn ang="0">
                      <a:pos x="63" y="92"/>
                    </a:cxn>
                    <a:cxn ang="0">
                      <a:pos x="78" y="92"/>
                    </a:cxn>
                    <a:cxn ang="0">
                      <a:pos x="83" y="100"/>
                    </a:cxn>
                    <a:cxn ang="0">
                      <a:pos x="78" y="112"/>
                    </a:cxn>
                    <a:cxn ang="0">
                      <a:pos x="78" y="126"/>
                    </a:cxn>
                    <a:cxn ang="0">
                      <a:pos x="81" y="144"/>
                    </a:cxn>
                    <a:cxn ang="0">
                      <a:pos x="83" y="152"/>
                    </a:cxn>
                    <a:cxn ang="0">
                      <a:pos x="89" y="165"/>
                    </a:cxn>
                    <a:cxn ang="0">
                      <a:pos x="72" y="6"/>
                    </a:cxn>
                    <a:cxn ang="0">
                      <a:pos x="63" y="5"/>
                    </a:cxn>
                    <a:cxn ang="0">
                      <a:pos x="60" y="2"/>
                    </a:cxn>
                    <a:cxn ang="0">
                      <a:pos x="48" y="0"/>
                    </a:cxn>
                    <a:cxn ang="0">
                      <a:pos x="131" y="23"/>
                    </a:cxn>
                    <a:cxn ang="0">
                      <a:pos x="128" y="24"/>
                    </a:cxn>
                  </a:cxnLst>
                  <a:rect l="0" t="0" r="r" b="b"/>
                  <a:pathLst>
                    <a:path w="191" h="173">
                      <a:moveTo>
                        <a:pt x="89" y="165"/>
                      </a:moveTo>
                      <a:lnTo>
                        <a:pt x="94" y="169"/>
                      </a:lnTo>
                      <a:lnTo>
                        <a:pt x="100" y="173"/>
                      </a:lnTo>
                      <a:lnTo>
                        <a:pt x="102" y="173"/>
                      </a:lnTo>
                      <a:lnTo>
                        <a:pt x="108" y="173"/>
                      </a:lnTo>
                      <a:lnTo>
                        <a:pt x="112" y="169"/>
                      </a:lnTo>
                      <a:lnTo>
                        <a:pt x="117" y="167"/>
                      </a:lnTo>
                      <a:lnTo>
                        <a:pt x="119" y="164"/>
                      </a:lnTo>
                      <a:lnTo>
                        <a:pt x="127" y="160"/>
                      </a:lnTo>
                      <a:lnTo>
                        <a:pt x="128" y="156"/>
                      </a:lnTo>
                      <a:lnTo>
                        <a:pt x="129" y="153"/>
                      </a:lnTo>
                      <a:lnTo>
                        <a:pt x="136" y="152"/>
                      </a:lnTo>
                      <a:lnTo>
                        <a:pt x="140" y="150"/>
                      </a:lnTo>
                      <a:lnTo>
                        <a:pt x="140" y="148"/>
                      </a:lnTo>
                      <a:lnTo>
                        <a:pt x="135" y="148"/>
                      </a:lnTo>
                      <a:lnTo>
                        <a:pt x="131" y="148"/>
                      </a:lnTo>
                      <a:lnTo>
                        <a:pt x="124" y="145"/>
                      </a:lnTo>
                      <a:lnTo>
                        <a:pt x="125" y="141"/>
                      </a:lnTo>
                      <a:lnTo>
                        <a:pt x="124" y="138"/>
                      </a:lnTo>
                      <a:lnTo>
                        <a:pt x="128" y="131"/>
                      </a:lnTo>
                      <a:lnTo>
                        <a:pt x="127" y="129"/>
                      </a:lnTo>
                      <a:lnTo>
                        <a:pt x="124" y="126"/>
                      </a:lnTo>
                      <a:lnTo>
                        <a:pt x="120" y="125"/>
                      </a:lnTo>
                      <a:lnTo>
                        <a:pt x="119" y="122"/>
                      </a:lnTo>
                      <a:lnTo>
                        <a:pt x="123" y="123"/>
                      </a:lnTo>
                      <a:lnTo>
                        <a:pt x="127" y="123"/>
                      </a:lnTo>
                      <a:lnTo>
                        <a:pt x="131" y="126"/>
                      </a:lnTo>
                      <a:lnTo>
                        <a:pt x="136" y="126"/>
                      </a:lnTo>
                      <a:lnTo>
                        <a:pt x="143" y="125"/>
                      </a:lnTo>
                      <a:lnTo>
                        <a:pt x="144" y="126"/>
                      </a:lnTo>
                      <a:lnTo>
                        <a:pt x="149" y="125"/>
                      </a:lnTo>
                      <a:lnTo>
                        <a:pt x="154" y="120"/>
                      </a:lnTo>
                      <a:lnTo>
                        <a:pt x="158" y="119"/>
                      </a:lnTo>
                      <a:lnTo>
                        <a:pt x="159" y="120"/>
                      </a:lnTo>
                      <a:lnTo>
                        <a:pt x="166" y="118"/>
                      </a:lnTo>
                      <a:lnTo>
                        <a:pt x="170" y="118"/>
                      </a:lnTo>
                      <a:lnTo>
                        <a:pt x="178" y="112"/>
                      </a:lnTo>
                      <a:lnTo>
                        <a:pt x="180" y="110"/>
                      </a:lnTo>
                      <a:lnTo>
                        <a:pt x="180" y="106"/>
                      </a:lnTo>
                      <a:lnTo>
                        <a:pt x="174" y="101"/>
                      </a:lnTo>
                      <a:lnTo>
                        <a:pt x="170" y="96"/>
                      </a:lnTo>
                      <a:lnTo>
                        <a:pt x="169" y="93"/>
                      </a:lnTo>
                      <a:lnTo>
                        <a:pt x="172" y="91"/>
                      </a:lnTo>
                      <a:lnTo>
                        <a:pt x="172" y="87"/>
                      </a:lnTo>
                      <a:lnTo>
                        <a:pt x="174" y="84"/>
                      </a:lnTo>
                      <a:lnTo>
                        <a:pt x="177" y="85"/>
                      </a:lnTo>
                      <a:lnTo>
                        <a:pt x="178" y="84"/>
                      </a:lnTo>
                      <a:lnTo>
                        <a:pt x="181" y="85"/>
                      </a:lnTo>
                      <a:lnTo>
                        <a:pt x="185" y="82"/>
                      </a:lnTo>
                      <a:lnTo>
                        <a:pt x="185" y="80"/>
                      </a:lnTo>
                      <a:lnTo>
                        <a:pt x="182" y="77"/>
                      </a:lnTo>
                      <a:lnTo>
                        <a:pt x="180" y="77"/>
                      </a:lnTo>
                      <a:lnTo>
                        <a:pt x="178" y="74"/>
                      </a:lnTo>
                      <a:lnTo>
                        <a:pt x="177" y="72"/>
                      </a:lnTo>
                      <a:lnTo>
                        <a:pt x="181" y="68"/>
                      </a:lnTo>
                      <a:lnTo>
                        <a:pt x="184" y="68"/>
                      </a:lnTo>
                      <a:lnTo>
                        <a:pt x="187" y="65"/>
                      </a:lnTo>
                      <a:lnTo>
                        <a:pt x="191" y="61"/>
                      </a:lnTo>
                      <a:lnTo>
                        <a:pt x="191" y="59"/>
                      </a:lnTo>
                      <a:lnTo>
                        <a:pt x="191" y="58"/>
                      </a:lnTo>
                      <a:lnTo>
                        <a:pt x="185" y="57"/>
                      </a:lnTo>
                      <a:lnTo>
                        <a:pt x="182" y="57"/>
                      </a:lnTo>
                      <a:lnTo>
                        <a:pt x="181" y="57"/>
                      </a:lnTo>
                      <a:lnTo>
                        <a:pt x="178" y="57"/>
                      </a:lnTo>
                      <a:lnTo>
                        <a:pt x="176" y="57"/>
                      </a:lnTo>
                      <a:lnTo>
                        <a:pt x="174" y="57"/>
                      </a:lnTo>
                      <a:lnTo>
                        <a:pt x="169" y="58"/>
                      </a:lnTo>
                      <a:lnTo>
                        <a:pt x="166" y="58"/>
                      </a:lnTo>
                      <a:lnTo>
                        <a:pt x="165" y="58"/>
                      </a:lnTo>
                      <a:lnTo>
                        <a:pt x="168" y="57"/>
                      </a:lnTo>
                      <a:lnTo>
                        <a:pt x="169" y="57"/>
                      </a:lnTo>
                      <a:lnTo>
                        <a:pt x="172" y="55"/>
                      </a:lnTo>
                      <a:lnTo>
                        <a:pt x="173" y="54"/>
                      </a:lnTo>
                      <a:lnTo>
                        <a:pt x="176" y="51"/>
                      </a:lnTo>
                      <a:lnTo>
                        <a:pt x="176" y="50"/>
                      </a:lnTo>
                      <a:lnTo>
                        <a:pt x="174" y="48"/>
                      </a:lnTo>
                      <a:lnTo>
                        <a:pt x="174" y="47"/>
                      </a:lnTo>
                      <a:lnTo>
                        <a:pt x="173" y="46"/>
                      </a:lnTo>
                      <a:lnTo>
                        <a:pt x="169" y="43"/>
                      </a:lnTo>
                      <a:lnTo>
                        <a:pt x="165" y="42"/>
                      </a:lnTo>
                      <a:lnTo>
                        <a:pt x="163" y="40"/>
                      </a:lnTo>
                      <a:lnTo>
                        <a:pt x="162" y="39"/>
                      </a:lnTo>
                      <a:lnTo>
                        <a:pt x="159" y="39"/>
                      </a:lnTo>
                      <a:lnTo>
                        <a:pt x="158" y="38"/>
                      </a:lnTo>
                      <a:lnTo>
                        <a:pt x="155" y="36"/>
                      </a:lnTo>
                      <a:lnTo>
                        <a:pt x="154" y="36"/>
                      </a:lnTo>
                      <a:lnTo>
                        <a:pt x="154" y="39"/>
                      </a:lnTo>
                      <a:lnTo>
                        <a:pt x="151" y="36"/>
                      </a:lnTo>
                      <a:lnTo>
                        <a:pt x="151" y="34"/>
                      </a:lnTo>
                      <a:lnTo>
                        <a:pt x="147" y="32"/>
                      </a:lnTo>
                      <a:lnTo>
                        <a:pt x="147" y="31"/>
                      </a:lnTo>
                      <a:lnTo>
                        <a:pt x="149" y="29"/>
                      </a:lnTo>
                      <a:lnTo>
                        <a:pt x="155" y="29"/>
                      </a:lnTo>
                      <a:lnTo>
                        <a:pt x="157" y="28"/>
                      </a:lnTo>
                      <a:lnTo>
                        <a:pt x="161" y="28"/>
                      </a:lnTo>
                      <a:lnTo>
                        <a:pt x="162" y="25"/>
                      </a:lnTo>
                      <a:lnTo>
                        <a:pt x="158" y="27"/>
                      </a:lnTo>
                      <a:lnTo>
                        <a:pt x="151" y="25"/>
                      </a:lnTo>
                      <a:lnTo>
                        <a:pt x="147" y="25"/>
                      </a:lnTo>
                      <a:lnTo>
                        <a:pt x="144" y="25"/>
                      </a:lnTo>
                      <a:lnTo>
                        <a:pt x="138" y="28"/>
                      </a:lnTo>
                      <a:lnTo>
                        <a:pt x="135" y="27"/>
                      </a:lnTo>
                      <a:lnTo>
                        <a:pt x="132" y="27"/>
                      </a:lnTo>
                      <a:lnTo>
                        <a:pt x="128" y="31"/>
                      </a:lnTo>
                      <a:lnTo>
                        <a:pt x="125" y="31"/>
                      </a:lnTo>
                      <a:lnTo>
                        <a:pt x="121" y="34"/>
                      </a:lnTo>
                      <a:lnTo>
                        <a:pt x="120" y="35"/>
                      </a:lnTo>
                      <a:lnTo>
                        <a:pt x="116" y="35"/>
                      </a:lnTo>
                      <a:lnTo>
                        <a:pt x="115" y="36"/>
                      </a:lnTo>
                      <a:lnTo>
                        <a:pt x="113" y="35"/>
                      </a:lnTo>
                      <a:lnTo>
                        <a:pt x="106" y="31"/>
                      </a:lnTo>
                      <a:lnTo>
                        <a:pt x="105" y="28"/>
                      </a:lnTo>
                      <a:lnTo>
                        <a:pt x="104" y="28"/>
                      </a:lnTo>
                      <a:lnTo>
                        <a:pt x="97" y="28"/>
                      </a:lnTo>
                      <a:lnTo>
                        <a:pt x="83" y="31"/>
                      </a:lnTo>
                      <a:lnTo>
                        <a:pt x="77" y="31"/>
                      </a:lnTo>
                      <a:lnTo>
                        <a:pt x="74" y="29"/>
                      </a:lnTo>
                      <a:lnTo>
                        <a:pt x="72" y="28"/>
                      </a:lnTo>
                      <a:lnTo>
                        <a:pt x="72" y="25"/>
                      </a:lnTo>
                      <a:lnTo>
                        <a:pt x="75" y="25"/>
                      </a:lnTo>
                      <a:lnTo>
                        <a:pt x="74" y="23"/>
                      </a:lnTo>
                      <a:lnTo>
                        <a:pt x="71" y="19"/>
                      </a:lnTo>
                      <a:lnTo>
                        <a:pt x="68" y="17"/>
                      </a:lnTo>
                      <a:lnTo>
                        <a:pt x="62" y="19"/>
                      </a:lnTo>
                      <a:lnTo>
                        <a:pt x="59" y="16"/>
                      </a:lnTo>
                      <a:lnTo>
                        <a:pt x="56" y="16"/>
                      </a:lnTo>
                      <a:lnTo>
                        <a:pt x="55" y="17"/>
                      </a:lnTo>
                      <a:lnTo>
                        <a:pt x="52" y="13"/>
                      </a:lnTo>
                      <a:lnTo>
                        <a:pt x="52" y="9"/>
                      </a:lnTo>
                      <a:lnTo>
                        <a:pt x="52" y="5"/>
                      </a:lnTo>
                      <a:lnTo>
                        <a:pt x="51" y="4"/>
                      </a:lnTo>
                      <a:lnTo>
                        <a:pt x="47" y="5"/>
                      </a:lnTo>
                      <a:lnTo>
                        <a:pt x="43" y="10"/>
                      </a:lnTo>
                      <a:lnTo>
                        <a:pt x="43" y="13"/>
                      </a:lnTo>
                      <a:lnTo>
                        <a:pt x="44" y="15"/>
                      </a:lnTo>
                      <a:lnTo>
                        <a:pt x="47" y="13"/>
                      </a:lnTo>
                      <a:lnTo>
                        <a:pt x="49" y="13"/>
                      </a:lnTo>
                      <a:lnTo>
                        <a:pt x="52" y="16"/>
                      </a:lnTo>
                      <a:lnTo>
                        <a:pt x="52" y="17"/>
                      </a:lnTo>
                      <a:lnTo>
                        <a:pt x="49" y="19"/>
                      </a:lnTo>
                      <a:lnTo>
                        <a:pt x="47" y="17"/>
                      </a:lnTo>
                      <a:lnTo>
                        <a:pt x="45" y="16"/>
                      </a:lnTo>
                      <a:lnTo>
                        <a:pt x="44" y="17"/>
                      </a:lnTo>
                      <a:lnTo>
                        <a:pt x="44" y="19"/>
                      </a:lnTo>
                      <a:lnTo>
                        <a:pt x="41" y="20"/>
                      </a:lnTo>
                      <a:lnTo>
                        <a:pt x="34" y="21"/>
                      </a:lnTo>
                      <a:lnTo>
                        <a:pt x="29" y="24"/>
                      </a:lnTo>
                      <a:lnTo>
                        <a:pt x="26" y="25"/>
                      </a:lnTo>
                      <a:lnTo>
                        <a:pt x="26" y="28"/>
                      </a:lnTo>
                      <a:lnTo>
                        <a:pt x="28" y="31"/>
                      </a:lnTo>
                      <a:lnTo>
                        <a:pt x="28" y="38"/>
                      </a:lnTo>
                      <a:lnTo>
                        <a:pt x="29" y="40"/>
                      </a:lnTo>
                      <a:lnTo>
                        <a:pt x="30" y="44"/>
                      </a:lnTo>
                      <a:lnTo>
                        <a:pt x="28" y="48"/>
                      </a:lnTo>
                      <a:lnTo>
                        <a:pt x="24" y="51"/>
                      </a:lnTo>
                      <a:lnTo>
                        <a:pt x="21" y="51"/>
                      </a:lnTo>
                      <a:lnTo>
                        <a:pt x="21" y="47"/>
                      </a:lnTo>
                      <a:lnTo>
                        <a:pt x="18" y="43"/>
                      </a:lnTo>
                      <a:lnTo>
                        <a:pt x="17" y="40"/>
                      </a:lnTo>
                      <a:lnTo>
                        <a:pt x="19" y="39"/>
                      </a:lnTo>
                      <a:lnTo>
                        <a:pt x="19" y="36"/>
                      </a:lnTo>
                      <a:lnTo>
                        <a:pt x="25" y="31"/>
                      </a:lnTo>
                      <a:lnTo>
                        <a:pt x="25" y="27"/>
                      </a:lnTo>
                      <a:lnTo>
                        <a:pt x="24" y="24"/>
                      </a:lnTo>
                      <a:lnTo>
                        <a:pt x="24" y="23"/>
                      </a:lnTo>
                      <a:lnTo>
                        <a:pt x="24" y="21"/>
                      </a:lnTo>
                      <a:lnTo>
                        <a:pt x="21" y="20"/>
                      </a:lnTo>
                      <a:lnTo>
                        <a:pt x="19" y="17"/>
                      </a:lnTo>
                      <a:lnTo>
                        <a:pt x="21" y="15"/>
                      </a:lnTo>
                      <a:lnTo>
                        <a:pt x="24" y="13"/>
                      </a:lnTo>
                      <a:lnTo>
                        <a:pt x="28" y="13"/>
                      </a:lnTo>
                      <a:lnTo>
                        <a:pt x="30" y="9"/>
                      </a:lnTo>
                      <a:lnTo>
                        <a:pt x="29" y="9"/>
                      </a:lnTo>
                      <a:lnTo>
                        <a:pt x="28" y="10"/>
                      </a:lnTo>
                      <a:lnTo>
                        <a:pt x="21" y="13"/>
                      </a:lnTo>
                      <a:lnTo>
                        <a:pt x="17" y="19"/>
                      </a:lnTo>
                      <a:lnTo>
                        <a:pt x="15" y="21"/>
                      </a:lnTo>
                      <a:lnTo>
                        <a:pt x="13" y="21"/>
                      </a:lnTo>
                      <a:lnTo>
                        <a:pt x="10" y="25"/>
                      </a:lnTo>
                      <a:lnTo>
                        <a:pt x="9" y="27"/>
                      </a:lnTo>
                      <a:lnTo>
                        <a:pt x="5" y="34"/>
                      </a:lnTo>
                      <a:lnTo>
                        <a:pt x="3" y="36"/>
                      </a:lnTo>
                      <a:lnTo>
                        <a:pt x="5" y="39"/>
                      </a:lnTo>
                      <a:lnTo>
                        <a:pt x="3" y="43"/>
                      </a:lnTo>
                      <a:lnTo>
                        <a:pt x="2" y="47"/>
                      </a:lnTo>
                      <a:lnTo>
                        <a:pt x="0" y="50"/>
                      </a:lnTo>
                      <a:lnTo>
                        <a:pt x="3" y="48"/>
                      </a:lnTo>
                      <a:lnTo>
                        <a:pt x="6" y="48"/>
                      </a:lnTo>
                      <a:lnTo>
                        <a:pt x="11" y="59"/>
                      </a:lnTo>
                      <a:lnTo>
                        <a:pt x="14" y="63"/>
                      </a:lnTo>
                      <a:lnTo>
                        <a:pt x="14" y="66"/>
                      </a:lnTo>
                      <a:lnTo>
                        <a:pt x="13" y="69"/>
                      </a:lnTo>
                      <a:lnTo>
                        <a:pt x="13" y="72"/>
                      </a:lnTo>
                      <a:lnTo>
                        <a:pt x="13" y="73"/>
                      </a:lnTo>
                      <a:lnTo>
                        <a:pt x="13" y="74"/>
                      </a:lnTo>
                      <a:lnTo>
                        <a:pt x="15" y="77"/>
                      </a:lnTo>
                      <a:lnTo>
                        <a:pt x="19" y="78"/>
                      </a:lnTo>
                      <a:lnTo>
                        <a:pt x="22" y="80"/>
                      </a:lnTo>
                      <a:lnTo>
                        <a:pt x="25" y="81"/>
                      </a:lnTo>
                      <a:lnTo>
                        <a:pt x="28" y="80"/>
                      </a:lnTo>
                      <a:lnTo>
                        <a:pt x="30" y="80"/>
                      </a:lnTo>
                      <a:lnTo>
                        <a:pt x="34" y="81"/>
                      </a:lnTo>
                      <a:lnTo>
                        <a:pt x="36" y="80"/>
                      </a:lnTo>
                      <a:lnTo>
                        <a:pt x="40" y="80"/>
                      </a:lnTo>
                      <a:lnTo>
                        <a:pt x="44" y="80"/>
                      </a:lnTo>
                      <a:lnTo>
                        <a:pt x="47" y="81"/>
                      </a:lnTo>
                      <a:lnTo>
                        <a:pt x="57" y="92"/>
                      </a:lnTo>
                      <a:lnTo>
                        <a:pt x="62" y="91"/>
                      </a:lnTo>
                      <a:lnTo>
                        <a:pt x="62" y="92"/>
                      </a:lnTo>
                      <a:lnTo>
                        <a:pt x="63" y="92"/>
                      </a:lnTo>
                      <a:lnTo>
                        <a:pt x="66" y="92"/>
                      </a:lnTo>
                      <a:lnTo>
                        <a:pt x="68" y="93"/>
                      </a:lnTo>
                      <a:lnTo>
                        <a:pt x="71" y="92"/>
                      </a:lnTo>
                      <a:lnTo>
                        <a:pt x="74" y="92"/>
                      </a:lnTo>
                      <a:lnTo>
                        <a:pt x="78" y="92"/>
                      </a:lnTo>
                      <a:lnTo>
                        <a:pt x="78" y="91"/>
                      </a:lnTo>
                      <a:lnTo>
                        <a:pt x="81" y="91"/>
                      </a:lnTo>
                      <a:lnTo>
                        <a:pt x="83" y="92"/>
                      </a:lnTo>
                      <a:lnTo>
                        <a:pt x="83" y="97"/>
                      </a:lnTo>
                      <a:lnTo>
                        <a:pt x="83" y="100"/>
                      </a:lnTo>
                      <a:lnTo>
                        <a:pt x="83" y="103"/>
                      </a:lnTo>
                      <a:lnTo>
                        <a:pt x="82" y="104"/>
                      </a:lnTo>
                      <a:lnTo>
                        <a:pt x="78" y="106"/>
                      </a:lnTo>
                      <a:lnTo>
                        <a:pt x="77" y="107"/>
                      </a:lnTo>
                      <a:lnTo>
                        <a:pt x="78" y="112"/>
                      </a:lnTo>
                      <a:lnTo>
                        <a:pt x="78" y="114"/>
                      </a:lnTo>
                      <a:lnTo>
                        <a:pt x="77" y="118"/>
                      </a:lnTo>
                      <a:lnTo>
                        <a:pt x="77" y="122"/>
                      </a:lnTo>
                      <a:lnTo>
                        <a:pt x="78" y="125"/>
                      </a:lnTo>
                      <a:lnTo>
                        <a:pt x="78" y="126"/>
                      </a:lnTo>
                      <a:lnTo>
                        <a:pt x="82" y="134"/>
                      </a:lnTo>
                      <a:lnTo>
                        <a:pt x="77" y="142"/>
                      </a:lnTo>
                      <a:lnTo>
                        <a:pt x="78" y="145"/>
                      </a:lnTo>
                      <a:lnTo>
                        <a:pt x="79" y="145"/>
                      </a:lnTo>
                      <a:lnTo>
                        <a:pt x="81" y="144"/>
                      </a:lnTo>
                      <a:lnTo>
                        <a:pt x="81" y="145"/>
                      </a:lnTo>
                      <a:lnTo>
                        <a:pt x="82" y="146"/>
                      </a:lnTo>
                      <a:lnTo>
                        <a:pt x="83" y="148"/>
                      </a:lnTo>
                      <a:lnTo>
                        <a:pt x="85" y="150"/>
                      </a:lnTo>
                      <a:lnTo>
                        <a:pt x="83" y="152"/>
                      </a:lnTo>
                      <a:lnTo>
                        <a:pt x="85" y="156"/>
                      </a:lnTo>
                      <a:lnTo>
                        <a:pt x="89" y="163"/>
                      </a:lnTo>
                      <a:lnTo>
                        <a:pt x="89" y="165"/>
                      </a:lnTo>
                      <a:lnTo>
                        <a:pt x="89" y="165"/>
                      </a:lnTo>
                      <a:lnTo>
                        <a:pt x="89" y="165"/>
                      </a:lnTo>
                      <a:close/>
                      <a:moveTo>
                        <a:pt x="70" y="4"/>
                      </a:moveTo>
                      <a:lnTo>
                        <a:pt x="72" y="4"/>
                      </a:lnTo>
                      <a:lnTo>
                        <a:pt x="75" y="6"/>
                      </a:lnTo>
                      <a:lnTo>
                        <a:pt x="74" y="8"/>
                      </a:lnTo>
                      <a:lnTo>
                        <a:pt x="72" y="6"/>
                      </a:lnTo>
                      <a:lnTo>
                        <a:pt x="71" y="5"/>
                      </a:lnTo>
                      <a:lnTo>
                        <a:pt x="70" y="4"/>
                      </a:lnTo>
                      <a:lnTo>
                        <a:pt x="70" y="4"/>
                      </a:lnTo>
                      <a:close/>
                      <a:moveTo>
                        <a:pt x="60" y="2"/>
                      </a:moveTo>
                      <a:lnTo>
                        <a:pt x="63" y="5"/>
                      </a:lnTo>
                      <a:lnTo>
                        <a:pt x="66" y="5"/>
                      </a:lnTo>
                      <a:lnTo>
                        <a:pt x="64" y="6"/>
                      </a:lnTo>
                      <a:lnTo>
                        <a:pt x="60" y="6"/>
                      </a:lnTo>
                      <a:lnTo>
                        <a:pt x="59" y="4"/>
                      </a:lnTo>
                      <a:lnTo>
                        <a:pt x="60" y="2"/>
                      </a:lnTo>
                      <a:lnTo>
                        <a:pt x="60" y="2"/>
                      </a:lnTo>
                      <a:close/>
                      <a:moveTo>
                        <a:pt x="47" y="0"/>
                      </a:moveTo>
                      <a:lnTo>
                        <a:pt x="48" y="1"/>
                      </a:lnTo>
                      <a:lnTo>
                        <a:pt x="51" y="1"/>
                      </a:lnTo>
                      <a:lnTo>
                        <a:pt x="48" y="0"/>
                      </a:lnTo>
                      <a:lnTo>
                        <a:pt x="47" y="0"/>
                      </a:lnTo>
                      <a:lnTo>
                        <a:pt x="47" y="0"/>
                      </a:lnTo>
                      <a:close/>
                      <a:moveTo>
                        <a:pt x="127" y="23"/>
                      </a:moveTo>
                      <a:lnTo>
                        <a:pt x="129" y="21"/>
                      </a:lnTo>
                      <a:lnTo>
                        <a:pt x="131" y="23"/>
                      </a:lnTo>
                      <a:lnTo>
                        <a:pt x="135" y="20"/>
                      </a:lnTo>
                      <a:lnTo>
                        <a:pt x="136" y="21"/>
                      </a:lnTo>
                      <a:lnTo>
                        <a:pt x="134" y="24"/>
                      </a:lnTo>
                      <a:lnTo>
                        <a:pt x="131" y="24"/>
                      </a:lnTo>
                      <a:lnTo>
                        <a:pt x="128" y="24"/>
                      </a:lnTo>
                      <a:lnTo>
                        <a:pt x="128" y="24"/>
                      </a:lnTo>
                      <a:lnTo>
                        <a:pt x="127" y="23"/>
                      </a:lnTo>
                      <a:lnTo>
                        <a:pt x="127" y="2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0" name="Freeform 1013"/>
                <p:cNvSpPr>
                  <a:spLocks noEditPoints="1"/>
                </p:cNvSpPr>
                <p:nvPr/>
              </p:nvSpPr>
              <p:spPr bwMode="auto">
                <a:xfrm>
                  <a:off x="2444711" y="4558021"/>
                  <a:ext cx="157616" cy="172627"/>
                </a:xfrm>
                <a:custGeom>
                  <a:avLst/>
                  <a:gdLst/>
                  <a:ahLst/>
                  <a:cxnLst>
                    <a:cxn ang="0">
                      <a:pos x="80" y="21"/>
                    </a:cxn>
                    <a:cxn ang="0">
                      <a:pos x="77" y="19"/>
                    </a:cxn>
                    <a:cxn ang="0">
                      <a:pos x="72" y="16"/>
                    </a:cxn>
                    <a:cxn ang="0">
                      <a:pos x="68" y="17"/>
                    </a:cxn>
                    <a:cxn ang="0">
                      <a:pos x="66" y="21"/>
                    </a:cxn>
                    <a:cxn ang="0">
                      <a:pos x="59" y="19"/>
                    </a:cxn>
                    <a:cxn ang="0">
                      <a:pos x="51" y="16"/>
                    </a:cxn>
                    <a:cxn ang="0">
                      <a:pos x="51" y="12"/>
                    </a:cxn>
                    <a:cxn ang="0">
                      <a:pos x="44" y="9"/>
                    </a:cxn>
                    <a:cxn ang="0">
                      <a:pos x="34" y="1"/>
                    </a:cxn>
                    <a:cxn ang="0">
                      <a:pos x="30" y="4"/>
                    </a:cxn>
                    <a:cxn ang="0">
                      <a:pos x="19" y="8"/>
                    </a:cxn>
                    <a:cxn ang="0">
                      <a:pos x="11" y="10"/>
                    </a:cxn>
                    <a:cxn ang="0">
                      <a:pos x="13" y="16"/>
                    </a:cxn>
                    <a:cxn ang="0">
                      <a:pos x="13" y="21"/>
                    </a:cxn>
                    <a:cxn ang="0">
                      <a:pos x="8" y="29"/>
                    </a:cxn>
                    <a:cxn ang="0">
                      <a:pos x="6" y="35"/>
                    </a:cxn>
                    <a:cxn ang="0">
                      <a:pos x="1" y="39"/>
                    </a:cxn>
                    <a:cxn ang="0">
                      <a:pos x="2" y="44"/>
                    </a:cxn>
                    <a:cxn ang="0">
                      <a:pos x="2" y="51"/>
                    </a:cxn>
                    <a:cxn ang="0">
                      <a:pos x="0" y="55"/>
                    </a:cxn>
                    <a:cxn ang="0">
                      <a:pos x="5" y="58"/>
                    </a:cxn>
                    <a:cxn ang="0">
                      <a:pos x="9" y="62"/>
                    </a:cxn>
                    <a:cxn ang="0">
                      <a:pos x="12" y="58"/>
                    </a:cxn>
                    <a:cxn ang="0">
                      <a:pos x="15" y="55"/>
                    </a:cxn>
                    <a:cxn ang="0">
                      <a:pos x="16" y="59"/>
                    </a:cxn>
                    <a:cxn ang="0">
                      <a:pos x="16" y="55"/>
                    </a:cxn>
                    <a:cxn ang="0">
                      <a:pos x="17" y="59"/>
                    </a:cxn>
                    <a:cxn ang="0">
                      <a:pos x="17" y="66"/>
                    </a:cxn>
                    <a:cxn ang="0">
                      <a:pos x="12" y="73"/>
                    </a:cxn>
                    <a:cxn ang="0">
                      <a:pos x="15" y="77"/>
                    </a:cxn>
                    <a:cxn ang="0">
                      <a:pos x="9" y="81"/>
                    </a:cxn>
                    <a:cxn ang="0">
                      <a:pos x="13" y="84"/>
                    </a:cxn>
                    <a:cxn ang="0">
                      <a:pos x="17" y="85"/>
                    </a:cxn>
                    <a:cxn ang="0">
                      <a:pos x="24" y="87"/>
                    </a:cxn>
                    <a:cxn ang="0">
                      <a:pos x="30" y="92"/>
                    </a:cxn>
                    <a:cxn ang="0">
                      <a:pos x="43" y="68"/>
                    </a:cxn>
                    <a:cxn ang="0">
                      <a:pos x="61" y="61"/>
                    </a:cxn>
                    <a:cxn ang="0">
                      <a:pos x="76" y="47"/>
                    </a:cxn>
                    <a:cxn ang="0">
                      <a:pos x="83" y="38"/>
                    </a:cxn>
                    <a:cxn ang="0">
                      <a:pos x="84" y="34"/>
                    </a:cxn>
                    <a:cxn ang="0">
                      <a:pos x="81" y="24"/>
                    </a:cxn>
                    <a:cxn ang="0">
                      <a:pos x="80" y="21"/>
                    </a:cxn>
                    <a:cxn ang="0">
                      <a:pos x="80" y="21"/>
                    </a:cxn>
                    <a:cxn ang="0">
                      <a:pos x="9" y="66"/>
                    </a:cxn>
                    <a:cxn ang="0">
                      <a:pos x="13" y="61"/>
                    </a:cxn>
                    <a:cxn ang="0">
                      <a:pos x="13" y="63"/>
                    </a:cxn>
                    <a:cxn ang="0">
                      <a:pos x="12" y="68"/>
                    </a:cxn>
                    <a:cxn ang="0">
                      <a:pos x="11" y="68"/>
                    </a:cxn>
                  </a:cxnLst>
                  <a:rect l="0" t="0" r="r" b="b"/>
                  <a:pathLst>
                    <a:path w="84" h="92">
                      <a:moveTo>
                        <a:pt x="80" y="21"/>
                      </a:moveTo>
                      <a:lnTo>
                        <a:pt x="80" y="21"/>
                      </a:lnTo>
                      <a:lnTo>
                        <a:pt x="78" y="20"/>
                      </a:lnTo>
                      <a:lnTo>
                        <a:pt x="77" y="19"/>
                      </a:lnTo>
                      <a:lnTo>
                        <a:pt x="76" y="17"/>
                      </a:lnTo>
                      <a:lnTo>
                        <a:pt x="72" y="16"/>
                      </a:lnTo>
                      <a:lnTo>
                        <a:pt x="70" y="15"/>
                      </a:lnTo>
                      <a:lnTo>
                        <a:pt x="68" y="17"/>
                      </a:lnTo>
                      <a:lnTo>
                        <a:pt x="68" y="20"/>
                      </a:lnTo>
                      <a:lnTo>
                        <a:pt x="66" y="21"/>
                      </a:lnTo>
                      <a:lnTo>
                        <a:pt x="62" y="20"/>
                      </a:lnTo>
                      <a:lnTo>
                        <a:pt x="59" y="19"/>
                      </a:lnTo>
                      <a:lnTo>
                        <a:pt x="55" y="17"/>
                      </a:lnTo>
                      <a:lnTo>
                        <a:pt x="51" y="16"/>
                      </a:lnTo>
                      <a:lnTo>
                        <a:pt x="50" y="15"/>
                      </a:lnTo>
                      <a:lnTo>
                        <a:pt x="51" y="12"/>
                      </a:lnTo>
                      <a:lnTo>
                        <a:pt x="47" y="9"/>
                      </a:lnTo>
                      <a:lnTo>
                        <a:pt x="44" y="9"/>
                      </a:lnTo>
                      <a:lnTo>
                        <a:pt x="39" y="5"/>
                      </a:lnTo>
                      <a:lnTo>
                        <a:pt x="34" y="1"/>
                      </a:lnTo>
                      <a:lnTo>
                        <a:pt x="30" y="0"/>
                      </a:lnTo>
                      <a:lnTo>
                        <a:pt x="30" y="4"/>
                      </a:lnTo>
                      <a:lnTo>
                        <a:pt x="24" y="4"/>
                      </a:lnTo>
                      <a:lnTo>
                        <a:pt x="19" y="8"/>
                      </a:lnTo>
                      <a:lnTo>
                        <a:pt x="15" y="8"/>
                      </a:lnTo>
                      <a:lnTo>
                        <a:pt x="11" y="10"/>
                      </a:lnTo>
                      <a:lnTo>
                        <a:pt x="13" y="13"/>
                      </a:lnTo>
                      <a:lnTo>
                        <a:pt x="13" y="16"/>
                      </a:lnTo>
                      <a:lnTo>
                        <a:pt x="15" y="17"/>
                      </a:lnTo>
                      <a:lnTo>
                        <a:pt x="13" y="21"/>
                      </a:lnTo>
                      <a:lnTo>
                        <a:pt x="8" y="27"/>
                      </a:lnTo>
                      <a:lnTo>
                        <a:pt x="8" y="29"/>
                      </a:lnTo>
                      <a:lnTo>
                        <a:pt x="9" y="31"/>
                      </a:lnTo>
                      <a:lnTo>
                        <a:pt x="6" y="35"/>
                      </a:lnTo>
                      <a:lnTo>
                        <a:pt x="2" y="36"/>
                      </a:lnTo>
                      <a:lnTo>
                        <a:pt x="1" y="39"/>
                      </a:lnTo>
                      <a:lnTo>
                        <a:pt x="1" y="42"/>
                      </a:lnTo>
                      <a:lnTo>
                        <a:pt x="2" y="44"/>
                      </a:lnTo>
                      <a:lnTo>
                        <a:pt x="2" y="47"/>
                      </a:lnTo>
                      <a:lnTo>
                        <a:pt x="2" y="51"/>
                      </a:lnTo>
                      <a:lnTo>
                        <a:pt x="1" y="54"/>
                      </a:lnTo>
                      <a:lnTo>
                        <a:pt x="0" y="55"/>
                      </a:lnTo>
                      <a:lnTo>
                        <a:pt x="1" y="57"/>
                      </a:lnTo>
                      <a:lnTo>
                        <a:pt x="5" y="58"/>
                      </a:lnTo>
                      <a:lnTo>
                        <a:pt x="8" y="61"/>
                      </a:lnTo>
                      <a:lnTo>
                        <a:pt x="9" y="62"/>
                      </a:lnTo>
                      <a:lnTo>
                        <a:pt x="11" y="62"/>
                      </a:lnTo>
                      <a:lnTo>
                        <a:pt x="12" y="58"/>
                      </a:lnTo>
                      <a:lnTo>
                        <a:pt x="13" y="57"/>
                      </a:lnTo>
                      <a:lnTo>
                        <a:pt x="15" y="55"/>
                      </a:lnTo>
                      <a:lnTo>
                        <a:pt x="15" y="57"/>
                      </a:lnTo>
                      <a:lnTo>
                        <a:pt x="16" y="59"/>
                      </a:lnTo>
                      <a:lnTo>
                        <a:pt x="16" y="58"/>
                      </a:lnTo>
                      <a:lnTo>
                        <a:pt x="16" y="55"/>
                      </a:lnTo>
                      <a:lnTo>
                        <a:pt x="17" y="55"/>
                      </a:lnTo>
                      <a:lnTo>
                        <a:pt x="17" y="59"/>
                      </a:lnTo>
                      <a:lnTo>
                        <a:pt x="17" y="63"/>
                      </a:lnTo>
                      <a:lnTo>
                        <a:pt x="17" y="66"/>
                      </a:lnTo>
                      <a:lnTo>
                        <a:pt x="16" y="69"/>
                      </a:lnTo>
                      <a:lnTo>
                        <a:pt x="12" y="73"/>
                      </a:lnTo>
                      <a:lnTo>
                        <a:pt x="13" y="73"/>
                      </a:lnTo>
                      <a:lnTo>
                        <a:pt x="15" y="77"/>
                      </a:lnTo>
                      <a:lnTo>
                        <a:pt x="12" y="78"/>
                      </a:lnTo>
                      <a:lnTo>
                        <a:pt x="9" y="81"/>
                      </a:lnTo>
                      <a:lnTo>
                        <a:pt x="11" y="84"/>
                      </a:lnTo>
                      <a:lnTo>
                        <a:pt x="13" y="84"/>
                      </a:lnTo>
                      <a:lnTo>
                        <a:pt x="16" y="82"/>
                      </a:lnTo>
                      <a:lnTo>
                        <a:pt x="17" y="85"/>
                      </a:lnTo>
                      <a:lnTo>
                        <a:pt x="21" y="85"/>
                      </a:lnTo>
                      <a:lnTo>
                        <a:pt x="24" y="87"/>
                      </a:lnTo>
                      <a:lnTo>
                        <a:pt x="28" y="92"/>
                      </a:lnTo>
                      <a:lnTo>
                        <a:pt x="30" y="92"/>
                      </a:lnTo>
                      <a:lnTo>
                        <a:pt x="32" y="89"/>
                      </a:lnTo>
                      <a:lnTo>
                        <a:pt x="43" y="68"/>
                      </a:lnTo>
                      <a:lnTo>
                        <a:pt x="46" y="65"/>
                      </a:lnTo>
                      <a:lnTo>
                        <a:pt x="61" y="61"/>
                      </a:lnTo>
                      <a:lnTo>
                        <a:pt x="66" y="55"/>
                      </a:lnTo>
                      <a:lnTo>
                        <a:pt x="76" y="47"/>
                      </a:lnTo>
                      <a:lnTo>
                        <a:pt x="80" y="38"/>
                      </a:lnTo>
                      <a:lnTo>
                        <a:pt x="83" y="38"/>
                      </a:lnTo>
                      <a:lnTo>
                        <a:pt x="84" y="36"/>
                      </a:lnTo>
                      <a:lnTo>
                        <a:pt x="84" y="34"/>
                      </a:lnTo>
                      <a:lnTo>
                        <a:pt x="84" y="31"/>
                      </a:lnTo>
                      <a:lnTo>
                        <a:pt x="81" y="24"/>
                      </a:lnTo>
                      <a:lnTo>
                        <a:pt x="81" y="23"/>
                      </a:lnTo>
                      <a:lnTo>
                        <a:pt x="80" y="21"/>
                      </a:lnTo>
                      <a:lnTo>
                        <a:pt x="80" y="21"/>
                      </a:lnTo>
                      <a:lnTo>
                        <a:pt x="80" y="21"/>
                      </a:lnTo>
                      <a:close/>
                      <a:moveTo>
                        <a:pt x="11" y="68"/>
                      </a:moveTo>
                      <a:lnTo>
                        <a:pt x="9" y="66"/>
                      </a:lnTo>
                      <a:lnTo>
                        <a:pt x="12" y="63"/>
                      </a:lnTo>
                      <a:lnTo>
                        <a:pt x="13" y="61"/>
                      </a:lnTo>
                      <a:lnTo>
                        <a:pt x="15" y="62"/>
                      </a:lnTo>
                      <a:lnTo>
                        <a:pt x="13" y="63"/>
                      </a:lnTo>
                      <a:lnTo>
                        <a:pt x="13" y="66"/>
                      </a:lnTo>
                      <a:lnTo>
                        <a:pt x="12" y="68"/>
                      </a:lnTo>
                      <a:lnTo>
                        <a:pt x="11" y="68"/>
                      </a:lnTo>
                      <a:lnTo>
                        <a:pt x="11" y="6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1" name="Freeform 1015"/>
                <p:cNvSpPr>
                  <a:spLocks/>
                </p:cNvSpPr>
                <p:nvPr/>
              </p:nvSpPr>
              <p:spPr bwMode="auto">
                <a:xfrm>
                  <a:off x="2437206" y="4597424"/>
                  <a:ext cx="343378" cy="508499"/>
                </a:xfrm>
                <a:custGeom>
                  <a:avLst/>
                  <a:gdLst/>
                  <a:ahLst/>
                  <a:cxnLst>
                    <a:cxn ang="0">
                      <a:pos x="167" y="159"/>
                    </a:cxn>
                    <a:cxn ang="0">
                      <a:pos x="156" y="159"/>
                    </a:cxn>
                    <a:cxn ang="0">
                      <a:pos x="157" y="142"/>
                    </a:cxn>
                    <a:cxn ang="0">
                      <a:pos x="145" y="144"/>
                    </a:cxn>
                    <a:cxn ang="0">
                      <a:pos x="127" y="136"/>
                    </a:cxn>
                    <a:cxn ang="0">
                      <a:pos x="111" y="120"/>
                    </a:cxn>
                    <a:cxn ang="0">
                      <a:pos x="108" y="109"/>
                    </a:cxn>
                    <a:cxn ang="0">
                      <a:pos x="110" y="100"/>
                    </a:cxn>
                    <a:cxn ang="0">
                      <a:pos x="116" y="93"/>
                    </a:cxn>
                    <a:cxn ang="0">
                      <a:pos x="119" y="79"/>
                    </a:cxn>
                    <a:cxn ang="0">
                      <a:pos x="129" y="70"/>
                    </a:cxn>
                    <a:cxn ang="0">
                      <a:pos x="149" y="63"/>
                    </a:cxn>
                    <a:cxn ang="0">
                      <a:pos x="154" y="60"/>
                    </a:cxn>
                    <a:cxn ang="0">
                      <a:pos x="161" y="61"/>
                    </a:cxn>
                    <a:cxn ang="0">
                      <a:pos x="152" y="56"/>
                    </a:cxn>
                    <a:cxn ang="0">
                      <a:pos x="157" y="37"/>
                    </a:cxn>
                    <a:cxn ang="0">
                      <a:pos x="150" y="33"/>
                    </a:cxn>
                    <a:cxn ang="0">
                      <a:pos x="135" y="32"/>
                    </a:cxn>
                    <a:cxn ang="0">
                      <a:pos x="123" y="34"/>
                    </a:cxn>
                    <a:cxn ang="0">
                      <a:pos x="118" y="32"/>
                    </a:cxn>
                    <a:cxn ang="0">
                      <a:pos x="114" y="22"/>
                    </a:cxn>
                    <a:cxn ang="0">
                      <a:pos x="100" y="11"/>
                    </a:cxn>
                    <a:cxn ang="0">
                      <a:pos x="92" y="3"/>
                    </a:cxn>
                    <a:cxn ang="0">
                      <a:pos x="85" y="2"/>
                    </a:cxn>
                    <a:cxn ang="0">
                      <a:pos x="88" y="15"/>
                    </a:cxn>
                    <a:cxn ang="0">
                      <a:pos x="70" y="34"/>
                    </a:cxn>
                    <a:cxn ang="0">
                      <a:pos x="36" y="68"/>
                    </a:cxn>
                    <a:cxn ang="0">
                      <a:pos x="25" y="64"/>
                    </a:cxn>
                    <a:cxn ang="0">
                      <a:pos x="15" y="63"/>
                    </a:cxn>
                    <a:cxn ang="0">
                      <a:pos x="17" y="52"/>
                    </a:cxn>
                    <a:cxn ang="0">
                      <a:pos x="6" y="57"/>
                    </a:cxn>
                    <a:cxn ang="0">
                      <a:pos x="0" y="70"/>
                    </a:cxn>
                    <a:cxn ang="0">
                      <a:pos x="1" y="76"/>
                    </a:cxn>
                    <a:cxn ang="0">
                      <a:pos x="4" y="86"/>
                    </a:cxn>
                    <a:cxn ang="0">
                      <a:pos x="5" y="93"/>
                    </a:cxn>
                    <a:cxn ang="0">
                      <a:pos x="23" y="101"/>
                    </a:cxn>
                    <a:cxn ang="0">
                      <a:pos x="28" y="114"/>
                    </a:cxn>
                    <a:cxn ang="0">
                      <a:pos x="39" y="128"/>
                    </a:cxn>
                    <a:cxn ang="0">
                      <a:pos x="46" y="142"/>
                    </a:cxn>
                    <a:cxn ang="0">
                      <a:pos x="53" y="158"/>
                    </a:cxn>
                    <a:cxn ang="0">
                      <a:pos x="55" y="165"/>
                    </a:cxn>
                    <a:cxn ang="0">
                      <a:pos x="63" y="178"/>
                    </a:cxn>
                    <a:cxn ang="0">
                      <a:pos x="73" y="192"/>
                    </a:cxn>
                    <a:cxn ang="0">
                      <a:pos x="76" y="201"/>
                    </a:cxn>
                    <a:cxn ang="0">
                      <a:pos x="77" y="207"/>
                    </a:cxn>
                    <a:cxn ang="0">
                      <a:pos x="84" y="215"/>
                    </a:cxn>
                    <a:cxn ang="0">
                      <a:pos x="93" y="222"/>
                    </a:cxn>
                    <a:cxn ang="0">
                      <a:pos x="101" y="227"/>
                    </a:cxn>
                    <a:cxn ang="0">
                      <a:pos x="110" y="233"/>
                    </a:cxn>
                    <a:cxn ang="0">
                      <a:pos x="118" y="239"/>
                    </a:cxn>
                    <a:cxn ang="0">
                      <a:pos x="130" y="244"/>
                    </a:cxn>
                    <a:cxn ang="0">
                      <a:pos x="138" y="250"/>
                    </a:cxn>
                    <a:cxn ang="0">
                      <a:pos x="146" y="257"/>
                    </a:cxn>
                    <a:cxn ang="0">
                      <a:pos x="153" y="263"/>
                    </a:cxn>
                    <a:cxn ang="0">
                      <a:pos x="164" y="271"/>
                    </a:cxn>
                    <a:cxn ang="0">
                      <a:pos x="175" y="265"/>
                    </a:cxn>
                    <a:cxn ang="0">
                      <a:pos x="176" y="256"/>
                    </a:cxn>
                    <a:cxn ang="0">
                      <a:pos x="175" y="253"/>
                    </a:cxn>
                    <a:cxn ang="0">
                      <a:pos x="183" y="239"/>
                    </a:cxn>
                    <a:cxn ang="0">
                      <a:pos x="179" y="222"/>
                    </a:cxn>
                    <a:cxn ang="0">
                      <a:pos x="180" y="203"/>
                    </a:cxn>
                    <a:cxn ang="0">
                      <a:pos x="183" y="181"/>
                    </a:cxn>
                  </a:cxnLst>
                  <a:rect l="0" t="0" r="r" b="b"/>
                  <a:pathLst>
                    <a:path w="183" h="271">
                      <a:moveTo>
                        <a:pt x="171" y="161"/>
                      </a:moveTo>
                      <a:lnTo>
                        <a:pt x="169" y="159"/>
                      </a:lnTo>
                      <a:lnTo>
                        <a:pt x="168" y="159"/>
                      </a:lnTo>
                      <a:lnTo>
                        <a:pt x="167" y="159"/>
                      </a:lnTo>
                      <a:lnTo>
                        <a:pt x="164" y="159"/>
                      </a:lnTo>
                      <a:lnTo>
                        <a:pt x="161" y="161"/>
                      </a:lnTo>
                      <a:lnTo>
                        <a:pt x="159" y="161"/>
                      </a:lnTo>
                      <a:lnTo>
                        <a:pt x="156" y="159"/>
                      </a:lnTo>
                      <a:lnTo>
                        <a:pt x="156" y="155"/>
                      </a:lnTo>
                      <a:lnTo>
                        <a:pt x="156" y="147"/>
                      </a:lnTo>
                      <a:lnTo>
                        <a:pt x="156" y="143"/>
                      </a:lnTo>
                      <a:lnTo>
                        <a:pt x="157" y="142"/>
                      </a:lnTo>
                      <a:lnTo>
                        <a:pt x="157" y="138"/>
                      </a:lnTo>
                      <a:lnTo>
                        <a:pt x="156" y="136"/>
                      </a:lnTo>
                      <a:lnTo>
                        <a:pt x="150" y="139"/>
                      </a:lnTo>
                      <a:lnTo>
                        <a:pt x="145" y="144"/>
                      </a:lnTo>
                      <a:lnTo>
                        <a:pt x="138" y="144"/>
                      </a:lnTo>
                      <a:lnTo>
                        <a:pt x="131" y="144"/>
                      </a:lnTo>
                      <a:lnTo>
                        <a:pt x="130" y="140"/>
                      </a:lnTo>
                      <a:lnTo>
                        <a:pt x="127" y="136"/>
                      </a:lnTo>
                      <a:lnTo>
                        <a:pt x="123" y="135"/>
                      </a:lnTo>
                      <a:lnTo>
                        <a:pt x="115" y="136"/>
                      </a:lnTo>
                      <a:lnTo>
                        <a:pt x="118" y="131"/>
                      </a:lnTo>
                      <a:lnTo>
                        <a:pt x="111" y="120"/>
                      </a:lnTo>
                      <a:lnTo>
                        <a:pt x="107" y="116"/>
                      </a:lnTo>
                      <a:lnTo>
                        <a:pt x="108" y="114"/>
                      </a:lnTo>
                      <a:lnTo>
                        <a:pt x="107" y="112"/>
                      </a:lnTo>
                      <a:lnTo>
                        <a:pt x="108" y="109"/>
                      </a:lnTo>
                      <a:lnTo>
                        <a:pt x="108" y="106"/>
                      </a:lnTo>
                      <a:lnTo>
                        <a:pt x="107" y="104"/>
                      </a:lnTo>
                      <a:lnTo>
                        <a:pt x="110" y="102"/>
                      </a:lnTo>
                      <a:lnTo>
                        <a:pt x="110" y="100"/>
                      </a:lnTo>
                      <a:lnTo>
                        <a:pt x="114" y="97"/>
                      </a:lnTo>
                      <a:lnTo>
                        <a:pt x="115" y="97"/>
                      </a:lnTo>
                      <a:lnTo>
                        <a:pt x="118" y="95"/>
                      </a:lnTo>
                      <a:lnTo>
                        <a:pt x="116" y="93"/>
                      </a:lnTo>
                      <a:lnTo>
                        <a:pt x="115" y="87"/>
                      </a:lnTo>
                      <a:lnTo>
                        <a:pt x="119" y="83"/>
                      </a:lnTo>
                      <a:lnTo>
                        <a:pt x="118" y="82"/>
                      </a:lnTo>
                      <a:lnTo>
                        <a:pt x="119" y="79"/>
                      </a:lnTo>
                      <a:lnTo>
                        <a:pt x="119" y="75"/>
                      </a:lnTo>
                      <a:lnTo>
                        <a:pt x="122" y="74"/>
                      </a:lnTo>
                      <a:lnTo>
                        <a:pt x="125" y="72"/>
                      </a:lnTo>
                      <a:lnTo>
                        <a:pt x="129" y="70"/>
                      </a:lnTo>
                      <a:lnTo>
                        <a:pt x="130" y="68"/>
                      </a:lnTo>
                      <a:lnTo>
                        <a:pt x="131" y="67"/>
                      </a:lnTo>
                      <a:lnTo>
                        <a:pt x="140" y="66"/>
                      </a:lnTo>
                      <a:lnTo>
                        <a:pt x="149" y="63"/>
                      </a:lnTo>
                      <a:lnTo>
                        <a:pt x="149" y="60"/>
                      </a:lnTo>
                      <a:lnTo>
                        <a:pt x="150" y="60"/>
                      </a:lnTo>
                      <a:lnTo>
                        <a:pt x="153" y="60"/>
                      </a:lnTo>
                      <a:lnTo>
                        <a:pt x="154" y="60"/>
                      </a:lnTo>
                      <a:lnTo>
                        <a:pt x="159" y="63"/>
                      </a:lnTo>
                      <a:lnTo>
                        <a:pt x="157" y="63"/>
                      </a:lnTo>
                      <a:lnTo>
                        <a:pt x="161" y="64"/>
                      </a:lnTo>
                      <a:lnTo>
                        <a:pt x="161" y="61"/>
                      </a:lnTo>
                      <a:lnTo>
                        <a:pt x="161" y="57"/>
                      </a:lnTo>
                      <a:lnTo>
                        <a:pt x="159" y="55"/>
                      </a:lnTo>
                      <a:lnTo>
                        <a:pt x="156" y="56"/>
                      </a:lnTo>
                      <a:lnTo>
                        <a:pt x="152" y="56"/>
                      </a:lnTo>
                      <a:lnTo>
                        <a:pt x="152" y="55"/>
                      </a:lnTo>
                      <a:lnTo>
                        <a:pt x="161" y="38"/>
                      </a:lnTo>
                      <a:lnTo>
                        <a:pt x="160" y="37"/>
                      </a:lnTo>
                      <a:lnTo>
                        <a:pt x="157" y="37"/>
                      </a:lnTo>
                      <a:lnTo>
                        <a:pt x="156" y="36"/>
                      </a:lnTo>
                      <a:lnTo>
                        <a:pt x="153" y="34"/>
                      </a:lnTo>
                      <a:lnTo>
                        <a:pt x="152" y="34"/>
                      </a:lnTo>
                      <a:lnTo>
                        <a:pt x="150" y="33"/>
                      </a:lnTo>
                      <a:lnTo>
                        <a:pt x="148" y="33"/>
                      </a:lnTo>
                      <a:lnTo>
                        <a:pt x="142" y="34"/>
                      </a:lnTo>
                      <a:lnTo>
                        <a:pt x="140" y="33"/>
                      </a:lnTo>
                      <a:lnTo>
                        <a:pt x="135" y="32"/>
                      </a:lnTo>
                      <a:lnTo>
                        <a:pt x="131" y="34"/>
                      </a:lnTo>
                      <a:lnTo>
                        <a:pt x="130" y="36"/>
                      </a:lnTo>
                      <a:lnTo>
                        <a:pt x="126" y="36"/>
                      </a:lnTo>
                      <a:lnTo>
                        <a:pt x="123" y="34"/>
                      </a:lnTo>
                      <a:lnTo>
                        <a:pt x="121" y="36"/>
                      </a:lnTo>
                      <a:lnTo>
                        <a:pt x="118" y="34"/>
                      </a:lnTo>
                      <a:lnTo>
                        <a:pt x="118" y="33"/>
                      </a:lnTo>
                      <a:lnTo>
                        <a:pt x="118" y="32"/>
                      </a:lnTo>
                      <a:lnTo>
                        <a:pt x="116" y="28"/>
                      </a:lnTo>
                      <a:lnTo>
                        <a:pt x="115" y="26"/>
                      </a:lnTo>
                      <a:lnTo>
                        <a:pt x="114" y="26"/>
                      </a:lnTo>
                      <a:lnTo>
                        <a:pt x="114" y="22"/>
                      </a:lnTo>
                      <a:lnTo>
                        <a:pt x="111" y="18"/>
                      </a:lnTo>
                      <a:lnTo>
                        <a:pt x="104" y="17"/>
                      </a:lnTo>
                      <a:lnTo>
                        <a:pt x="103" y="17"/>
                      </a:lnTo>
                      <a:lnTo>
                        <a:pt x="100" y="11"/>
                      </a:lnTo>
                      <a:lnTo>
                        <a:pt x="100" y="8"/>
                      </a:lnTo>
                      <a:lnTo>
                        <a:pt x="96" y="6"/>
                      </a:lnTo>
                      <a:lnTo>
                        <a:pt x="95" y="3"/>
                      </a:lnTo>
                      <a:lnTo>
                        <a:pt x="92" y="3"/>
                      </a:lnTo>
                      <a:lnTo>
                        <a:pt x="87" y="2"/>
                      </a:lnTo>
                      <a:lnTo>
                        <a:pt x="85" y="0"/>
                      </a:lnTo>
                      <a:lnTo>
                        <a:pt x="84" y="0"/>
                      </a:lnTo>
                      <a:lnTo>
                        <a:pt x="85" y="2"/>
                      </a:lnTo>
                      <a:lnTo>
                        <a:pt x="85" y="3"/>
                      </a:lnTo>
                      <a:lnTo>
                        <a:pt x="88" y="10"/>
                      </a:lnTo>
                      <a:lnTo>
                        <a:pt x="88" y="13"/>
                      </a:lnTo>
                      <a:lnTo>
                        <a:pt x="88" y="15"/>
                      </a:lnTo>
                      <a:lnTo>
                        <a:pt x="87" y="17"/>
                      </a:lnTo>
                      <a:lnTo>
                        <a:pt x="84" y="17"/>
                      </a:lnTo>
                      <a:lnTo>
                        <a:pt x="80" y="26"/>
                      </a:lnTo>
                      <a:lnTo>
                        <a:pt x="70" y="34"/>
                      </a:lnTo>
                      <a:lnTo>
                        <a:pt x="65" y="40"/>
                      </a:lnTo>
                      <a:lnTo>
                        <a:pt x="50" y="44"/>
                      </a:lnTo>
                      <a:lnTo>
                        <a:pt x="47" y="47"/>
                      </a:lnTo>
                      <a:lnTo>
                        <a:pt x="36" y="68"/>
                      </a:lnTo>
                      <a:lnTo>
                        <a:pt x="34" y="71"/>
                      </a:lnTo>
                      <a:lnTo>
                        <a:pt x="32" y="71"/>
                      </a:lnTo>
                      <a:lnTo>
                        <a:pt x="28" y="66"/>
                      </a:lnTo>
                      <a:lnTo>
                        <a:pt x="25" y="64"/>
                      </a:lnTo>
                      <a:lnTo>
                        <a:pt x="21" y="64"/>
                      </a:lnTo>
                      <a:lnTo>
                        <a:pt x="20" y="61"/>
                      </a:lnTo>
                      <a:lnTo>
                        <a:pt x="17" y="63"/>
                      </a:lnTo>
                      <a:lnTo>
                        <a:pt x="15" y="63"/>
                      </a:lnTo>
                      <a:lnTo>
                        <a:pt x="13" y="60"/>
                      </a:lnTo>
                      <a:lnTo>
                        <a:pt x="16" y="57"/>
                      </a:lnTo>
                      <a:lnTo>
                        <a:pt x="19" y="56"/>
                      </a:lnTo>
                      <a:lnTo>
                        <a:pt x="17" y="52"/>
                      </a:lnTo>
                      <a:lnTo>
                        <a:pt x="16" y="52"/>
                      </a:lnTo>
                      <a:lnTo>
                        <a:pt x="16" y="52"/>
                      </a:lnTo>
                      <a:lnTo>
                        <a:pt x="9" y="55"/>
                      </a:lnTo>
                      <a:lnTo>
                        <a:pt x="6" y="57"/>
                      </a:lnTo>
                      <a:lnTo>
                        <a:pt x="2" y="61"/>
                      </a:lnTo>
                      <a:lnTo>
                        <a:pt x="1" y="66"/>
                      </a:lnTo>
                      <a:lnTo>
                        <a:pt x="0" y="68"/>
                      </a:lnTo>
                      <a:lnTo>
                        <a:pt x="0" y="70"/>
                      </a:lnTo>
                      <a:lnTo>
                        <a:pt x="2" y="71"/>
                      </a:lnTo>
                      <a:lnTo>
                        <a:pt x="2" y="74"/>
                      </a:lnTo>
                      <a:lnTo>
                        <a:pt x="1" y="75"/>
                      </a:lnTo>
                      <a:lnTo>
                        <a:pt x="1" y="76"/>
                      </a:lnTo>
                      <a:lnTo>
                        <a:pt x="4" y="79"/>
                      </a:lnTo>
                      <a:lnTo>
                        <a:pt x="5" y="83"/>
                      </a:lnTo>
                      <a:lnTo>
                        <a:pt x="5" y="86"/>
                      </a:lnTo>
                      <a:lnTo>
                        <a:pt x="4" y="86"/>
                      </a:lnTo>
                      <a:lnTo>
                        <a:pt x="1" y="86"/>
                      </a:lnTo>
                      <a:lnTo>
                        <a:pt x="0" y="89"/>
                      </a:lnTo>
                      <a:lnTo>
                        <a:pt x="2" y="91"/>
                      </a:lnTo>
                      <a:lnTo>
                        <a:pt x="5" y="93"/>
                      </a:lnTo>
                      <a:lnTo>
                        <a:pt x="9" y="95"/>
                      </a:lnTo>
                      <a:lnTo>
                        <a:pt x="13" y="97"/>
                      </a:lnTo>
                      <a:lnTo>
                        <a:pt x="19" y="100"/>
                      </a:lnTo>
                      <a:lnTo>
                        <a:pt x="23" y="101"/>
                      </a:lnTo>
                      <a:lnTo>
                        <a:pt x="23" y="104"/>
                      </a:lnTo>
                      <a:lnTo>
                        <a:pt x="25" y="108"/>
                      </a:lnTo>
                      <a:lnTo>
                        <a:pt x="27" y="112"/>
                      </a:lnTo>
                      <a:lnTo>
                        <a:pt x="28" y="114"/>
                      </a:lnTo>
                      <a:lnTo>
                        <a:pt x="34" y="117"/>
                      </a:lnTo>
                      <a:lnTo>
                        <a:pt x="36" y="121"/>
                      </a:lnTo>
                      <a:lnTo>
                        <a:pt x="38" y="125"/>
                      </a:lnTo>
                      <a:lnTo>
                        <a:pt x="39" y="128"/>
                      </a:lnTo>
                      <a:lnTo>
                        <a:pt x="39" y="133"/>
                      </a:lnTo>
                      <a:lnTo>
                        <a:pt x="42" y="136"/>
                      </a:lnTo>
                      <a:lnTo>
                        <a:pt x="43" y="138"/>
                      </a:lnTo>
                      <a:lnTo>
                        <a:pt x="46" y="142"/>
                      </a:lnTo>
                      <a:lnTo>
                        <a:pt x="47" y="146"/>
                      </a:lnTo>
                      <a:lnTo>
                        <a:pt x="46" y="147"/>
                      </a:lnTo>
                      <a:lnTo>
                        <a:pt x="48" y="151"/>
                      </a:lnTo>
                      <a:lnTo>
                        <a:pt x="53" y="158"/>
                      </a:lnTo>
                      <a:lnTo>
                        <a:pt x="54" y="161"/>
                      </a:lnTo>
                      <a:lnTo>
                        <a:pt x="54" y="162"/>
                      </a:lnTo>
                      <a:lnTo>
                        <a:pt x="54" y="165"/>
                      </a:lnTo>
                      <a:lnTo>
                        <a:pt x="55" y="165"/>
                      </a:lnTo>
                      <a:lnTo>
                        <a:pt x="61" y="170"/>
                      </a:lnTo>
                      <a:lnTo>
                        <a:pt x="62" y="172"/>
                      </a:lnTo>
                      <a:lnTo>
                        <a:pt x="62" y="176"/>
                      </a:lnTo>
                      <a:lnTo>
                        <a:pt x="63" y="178"/>
                      </a:lnTo>
                      <a:lnTo>
                        <a:pt x="68" y="180"/>
                      </a:lnTo>
                      <a:lnTo>
                        <a:pt x="68" y="182"/>
                      </a:lnTo>
                      <a:lnTo>
                        <a:pt x="72" y="189"/>
                      </a:lnTo>
                      <a:lnTo>
                        <a:pt x="73" y="192"/>
                      </a:lnTo>
                      <a:lnTo>
                        <a:pt x="78" y="199"/>
                      </a:lnTo>
                      <a:lnTo>
                        <a:pt x="78" y="201"/>
                      </a:lnTo>
                      <a:lnTo>
                        <a:pt x="77" y="203"/>
                      </a:lnTo>
                      <a:lnTo>
                        <a:pt x="76" y="201"/>
                      </a:lnTo>
                      <a:lnTo>
                        <a:pt x="76" y="203"/>
                      </a:lnTo>
                      <a:lnTo>
                        <a:pt x="76" y="205"/>
                      </a:lnTo>
                      <a:lnTo>
                        <a:pt x="76" y="207"/>
                      </a:lnTo>
                      <a:lnTo>
                        <a:pt x="77" y="207"/>
                      </a:lnTo>
                      <a:lnTo>
                        <a:pt x="80" y="208"/>
                      </a:lnTo>
                      <a:lnTo>
                        <a:pt x="80" y="210"/>
                      </a:lnTo>
                      <a:lnTo>
                        <a:pt x="80" y="211"/>
                      </a:lnTo>
                      <a:lnTo>
                        <a:pt x="84" y="215"/>
                      </a:lnTo>
                      <a:lnTo>
                        <a:pt x="88" y="216"/>
                      </a:lnTo>
                      <a:lnTo>
                        <a:pt x="89" y="219"/>
                      </a:lnTo>
                      <a:lnTo>
                        <a:pt x="91" y="222"/>
                      </a:lnTo>
                      <a:lnTo>
                        <a:pt x="93" y="222"/>
                      </a:lnTo>
                      <a:lnTo>
                        <a:pt x="95" y="223"/>
                      </a:lnTo>
                      <a:lnTo>
                        <a:pt x="96" y="226"/>
                      </a:lnTo>
                      <a:lnTo>
                        <a:pt x="97" y="227"/>
                      </a:lnTo>
                      <a:lnTo>
                        <a:pt x="101" y="227"/>
                      </a:lnTo>
                      <a:lnTo>
                        <a:pt x="103" y="225"/>
                      </a:lnTo>
                      <a:lnTo>
                        <a:pt x="103" y="227"/>
                      </a:lnTo>
                      <a:lnTo>
                        <a:pt x="104" y="230"/>
                      </a:lnTo>
                      <a:lnTo>
                        <a:pt x="110" y="233"/>
                      </a:lnTo>
                      <a:lnTo>
                        <a:pt x="111" y="234"/>
                      </a:lnTo>
                      <a:lnTo>
                        <a:pt x="111" y="237"/>
                      </a:lnTo>
                      <a:lnTo>
                        <a:pt x="114" y="238"/>
                      </a:lnTo>
                      <a:lnTo>
                        <a:pt x="118" y="239"/>
                      </a:lnTo>
                      <a:lnTo>
                        <a:pt x="118" y="238"/>
                      </a:lnTo>
                      <a:lnTo>
                        <a:pt x="121" y="239"/>
                      </a:lnTo>
                      <a:lnTo>
                        <a:pt x="126" y="242"/>
                      </a:lnTo>
                      <a:lnTo>
                        <a:pt x="130" y="244"/>
                      </a:lnTo>
                      <a:lnTo>
                        <a:pt x="133" y="245"/>
                      </a:lnTo>
                      <a:lnTo>
                        <a:pt x="134" y="245"/>
                      </a:lnTo>
                      <a:lnTo>
                        <a:pt x="135" y="246"/>
                      </a:lnTo>
                      <a:lnTo>
                        <a:pt x="138" y="250"/>
                      </a:lnTo>
                      <a:lnTo>
                        <a:pt x="141" y="252"/>
                      </a:lnTo>
                      <a:lnTo>
                        <a:pt x="144" y="254"/>
                      </a:lnTo>
                      <a:lnTo>
                        <a:pt x="146" y="254"/>
                      </a:lnTo>
                      <a:lnTo>
                        <a:pt x="146" y="257"/>
                      </a:lnTo>
                      <a:lnTo>
                        <a:pt x="146" y="258"/>
                      </a:lnTo>
                      <a:lnTo>
                        <a:pt x="146" y="260"/>
                      </a:lnTo>
                      <a:lnTo>
                        <a:pt x="150" y="261"/>
                      </a:lnTo>
                      <a:lnTo>
                        <a:pt x="153" y="263"/>
                      </a:lnTo>
                      <a:lnTo>
                        <a:pt x="157" y="267"/>
                      </a:lnTo>
                      <a:lnTo>
                        <a:pt x="161" y="269"/>
                      </a:lnTo>
                      <a:lnTo>
                        <a:pt x="163" y="271"/>
                      </a:lnTo>
                      <a:lnTo>
                        <a:pt x="164" y="271"/>
                      </a:lnTo>
                      <a:lnTo>
                        <a:pt x="167" y="269"/>
                      </a:lnTo>
                      <a:lnTo>
                        <a:pt x="171" y="267"/>
                      </a:lnTo>
                      <a:lnTo>
                        <a:pt x="172" y="268"/>
                      </a:lnTo>
                      <a:lnTo>
                        <a:pt x="175" y="265"/>
                      </a:lnTo>
                      <a:lnTo>
                        <a:pt x="176" y="264"/>
                      </a:lnTo>
                      <a:lnTo>
                        <a:pt x="173" y="261"/>
                      </a:lnTo>
                      <a:lnTo>
                        <a:pt x="175" y="258"/>
                      </a:lnTo>
                      <a:lnTo>
                        <a:pt x="176" y="256"/>
                      </a:lnTo>
                      <a:lnTo>
                        <a:pt x="178" y="257"/>
                      </a:lnTo>
                      <a:lnTo>
                        <a:pt x="178" y="254"/>
                      </a:lnTo>
                      <a:lnTo>
                        <a:pt x="176" y="254"/>
                      </a:lnTo>
                      <a:lnTo>
                        <a:pt x="175" y="253"/>
                      </a:lnTo>
                      <a:lnTo>
                        <a:pt x="176" y="249"/>
                      </a:lnTo>
                      <a:lnTo>
                        <a:pt x="180" y="246"/>
                      </a:lnTo>
                      <a:lnTo>
                        <a:pt x="183" y="242"/>
                      </a:lnTo>
                      <a:lnTo>
                        <a:pt x="183" y="239"/>
                      </a:lnTo>
                      <a:lnTo>
                        <a:pt x="179" y="230"/>
                      </a:lnTo>
                      <a:lnTo>
                        <a:pt x="180" y="227"/>
                      </a:lnTo>
                      <a:lnTo>
                        <a:pt x="180" y="223"/>
                      </a:lnTo>
                      <a:lnTo>
                        <a:pt x="179" y="222"/>
                      </a:lnTo>
                      <a:lnTo>
                        <a:pt x="179" y="219"/>
                      </a:lnTo>
                      <a:lnTo>
                        <a:pt x="180" y="218"/>
                      </a:lnTo>
                      <a:lnTo>
                        <a:pt x="182" y="212"/>
                      </a:lnTo>
                      <a:lnTo>
                        <a:pt x="180" y="203"/>
                      </a:lnTo>
                      <a:lnTo>
                        <a:pt x="179" y="199"/>
                      </a:lnTo>
                      <a:lnTo>
                        <a:pt x="182" y="195"/>
                      </a:lnTo>
                      <a:lnTo>
                        <a:pt x="182" y="185"/>
                      </a:lnTo>
                      <a:lnTo>
                        <a:pt x="183" y="181"/>
                      </a:lnTo>
                      <a:lnTo>
                        <a:pt x="183" y="178"/>
                      </a:lnTo>
                      <a:lnTo>
                        <a:pt x="171" y="16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2" name="Freeform 1017"/>
                <p:cNvSpPr>
                  <a:spLocks/>
                </p:cNvSpPr>
                <p:nvPr/>
              </p:nvSpPr>
              <p:spPr bwMode="auto">
                <a:xfrm>
                  <a:off x="2758067" y="4860117"/>
                  <a:ext cx="330242" cy="373400"/>
                </a:xfrm>
                <a:custGeom>
                  <a:avLst/>
                  <a:gdLst/>
                  <a:ahLst/>
                  <a:cxnLst>
                    <a:cxn ang="0">
                      <a:pos x="170" y="146"/>
                    </a:cxn>
                    <a:cxn ang="0">
                      <a:pos x="168" y="112"/>
                    </a:cxn>
                    <a:cxn ang="0">
                      <a:pos x="160" y="95"/>
                    </a:cxn>
                    <a:cxn ang="0">
                      <a:pos x="130" y="79"/>
                    </a:cxn>
                    <a:cxn ang="0">
                      <a:pos x="132" y="64"/>
                    </a:cxn>
                    <a:cxn ang="0">
                      <a:pos x="117" y="59"/>
                    </a:cxn>
                    <a:cxn ang="0">
                      <a:pos x="110" y="52"/>
                    </a:cxn>
                    <a:cxn ang="0">
                      <a:pos x="96" y="49"/>
                    </a:cxn>
                    <a:cxn ang="0">
                      <a:pos x="83" y="40"/>
                    </a:cxn>
                    <a:cxn ang="0">
                      <a:pos x="73" y="40"/>
                    </a:cxn>
                    <a:cxn ang="0">
                      <a:pos x="64" y="30"/>
                    </a:cxn>
                    <a:cxn ang="0">
                      <a:pos x="60" y="21"/>
                    </a:cxn>
                    <a:cxn ang="0">
                      <a:pos x="58" y="6"/>
                    </a:cxn>
                    <a:cxn ang="0">
                      <a:pos x="54" y="3"/>
                    </a:cxn>
                    <a:cxn ang="0">
                      <a:pos x="43" y="3"/>
                    </a:cxn>
                    <a:cxn ang="0">
                      <a:pos x="30" y="14"/>
                    </a:cxn>
                    <a:cxn ang="0">
                      <a:pos x="19" y="18"/>
                    </a:cxn>
                    <a:cxn ang="0">
                      <a:pos x="8" y="19"/>
                    </a:cxn>
                    <a:cxn ang="0">
                      <a:pos x="12" y="41"/>
                    </a:cxn>
                    <a:cxn ang="0">
                      <a:pos x="8" y="59"/>
                    </a:cxn>
                    <a:cxn ang="0">
                      <a:pos x="9" y="78"/>
                    </a:cxn>
                    <a:cxn ang="0">
                      <a:pos x="9" y="83"/>
                    </a:cxn>
                    <a:cxn ang="0">
                      <a:pos x="12" y="99"/>
                    </a:cxn>
                    <a:cxn ang="0">
                      <a:pos x="5" y="109"/>
                    </a:cxn>
                    <a:cxn ang="0">
                      <a:pos x="7" y="114"/>
                    </a:cxn>
                    <a:cxn ang="0">
                      <a:pos x="8" y="120"/>
                    </a:cxn>
                    <a:cxn ang="0">
                      <a:pos x="12" y="127"/>
                    </a:cxn>
                    <a:cxn ang="0">
                      <a:pos x="13" y="136"/>
                    </a:cxn>
                    <a:cxn ang="0">
                      <a:pos x="23" y="147"/>
                    </a:cxn>
                    <a:cxn ang="0">
                      <a:pos x="19" y="161"/>
                    </a:cxn>
                    <a:cxn ang="0">
                      <a:pos x="38" y="199"/>
                    </a:cxn>
                    <a:cxn ang="0">
                      <a:pos x="45" y="196"/>
                    </a:cxn>
                    <a:cxn ang="0">
                      <a:pos x="49" y="189"/>
                    </a:cxn>
                    <a:cxn ang="0">
                      <a:pos x="62" y="185"/>
                    </a:cxn>
                    <a:cxn ang="0">
                      <a:pos x="72" y="185"/>
                    </a:cxn>
                    <a:cxn ang="0">
                      <a:pos x="80" y="188"/>
                    </a:cxn>
                    <a:cxn ang="0">
                      <a:pos x="84" y="195"/>
                    </a:cxn>
                    <a:cxn ang="0">
                      <a:pos x="85" y="186"/>
                    </a:cxn>
                    <a:cxn ang="0">
                      <a:pos x="103" y="182"/>
                    </a:cxn>
                    <a:cxn ang="0">
                      <a:pos x="111" y="173"/>
                    </a:cxn>
                    <a:cxn ang="0">
                      <a:pos x="110" y="163"/>
                    </a:cxn>
                    <a:cxn ang="0">
                      <a:pos x="115" y="148"/>
                    </a:cxn>
                    <a:cxn ang="0">
                      <a:pos x="155" y="142"/>
                    </a:cxn>
                    <a:cxn ang="0">
                      <a:pos x="168" y="151"/>
                    </a:cxn>
                  </a:cxnLst>
                  <a:rect l="0" t="0" r="r" b="b"/>
                  <a:pathLst>
                    <a:path w="176" h="199">
                      <a:moveTo>
                        <a:pt x="168" y="151"/>
                      </a:moveTo>
                      <a:lnTo>
                        <a:pt x="170" y="148"/>
                      </a:lnTo>
                      <a:lnTo>
                        <a:pt x="170" y="146"/>
                      </a:lnTo>
                      <a:lnTo>
                        <a:pt x="176" y="132"/>
                      </a:lnTo>
                      <a:lnTo>
                        <a:pt x="176" y="125"/>
                      </a:lnTo>
                      <a:lnTo>
                        <a:pt x="168" y="112"/>
                      </a:lnTo>
                      <a:lnTo>
                        <a:pt x="161" y="110"/>
                      </a:lnTo>
                      <a:lnTo>
                        <a:pt x="161" y="105"/>
                      </a:lnTo>
                      <a:lnTo>
                        <a:pt x="160" y="95"/>
                      </a:lnTo>
                      <a:lnTo>
                        <a:pt x="136" y="95"/>
                      </a:lnTo>
                      <a:lnTo>
                        <a:pt x="136" y="89"/>
                      </a:lnTo>
                      <a:lnTo>
                        <a:pt x="130" y="79"/>
                      </a:lnTo>
                      <a:lnTo>
                        <a:pt x="132" y="76"/>
                      </a:lnTo>
                      <a:lnTo>
                        <a:pt x="132" y="71"/>
                      </a:lnTo>
                      <a:lnTo>
                        <a:pt x="132" y="64"/>
                      </a:lnTo>
                      <a:lnTo>
                        <a:pt x="130" y="61"/>
                      </a:lnTo>
                      <a:lnTo>
                        <a:pt x="125" y="59"/>
                      </a:lnTo>
                      <a:lnTo>
                        <a:pt x="117" y="59"/>
                      </a:lnTo>
                      <a:lnTo>
                        <a:pt x="113" y="57"/>
                      </a:lnTo>
                      <a:lnTo>
                        <a:pt x="110" y="56"/>
                      </a:lnTo>
                      <a:lnTo>
                        <a:pt x="110" y="52"/>
                      </a:lnTo>
                      <a:lnTo>
                        <a:pt x="106" y="51"/>
                      </a:lnTo>
                      <a:lnTo>
                        <a:pt x="99" y="49"/>
                      </a:lnTo>
                      <a:lnTo>
                        <a:pt x="96" y="49"/>
                      </a:lnTo>
                      <a:lnTo>
                        <a:pt x="92" y="44"/>
                      </a:lnTo>
                      <a:lnTo>
                        <a:pt x="88" y="44"/>
                      </a:lnTo>
                      <a:lnTo>
                        <a:pt x="83" y="40"/>
                      </a:lnTo>
                      <a:lnTo>
                        <a:pt x="77" y="41"/>
                      </a:lnTo>
                      <a:lnTo>
                        <a:pt x="76" y="42"/>
                      </a:lnTo>
                      <a:lnTo>
                        <a:pt x="73" y="40"/>
                      </a:lnTo>
                      <a:lnTo>
                        <a:pt x="68" y="37"/>
                      </a:lnTo>
                      <a:lnTo>
                        <a:pt x="65" y="36"/>
                      </a:lnTo>
                      <a:lnTo>
                        <a:pt x="64" y="30"/>
                      </a:lnTo>
                      <a:lnTo>
                        <a:pt x="61" y="29"/>
                      </a:lnTo>
                      <a:lnTo>
                        <a:pt x="58" y="23"/>
                      </a:lnTo>
                      <a:lnTo>
                        <a:pt x="60" y="21"/>
                      </a:lnTo>
                      <a:lnTo>
                        <a:pt x="58" y="14"/>
                      </a:lnTo>
                      <a:lnTo>
                        <a:pt x="60" y="10"/>
                      </a:lnTo>
                      <a:lnTo>
                        <a:pt x="58" y="6"/>
                      </a:lnTo>
                      <a:lnTo>
                        <a:pt x="58" y="2"/>
                      </a:lnTo>
                      <a:lnTo>
                        <a:pt x="57" y="0"/>
                      </a:lnTo>
                      <a:lnTo>
                        <a:pt x="54" y="3"/>
                      </a:lnTo>
                      <a:lnTo>
                        <a:pt x="51" y="0"/>
                      </a:lnTo>
                      <a:lnTo>
                        <a:pt x="47" y="0"/>
                      </a:lnTo>
                      <a:lnTo>
                        <a:pt x="43" y="3"/>
                      </a:lnTo>
                      <a:lnTo>
                        <a:pt x="39" y="3"/>
                      </a:lnTo>
                      <a:lnTo>
                        <a:pt x="32" y="8"/>
                      </a:lnTo>
                      <a:lnTo>
                        <a:pt x="30" y="14"/>
                      </a:lnTo>
                      <a:lnTo>
                        <a:pt x="26" y="15"/>
                      </a:lnTo>
                      <a:lnTo>
                        <a:pt x="22" y="15"/>
                      </a:lnTo>
                      <a:lnTo>
                        <a:pt x="19" y="18"/>
                      </a:lnTo>
                      <a:lnTo>
                        <a:pt x="16" y="18"/>
                      </a:lnTo>
                      <a:lnTo>
                        <a:pt x="12" y="21"/>
                      </a:lnTo>
                      <a:lnTo>
                        <a:pt x="8" y="19"/>
                      </a:lnTo>
                      <a:lnTo>
                        <a:pt x="0" y="21"/>
                      </a:lnTo>
                      <a:lnTo>
                        <a:pt x="12" y="38"/>
                      </a:lnTo>
                      <a:lnTo>
                        <a:pt x="12" y="41"/>
                      </a:lnTo>
                      <a:lnTo>
                        <a:pt x="11" y="45"/>
                      </a:lnTo>
                      <a:lnTo>
                        <a:pt x="11" y="55"/>
                      </a:lnTo>
                      <a:lnTo>
                        <a:pt x="8" y="59"/>
                      </a:lnTo>
                      <a:lnTo>
                        <a:pt x="9" y="63"/>
                      </a:lnTo>
                      <a:lnTo>
                        <a:pt x="11" y="72"/>
                      </a:lnTo>
                      <a:lnTo>
                        <a:pt x="9" y="78"/>
                      </a:lnTo>
                      <a:lnTo>
                        <a:pt x="8" y="79"/>
                      </a:lnTo>
                      <a:lnTo>
                        <a:pt x="8" y="82"/>
                      </a:lnTo>
                      <a:lnTo>
                        <a:pt x="9" y="83"/>
                      </a:lnTo>
                      <a:lnTo>
                        <a:pt x="9" y="87"/>
                      </a:lnTo>
                      <a:lnTo>
                        <a:pt x="8" y="90"/>
                      </a:lnTo>
                      <a:lnTo>
                        <a:pt x="12" y="99"/>
                      </a:lnTo>
                      <a:lnTo>
                        <a:pt x="12" y="102"/>
                      </a:lnTo>
                      <a:lnTo>
                        <a:pt x="9" y="106"/>
                      </a:lnTo>
                      <a:lnTo>
                        <a:pt x="5" y="109"/>
                      </a:lnTo>
                      <a:lnTo>
                        <a:pt x="4" y="113"/>
                      </a:lnTo>
                      <a:lnTo>
                        <a:pt x="5" y="114"/>
                      </a:lnTo>
                      <a:lnTo>
                        <a:pt x="7" y="114"/>
                      </a:lnTo>
                      <a:lnTo>
                        <a:pt x="7" y="117"/>
                      </a:lnTo>
                      <a:lnTo>
                        <a:pt x="8" y="117"/>
                      </a:lnTo>
                      <a:lnTo>
                        <a:pt x="8" y="120"/>
                      </a:lnTo>
                      <a:lnTo>
                        <a:pt x="11" y="123"/>
                      </a:lnTo>
                      <a:lnTo>
                        <a:pt x="12" y="124"/>
                      </a:lnTo>
                      <a:lnTo>
                        <a:pt x="12" y="127"/>
                      </a:lnTo>
                      <a:lnTo>
                        <a:pt x="12" y="129"/>
                      </a:lnTo>
                      <a:lnTo>
                        <a:pt x="12" y="131"/>
                      </a:lnTo>
                      <a:lnTo>
                        <a:pt x="13" y="136"/>
                      </a:lnTo>
                      <a:lnTo>
                        <a:pt x="15" y="139"/>
                      </a:lnTo>
                      <a:lnTo>
                        <a:pt x="22" y="144"/>
                      </a:lnTo>
                      <a:lnTo>
                        <a:pt x="23" y="147"/>
                      </a:lnTo>
                      <a:lnTo>
                        <a:pt x="20" y="151"/>
                      </a:lnTo>
                      <a:lnTo>
                        <a:pt x="22" y="154"/>
                      </a:lnTo>
                      <a:lnTo>
                        <a:pt x="19" y="161"/>
                      </a:lnTo>
                      <a:lnTo>
                        <a:pt x="20" y="165"/>
                      </a:lnTo>
                      <a:lnTo>
                        <a:pt x="27" y="170"/>
                      </a:lnTo>
                      <a:lnTo>
                        <a:pt x="38" y="199"/>
                      </a:lnTo>
                      <a:lnTo>
                        <a:pt x="42" y="199"/>
                      </a:lnTo>
                      <a:lnTo>
                        <a:pt x="43" y="197"/>
                      </a:lnTo>
                      <a:lnTo>
                        <a:pt x="45" y="196"/>
                      </a:lnTo>
                      <a:lnTo>
                        <a:pt x="45" y="196"/>
                      </a:lnTo>
                      <a:lnTo>
                        <a:pt x="47" y="195"/>
                      </a:lnTo>
                      <a:lnTo>
                        <a:pt x="49" y="189"/>
                      </a:lnTo>
                      <a:lnTo>
                        <a:pt x="54" y="184"/>
                      </a:lnTo>
                      <a:lnTo>
                        <a:pt x="58" y="182"/>
                      </a:lnTo>
                      <a:lnTo>
                        <a:pt x="62" y="185"/>
                      </a:lnTo>
                      <a:lnTo>
                        <a:pt x="66" y="185"/>
                      </a:lnTo>
                      <a:lnTo>
                        <a:pt x="69" y="184"/>
                      </a:lnTo>
                      <a:lnTo>
                        <a:pt x="72" y="185"/>
                      </a:lnTo>
                      <a:lnTo>
                        <a:pt x="77" y="184"/>
                      </a:lnTo>
                      <a:lnTo>
                        <a:pt x="80" y="184"/>
                      </a:lnTo>
                      <a:lnTo>
                        <a:pt x="80" y="188"/>
                      </a:lnTo>
                      <a:lnTo>
                        <a:pt x="83" y="195"/>
                      </a:lnTo>
                      <a:lnTo>
                        <a:pt x="83" y="196"/>
                      </a:lnTo>
                      <a:lnTo>
                        <a:pt x="84" y="195"/>
                      </a:lnTo>
                      <a:lnTo>
                        <a:pt x="84" y="192"/>
                      </a:lnTo>
                      <a:lnTo>
                        <a:pt x="85" y="189"/>
                      </a:lnTo>
                      <a:lnTo>
                        <a:pt x="85" y="186"/>
                      </a:lnTo>
                      <a:lnTo>
                        <a:pt x="88" y="182"/>
                      </a:lnTo>
                      <a:lnTo>
                        <a:pt x="96" y="182"/>
                      </a:lnTo>
                      <a:lnTo>
                        <a:pt x="103" y="182"/>
                      </a:lnTo>
                      <a:lnTo>
                        <a:pt x="106" y="185"/>
                      </a:lnTo>
                      <a:lnTo>
                        <a:pt x="107" y="181"/>
                      </a:lnTo>
                      <a:lnTo>
                        <a:pt x="111" y="173"/>
                      </a:lnTo>
                      <a:lnTo>
                        <a:pt x="111" y="169"/>
                      </a:lnTo>
                      <a:lnTo>
                        <a:pt x="111" y="165"/>
                      </a:lnTo>
                      <a:lnTo>
                        <a:pt x="110" y="163"/>
                      </a:lnTo>
                      <a:lnTo>
                        <a:pt x="114" y="157"/>
                      </a:lnTo>
                      <a:lnTo>
                        <a:pt x="115" y="151"/>
                      </a:lnTo>
                      <a:lnTo>
                        <a:pt x="115" y="148"/>
                      </a:lnTo>
                      <a:lnTo>
                        <a:pt x="119" y="147"/>
                      </a:lnTo>
                      <a:lnTo>
                        <a:pt x="138" y="142"/>
                      </a:lnTo>
                      <a:lnTo>
                        <a:pt x="155" y="142"/>
                      </a:lnTo>
                      <a:lnTo>
                        <a:pt x="164" y="148"/>
                      </a:lnTo>
                      <a:lnTo>
                        <a:pt x="167" y="148"/>
                      </a:lnTo>
                      <a:lnTo>
                        <a:pt x="168" y="151"/>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3" name="Freeform 1019"/>
                <p:cNvSpPr>
                  <a:spLocks/>
                </p:cNvSpPr>
                <p:nvPr/>
              </p:nvSpPr>
              <p:spPr bwMode="auto">
                <a:xfrm>
                  <a:off x="2956963" y="5126562"/>
                  <a:ext cx="228918" cy="238300"/>
                </a:xfrm>
                <a:custGeom>
                  <a:avLst/>
                  <a:gdLst/>
                  <a:ahLst/>
                  <a:cxnLst>
                    <a:cxn ang="0">
                      <a:pos x="1" y="39"/>
                    </a:cxn>
                    <a:cxn ang="0">
                      <a:pos x="5" y="27"/>
                    </a:cxn>
                    <a:cxn ang="0">
                      <a:pos x="4" y="21"/>
                    </a:cxn>
                    <a:cxn ang="0">
                      <a:pos x="9" y="9"/>
                    </a:cxn>
                    <a:cxn ang="0">
                      <a:pos x="13" y="5"/>
                    </a:cxn>
                    <a:cxn ang="0">
                      <a:pos x="49" y="0"/>
                    </a:cxn>
                    <a:cxn ang="0">
                      <a:pos x="61" y="6"/>
                    </a:cxn>
                    <a:cxn ang="0">
                      <a:pos x="62" y="13"/>
                    </a:cxn>
                    <a:cxn ang="0">
                      <a:pos x="66" y="20"/>
                    </a:cxn>
                    <a:cxn ang="0">
                      <a:pos x="68" y="34"/>
                    </a:cxn>
                    <a:cxn ang="0">
                      <a:pos x="68" y="39"/>
                    </a:cxn>
                    <a:cxn ang="0">
                      <a:pos x="73" y="42"/>
                    </a:cxn>
                    <a:cxn ang="0">
                      <a:pos x="83" y="43"/>
                    </a:cxn>
                    <a:cxn ang="0">
                      <a:pos x="93" y="42"/>
                    </a:cxn>
                    <a:cxn ang="0">
                      <a:pos x="99" y="44"/>
                    </a:cxn>
                    <a:cxn ang="0">
                      <a:pos x="104" y="63"/>
                    </a:cxn>
                    <a:cxn ang="0">
                      <a:pos x="108" y="70"/>
                    </a:cxn>
                    <a:cxn ang="0">
                      <a:pos x="118" y="68"/>
                    </a:cxn>
                    <a:cxn ang="0">
                      <a:pos x="122" y="70"/>
                    </a:cxn>
                    <a:cxn ang="0">
                      <a:pos x="121" y="87"/>
                    </a:cxn>
                    <a:cxn ang="0">
                      <a:pos x="119" y="88"/>
                    </a:cxn>
                    <a:cxn ang="0">
                      <a:pos x="119" y="91"/>
                    </a:cxn>
                    <a:cxn ang="0">
                      <a:pos x="118" y="93"/>
                    </a:cxn>
                    <a:cxn ang="0">
                      <a:pos x="118" y="99"/>
                    </a:cxn>
                    <a:cxn ang="0">
                      <a:pos x="115" y="107"/>
                    </a:cxn>
                    <a:cxn ang="0">
                      <a:pos x="113" y="112"/>
                    </a:cxn>
                    <a:cxn ang="0">
                      <a:pos x="104" y="120"/>
                    </a:cxn>
                    <a:cxn ang="0">
                      <a:pos x="99" y="123"/>
                    </a:cxn>
                    <a:cxn ang="0">
                      <a:pos x="95" y="127"/>
                    </a:cxn>
                    <a:cxn ang="0">
                      <a:pos x="92" y="126"/>
                    </a:cxn>
                    <a:cxn ang="0">
                      <a:pos x="83" y="125"/>
                    </a:cxn>
                    <a:cxn ang="0">
                      <a:pos x="64" y="123"/>
                    </a:cxn>
                    <a:cxn ang="0">
                      <a:pos x="62" y="120"/>
                    </a:cxn>
                    <a:cxn ang="0">
                      <a:pos x="69" y="110"/>
                    </a:cxn>
                    <a:cxn ang="0">
                      <a:pos x="69" y="104"/>
                    </a:cxn>
                    <a:cxn ang="0">
                      <a:pos x="74" y="99"/>
                    </a:cxn>
                    <a:cxn ang="0">
                      <a:pos x="73" y="93"/>
                    </a:cxn>
                    <a:cxn ang="0">
                      <a:pos x="66" y="85"/>
                    </a:cxn>
                    <a:cxn ang="0">
                      <a:pos x="51" y="81"/>
                    </a:cxn>
                    <a:cxn ang="0">
                      <a:pos x="42" y="76"/>
                    </a:cxn>
                    <a:cxn ang="0">
                      <a:pos x="28" y="70"/>
                    </a:cxn>
                    <a:cxn ang="0">
                      <a:pos x="23" y="63"/>
                    </a:cxn>
                    <a:cxn ang="0">
                      <a:pos x="9" y="54"/>
                    </a:cxn>
                    <a:cxn ang="0">
                      <a:pos x="4" y="47"/>
                    </a:cxn>
                    <a:cxn ang="0">
                      <a:pos x="0" y="43"/>
                    </a:cxn>
                  </a:cxnLst>
                  <a:rect l="0" t="0" r="r" b="b"/>
                  <a:pathLst>
                    <a:path w="122" h="127">
                      <a:moveTo>
                        <a:pt x="0" y="43"/>
                      </a:moveTo>
                      <a:lnTo>
                        <a:pt x="1" y="39"/>
                      </a:lnTo>
                      <a:lnTo>
                        <a:pt x="5" y="31"/>
                      </a:lnTo>
                      <a:lnTo>
                        <a:pt x="5" y="27"/>
                      </a:lnTo>
                      <a:lnTo>
                        <a:pt x="5" y="23"/>
                      </a:lnTo>
                      <a:lnTo>
                        <a:pt x="4" y="21"/>
                      </a:lnTo>
                      <a:lnTo>
                        <a:pt x="8" y="15"/>
                      </a:lnTo>
                      <a:lnTo>
                        <a:pt x="9" y="9"/>
                      </a:lnTo>
                      <a:lnTo>
                        <a:pt x="9" y="6"/>
                      </a:lnTo>
                      <a:lnTo>
                        <a:pt x="13" y="5"/>
                      </a:lnTo>
                      <a:lnTo>
                        <a:pt x="32" y="0"/>
                      </a:lnTo>
                      <a:lnTo>
                        <a:pt x="49" y="0"/>
                      </a:lnTo>
                      <a:lnTo>
                        <a:pt x="58" y="6"/>
                      </a:lnTo>
                      <a:lnTo>
                        <a:pt x="61" y="6"/>
                      </a:lnTo>
                      <a:lnTo>
                        <a:pt x="64" y="10"/>
                      </a:lnTo>
                      <a:lnTo>
                        <a:pt x="62" y="13"/>
                      </a:lnTo>
                      <a:lnTo>
                        <a:pt x="66" y="16"/>
                      </a:lnTo>
                      <a:lnTo>
                        <a:pt x="66" y="20"/>
                      </a:lnTo>
                      <a:lnTo>
                        <a:pt x="69" y="24"/>
                      </a:lnTo>
                      <a:lnTo>
                        <a:pt x="68" y="34"/>
                      </a:lnTo>
                      <a:lnTo>
                        <a:pt x="69" y="36"/>
                      </a:lnTo>
                      <a:lnTo>
                        <a:pt x="68" y="39"/>
                      </a:lnTo>
                      <a:lnTo>
                        <a:pt x="69" y="43"/>
                      </a:lnTo>
                      <a:lnTo>
                        <a:pt x="73" y="42"/>
                      </a:lnTo>
                      <a:lnTo>
                        <a:pt x="76" y="43"/>
                      </a:lnTo>
                      <a:lnTo>
                        <a:pt x="83" y="43"/>
                      </a:lnTo>
                      <a:lnTo>
                        <a:pt x="87" y="44"/>
                      </a:lnTo>
                      <a:lnTo>
                        <a:pt x="93" y="42"/>
                      </a:lnTo>
                      <a:lnTo>
                        <a:pt x="96" y="44"/>
                      </a:lnTo>
                      <a:lnTo>
                        <a:pt x="99" y="44"/>
                      </a:lnTo>
                      <a:lnTo>
                        <a:pt x="100" y="48"/>
                      </a:lnTo>
                      <a:lnTo>
                        <a:pt x="104" y="63"/>
                      </a:lnTo>
                      <a:lnTo>
                        <a:pt x="107" y="69"/>
                      </a:lnTo>
                      <a:lnTo>
                        <a:pt x="108" y="70"/>
                      </a:lnTo>
                      <a:lnTo>
                        <a:pt x="115" y="66"/>
                      </a:lnTo>
                      <a:lnTo>
                        <a:pt x="118" y="68"/>
                      </a:lnTo>
                      <a:lnTo>
                        <a:pt x="121" y="70"/>
                      </a:lnTo>
                      <a:lnTo>
                        <a:pt x="122" y="70"/>
                      </a:lnTo>
                      <a:lnTo>
                        <a:pt x="121" y="73"/>
                      </a:lnTo>
                      <a:lnTo>
                        <a:pt x="121" y="87"/>
                      </a:lnTo>
                      <a:lnTo>
                        <a:pt x="119" y="88"/>
                      </a:lnTo>
                      <a:lnTo>
                        <a:pt x="119" y="88"/>
                      </a:lnTo>
                      <a:lnTo>
                        <a:pt x="119" y="89"/>
                      </a:lnTo>
                      <a:lnTo>
                        <a:pt x="119" y="91"/>
                      </a:lnTo>
                      <a:lnTo>
                        <a:pt x="119" y="93"/>
                      </a:lnTo>
                      <a:lnTo>
                        <a:pt x="118" y="93"/>
                      </a:lnTo>
                      <a:lnTo>
                        <a:pt x="118" y="97"/>
                      </a:lnTo>
                      <a:lnTo>
                        <a:pt x="118" y="99"/>
                      </a:lnTo>
                      <a:lnTo>
                        <a:pt x="118" y="104"/>
                      </a:lnTo>
                      <a:lnTo>
                        <a:pt x="115" y="107"/>
                      </a:lnTo>
                      <a:lnTo>
                        <a:pt x="114" y="110"/>
                      </a:lnTo>
                      <a:lnTo>
                        <a:pt x="113" y="112"/>
                      </a:lnTo>
                      <a:lnTo>
                        <a:pt x="106" y="118"/>
                      </a:lnTo>
                      <a:lnTo>
                        <a:pt x="104" y="120"/>
                      </a:lnTo>
                      <a:lnTo>
                        <a:pt x="103" y="125"/>
                      </a:lnTo>
                      <a:lnTo>
                        <a:pt x="99" y="123"/>
                      </a:lnTo>
                      <a:lnTo>
                        <a:pt x="98" y="125"/>
                      </a:lnTo>
                      <a:lnTo>
                        <a:pt x="95" y="127"/>
                      </a:lnTo>
                      <a:lnTo>
                        <a:pt x="93" y="126"/>
                      </a:lnTo>
                      <a:lnTo>
                        <a:pt x="92" y="126"/>
                      </a:lnTo>
                      <a:lnTo>
                        <a:pt x="88" y="127"/>
                      </a:lnTo>
                      <a:lnTo>
                        <a:pt x="83" y="125"/>
                      </a:lnTo>
                      <a:lnTo>
                        <a:pt x="74" y="122"/>
                      </a:lnTo>
                      <a:lnTo>
                        <a:pt x="64" y="123"/>
                      </a:lnTo>
                      <a:lnTo>
                        <a:pt x="62" y="123"/>
                      </a:lnTo>
                      <a:lnTo>
                        <a:pt x="62" y="120"/>
                      </a:lnTo>
                      <a:lnTo>
                        <a:pt x="66" y="115"/>
                      </a:lnTo>
                      <a:lnTo>
                        <a:pt x="69" y="110"/>
                      </a:lnTo>
                      <a:lnTo>
                        <a:pt x="68" y="107"/>
                      </a:lnTo>
                      <a:lnTo>
                        <a:pt x="69" y="104"/>
                      </a:lnTo>
                      <a:lnTo>
                        <a:pt x="72" y="103"/>
                      </a:lnTo>
                      <a:lnTo>
                        <a:pt x="74" y="99"/>
                      </a:lnTo>
                      <a:lnTo>
                        <a:pt x="74" y="96"/>
                      </a:lnTo>
                      <a:lnTo>
                        <a:pt x="73" y="93"/>
                      </a:lnTo>
                      <a:lnTo>
                        <a:pt x="69" y="89"/>
                      </a:lnTo>
                      <a:lnTo>
                        <a:pt x="66" y="85"/>
                      </a:lnTo>
                      <a:lnTo>
                        <a:pt x="57" y="84"/>
                      </a:lnTo>
                      <a:lnTo>
                        <a:pt x="51" y="81"/>
                      </a:lnTo>
                      <a:lnTo>
                        <a:pt x="45" y="76"/>
                      </a:lnTo>
                      <a:lnTo>
                        <a:pt x="42" y="76"/>
                      </a:lnTo>
                      <a:lnTo>
                        <a:pt x="36" y="73"/>
                      </a:lnTo>
                      <a:lnTo>
                        <a:pt x="28" y="70"/>
                      </a:lnTo>
                      <a:lnTo>
                        <a:pt x="26" y="66"/>
                      </a:lnTo>
                      <a:lnTo>
                        <a:pt x="23" y="63"/>
                      </a:lnTo>
                      <a:lnTo>
                        <a:pt x="19" y="63"/>
                      </a:lnTo>
                      <a:lnTo>
                        <a:pt x="9" y="54"/>
                      </a:lnTo>
                      <a:lnTo>
                        <a:pt x="7" y="48"/>
                      </a:lnTo>
                      <a:lnTo>
                        <a:pt x="4" y="47"/>
                      </a:lnTo>
                      <a:lnTo>
                        <a:pt x="1" y="44"/>
                      </a:lnTo>
                      <a:lnTo>
                        <a:pt x="0" y="4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294" name="Freeform 1021"/>
                <p:cNvSpPr>
                  <a:spLocks/>
                </p:cNvSpPr>
                <p:nvPr/>
              </p:nvSpPr>
              <p:spPr bwMode="auto">
                <a:xfrm>
                  <a:off x="3095815" y="5436165"/>
                  <a:ext cx="135099" cy="153863"/>
                </a:xfrm>
                <a:custGeom>
                  <a:avLst/>
                  <a:gdLst/>
                  <a:ahLst/>
                  <a:cxnLst>
                    <a:cxn ang="0">
                      <a:pos x="10" y="2"/>
                    </a:cxn>
                    <a:cxn ang="0">
                      <a:pos x="19" y="0"/>
                    </a:cxn>
                    <a:cxn ang="0">
                      <a:pos x="25" y="7"/>
                    </a:cxn>
                    <a:cxn ang="0">
                      <a:pos x="30" y="13"/>
                    </a:cxn>
                    <a:cxn ang="0">
                      <a:pos x="34" y="18"/>
                    </a:cxn>
                    <a:cxn ang="0">
                      <a:pos x="39" y="15"/>
                    </a:cxn>
                    <a:cxn ang="0">
                      <a:pos x="47" y="22"/>
                    </a:cxn>
                    <a:cxn ang="0">
                      <a:pos x="53" y="26"/>
                    </a:cxn>
                    <a:cxn ang="0">
                      <a:pos x="56" y="29"/>
                    </a:cxn>
                    <a:cxn ang="0">
                      <a:pos x="64" y="36"/>
                    </a:cxn>
                    <a:cxn ang="0">
                      <a:pos x="71" y="44"/>
                    </a:cxn>
                    <a:cxn ang="0">
                      <a:pos x="68" y="51"/>
                    </a:cxn>
                    <a:cxn ang="0">
                      <a:pos x="70" y="56"/>
                    </a:cxn>
                    <a:cxn ang="0">
                      <a:pos x="72" y="59"/>
                    </a:cxn>
                    <a:cxn ang="0">
                      <a:pos x="71" y="61"/>
                    </a:cxn>
                    <a:cxn ang="0">
                      <a:pos x="70" y="67"/>
                    </a:cxn>
                    <a:cxn ang="0">
                      <a:pos x="66" y="72"/>
                    </a:cxn>
                    <a:cxn ang="0">
                      <a:pos x="64" y="74"/>
                    </a:cxn>
                    <a:cxn ang="0">
                      <a:pos x="56" y="80"/>
                    </a:cxn>
                    <a:cxn ang="0">
                      <a:pos x="53" y="79"/>
                    </a:cxn>
                    <a:cxn ang="0">
                      <a:pos x="52" y="82"/>
                    </a:cxn>
                    <a:cxn ang="0">
                      <a:pos x="48" y="82"/>
                    </a:cxn>
                    <a:cxn ang="0">
                      <a:pos x="45" y="80"/>
                    </a:cxn>
                    <a:cxn ang="0">
                      <a:pos x="39" y="80"/>
                    </a:cxn>
                    <a:cxn ang="0">
                      <a:pos x="32" y="82"/>
                    </a:cxn>
                    <a:cxn ang="0">
                      <a:pos x="33" y="79"/>
                    </a:cxn>
                    <a:cxn ang="0">
                      <a:pos x="29" y="79"/>
                    </a:cxn>
                    <a:cxn ang="0">
                      <a:pos x="24" y="76"/>
                    </a:cxn>
                    <a:cxn ang="0">
                      <a:pos x="14" y="76"/>
                    </a:cxn>
                    <a:cxn ang="0">
                      <a:pos x="9" y="72"/>
                    </a:cxn>
                    <a:cxn ang="0">
                      <a:pos x="2" y="66"/>
                    </a:cxn>
                    <a:cxn ang="0">
                      <a:pos x="0" y="55"/>
                    </a:cxn>
                    <a:cxn ang="0">
                      <a:pos x="0" y="53"/>
                    </a:cxn>
                    <a:cxn ang="0">
                      <a:pos x="5" y="49"/>
                    </a:cxn>
                    <a:cxn ang="0">
                      <a:pos x="2" y="38"/>
                    </a:cxn>
                    <a:cxn ang="0">
                      <a:pos x="2" y="32"/>
                    </a:cxn>
                    <a:cxn ang="0">
                      <a:pos x="3" y="26"/>
                    </a:cxn>
                    <a:cxn ang="0">
                      <a:pos x="5" y="18"/>
                    </a:cxn>
                    <a:cxn ang="0">
                      <a:pos x="5" y="14"/>
                    </a:cxn>
                    <a:cxn ang="0">
                      <a:pos x="6" y="6"/>
                    </a:cxn>
                    <a:cxn ang="0">
                      <a:pos x="9" y="2"/>
                    </a:cxn>
                  </a:cxnLst>
                  <a:rect l="0" t="0" r="r" b="b"/>
                  <a:pathLst>
                    <a:path w="72" h="82">
                      <a:moveTo>
                        <a:pt x="9" y="2"/>
                      </a:moveTo>
                      <a:lnTo>
                        <a:pt x="10" y="2"/>
                      </a:lnTo>
                      <a:lnTo>
                        <a:pt x="11" y="3"/>
                      </a:lnTo>
                      <a:lnTo>
                        <a:pt x="19" y="0"/>
                      </a:lnTo>
                      <a:lnTo>
                        <a:pt x="22" y="3"/>
                      </a:lnTo>
                      <a:lnTo>
                        <a:pt x="25" y="7"/>
                      </a:lnTo>
                      <a:lnTo>
                        <a:pt x="28" y="8"/>
                      </a:lnTo>
                      <a:lnTo>
                        <a:pt x="30" y="13"/>
                      </a:lnTo>
                      <a:lnTo>
                        <a:pt x="33" y="18"/>
                      </a:lnTo>
                      <a:lnTo>
                        <a:pt x="34" y="18"/>
                      </a:lnTo>
                      <a:lnTo>
                        <a:pt x="37" y="15"/>
                      </a:lnTo>
                      <a:lnTo>
                        <a:pt x="39" y="15"/>
                      </a:lnTo>
                      <a:lnTo>
                        <a:pt x="43" y="21"/>
                      </a:lnTo>
                      <a:lnTo>
                        <a:pt x="47" y="22"/>
                      </a:lnTo>
                      <a:lnTo>
                        <a:pt x="49" y="22"/>
                      </a:lnTo>
                      <a:lnTo>
                        <a:pt x="53" y="26"/>
                      </a:lnTo>
                      <a:lnTo>
                        <a:pt x="53" y="30"/>
                      </a:lnTo>
                      <a:lnTo>
                        <a:pt x="56" y="29"/>
                      </a:lnTo>
                      <a:lnTo>
                        <a:pt x="62" y="32"/>
                      </a:lnTo>
                      <a:lnTo>
                        <a:pt x="64" y="36"/>
                      </a:lnTo>
                      <a:lnTo>
                        <a:pt x="68" y="41"/>
                      </a:lnTo>
                      <a:lnTo>
                        <a:pt x="71" y="44"/>
                      </a:lnTo>
                      <a:lnTo>
                        <a:pt x="71" y="48"/>
                      </a:lnTo>
                      <a:lnTo>
                        <a:pt x="68" y="51"/>
                      </a:lnTo>
                      <a:lnTo>
                        <a:pt x="70" y="55"/>
                      </a:lnTo>
                      <a:lnTo>
                        <a:pt x="70" y="56"/>
                      </a:lnTo>
                      <a:lnTo>
                        <a:pt x="70" y="57"/>
                      </a:lnTo>
                      <a:lnTo>
                        <a:pt x="72" y="59"/>
                      </a:lnTo>
                      <a:lnTo>
                        <a:pt x="72" y="60"/>
                      </a:lnTo>
                      <a:lnTo>
                        <a:pt x="71" y="61"/>
                      </a:lnTo>
                      <a:lnTo>
                        <a:pt x="70" y="64"/>
                      </a:lnTo>
                      <a:lnTo>
                        <a:pt x="70" y="67"/>
                      </a:lnTo>
                      <a:lnTo>
                        <a:pt x="67" y="70"/>
                      </a:lnTo>
                      <a:lnTo>
                        <a:pt x="66" y="72"/>
                      </a:lnTo>
                      <a:lnTo>
                        <a:pt x="66" y="72"/>
                      </a:lnTo>
                      <a:lnTo>
                        <a:pt x="64" y="74"/>
                      </a:lnTo>
                      <a:lnTo>
                        <a:pt x="62" y="78"/>
                      </a:lnTo>
                      <a:lnTo>
                        <a:pt x="56" y="80"/>
                      </a:lnTo>
                      <a:lnTo>
                        <a:pt x="55" y="79"/>
                      </a:lnTo>
                      <a:lnTo>
                        <a:pt x="53" y="79"/>
                      </a:lnTo>
                      <a:lnTo>
                        <a:pt x="53" y="82"/>
                      </a:lnTo>
                      <a:lnTo>
                        <a:pt x="52" y="82"/>
                      </a:lnTo>
                      <a:lnTo>
                        <a:pt x="51" y="82"/>
                      </a:lnTo>
                      <a:lnTo>
                        <a:pt x="48" y="82"/>
                      </a:lnTo>
                      <a:lnTo>
                        <a:pt x="47" y="82"/>
                      </a:lnTo>
                      <a:lnTo>
                        <a:pt x="45" y="80"/>
                      </a:lnTo>
                      <a:lnTo>
                        <a:pt x="43" y="79"/>
                      </a:lnTo>
                      <a:lnTo>
                        <a:pt x="39" y="80"/>
                      </a:lnTo>
                      <a:lnTo>
                        <a:pt x="34" y="82"/>
                      </a:lnTo>
                      <a:lnTo>
                        <a:pt x="32" y="82"/>
                      </a:lnTo>
                      <a:lnTo>
                        <a:pt x="32" y="80"/>
                      </a:lnTo>
                      <a:lnTo>
                        <a:pt x="33" y="79"/>
                      </a:lnTo>
                      <a:lnTo>
                        <a:pt x="32" y="79"/>
                      </a:lnTo>
                      <a:lnTo>
                        <a:pt x="29" y="79"/>
                      </a:lnTo>
                      <a:lnTo>
                        <a:pt x="28" y="78"/>
                      </a:lnTo>
                      <a:lnTo>
                        <a:pt x="24" y="76"/>
                      </a:lnTo>
                      <a:lnTo>
                        <a:pt x="21" y="75"/>
                      </a:lnTo>
                      <a:lnTo>
                        <a:pt x="14" y="76"/>
                      </a:lnTo>
                      <a:lnTo>
                        <a:pt x="11" y="76"/>
                      </a:lnTo>
                      <a:lnTo>
                        <a:pt x="9" y="72"/>
                      </a:lnTo>
                      <a:lnTo>
                        <a:pt x="7" y="71"/>
                      </a:lnTo>
                      <a:lnTo>
                        <a:pt x="2" y="66"/>
                      </a:lnTo>
                      <a:lnTo>
                        <a:pt x="0" y="60"/>
                      </a:lnTo>
                      <a:lnTo>
                        <a:pt x="0" y="55"/>
                      </a:lnTo>
                      <a:lnTo>
                        <a:pt x="0" y="55"/>
                      </a:lnTo>
                      <a:lnTo>
                        <a:pt x="0" y="53"/>
                      </a:lnTo>
                      <a:lnTo>
                        <a:pt x="3" y="51"/>
                      </a:lnTo>
                      <a:lnTo>
                        <a:pt x="5" y="49"/>
                      </a:lnTo>
                      <a:lnTo>
                        <a:pt x="3" y="45"/>
                      </a:lnTo>
                      <a:lnTo>
                        <a:pt x="2" y="38"/>
                      </a:lnTo>
                      <a:lnTo>
                        <a:pt x="3" y="37"/>
                      </a:lnTo>
                      <a:lnTo>
                        <a:pt x="2" y="32"/>
                      </a:lnTo>
                      <a:lnTo>
                        <a:pt x="3" y="29"/>
                      </a:lnTo>
                      <a:lnTo>
                        <a:pt x="3" y="26"/>
                      </a:lnTo>
                      <a:lnTo>
                        <a:pt x="5" y="25"/>
                      </a:lnTo>
                      <a:lnTo>
                        <a:pt x="5" y="18"/>
                      </a:lnTo>
                      <a:lnTo>
                        <a:pt x="3" y="15"/>
                      </a:lnTo>
                      <a:lnTo>
                        <a:pt x="5" y="14"/>
                      </a:lnTo>
                      <a:lnTo>
                        <a:pt x="5" y="8"/>
                      </a:lnTo>
                      <a:lnTo>
                        <a:pt x="6" y="6"/>
                      </a:lnTo>
                      <a:lnTo>
                        <a:pt x="7" y="3"/>
                      </a:lnTo>
                      <a:lnTo>
                        <a:pt x="9" y="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b="1"/>
                </a:p>
              </p:txBody>
            </p:sp>
          </p:grpSp>
          <p:grpSp>
            <p:nvGrpSpPr>
              <p:cNvPr id="27" name="Groupe 323"/>
              <p:cNvGrpSpPr/>
              <p:nvPr/>
            </p:nvGrpSpPr>
            <p:grpSpPr>
              <a:xfrm>
                <a:off x="6858076" y="3216410"/>
                <a:ext cx="2236513" cy="2049003"/>
                <a:chOff x="6858076" y="3216410"/>
                <a:chExt cx="2236513" cy="2049003"/>
              </a:xfrm>
              <a:grpFill/>
            </p:grpSpPr>
            <p:sp>
              <p:nvSpPr>
                <p:cNvPr id="262" name="Freeform 1035"/>
                <p:cNvSpPr>
                  <a:spLocks noEditPoints="1"/>
                </p:cNvSpPr>
                <p:nvPr/>
              </p:nvSpPr>
              <p:spPr bwMode="auto">
                <a:xfrm>
                  <a:off x="7829913" y="3394668"/>
                  <a:ext cx="120089" cy="193267"/>
                </a:xfrm>
                <a:custGeom>
                  <a:avLst/>
                  <a:gdLst/>
                  <a:ahLst/>
                  <a:cxnLst>
                    <a:cxn ang="0">
                      <a:pos x="41" y="73"/>
                    </a:cxn>
                    <a:cxn ang="0">
                      <a:pos x="40" y="75"/>
                    </a:cxn>
                    <a:cxn ang="0">
                      <a:pos x="40" y="73"/>
                    </a:cxn>
                    <a:cxn ang="0">
                      <a:pos x="18" y="82"/>
                    </a:cxn>
                    <a:cxn ang="0">
                      <a:pos x="19" y="82"/>
                    </a:cxn>
                    <a:cxn ang="0">
                      <a:pos x="21" y="82"/>
                    </a:cxn>
                    <a:cxn ang="0">
                      <a:pos x="21" y="83"/>
                    </a:cxn>
                    <a:cxn ang="0">
                      <a:pos x="19" y="84"/>
                    </a:cxn>
                    <a:cxn ang="0">
                      <a:pos x="49" y="71"/>
                    </a:cxn>
                    <a:cxn ang="0">
                      <a:pos x="51" y="75"/>
                    </a:cxn>
                    <a:cxn ang="0">
                      <a:pos x="52" y="72"/>
                    </a:cxn>
                    <a:cxn ang="0">
                      <a:pos x="52" y="69"/>
                    </a:cxn>
                    <a:cxn ang="0">
                      <a:pos x="61" y="87"/>
                    </a:cxn>
                    <a:cxn ang="0">
                      <a:pos x="61" y="84"/>
                    </a:cxn>
                    <a:cxn ang="0">
                      <a:pos x="63" y="86"/>
                    </a:cxn>
                    <a:cxn ang="0">
                      <a:pos x="61" y="87"/>
                    </a:cxn>
                    <a:cxn ang="0">
                      <a:pos x="63" y="82"/>
                    </a:cxn>
                    <a:cxn ang="0">
                      <a:pos x="61" y="80"/>
                    </a:cxn>
                    <a:cxn ang="0">
                      <a:pos x="63" y="76"/>
                    </a:cxn>
                    <a:cxn ang="0">
                      <a:pos x="64" y="78"/>
                    </a:cxn>
                    <a:cxn ang="0">
                      <a:pos x="63" y="82"/>
                    </a:cxn>
                    <a:cxn ang="0">
                      <a:pos x="22" y="103"/>
                    </a:cxn>
                    <a:cxn ang="0">
                      <a:pos x="23" y="99"/>
                    </a:cxn>
                    <a:cxn ang="0">
                      <a:pos x="32" y="98"/>
                    </a:cxn>
                    <a:cxn ang="0">
                      <a:pos x="30" y="102"/>
                    </a:cxn>
                    <a:cxn ang="0">
                      <a:pos x="22" y="103"/>
                    </a:cxn>
                    <a:cxn ang="0">
                      <a:pos x="0" y="18"/>
                    </a:cxn>
                    <a:cxn ang="0">
                      <a:pos x="3" y="16"/>
                    </a:cxn>
                    <a:cxn ang="0">
                      <a:pos x="4" y="18"/>
                    </a:cxn>
                    <a:cxn ang="0">
                      <a:pos x="14" y="27"/>
                    </a:cxn>
                    <a:cxn ang="0">
                      <a:pos x="15" y="30"/>
                    </a:cxn>
                    <a:cxn ang="0">
                      <a:pos x="18" y="35"/>
                    </a:cxn>
                    <a:cxn ang="0">
                      <a:pos x="13" y="31"/>
                    </a:cxn>
                    <a:cxn ang="0">
                      <a:pos x="10" y="34"/>
                    </a:cxn>
                    <a:cxn ang="0">
                      <a:pos x="13" y="41"/>
                    </a:cxn>
                    <a:cxn ang="0">
                      <a:pos x="15" y="44"/>
                    </a:cxn>
                    <a:cxn ang="0">
                      <a:pos x="18" y="50"/>
                    </a:cxn>
                    <a:cxn ang="0">
                      <a:pos x="21" y="54"/>
                    </a:cxn>
                    <a:cxn ang="0">
                      <a:pos x="17" y="59"/>
                    </a:cxn>
                    <a:cxn ang="0">
                      <a:pos x="18" y="63"/>
                    </a:cxn>
                    <a:cxn ang="0">
                      <a:pos x="17" y="67"/>
                    </a:cxn>
                    <a:cxn ang="0">
                      <a:pos x="17" y="69"/>
                    </a:cxn>
                    <a:cxn ang="0">
                      <a:pos x="22" y="76"/>
                    </a:cxn>
                    <a:cxn ang="0">
                      <a:pos x="23" y="80"/>
                    </a:cxn>
                    <a:cxn ang="0">
                      <a:pos x="26" y="82"/>
                    </a:cxn>
                    <a:cxn ang="0">
                      <a:pos x="28" y="79"/>
                    </a:cxn>
                    <a:cxn ang="0">
                      <a:pos x="36" y="71"/>
                    </a:cxn>
                    <a:cxn ang="0">
                      <a:pos x="38" y="72"/>
                    </a:cxn>
                    <a:cxn ang="0">
                      <a:pos x="42" y="69"/>
                    </a:cxn>
                    <a:cxn ang="0">
                      <a:pos x="47" y="72"/>
                    </a:cxn>
                    <a:cxn ang="0">
                      <a:pos x="48" y="72"/>
                    </a:cxn>
                    <a:cxn ang="0">
                      <a:pos x="51" y="68"/>
                    </a:cxn>
                    <a:cxn ang="0">
                      <a:pos x="57" y="63"/>
                    </a:cxn>
                    <a:cxn ang="0">
                      <a:pos x="59" y="60"/>
                    </a:cxn>
                    <a:cxn ang="0">
                      <a:pos x="57" y="49"/>
                    </a:cxn>
                    <a:cxn ang="0">
                      <a:pos x="56" y="46"/>
                    </a:cxn>
                    <a:cxn ang="0">
                      <a:pos x="52" y="34"/>
                    </a:cxn>
                    <a:cxn ang="0">
                      <a:pos x="44" y="18"/>
                    </a:cxn>
                    <a:cxn ang="0">
                      <a:pos x="30" y="0"/>
                    </a:cxn>
                    <a:cxn ang="0">
                      <a:pos x="15" y="4"/>
                    </a:cxn>
                    <a:cxn ang="0">
                      <a:pos x="6" y="10"/>
                    </a:cxn>
                    <a:cxn ang="0">
                      <a:pos x="0" y="18"/>
                    </a:cxn>
                  </a:cxnLst>
                  <a:rect l="0" t="0" r="r" b="b"/>
                  <a:pathLst>
                    <a:path w="64" h="103">
                      <a:moveTo>
                        <a:pt x="40" y="73"/>
                      </a:moveTo>
                      <a:lnTo>
                        <a:pt x="41" y="73"/>
                      </a:lnTo>
                      <a:lnTo>
                        <a:pt x="42" y="75"/>
                      </a:lnTo>
                      <a:lnTo>
                        <a:pt x="40" y="75"/>
                      </a:lnTo>
                      <a:lnTo>
                        <a:pt x="40" y="73"/>
                      </a:lnTo>
                      <a:lnTo>
                        <a:pt x="40" y="73"/>
                      </a:lnTo>
                      <a:close/>
                      <a:moveTo>
                        <a:pt x="19" y="84"/>
                      </a:moveTo>
                      <a:lnTo>
                        <a:pt x="18" y="82"/>
                      </a:lnTo>
                      <a:lnTo>
                        <a:pt x="18" y="82"/>
                      </a:lnTo>
                      <a:lnTo>
                        <a:pt x="19" y="82"/>
                      </a:lnTo>
                      <a:lnTo>
                        <a:pt x="21" y="79"/>
                      </a:lnTo>
                      <a:lnTo>
                        <a:pt x="21" y="82"/>
                      </a:lnTo>
                      <a:lnTo>
                        <a:pt x="21" y="83"/>
                      </a:lnTo>
                      <a:lnTo>
                        <a:pt x="21" y="83"/>
                      </a:lnTo>
                      <a:lnTo>
                        <a:pt x="19" y="84"/>
                      </a:lnTo>
                      <a:lnTo>
                        <a:pt x="19" y="84"/>
                      </a:lnTo>
                      <a:close/>
                      <a:moveTo>
                        <a:pt x="52" y="69"/>
                      </a:moveTo>
                      <a:lnTo>
                        <a:pt x="49" y="71"/>
                      </a:lnTo>
                      <a:lnTo>
                        <a:pt x="49" y="72"/>
                      </a:lnTo>
                      <a:lnTo>
                        <a:pt x="51" y="75"/>
                      </a:lnTo>
                      <a:lnTo>
                        <a:pt x="52" y="73"/>
                      </a:lnTo>
                      <a:lnTo>
                        <a:pt x="52" y="72"/>
                      </a:lnTo>
                      <a:lnTo>
                        <a:pt x="52" y="69"/>
                      </a:lnTo>
                      <a:lnTo>
                        <a:pt x="52" y="69"/>
                      </a:lnTo>
                      <a:lnTo>
                        <a:pt x="52" y="69"/>
                      </a:lnTo>
                      <a:close/>
                      <a:moveTo>
                        <a:pt x="61" y="87"/>
                      </a:moveTo>
                      <a:lnTo>
                        <a:pt x="60" y="86"/>
                      </a:lnTo>
                      <a:lnTo>
                        <a:pt x="61" y="84"/>
                      </a:lnTo>
                      <a:lnTo>
                        <a:pt x="64" y="84"/>
                      </a:lnTo>
                      <a:lnTo>
                        <a:pt x="63" y="86"/>
                      </a:lnTo>
                      <a:lnTo>
                        <a:pt x="61" y="87"/>
                      </a:lnTo>
                      <a:lnTo>
                        <a:pt x="61" y="87"/>
                      </a:lnTo>
                      <a:lnTo>
                        <a:pt x="61" y="87"/>
                      </a:lnTo>
                      <a:close/>
                      <a:moveTo>
                        <a:pt x="63" y="82"/>
                      </a:moveTo>
                      <a:lnTo>
                        <a:pt x="61" y="83"/>
                      </a:lnTo>
                      <a:lnTo>
                        <a:pt x="61" y="80"/>
                      </a:lnTo>
                      <a:lnTo>
                        <a:pt x="61" y="79"/>
                      </a:lnTo>
                      <a:lnTo>
                        <a:pt x="63" y="76"/>
                      </a:lnTo>
                      <a:lnTo>
                        <a:pt x="64" y="76"/>
                      </a:lnTo>
                      <a:lnTo>
                        <a:pt x="64" y="78"/>
                      </a:lnTo>
                      <a:lnTo>
                        <a:pt x="64" y="79"/>
                      </a:lnTo>
                      <a:lnTo>
                        <a:pt x="63" y="82"/>
                      </a:lnTo>
                      <a:lnTo>
                        <a:pt x="63" y="82"/>
                      </a:lnTo>
                      <a:close/>
                      <a:moveTo>
                        <a:pt x="22" y="103"/>
                      </a:moveTo>
                      <a:lnTo>
                        <a:pt x="22" y="101"/>
                      </a:lnTo>
                      <a:lnTo>
                        <a:pt x="23" y="99"/>
                      </a:lnTo>
                      <a:lnTo>
                        <a:pt x="29" y="97"/>
                      </a:lnTo>
                      <a:lnTo>
                        <a:pt x="32" y="98"/>
                      </a:lnTo>
                      <a:lnTo>
                        <a:pt x="33" y="99"/>
                      </a:lnTo>
                      <a:lnTo>
                        <a:pt x="30" y="102"/>
                      </a:lnTo>
                      <a:lnTo>
                        <a:pt x="26" y="103"/>
                      </a:lnTo>
                      <a:lnTo>
                        <a:pt x="22" y="103"/>
                      </a:lnTo>
                      <a:lnTo>
                        <a:pt x="22" y="103"/>
                      </a:lnTo>
                      <a:close/>
                      <a:moveTo>
                        <a:pt x="0" y="18"/>
                      </a:moveTo>
                      <a:lnTo>
                        <a:pt x="0" y="18"/>
                      </a:lnTo>
                      <a:lnTo>
                        <a:pt x="3" y="16"/>
                      </a:lnTo>
                      <a:lnTo>
                        <a:pt x="7" y="16"/>
                      </a:lnTo>
                      <a:lnTo>
                        <a:pt x="4" y="18"/>
                      </a:lnTo>
                      <a:lnTo>
                        <a:pt x="10" y="22"/>
                      </a:lnTo>
                      <a:lnTo>
                        <a:pt x="14" y="27"/>
                      </a:lnTo>
                      <a:lnTo>
                        <a:pt x="17" y="29"/>
                      </a:lnTo>
                      <a:lnTo>
                        <a:pt x="15" y="30"/>
                      </a:lnTo>
                      <a:lnTo>
                        <a:pt x="17" y="33"/>
                      </a:lnTo>
                      <a:lnTo>
                        <a:pt x="18" y="35"/>
                      </a:lnTo>
                      <a:lnTo>
                        <a:pt x="14" y="34"/>
                      </a:lnTo>
                      <a:lnTo>
                        <a:pt x="13" y="31"/>
                      </a:lnTo>
                      <a:lnTo>
                        <a:pt x="11" y="34"/>
                      </a:lnTo>
                      <a:lnTo>
                        <a:pt x="10" y="34"/>
                      </a:lnTo>
                      <a:lnTo>
                        <a:pt x="7" y="38"/>
                      </a:lnTo>
                      <a:lnTo>
                        <a:pt x="13" y="41"/>
                      </a:lnTo>
                      <a:lnTo>
                        <a:pt x="14" y="41"/>
                      </a:lnTo>
                      <a:lnTo>
                        <a:pt x="15" y="44"/>
                      </a:lnTo>
                      <a:lnTo>
                        <a:pt x="17" y="49"/>
                      </a:lnTo>
                      <a:lnTo>
                        <a:pt x="18" y="50"/>
                      </a:lnTo>
                      <a:lnTo>
                        <a:pt x="19" y="49"/>
                      </a:lnTo>
                      <a:lnTo>
                        <a:pt x="21" y="54"/>
                      </a:lnTo>
                      <a:lnTo>
                        <a:pt x="17" y="57"/>
                      </a:lnTo>
                      <a:lnTo>
                        <a:pt x="17" y="59"/>
                      </a:lnTo>
                      <a:lnTo>
                        <a:pt x="18" y="61"/>
                      </a:lnTo>
                      <a:lnTo>
                        <a:pt x="18" y="63"/>
                      </a:lnTo>
                      <a:lnTo>
                        <a:pt x="17" y="64"/>
                      </a:lnTo>
                      <a:lnTo>
                        <a:pt x="17" y="67"/>
                      </a:lnTo>
                      <a:lnTo>
                        <a:pt x="18" y="69"/>
                      </a:lnTo>
                      <a:lnTo>
                        <a:pt x="17" y="69"/>
                      </a:lnTo>
                      <a:lnTo>
                        <a:pt x="19" y="76"/>
                      </a:lnTo>
                      <a:lnTo>
                        <a:pt x="22" y="76"/>
                      </a:lnTo>
                      <a:lnTo>
                        <a:pt x="22" y="80"/>
                      </a:lnTo>
                      <a:lnTo>
                        <a:pt x="23" y="80"/>
                      </a:lnTo>
                      <a:lnTo>
                        <a:pt x="23" y="83"/>
                      </a:lnTo>
                      <a:lnTo>
                        <a:pt x="26" y="82"/>
                      </a:lnTo>
                      <a:lnTo>
                        <a:pt x="26" y="78"/>
                      </a:lnTo>
                      <a:lnTo>
                        <a:pt x="28" y="79"/>
                      </a:lnTo>
                      <a:lnTo>
                        <a:pt x="29" y="76"/>
                      </a:lnTo>
                      <a:lnTo>
                        <a:pt x="36" y="71"/>
                      </a:lnTo>
                      <a:lnTo>
                        <a:pt x="38" y="71"/>
                      </a:lnTo>
                      <a:lnTo>
                        <a:pt x="38" y="72"/>
                      </a:lnTo>
                      <a:lnTo>
                        <a:pt x="41" y="69"/>
                      </a:lnTo>
                      <a:lnTo>
                        <a:pt x="42" y="69"/>
                      </a:lnTo>
                      <a:lnTo>
                        <a:pt x="44" y="72"/>
                      </a:lnTo>
                      <a:lnTo>
                        <a:pt x="47" y="72"/>
                      </a:lnTo>
                      <a:lnTo>
                        <a:pt x="47" y="73"/>
                      </a:lnTo>
                      <a:lnTo>
                        <a:pt x="48" y="72"/>
                      </a:lnTo>
                      <a:lnTo>
                        <a:pt x="48" y="69"/>
                      </a:lnTo>
                      <a:lnTo>
                        <a:pt x="51" y="68"/>
                      </a:lnTo>
                      <a:lnTo>
                        <a:pt x="55" y="68"/>
                      </a:lnTo>
                      <a:lnTo>
                        <a:pt x="57" y="63"/>
                      </a:lnTo>
                      <a:lnTo>
                        <a:pt x="57" y="61"/>
                      </a:lnTo>
                      <a:lnTo>
                        <a:pt x="59" y="60"/>
                      </a:lnTo>
                      <a:lnTo>
                        <a:pt x="59" y="49"/>
                      </a:lnTo>
                      <a:lnTo>
                        <a:pt x="57" y="49"/>
                      </a:lnTo>
                      <a:lnTo>
                        <a:pt x="56" y="50"/>
                      </a:lnTo>
                      <a:lnTo>
                        <a:pt x="56" y="46"/>
                      </a:lnTo>
                      <a:lnTo>
                        <a:pt x="55" y="37"/>
                      </a:lnTo>
                      <a:lnTo>
                        <a:pt x="52" y="34"/>
                      </a:lnTo>
                      <a:lnTo>
                        <a:pt x="52" y="29"/>
                      </a:lnTo>
                      <a:lnTo>
                        <a:pt x="44" y="18"/>
                      </a:lnTo>
                      <a:lnTo>
                        <a:pt x="36" y="10"/>
                      </a:lnTo>
                      <a:lnTo>
                        <a:pt x="30" y="0"/>
                      </a:lnTo>
                      <a:lnTo>
                        <a:pt x="25" y="4"/>
                      </a:lnTo>
                      <a:lnTo>
                        <a:pt x="15" y="4"/>
                      </a:lnTo>
                      <a:lnTo>
                        <a:pt x="10" y="10"/>
                      </a:lnTo>
                      <a:lnTo>
                        <a:pt x="6" y="10"/>
                      </a:lnTo>
                      <a:lnTo>
                        <a:pt x="0" y="15"/>
                      </a:lnTo>
                      <a:lnTo>
                        <a:pt x="0" y="1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1037"/>
                <p:cNvSpPr>
                  <a:spLocks/>
                </p:cNvSpPr>
                <p:nvPr/>
              </p:nvSpPr>
              <p:spPr bwMode="auto">
                <a:xfrm>
                  <a:off x="7773622" y="3216410"/>
                  <a:ext cx="127594" cy="219537"/>
                </a:xfrm>
                <a:custGeom>
                  <a:avLst/>
                  <a:gdLst/>
                  <a:ahLst/>
                  <a:cxnLst>
                    <a:cxn ang="0">
                      <a:pos x="0" y="65"/>
                    </a:cxn>
                    <a:cxn ang="0">
                      <a:pos x="6" y="58"/>
                    </a:cxn>
                    <a:cxn ang="0">
                      <a:pos x="10" y="53"/>
                    </a:cxn>
                    <a:cxn ang="0">
                      <a:pos x="15" y="48"/>
                    </a:cxn>
                    <a:cxn ang="0">
                      <a:pos x="18" y="38"/>
                    </a:cxn>
                    <a:cxn ang="0">
                      <a:pos x="18" y="31"/>
                    </a:cxn>
                    <a:cxn ang="0">
                      <a:pos x="24" y="33"/>
                    </a:cxn>
                    <a:cxn ang="0">
                      <a:pos x="28" y="35"/>
                    </a:cxn>
                    <a:cxn ang="0">
                      <a:pos x="34" y="35"/>
                    </a:cxn>
                    <a:cxn ang="0">
                      <a:pos x="43" y="35"/>
                    </a:cxn>
                    <a:cxn ang="0">
                      <a:pos x="45" y="30"/>
                    </a:cxn>
                    <a:cxn ang="0">
                      <a:pos x="39" y="24"/>
                    </a:cxn>
                    <a:cxn ang="0">
                      <a:pos x="44" y="23"/>
                    </a:cxn>
                    <a:cxn ang="0">
                      <a:pos x="49" y="15"/>
                    </a:cxn>
                    <a:cxn ang="0">
                      <a:pos x="55" y="12"/>
                    </a:cxn>
                    <a:cxn ang="0">
                      <a:pos x="55" y="7"/>
                    </a:cxn>
                    <a:cxn ang="0">
                      <a:pos x="55" y="1"/>
                    </a:cxn>
                    <a:cxn ang="0">
                      <a:pos x="60" y="3"/>
                    </a:cxn>
                    <a:cxn ang="0">
                      <a:pos x="60" y="7"/>
                    </a:cxn>
                    <a:cxn ang="0">
                      <a:pos x="68" y="12"/>
                    </a:cxn>
                    <a:cxn ang="0">
                      <a:pos x="63" y="18"/>
                    </a:cxn>
                    <a:cxn ang="0">
                      <a:pos x="62" y="20"/>
                    </a:cxn>
                    <a:cxn ang="0">
                      <a:pos x="60" y="31"/>
                    </a:cxn>
                    <a:cxn ang="0">
                      <a:pos x="63" y="41"/>
                    </a:cxn>
                    <a:cxn ang="0">
                      <a:pos x="64" y="46"/>
                    </a:cxn>
                    <a:cxn ang="0">
                      <a:pos x="62" y="50"/>
                    </a:cxn>
                    <a:cxn ang="0">
                      <a:pos x="55" y="60"/>
                    </a:cxn>
                    <a:cxn ang="0">
                      <a:pos x="52" y="64"/>
                    </a:cxn>
                    <a:cxn ang="0">
                      <a:pos x="47" y="65"/>
                    </a:cxn>
                    <a:cxn ang="0">
                      <a:pos x="41" y="71"/>
                    </a:cxn>
                    <a:cxn ang="0">
                      <a:pos x="43" y="77"/>
                    </a:cxn>
                    <a:cxn ang="0">
                      <a:pos x="43" y="83"/>
                    </a:cxn>
                    <a:cxn ang="0">
                      <a:pos x="48" y="86"/>
                    </a:cxn>
                    <a:cxn ang="0">
                      <a:pos x="60" y="95"/>
                    </a:cxn>
                    <a:cxn ang="0">
                      <a:pos x="45" y="99"/>
                    </a:cxn>
                    <a:cxn ang="0">
                      <a:pos x="36" y="105"/>
                    </a:cxn>
                    <a:cxn ang="0">
                      <a:pos x="30" y="113"/>
                    </a:cxn>
                    <a:cxn ang="0">
                      <a:pos x="25" y="110"/>
                    </a:cxn>
                    <a:cxn ang="0">
                      <a:pos x="24" y="115"/>
                    </a:cxn>
                    <a:cxn ang="0">
                      <a:pos x="18" y="117"/>
                    </a:cxn>
                    <a:cxn ang="0">
                      <a:pos x="19" y="110"/>
                    </a:cxn>
                    <a:cxn ang="0">
                      <a:pos x="14" y="111"/>
                    </a:cxn>
                    <a:cxn ang="0">
                      <a:pos x="14" y="107"/>
                    </a:cxn>
                    <a:cxn ang="0">
                      <a:pos x="17" y="98"/>
                    </a:cxn>
                    <a:cxn ang="0">
                      <a:pos x="22" y="95"/>
                    </a:cxn>
                    <a:cxn ang="0">
                      <a:pos x="15" y="96"/>
                    </a:cxn>
                    <a:cxn ang="0">
                      <a:pos x="14" y="88"/>
                    </a:cxn>
                    <a:cxn ang="0">
                      <a:pos x="15" y="80"/>
                    </a:cxn>
                    <a:cxn ang="0">
                      <a:pos x="18" y="76"/>
                    </a:cxn>
                    <a:cxn ang="0">
                      <a:pos x="14" y="79"/>
                    </a:cxn>
                    <a:cxn ang="0">
                      <a:pos x="9" y="77"/>
                    </a:cxn>
                    <a:cxn ang="0">
                      <a:pos x="6" y="77"/>
                    </a:cxn>
                    <a:cxn ang="0">
                      <a:pos x="2" y="73"/>
                    </a:cxn>
                    <a:cxn ang="0">
                      <a:pos x="0" y="73"/>
                    </a:cxn>
                  </a:cxnLst>
                  <a:rect l="0" t="0" r="r" b="b"/>
                  <a:pathLst>
                    <a:path w="68" h="117">
                      <a:moveTo>
                        <a:pt x="0" y="73"/>
                      </a:moveTo>
                      <a:lnTo>
                        <a:pt x="0" y="65"/>
                      </a:lnTo>
                      <a:lnTo>
                        <a:pt x="5" y="62"/>
                      </a:lnTo>
                      <a:lnTo>
                        <a:pt x="6" y="58"/>
                      </a:lnTo>
                      <a:lnTo>
                        <a:pt x="6" y="56"/>
                      </a:lnTo>
                      <a:lnTo>
                        <a:pt x="10" y="53"/>
                      </a:lnTo>
                      <a:lnTo>
                        <a:pt x="13" y="49"/>
                      </a:lnTo>
                      <a:lnTo>
                        <a:pt x="15" y="48"/>
                      </a:lnTo>
                      <a:lnTo>
                        <a:pt x="17" y="41"/>
                      </a:lnTo>
                      <a:lnTo>
                        <a:pt x="18" y="38"/>
                      </a:lnTo>
                      <a:lnTo>
                        <a:pt x="18" y="37"/>
                      </a:lnTo>
                      <a:lnTo>
                        <a:pt x="18" y="31"/>
                      </a:lnTo>
                      <a:lnTo>
                        <a:pt x="21" y="29"/>
                      </a:lnTo>
                      <a:lnTo>
                        <a:pt x="24" y="33"/>
                      </a:lnTo>
                      <a:lnTo>
                        <a:pt x="26" y="34"/>
                      </a:lnTo>
                      <a:lnTo>
                        <a:pt x="28" y="35"/>
                      </a:lnTo>
                      <a:lnTo>
                        <a:pt x="30" y="35"/>
                      </a:lnTo>
                      <a:lnTo>
                        <a:pt x="34" y="35"/>
                      </a:lnTo>
                      <a:lnTo>
                        <a:pt x="40" y="35"/>
                      </a:lnTo>
                      <a:lnTo>
                        <a:pt x="43" y="35"/>
                      </a:lnTo>
                      <a:lnTo>
                        <a:pt x="45" y="33"/>
                      </a:lnTo>
                      <a:lnTo>
                        <a:pt x="45" y="30"/>
                      </a:lnTo>
                      <a:lnTo>
                        <a:pt x="41" y="27"/>
                      </a:lnTo>
                      <a:lnTo>
                        <a:pt x="39" y="24"/>
                      </a:lnTo>
                      <a:lnTo>
                        <a:pt x="41" y="23"/>
                      </a:lnTo>
                      <a:lnTo>
                        <a:pt x="44" y="23"/>
                      </a:lnTo>
                      <a:lnTo>
                        <a:pt x="49" y="18"/>
                      </a:lnTo>
                      <a:lnTo>
                        <a:pt x="49" y="15"/>
                      </a:lnTo>
                      <a:lnTo>
                        <a:pt x="52" y="12"/>
                      </a:lnTo>
                      <a:lnTo>
                        <a:pt x="55" y="12"/>
                      </a:lnTo>
                      <a:lnTo>
                        <a:pt x="56" y="10"/>
                      </a:lnTo>
                      <a:lnTo>
                        <a:pt x="55" y="7"/>
                      </a:lnTo>
                      <a:lnTo>
                        <a:pt x="55" y="4"/>
                      </a:lnTo>
                      <a:lnTo>
                        <a:pt x="55" y="1"/>
                      </a:lnTo>
                      <a:lnTo>
                        <a:pt x="58" y="0"/>
                      </a:lnTo>
                      <a:lnTo>
                        <a:pt x="60" y="3"/>
                      </a:lnTo>
                      <a:lnTo>
                        <a:pt x="60" y="5"/>
                      </a:lnTo>
                      <a:lnTo>
                        <a:pt x="60" y="7"/>
                      </a:lnTo>
                      <a:lnTo>
                        <a:pt x="66" y="8"/>
                      </a:lnTo>
                      <a:lnTo>
                        <a:pt x="68" y="12"/>
                      </a:lnTo>
                      <a:lnTo>
                        <a:pt x="68" y="12"/>
                      </a:lnTo>
                      <a:lnTo>
                        <a:pt x="63" y="18"/>
                      </a:lnTo>
                      <a:lnTo>
                        <a:pt x="62" y="16"/>
                      </a:lnTo>
                      <a:lnTo>
                        <a:pt x="62" y="20"/>
                      </a:lnTo>
                      <a:lnTo>
                        <a:pt x="60" y="27"/>
                      </a:lnTo>
                      <a:lnTo>
                        <a:pt x="60" y="31"/>
                      </a:lnTo>
                      <a:lnTo>
                        <a:pt x="63" y="34"/>
                      </a:lnTo>
                      <a:lnTo>
                        <a:pt x="63" y="41"/>
                      </a:lnTo>
                      <a:lnTo>
                        <a:pt x="66" y="43"/>
                      </a:lnTo>
                      <a:lnTo>
                        <a:pt x="64" y="46"/>
                      </a:lnTo>
                      <a:lnTo>
                        <a:pt x="60" y="49"/>
                      </a:lnTo>
                      <a:lnTo>
                        <a:pt x="62" y="50"/>
                      </a:lnTo>
                      <a:lnTo>
                        <a:pt x="53" y="58"/>
                      </a:lnTo>
                      <a:lnTo>
                        <a:pt x="55" y="60"/>
                      </a:lnTo>
                      <a:lnTo>
                        <a:pt x="52" y="62"/>
                      </a:lnTo>
                      <a:lnTo>
                        <a:pt x="52" y="64"/>
                      </a:lnTo>
                      <a:lnTo>
                        <a:pt x="49" y="64"/>
                      </a:lnTo>
                      <a:lnTo>
                        <a:pt x="47" y="65"/>
                      </a:lnTo>
                      <a:lnTo>
                        <a:pt x="45" y="68"/>
                      </a:lnTo>
                      <a:lnTo>
                        <a:pt x="41" y="71"/>
                      </a:lnTo>
                      <a:lnTo>
                        <a:pt x="41" y="75"/>
                      </a:lnTo>
                      <a:lnTo>
                        <a:pt x="43" y="77"/>
                      </a:lnTo>
                      <a:lnTo>
                        <a:pt x="41" y="79"/>
                      </a:lnTo>
                      <a:lnTo>
                        <a:pt x="43" y="83"/>
                      </a:lnTo>
                      <a:lnTo>
                        <a:pt x="47" y="84"/>
                      </a:lnTo>
                      <a:lnTo>
                        <a:pt x="48" y="86"/>
                      </a:lnTo>
                      <a:lnTo>
                        <a:pt x="59" y="92"/>
                      </a:lnTo>
                      <a:lnTo>
                        <a:pt x="60" y="95"/>
                      </a:lnTo>
                      <a:lnTo>
                        <a:pt x="55" y="99"/>
                      </a:lnTo>
                      <a:lnTo>
                        <a:pt x="45" y="99"/>
                      </a:lnTo>
                      <a:lnTo>
                        <a:pt x="40" y="105"/>
                      </a:lnTo>
                      <a:lnTo>
                        <a:pt x="36" y="105"/>
                      </a:lnTo>
                      <a:lnTo>
                        <a:pt x="30" y="110"/>
                      </a:lnTo>
                      <a:lnTo>
                        <a:pt x="30" y="113"/>
                      </a:lnTo>
                      <a:lnTo>
                        <a:pt x="26" y="110"/>
                      </a:lnTo>
                      <a:lnTo>
                        <a:pt x="25" y="110"/>
                      </a:lnTo>
                      <a:lnTo>
                        <a:pt x="26" y="111"/>
                      </a:lnTo>
                      <a:lnTo>
                        <a:pt x="24" y="115"/>
                      </a:lnTo>
                      <a:lnTo>
                        <a:pt x="21" y="114"/>
                      </a:lnTo>
                      <a:lnTo>
                        <a:pt x="18" y="117"/>
                      </a:lnTo>
                      <a:lnTo>
                        <a:pt x="17" y="114"/>
                      </a:lnTo>
                      <a:lnTo>
                        <a:pt x="19" y="110"/>
                      </a:lnTo>
                      <a:lnTo>
                        <a:pt x="17" y="110"/>
                      </a:lnTo>
                      <a:lnTo>
                        <a:pt x="14" y="111"/>
                      </a:lnTo>
                      <a:lnTo>
                        <a:pt x="13" y="110"/>
                      </a:lnTo>
                      <a:lnTo>
                        <a:pt x="14" y="107"/>
                      </a:lnTo>
                      <a:lnTo>
                        <a:pt x="14" y="102"/>
                      </a:lnTo>
                      <a:lnTo>
                        <a:pt x="17" y="98"/>
                      </a:lnTo>
                      <a:lnTo>
                        <a:pt x="19" y="98"/>
                      </a:lnTo>
                      <a:lnTo>
                        <a:pt x="22" y="95"/>
                      </a:lnTo>
                      <a:lnTo>
                        <a:pt x="19" y="96"/>
                      </a:lnTo>
                      <a:lnTo>
                        <a:pt x="15" y="96"/>
                      </a:lnTo>
                      <a:lnTo>
                        <a:pt x="14" y="95"/>
                      </a:lnTo>
                      <a:lnTo>
                        <a:pt x="14" y="88"/>
                      </a:lnTo>
                      <a:lnTo>
                        <a:pt x="17" y="83"/>
                      </a:lnTo>
                      <a:lnTo>
                        <a:pt x="15" y="80"/>
                      </a:lnTo>
                      <a:lnTo>
                        <a:pt x="17" y="79"/>
                      </a:lnTo>
                      <a:lnTo>
                        <a:pt x="18" y="76"/>
                      </a:lnTo>
                      <a:lnTo>
                        <a:pt x="15" y="76"/>
                      </a:lnTo>
                      <a:lnTo>
                        <a:pt x="14" y="79"/>
                      </a:lnTo>
                      <a:lnTo>
                        <a:pt x="10" y="79"/>
                      </a:lnTo>
                      <a:lnTo>
                        <a:pt x="9" y="77"/>
                      </a:lnTo>
                      <a:lnTo>
                        <a:pt x="6" y="75"/>
                      </a:lnTo>
                      <a:lnTo>
                        <a:pt x="6" y="77"/>
                      </a:lnTo>
                      <a:lnTo>
                        <a:pt x="3" y="79"/>
                      </a:lnTo>
                      <a:lnTo>
                        <a:pt x="2" y="73"/>
                      </a:lnTo>
                      <a:lnTo>
                        <a:pt x="2" y="75"/>
                      </a:lnTo>
                      <a:lnTo>
                        <a:pt x="0" y="7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1041"/>
                <p:cNvSpPr>
                  <a:spLocks noEditPoints="1"/>
                </p:cNvSpPr>
                <p:nvPr/>
              </p:nvSpPr>
              <p:spPr bwMode="auto">
                <a:xfrm>
                  <a:off x="7906845" y="4835727"/>
                  <a:ext cx="86313" cy="28146"/>
                </a:xfrm>
                <a:custGeom>
                  <a:avLst/>
                  <a:gdLst/>
                  <a:ahLst/>
                  <a:cxnLst>
                    <a:cxn ang="0">
                      <a:pos x="0" y="12"/>
                    </a:cxn>
                    <a:cxn ang="0">
                      <a:pos x="3" y="15"/>
                    </a:cxn>
                    <a:cxn ang="0">
                      <a:pos x="6" y="13"/>
                    </a:cxn>
                    <a:cxn ang="0">
                      <a:pos x="8" y="13"/>
                    </a:cxn>
                    <a:cxn ang="0">
                      <a:pos x="8" y="9"/>
                    </a:cxn>
                    <a:cxn ang="0">
                      <a:pos x="7" y="9"/>
                    </a:cxn>
                    <a:cxn ang="0">
                      <a:pos x="3" y="11"/>
                    </a:cxn>
                    <a:cxn ang="0">
                      <a:pos x="0" y="12"/>
                    </a:cxn>
                    <a:cxn ang="0">
                      <a:pos x="0" y="12"/>
                    </a:cxn>
                    <a:cxn ang="0">
                      <a:pos x="12" y="8"/>
                    </a:cxn>
                    <a:cxn ang="0">
                      <a:pos x="15" y="12"/>
                    </a:cxn>
                    <a:cxn ang="0">
                      <a:pos x="19" y="15"/>
                    </a:cxn>
                    <a:cxn ang="0">
                      <a:pos x="19" y="15"/>
                    </a:cxn>
                    <a:cxn ang="0">
                      <a:pos x="22" y="12"/>
                    </a:cxn>
                    <a:cxn ang="0">
                      <a:pos x="25" y="11"/>
                    </a:cxn>
                    <a:cxn ang="0">
                      <a:pos x="26" y="12"/>
                    </a:cxn>
                    <a:cxn ang="0">
                      <a:pos x="33" y="11"/>
                    </a:cxn>
                    <a:cxn ang="0">
                      <a:pos x="37" y="8"/>
                    </a:cxn>
                    <a:cxn ang="0">
                      <a:pos x="41" y="6"/>
                    </a:cxn>
                    <a:cxn ang="0">
                      <a:pos x="42" y="5"/>
                    </a:cxn>
                    <a:cxn ang="0">
                      <a:pos x="44" y="5"/>
                    </a:cxn>
                    <a:cxn ang="0">
                      <a:pos x="46" y="2"/>
                    </a:cxn>
                    <a:cxn ang="0">
                      <a:pos x="46" y="1"/>
                    </a:cxn>
                    <a:cxn ang="0">
                      <a:pos x="45" y="0"/>
                    </a:cxn>
                    <a:cxn ang="0">
                      <a:pos x="40" y="1"/>
                    </a:cxn>
                    <a:cxn ang="0">
                      <a:pos x="35" y="1"/>
                    </a:cxn>
                    <a:cxn ang="0">
                      <a:pos x="33" y="2"/>
                    </a:cxn>
                    <a:cxn ang="0">
                      <a:pos x="30" y="2"/>
                    </a:cxn>
                    <a:cxn ang="0">
                      <a:pos x="26" y="2"/>
                    </a:cxn>
                    <a:cxn ang="0">
                      <a:pos x="20" y="2"/>
                    </a:cxn>
                    <a:cxn ang="0">
                      <a:pos x="15" y="6"/>
                    </a:cxn>
                    <a:cxn ang="0">
                      <a:pos x="12" y="8"/>
                    </a:cxn>
                  </a:cxnLst>
                  <a:rect l="0" t="0" r="r" b="b"/>
                  <a:pathLst>
                    <a:path w="46" h="15">
                      <a:moveTo>
                        <a:pt x="0" y="12"/>
                      </a:moveTo>
                      <a:lnTo>
                        <a:pt x="3" y="15"/>
                      </a:lnTo>
                      <a:lnTo>
                        <a:pt x="6" y="13"/>
                      </a:lnTo>
                      <a:lnTo>
                        <a:pt x="8" y="13"/>
                      </a:lnTo>
                      <a:lnTo>
                        <a:pt x="8" y="9"/>
                      </a:lnTo>
                      <a:lnTo>
                        <a:pt x="7" y="9"/>
                      </a:lnTo>
                      <a:lnTo>
                        <a:pt x="3" y="11"/>
                      </a:lnTo>
                      <a:lnTo>
                        <a:pt x="0" y="12"/>
                      </a:lnTo>
                      <a:lnTo>
                        <a:pt x="0" y="12"/>
                      </a:lnTo>
                      <a:close/>
                      <a:moveTo>
                        <a:pt x="12" y="8"/>
                      </a:moveTo>
                      <a:lnTo>
                        <a:pt x="15" y="12"/>
                      </a:lnTo>
                      <a:lnTo>
                        <a:pt x="19" y="15"/>
                      </a:lnTo>
                      <a:lnTo>
                        <a:pt x="19" y="15"/>
                      </a:lnTo>
                      <a:lnTo>
                        <a:pt x="22" y="12"/>
                      </a:lnTo>
                      <a:lnTo>
                        <a:pt x="25" y="11"/>
                      </a:lnTo>
                      <a:lnTo>
                        <a:pt x="26" y="12"/>
                      </a:lnTo>
                      <a:lnTo>
                        <a:pt x="33" y="11"/>
                      </a:lnTo>
                      <a:lnTo>
                        <a:pt x="37" y="8"/>
                      </a:lnTo>
                      <a:lnTo>
                        <a:pt x="41" y="6"/>
                      </a:lnTo>
                      <a:lnTo>
                        <a:pt x="42" y="5"/>
                      </a:lnTo>
                      <a:lnTo>
                        <a:pt x="44" y="5"/>
                      </a:lnTo>
                      <a:lnTo>
                        <a:pt x="46" y="2"/>
                      </a:lnTo>
                      <a:lnTo>
                        <a:pt x="46" y="1"/>
                      </a:lnTo>
                      <a:lnTo>
                        <a:pt x="45" y="0"/>
                      </a:lnTo>
                      <a:lnTo>
                        <a:pt x="40" y="1"/>
                      </a:lnTo>
                      <a:lnTo>
                        <a:pt x="35" y="1"/>
                      </a:lnTo>
                      <a:lnTo>
                        <a:pt x="33" y="2"/>
                      </a:lnTo>
                      <a:lnTo>
                        <a:pt x="30" y="2"/>
                      </a:lnTo>
                      <a:lnTo>
                        <a:pt x="26" y="2"/>
                      </a:lnTo>
                      <a:lnTo>
                        <a:pt x="20" y="2"/>
                      </a:lnTo>
                      <a:lnTo>
                        <a:pt x="15" y="6"/>
                      </a:lnTo>
                      <a:lnTo>
                        <a:pt x="12" y="8"/>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1042"/>
                <p:cNvSpPr>
                  <a:spLocks noEditPoints="1"/>
                </p:cNvSpPr>
                <p:nvPr/>
              </p:nvSpPr>
              <p:spPr bwMode="auto">
                <a:xfrm>
                  <a:off x="7649781" y="4458573"/>
                  <a:ext cx="30022" cy="24393"/>
                </a:xfrm>
                <a:custGeom>
                  <a:avLst/>
                  <a:gdLst/>
                  <a:ahLst/>
                  <a:cxnLst>
                    <a:cxn ang="0">
                      <a:pos x="0" y="6"/>
                    </a:cxn>
                    <a:cxn ang="0">
                      <a:pos x="3" y="8"/>
                    </a:cxn>
                    <a:cxn ang="0">
                      <a:pos x="4" y="8"/>
                    </a:cxn>
                    <a:cxn ang="0">
                      <a:pos x="7" y="12"/>
                    </a:cxn>
                    <a:cxn ang="0">
                      <a:pos x="9" y="13"/>
                    </a:cxn>
                    <a:cxn ang="0">
                      <a:pos x="11" y="13"/>
                    </a:cxn>
                    <a:cxn ang="0">
                      <a:pos x="9" y="6"/>
                    </a:cxn>
                    <a:cxn ang="0">
                      <a:pos x="11" y="4"/>
                    </a:cxn>
                    <a:cxn ang="0">
                      <a:pos x="12" y="4"/>
                    </a:cxn>
                    <a:cxn ang="0">
                      <a:pos x="12" y="4"/>
                    </a:cxn>
                    <a:cxn ang="0">
                      <a:pos x="12" y="0"/>
                    </a:cxn>
                    <a:cxn ang="0">
                      <a:pos x="9" y="1"/>
                    </a:cxn>
                    <a:cxn ang="0">
                      <a:pos x="5" y="4"/>
                    </a:cxn>
                    <a:cxn ang="0">
                      <a:pos x="1" y="5"/>
                    </a:cxn>
                    <a:cxn ang="0">
                      <a:pos x="0" y="6"/>
                    </a:cxn>
                    <a:cxn ang="0">
                      <a:pos x="0" y="6"/>
                    </a:cxn>
                    <a:cxn ang="0">
                      <a:pos x="12" y="5"/>
                    </a:cxn>
                    <a:cxn ang="0">
                      <a:pos x="13" y="8"/>
                    </a:cxn>
                    <a:cxn ang="0">
                      <a:pos x="13" y="10"/>
                    </a:cxn>
                    <a:cxn ang="0">
                      <a:pos x="15" y="12"/>
                    </a:cxn>
                    <a:cxn ang="0">
                      <a:pos x="16" y="9"/>
                    </a:cxn>
                    <a:cxn ang="0">
                      <a:pos x="15" y="5"/>
                    </a:cxn>
                    <a:cxn ang="0">
                      <a:pos x="15" y="4"/>
                    </a:cxn>
                    <a:cxn ang="0">
                      <a:pos x="13" y="4"/>
                    </a:cxn>
                    <a:cxn ang="0">
                      <a:pos x="12" y="5"/>
                    </a:cxn>
                  </a:cxnLst>
                  <a:rect l="0" t="0" r="r" b="b"/>
                  <a:pathLst>
                    <a:path w="16" h="13">
                      <a:moveTo>
                        <a:pt x="0" y="6"/>
                      </a:moveTo>
                      <a:lnTo>
                        <a:pt x="3" y="8"/>
                      </a:lnTo>
                      <a:lnTo>
                        <a:pt x="4" y="8"/>
                      </a:lnTo>
                      <a:lnTo>
                        <a:pt x="7" y="12"/>
                      </a:lnTo>
                      <a:lnTo>
                        <a:pt x="9" y="13"/>
                      </a:lnTo>
                      <a:lnTo>
                        <a:pt x="11" y="13"/>
                      </a:lnTo>
                      <a:lnTo>
                        <a:pt x="9" y="6"/>
                      </a:lnTo>
                      <a:lnTo>
                        <a:pt x="11" y="4"/>
                      </a:lnTo>
                      <a:lnTo>
                        <a:pt x="12" y="4"/>
                      </a:lnTo>
                      <a:lnTo>
                        <a:pt x="12" y="4"/>
                      </a:lnTo>
                      <a:lnTo>
                        <a:pt x="12" y="0"/>
                      </a:lnTo>
                      <a:lnTo>
                        <a:pt x="9" y="1"/>
                      </a:lnTo>
                      <a:lnTo>
                        <a:pt x="5" y="4"/>
                      </a:lnTo>
                      <a:lnTo>
                        <a:pt x="1" y="5"/>
                      </a:lnTo>
                      <a:lnTo>
                        <a:pt x="0" y="6"/>
                      </a:lnTo>
                      <a:lnTo>
                        <a:pt x="0" y="6"/>
                      </a:lnTo>
                      <a:close/>
                      <a:moveTo>
                        <a:pt x="12" y="5"/>
                      </a:moveTo>
                      <a:lnTo>
                        <a:pt x="13" y="8"/>
                      </a:lnTo>
                      <a:lnTo>
                        <a:pt x="13" y="10"/>
                      </a:lnTo>
                      <a:lnTo>
                        <a:pt x="15" y="12"/>
                      </a:lnTo>
                      <a:lnTo>
                        <a:pt x="16" y="9"/>
                      </a:lnTo>
                      <a:lnTo>
                        <a:pt x="15" y="5"/>
                      </a:lnTo>
                      <a:lnTo>
                        <a:pt x="15" y="4"/>
                      </a:lnTo>
                      <a:lnTo>
                        <a:pt x="13" y="4"/>
                      </a:lnTo>
                      <a:lnTo>
                        <a:pt x="12" y="5"/>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1043"/>
                <p:cNvSpPr>
                  <a:spLocks/>
                </p:cNvSpPr>
                <p:nvPr/>
              </p:nvSpPr>
              <p:spPr bwMode="auto">
                <a:xfrm>
                  <a:off x="7323291" y="4188375"/>
                  <a:ext cx="140730" cy="118212"/>
                </a:xfrm>
                <a:custGeom>
                  <a:avLst/>
                  <a:gdLst/>
                  <a:ahLst/>
                  <a:cxnLst>
                    <a:cxn ang="0">
                      <a:pos x="35" y="61"/>
                    </a:cxn>
                    <a:cxn ang="0">
                      <a:pos x="41" y="55"/>
                    </a:cxn>
                    <a:cxn ang="0">
                      <a:pos x="45" y="57"/>
                    </a:cxn>
                    <a:cxn ang="0">
                      <a:pos x="54" y="57"/>
                    </a:cxn>
                    <a:cxn ang="0">
                      <a:pos x="60" y="58"/>
                    </a:cxn>
                    <a:cxn ang="0">
                      <a:pos x="58" y="54"/>
                    </a:cxn>
                    <a:cxn ang="0">
                      <a:pos x="53" y="50"/>
                    </a:cxn>
                    <a:cxn ang="0">
                      <a:pos x="56" y="43"/>
                    </a:cxn>
                    <a:cxn ang="0">
                      <a:pos x="62" y="40"/>
                    </a:cxn>
                    <a:cxn ang="0">
                      <a:pos x="69" y="36"/>
                    </a:cxn>
                    <a:cxn ang="0">
                      <a:pos x="73" y="34"/>
                    </a:cxn>
                    <a:cxn ang="0">
                      <a:pos x="75" y="27"/>
                    </a:cxn>
                    <a:cxn ang="0">
                      <a:pos x="75" y="20"/>
                    </a:cxn>
                    <a:cxn ang="0">
                      <a:pos x="72" y="9"/>
                    </a:cxn>
                    <a:cxn ang="0">
                      <a:pos x="68" y="4"/>
                    </a:cxn>
                    <a:cxn ang="0">
                      <a:pos x="62" y="2"/>
                    </a:cxn>
                    <a:cxn ang="0">
                      <a:pos x="60" y="0"/>
                    </a:cxn>
                    <a:cxn ang="0">
                      <a:pos x="53" y="2"/>
                    </a:cxn>
                    <a:cxn ang="0">
                      <a:pos x="54" y="8"/>
                    </a:cxn>
                    <a:cxn ang="0">
                      <a:pos x="56" y="13"/>
                    </a:cxn>
                    <a:cxn ang="0">
                      <a:pos x="49" y="8"/>
                    </a:cxn>
                    <a:cxn ang="0">
                      <a:pos x="43" y="5"/>
                    </a:cxn>
                    <a:cxn ang="0">
                      <a:pos x="38" y="4"/>
                    </a:cxn>
                    <a:cxn ang="0">
                      <a:pos x="31" y="2"/>
                    </a:cxn>
                    <a:cxn ang="0">
                      <a:pos x="26" y="1"/>
                    </a:cxn>
                    <a:cxn ang="0">
                      <a:pos x="20" y="1"/>
                    </a:cxn>
                    <a:cxn ang="0">
                      <a:pos x="10" y="4"/>
                    </a:cxn>
                    <a:cxn ang="0">
                      <a:pos x="4" y="8"/>
                    </a:cxn>
                    <a:cxn ang="0">
                      <a:pos x="0" y="15"/>
                    </a:cxn>
                    <a:cxn ang="0">
                      <a:pos x="1" y="27"/>
                    </a:cxn>
                    <a:cxn ang="0">
                      <a:pos x="5" y="31"/>
                    </a:cxn>
                    <a:cxn ang="0">
                      <a:pos x="4" y="38"/>
                    </a:cxn>
                    <a:cxn ang="0">
                      <a:pos x="7" y="40"/>
                    </a:cxn>
                    <a:cxn ang="0">
                      <a:pos x="8" y="44"/>
                    </a:cxn>
                    <a:cxn ang="0">
                      <a:pos x="11" y="50"/>
                    </a:cxn>
                    <a:cxn ang="0">
                      <a:pos x="14" y="51"/>
                    </a:cxn>
                    <a:cxn ang="0">
                      <a:pos x="14" y="55"/>
                    </a:cxn>
                    <a:cxn ang="0">
                      <a:pos x="16" y="58"/>
                    </a:cxn>
                    <a:cxn ang="0">
                      <a:pos x="18" y="55"/>
                    </a:cxn>
                    <a:cxn ang="0">
                      <a:pos x="20" y="53"/>
                    </a:cxn>
                    <a:cxn ang="0">
                      <a:pos x="22" y="57"/>
                    </a:cxn>
                    <a:cxn ang="0">
                      <a:pos x="20" y="61"/>
                    </a:cxn>
                    <a:cxn ang="0">
                      <a:pos x="22" y="63"/>
                    </a:cxn>
                    <a:cxn ang="0">
                      <a:pos x="24" y="61"/>
                    </a:cxn>
                    <a:cxn ang="0">
                      <a:pos x="27" y="62"/>
                    </a:cxn>
                    <a:cxn ang="0">
                      <a:pos x="30" y="62"/>
                    </a:cxn>
                  </a:cxnLst>
                  <a:rect l="0" t="0" r="r" b="b"/>
                  <a:pathLst>
                    <a:path w="75" h="63">
                      <a:moveTo>
                        <a:pt x="33" y="63"/>
                      </a:moveTo>
                      <a:lnTo>
                        <a:pt x="35" y="61"/>
                      </a:lnTo>
                      <a:lnTo>
                        <a:pt x="39" y="59"/>
                      </a:lnTo>
                      <a:lnTo>
                        <a:pt x="41" y="55"/>
                      </a:lnTo>
                      <a:lnTo>
                        <a:pt x="43" y="55"/>
                      </a:lnTo>
                      <a:lnTo>
                        <a:pt x="45" y="57"/>
                      </a:lnTo>
                      <a:lnTo>
                        <a:pt x="52" y="55"/>
                      </a:lnTo>
                      <a:lnTo>
                        <a:pt x="54" y="57"/>
                      </a:lnTo>
                      <a:lnTo>
                        <a:pt x="56" y="59"/>
                      </a:lnTo>
                      <a:lnTo>
                        <a:pt x="60" y="58"/>
                      </a:lnTo>
                      <a:lnTo>
                        <a:pt x="58" y="55"/>
                      </a:lnTo>
                      <a:lnTo>
                        <a:pt x="58" y="54"/>
                      </a:lnTo>
                      <a:lnTo>
                        <a:pt x="56" y="51"/>
                      </a:lnTo>
                      <a:lnTo>
                        <a:pt x="53" y="50"/>
                      </a:lnTo>
                      <a:lnTo>
                        <a:pt x="53" y="44"/>
                      </a:lnTo>
                      <a:lnTo>
                        <a:pt x="56" y="43"/>
                      </a:lnTo>
                      <a:lnTo>
                        <a:pt x="61" y="43"/>
                      </a:lnTo>
                      <a:lnTo>
                        <a:pt x="62" y="40"/>
                      </a:lnTo>
                      <a:lnTo>
                        <a:pt x="67" y="38"/>
                      </a:lnTo>
                      <a:lnTo>
                        <a:pt x="69" y="36"/>
                      </a:lnTo>
                      <a:lnTo>
                        <a:pt x="71" y="35"/>
                      </a:lnTo>
                      <a:lnTo>
                        <a:pt x="73" y="34"/>
                      </a:lnTo>
                      <a:lnTo>
                        <a:pt x="75" y="30"/>
                      </a:lnTo>
                      <a:lnTo>
                        <a:pt x="75" y="27"/>
                      </a:lnTo>
                      <a:lnTo>
                        <a:pt x="75" y="23"/>
                      </a:lnTo>
                      <a:lnTo>
                        <a:pt x="75" y="20"/>
                      </a:lnTo>
                      <a:lnTo>
                        <a:pt x="75" y="16"/>
                      </a:lnTo>
                      <a:lnTo>
                        <a:pt x="72" y="9"/>
                      </a:lnTo>
                      <a:lnTo>
                        <a:pt x="69" y="8"/>
                      </a:lnTo>
                      <a:lnTo>
                        <a:pt x="68" y="4"/>
                      </a:lnTo>
                      <a:lnTo>
                        <a:pt x="67" y="4"/>
                      </a:lnTo>
                      <a:lnTo>
                        <a:pt x="62" y="2"/>
                      </a:lnTo>
                      <a:lnTo>
                        <a:pt x="61" y="1"/>
                      </a:lnTo>
                      <a:lnTo>
                        <a:pt x="60" y="0"/>
                      </a:lnTo>
                      <a:lnTo>
                        <a:pt x="54" y="1"/>
                      </a:lnTo>
                      <a:lnTo>
                        <a:pt x="53" y="2"/>
                      </a:lnTo>
                      <a:lnTo>
                        <a:pt x="56" y="6"/>
                      </a:lnTo>
                      <a:lnTo>
                        <a:pt x="54" y="8"/>
                      </a:lnTo>
                      <a:lnTo>
                        <a:pt x="56" y="10"/>
                      </a:lnTo>
                      <a:lnTo>
                        <a:pt x="56" y="13"/>
                      </a:lnTo>
                      <a:lnTo>
                        <a:pt x="52" y="12"/>
                      </a:lnTo>
                      <a:lnTo>
                        <a:pt x="49" y="8"/>
                      </a:lnTo>
                      <a:lnTo>
                        <a:pt x="45" y="6"/>
                      </a:lnTo>
                      <a:lnTo>
                        <a:pt x="43" y="5"/>
                      </a:lnTo>
                      <a:lnTo>
                        <a:pt x="39" y="2"/>
                      </a:lnTo>
                      <a:lnTo>
                        <a:pt x="38" y="4"/>
                      </a:lnTo>
                      <a:lnTo>
                        <a:pt x="35" y="1"/>
                      </a:lnTo>
                      <a:lnTo>
                        <a:pt x="31" y="2"/>
                      </a:lnTo>
                      <a:lnTo>
                        <a:pt x="29" y="1"/>
                      </a:lnTo>
                      <a:lnTo>
                        <a:pt x="26" y="1"/>
                      </a:lnTo>
                      <a:lnTo>
                        <a:pt x="22" y="2"/>
                      </a:lnTo>
                      <a:lnTo>
                        <a:pt x="20" y="1"/>
                      </a:lnTo>
                      <a:lnTo>
                        <a:pt x="16" y="1"/>
                      </a:lnTo>
                      <a:lnTo>
                        <a:pt x="10" y="4"/>
                      </a:lnTo>
                      <a:lnTo>
                        <a:pt x="7" y="4"/>
                      </a:lnTo>
                      <a:lnTo>
                        <a:pt x="4" y="8"/>
                      </a:lnTo>
                      <a:lnTo>
                        <a:pt x="3" y="12"/>
                      </a:lnTo>
                      <a:lnTo>
                        <a:pt x="0" y="15"/>
                      </a:lnTo>
                      <a:lnTo>
                        <a:pt x="0" y="21"/>
                      </a:lnTo>
                      <a:lnTo>
                        <a:pt x="1" y="27"/>
                      </a:lnTo>
                      <a:lnTo>
                        <a:pt x="4" y="28"/>
                      </a:lnTo>
                      <a:lnTo>
                        <a:pt x="5" y="31"/>
                      </a:lnTo>
                      <a:lnTo>
                        <a:pt x="5" y="36"/>
                      </a:lnTo>
                      <a:lnTo>
                        <a:pt x="4" y="38"/>
                      </a:lnTo>
                      <a:lnTo>
                        <a:pt x="4" y="38"/>
                      </a:lnTo>
                      <a:lnTo>
                        <a:pt x="7" y="40"/>
                      </a:lnTo>
                      <a:lnTo>
                        <a:pt x="7" y="43"/>
                      </a:lnTo>
                      <a:lnTo>
                        <a:pt x="8" y="44"/>
                      </a:lnTo>
                      <a:lnTo>
                        <a:pt x="8" y="47"/>
                      </a:lnTo>
                      <a:lnTo>
                        <a:pt x="11" y="50"/>
                      </a:lnTo>
                      <a:lnTo>
                        <a:pt x="12" y="50"/>
                      </a:lnTo>
                      <a:lnTo>
                        <a:pt x="14" y="51"/>
                      </a:lnTo>
                      <a:lnTo>
                        <a:pt x="12" y="54"/>
                      </a:lnTo>
                      <a:lnTo>
                        <a:pt x="14" y="55"/>
                      </a:lnTo>
                      <a:lnTo>
                        <a:pt x="14" y="58"/>
                      </a:lnTo>
                      <a:lnTo>
                        <a:pt x="16" y="58"/>
                      </a:lnTo>
                      <a:lnTo>
                        <a:pt x="18" y="58"/>
                      </a:lnTo>
                      <a:lnTo>
                        <a:pt x="18" y="55"/>
                      </a:lnTo>
                      <a:lnTo>
                        <a:pt x="20" y="54"/>
                      </a:lnTo>
                      <a:lnTo>
                        <a:pt x="20" y="53"/>
                      </a:lnTo>
                      <a:lnTo>
                        <a:pt x="20" y="55"/>
                      </a:lnTo>
                      <a:lnTo>
                        <a:pt x="22" y="57"/>
                      </a:lnTo>
                      <a:lnTo>
                        <a:pt x="22" y="59"/>
                      </a:lnTo>
                      <a:lnTo>
                        <a:pt x="20" y="61"/>
                      </a:lnTo>
                      <a:lnTo>
                        <a:pt x="20" y="62"/>
                      </a:lnTo>
                      <a:lnTo>
                        <a:pt x="22" y="63"/>
                      </a:lnTo>
                      <a:lnTo>
                        <a:pt x="23" y="63"/>
                      </a:lnTo>
                      <a:lnTo>
                        <a:pt x="24" y="61"/>
                      </a:lnTo>
                      <a:lnTo>
                        <a:pt x="26" y="61"/>
                      </a:lnTo>
                      <a:lnTo>
                        <a:pt x="27" y="62"/>
                      </a:lnTo>
                      <a:lnTo>
                        <a:pt x="30" y="62"/>
                      </a:lnTo>
                      <a:lnTo>
                        <a:pt x="30" y="62"/>
                      </a:lnTo>
                      <a:lnTo>
                        <a:pt x="33" y="63"/>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1045"/>
                <p:cNvSpPr>
                  <a:spLocks/>
                </p:cNvSpPr>
                <p:nvPr/>
              </p:nvSpPr>
              <p:spPr bwMode="auto">
                <a:xfrm>
                  <a:off x="7244483" y="3961334"/>
                  <a:ext cx="215784" cy="251436"/>
                </a:xfrm>
                <a:custGeom>
                  <a:avLst/>
                  <a:gdLst/>
                  <a:ahLst/>
                  <a:cxnLst>
                    <a:cxn ang="0">
                      <a:pos x="16" y="19"/>
                    </a:cxn>
                    <a:cxn ang="0">
                      <a:pos x="20" y="15"/>
                    </a:cxn>
                    <a:cxn ang="0">
                      <a:pos x="19" y="4"/>
                    </a:cxn>
                    <a:cxn ang="0">
                      <a:pos x="27" y="0"/>
                    </a:cxn>
                    <a:cxn ang="0">
                      <a:pos x="35" y="8"/>
                    </a:cxn>
                    <a:cxn ang="0">
                      <a:pos x="37" y="15"/>
                    </a:cxn>
                    <a:cxn ang="0">
                      <a:pos x="52" y="24"/>
                    </a:cxn>
                    <a:cxn ang="0">
                      <a:pos x="61" y="24"/>
                    </a:cxn>
                    <a:cxn ang="0">
                      <a:pos x="68" y="30"/>
                    </a:cxn>
                    <a:cxn ang="0">
                      <a:pos x="72" y="35"/>
                    </a:cxn>
                    <a:cxn ang="0">
                      <a:pos x="66" y="43"/>
                    </a:cxn>
                    <a:cxn ang="0">
                      <a:pos x="57" y="45"/>
                    </a:cxn>
                    <a:cxn ang="0">
                      <a:pos x="58" y="53"/>
                    </a:cxn>
                    <a:cxn ang="0">
                      <a:pos x="64" y="58"/>
                    </a:cxn>
                    <a:cxn ang="0">
                      <a:pos x="75" y="62"/>
                    </a:cxn>
                    <a:cxn ang="0">
                      <a:pos x="85" y="73"/>
                    </a:cxn>
                    <a:cxn ang="0">
                      <a:pos x="91" y="83"/>
                    </a:cxn>
                    <a:cxn ang="0">
                      <a:pos x="98" y="87"/>
                    </a:cxn>
                    <a:cxn ang="0">
                      <a:pos x="102" y="91"/>
                    </a:cxn>
                    <a:cxn ang="0">
                      <a:pos x="104" y="95"/>
                    </a:cxn>
                    <a:cxn ang="0">
                      <a:pos x="111" y="98"/>
                    </a:cxn>
                    <a:cxn ang="0">
                      <a:pos x="113" y="102"/>
                    </a:cxn>
                    <a:cxn ang="0">
                      <a:pos x="115" y="107"/>
                    </a:cxn>
                    <a:cxn ang="0">
                      <a:pos x="111" y="117"/>
                    </a:cxn>
                    <a:cxn ang="0">
                      <a:pos x="110" y="125"/>
                    </a:cxn>
                    <a:cxn ang="0">
                      <a:pos x="103" y="122"/>
                    </a:cxn>
                    <a:cxn ang="0">
                      <a:pos x="95" y="123"/>
                    </a:cxn>
                    <a:cxn ang="0">
                      <a:pos x="98" y="131"/>
                    </a:cxn>
                    <a:cxn ang="0">
                      <a:pos x="91" y="129"/>
                    </a:cxn>
                    <a:cxn ang="0">
                      <a:pos x="81" y="123"/>
                    </a:cxn>
                    <a:cxn ang="0">
                      <a:pos x="85" y="115"/>
                    </a:cxn>
                    <a:cxn ang="0">
                      <a:pos x="85" y="108"/>
                    </a:cxn>
                    <a:cxn ang="0">
                      <a:pos x="83" y="102"/>
                    </a:cxn>
                    <a:cxn ang="0">
                      <a:pos x="77" y="99"/>
                    </a:cxn>
                    <a:cxn ang="0">
                      <a:pos x="73" y="92"/>
                    </a:cxn>
                    <a:cxn ang="0">
                      <a:pos x="73" y="83"/>
                    </a:cxn>
                    <a:cxn ang="0">
                      <a:pos x="68" y="74"/>
                    </a:cxn>
                    <a:cxn ang="0">
                      <a:pos x="54" y="64"/>
                    </a:cxn>
                    <a:cxn ang="0">
                      <a:pos x="41" y="72"/>
                    </a:cxn>
                    <a:cxn ang="0">
                      <a:pos x="30" y="66"/>
                    </a:cxn>
                    <a:cxn ang="0">
                      <a:pos x="22" y="73"/>
                    </a:cxn>
                    <a:cxn ang="0">
                      <a:pos x="18" y="62"/>
                    </a:cxn>
                    <a:cxn ang="0">
                      <a:pos x="18" y="54"/>
                    </a:cxn>
                    <a:cxn ang="0">
                      <a:pos x="18" y="46"/>
                    </a:cxn>
                    <a:cxn ang="0">
                      <a:pos x="8" y="47"/>
                    </a:cxn>
                    <a:cxn ang="0">
                      <a:pos x="8" y="36"/>
                    </a:cxn>
                    <a:cxn ang="0">
                      <a:pos x="0" y="31"/>
                    </a:cxn>
                    <a:cxn ang="0">
                      <a:pos x="5" y="26"/>
                    </a:cxn>
                    <a:cxn ang="0">
                      <a:pos x="5" y="19"/>
                    </a:cxn>
                  </a:cxnLst>
                  <a:rect l="0" t="0" r="r" b="b"/>
                  <a:pathLst>
                    <a:path w="115" h="134">
                      <a:moveTo>
                        <a:pt x="12" y="15"/>
                      </a:moveTo>
                      <a:lnTo>
                        <a:pt x="15" y="16"/>
                      </a:lnTo>
                      <a:lnTo>
                        <a:pt x="16" y="19"/>
                      </a:lnTo>
                      <a:lnTo>
                        <a:pt x="19" y="17"/>
                      </a:lnTo>
                      <a:lnTo>
                        <a:pt x="22" y="19"/>
                      </a:lnTo>
                      <a:lnTo>
                        <a:pt x="20" y="15"/>
                      </a:lnTo>
                      <a:lnTo>
                        <a:pt x="20" y="12"/>
                      </a:lnTo>
                      <a:lnTo>
                        <a:pt x="20" y="8"/>
                      </a:lnTo>
                      <a:lnTo>
                        <a:pt x="19" y="4"/>
                      </a:lnTo>
                      <a:lnTo>
                        <a:pt x="22" y="2"/>
                      </a:lnTo>
                      <a:lnTo>
                        <a:pt x="22" y="0"/>
                      </a:lnTo>
                      <a:lnTo>
                        <a:pt x="27" y="0"/>
                      </a:lnTo>
                      <a:lnTo>
                        <a:pt x="28" y="2"/>
                      </a:lnTo>
                      <a:lnTo>
                        <a:pt x="32" y="4"/>
                      </a:lnTo>
                      <a:lnTo>
                        <a:pt x="35" y="8"/>
                      </a:lnTo>
                      <a:lnTo>
                        <a:pt x="38" y="9"/>
                      </a:lnTo>
                      <a:lnTo>
                        <a:pt x="38" y="13"/>
                      </a:lnTo>
                      <a:lnTo>
                        <a:pt x="37" y="15"/>
                      </a:lnTo>
                      <a:lnTo>
                        <a:pt x="42" y="20"/>
                      </a:lnTo>
                      <a:lnTo>
                        <a:pt x="45" y="24"/>
                      </a:lnTo>
                      <a:lnTo>
                        <a:pt x="52" y="24"/>
                      </a:lnTo>
                      <a:lnTo>
                        <a:pt x="54" y="26"/>
                      </a:lnTo>
                      <a:lnTo>
                        <a:pt x="57" y="24"/>
                      </a:lnTo>
                      <a:lnTo>
                        <a:pt x="61" y="24"/>
                      </a:lnTo>
                      <a:lnTo>
                        <a:pt x="64" y="27"/>
                      </a:lnTo>
                      <a:lnTo>
                        <a:pt x="68" y="27"/>
                      </a:lnTo>
                      <a:lnTo>
                        <a:pt x="68" y="30"/>
                      </a:lnTo>
                      <a:lnTo>
                        <a:pt x="68" y="32"/>
                      </a:lnTo>
                      <a:lnTo>
                        <a:pt x="72" y="34"/>
                      </a:lnTo>
                      <a:lnTo>
                        <a:pt x="72" y="35"/>
                      </a:lnTo>
                      <a:lnTo>
                        <a:pt x="69" y="36"/>
                      </a:lnTo>
                      <a:lnTo>
                        <a:pt x="68" y="42"/>
                      </a:lnTo>
                      <a:lnTo>
                        <a:pt x="66" y="43"/>
                      </a:lnTo>
                      <a:lnTo>
                        <a:pt x="64" y="43"/>
                      </a:lnTo>
                      <a:lnTo>
                        <a:pt x="60" y="45"/>
                      </a:lnTo>
                      <a:lnTo>
                        <a:pt x="57" y="45"/>
                      </a:lnTo>
                      <a:lnTo>
                        <a:pt x="58" y="47"/>
                      </a:lnTo>
                      <a:lnTo>
                        <a:pt x="61" y="51"/>
                      </a:lnTo>
                      <a:lnTo>
                        <a:pt x="58" y="53"/>
                      </a:lnTo>
                      <a:lnTo>
                        <a:pt x="60" y="55"/>
                      </a:lnTo>
                      <a:lnTo>
                        <a:pt x="62" y="55"/>
                      </a:lnTo>
                      <a:lnTo>
                        <a:pt x="64" y="58"/>
                      </a:lnTo>
                      <a:lnTo>
                        <a:pt x="68" y="59"/>
                      </a:lnTo>
                      <a:lnTo>
                        <a:pt x="72" y="61"/>
                      </a:lnTo>
                      <a:lnTo>
                        <a:pt x="75" y="62"/>
                      </a:lnTo>
                      <a:lnTo>
                        <a:pt x="79" y="66"/>
                      </a:lnTo>
                      <a:lnTo>
                        <a:pt x="83" y="69"/>
                      </a:lnTo>
                      <a:lnTo>
                        <a:pt x="85" y="73"/>
                      </a:lnTo>
                      <a:lnTo>
                        <a:pt x="85" y="74"/>
                      </a:lnTo>
                      <a:lnTo>
                        <a:pt x="90" y="80"/>
                      </a:lnTo>
                      <a:lnTo>
                        <a:pt x="91" y="83"/>
                      </a:lnTo>
                      <a:lnTo>
                        <a:pt x="94" y="84"/>
                      </a:lnTo>
                      <a:lnTo>
                        <a:pt x="96" y="84"/>
                      </a:lnTo>
                      <a:lnTo>
                        <a:pt x="98" y="87"/>
                      </a:lnTo>
                      <a:lnTo>
                        <a:pt x="99" y="89"/>
                      </a:lnTo>
                      <a:lnTo>
                        <a:pt x="100" y="91"/>
                      </a:lnTo>
                      <a:lnTo>
                        <a:pt x="102" y="91"/>
                      </a:lnTo>
                      <a:lnTo>
                        <a:pt x="103" y="91"/>
                      </a:lnTo>
                      <a:lnTo>
                        <a:pt x="103" y="93"/>
                      </a:lnTo>
                      <a:lnTo>
                        <a:pt x="104" y="95"/>
                      </a:lnTo>
                      <a:lnTo>
                        <a:pt x="107" y="95"/>
                      </a:lnTo>
                      <a:lnTo>
                        <a:pt x="109" y="98"/>
                      </a:lnTo>
                      <a:lnTo>
                        <a:pt x="111" y="98"/>
                      </a:lnTo>
                      <a:lnTo>
                        <a:pt x="114" y="98"/>
                      </a:lnTo>
                      <a:lnTo>
                        <a:pt x="114" y="99"/>
                      </a:lnTo>
                      <a:lnTo>
                        <a:pt x="113" y="102"/>
                      </a:lnTo>
                      <a:lnTo>
                        <a:pt x="111" y="104"/>
                      </a:lnTo>
                      <a:lnTo>
                        <a:pt x="113" y="107"/>
                      </a:lnTo>
                      <a:lnTo>
                        <a:pt x="115" y="107"/>
                      </a:lnTo>
                      <a:lnTo>
                        <a:pt x="115" y="110"/>
                      </a:lnTo>
                      <a:lnTo>
                        <a:pt x="111" y="114"/>
                      </a:lnTo>
                      <a:lnTo>
                        <a:pt x="111" y="117"/>
                      </a:lnTo>
                      <a:lnTo>
                        <a:pt x="113" y="119"/>
                      </a:lnTo>
                      <a:lnTo>
                        <a:pt x="113" y="123"/>
                      </a:lnTo>
                      <a:lnTo>
                        <a:pt x="110" y="125"/>
                      </a:lnTo>
                      <a:lnTo>
                        <a:pt x="109" y="125"/>
                      </a:lnTo>
                      <a:lnTo>
                        <a:pt x="104" y="123"/>
                      </a:lnTo>
                      <a:lnTo>
                        <a:pt x="103" y="122"/>
                      </a:lnTo>
                      <a:lnTo>
                        <a:pt x="102" y="121"/>
                      </a:lnTo>
                      <a:lnTo>
                        <a:pt x="96" y="122"/>
                      </a:lnTo>
                      <a:lnTo>
                        <a:pt x="95" y="123"/>
                      </a:lnTo>
                      <a:lnTo>
                        <a:pt x="98" y="127"/>
                      </a:lnTo>
                      <a:lnTo>
                        <a:pt x="96" y="129"/>
                      </a:lnTo>
                      <a:lnTo>
                        <a:pt x="98" y="131"/>
                      </a:lnTo>
                      <a:lnTo>
                        <a:pt x="98" y="134"/>
                      </a:lnTo>
                      <a:lnTo>
                        <a:pt x="94" y="133"/>
                      </a:lnTo>
                      <a:lnTo>
                        <a:pt x="91" y="129"/>
                      </a:lnTo>
                      <a:lnTo>
                        <a:pt x="87" y="127"/>
                      </a:lnTo>
                      <a:lnTo>
                        <a:pt x="85" y="126"/>
                      </a:lnTo>
                      <a:lnTo>
                        <a:pt x="81" y="123"/>
                      </a:lnTo>
                      <a:lnTo>
                        <a:pt x="84" y="123"/>
                      </a:lnTo>
                      <a:lnTo>
                        <a:pt x="85" y="121"/>
                      </a:lnTo>
                      <a:lnTo>
                        <a:pt x="85" y="115"/>
                      </a:lnTo>
                      <a:lnTo>
                        <a:pt x="84" y="114"/>
                      </a:lnTo>
                      <a:lnTo>
                        <a:pt x="85" y="111"/>
                      </a:lnTo>
                      <a:lnTo>
                        <a:pt x="85" y="108"/>
                      </a:lnTo>
                      <a:lnTo>
                        <a:pt x="87" y="106"/>
                      </a:lnTo>
                      <a:lnTo>
                        <a:pt x="85" y="104"/>
                      </a:lnTo>
                      <a:lnTo>
                        <a:pt x="83" y="102"/>
                      </a:lnTo>
                      <a:lnTo>
                        <a:pt x="83" y="100"/>
                      </a:lnTo>
                      <a:lnTo>
                        <a:pt x="80" y="99"/>
                      </a:lnTo>
                      <a:lnTo>
                        <a:pt x="77" y="99"/>
                      </a:lnTo>
                      <a:lnTo>
                        <a:pt x="75" y="96"/>
                      </a:lnTo>
                      <a:lnTo>
                        <a:pt x="72" y="93"/>
                      </a:lnTo>
                      <a:lnTo>
                        <a:pt x="73" y="92"/>
                      </a:lnTo>
                      <a:lnTo>
                        <a:pt x="73" y="88"/>
                      </a:lnTo>
                      <a:lnTo>
                        <a:pt x="72" y="84"/>
                      </a:lnTo>
                      <a:lnTo>
                        <a:pt x="73" y="83"/>
                      </a:lnTo>
                      <a:lnTo>
                        <a:pt x="73" y="80"/>
                      </a:lnTo>
                      <a:lnTo>
                        <a:pt x="72" y="77"/>
                      </a:lnTo>
                      <a:lnTo>
                        <a:pt x="68" y="74"/>
                      </a:lnTo>
                      <a:lnTo>
                        <a:pt x="62" y="70"/>
                      </a:lnTo>
                      <a:lnTo>
                        <a:pt x="60" y="66"/>
                      </a:lnTo>
                      <a:lnTo>
                        <a:pt x="54" y="64"/>
                      </a:lnTo>
                      <a:lnTo>
                        <a:pt x="49" y="65"/>
                      </a:lnTo>
                      <a:lnTo>
                        <a:pt x="46" y="72"/>
                      </a:lnTo>
                      <a:lnTo>
                        <a:pt x="41" y="72"/>
                      </a:lnTo>
                      <a:lnTo>
                        <a:pt x="38" y="69"/>
                      </a:lnTo>
                      <a:lnTo>
                        <a:pt x="35" y="69"/>
                      </a:lnTo>
                      <a:lnTo>
                        <a:pt x="30" y="66"/>
                      </a:lnTo>
                      <a:lnTo>
                        <a:pt x="26" y="69"/>
                      </a:lnTo>
                      <a:lnTo>
                        <a:pt x="26" y="72"/>
                      </a:lnTo>
                      <a:lnTo>
                        <a:pt x="22" y="73"/>
                      </a:lnTo>
                      <a:lnTo>
                        <a:pt x="18" y="74"/>
                      </a:lnTo>
                      <a:lnTo>
                        <a:pt x="18" y="68"/>
                      </a:lnTo>
                      <a:lnTo>
                        <a:pt x="18" y="62"/>
                      </a:lnTo>
                      <a:lnTo>
                        <a:pt x="16" y="58"/>
                      </a:lnTo>
                      <a:lnTo>
                        <a:pt x="18" y="57"/>
                      </a:lnTo>
                      <a:lnTo>
                        <a:pt x="18" y="54"/>
                      </a:lnTo>
                      <a:lnTo>
                        <a:pt x="16" y="51"/>
                      </a:lnTo>
                      <a:lnTo>
                        <a:pt x="18" y="49"/>
                      </a:lnTo>
                      <a:lnTo>
                        <a:pt x="18" y="46"/>
                      </a:lnTo>
                      <a:lnTo>
                        <a:pt x="12" y="46"/>
                      </a:lnTo>
                      <a:lnTo>
                        <a:pt x="11" y="47"/>
                      </a:lnTo>
                      <a:lnTo>
                        <a:pt x="8" y="47"/>
                      </a:lnTo>
                      <a:lnTo>
                        <a:pt x="5" y="43"/>
                      </a:lnTo>
                      <a:lnTo>
                        <a:pt x="8" y="42"/>
                      </a:lnTo>
                      <a:lnTo>
                        <a:pt x="8" y="36"/>
                      </a:lnTo>
                      <a:lnTo>
                        <a:pt x="5" y="34"/>
                      </a:lnTo>
                      <a:lnTo>
                        <a:pt x="1" y="35"/>
                      </a:lnTo>
                      <a:lnTo>
                        <a:pt x="0" y="31"/>
                      </a:lnTo>
                      <a:lnTo>
                        <a:pt x="1" y="27"/>
                      </a:lnTo>
                      <a:lnTo>
                        <a:pt x="3" y="27"/>
                      </a:lnTo>
                      <a:lnTo>
                        <a:pt x="5" y="26"/>
                      </a:lnTo>
                      <a:lnTo>
                        <a:pt x="4" y="23"/>
                      </a:lnTo>
                      <a:lnTo>
                        <a:pt x="5" y="21"/>
                      </a:lnTo>
                      <a:lnTo>
                        <a:pt x="5" y="19"/>
                      </a:lnTo>
                      <a:lnTo>
                        <a:pt x="9" y="17"/>
                      </a:lnTo>
                      <a:lnTo>
                        <a:pt x="12" y="1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1047"/>
                <p:cNvSpPr>
                  <a:spLocks noEditPoints="1"/>
                </p:cNvSpPr>
                <p:nvPr/>
              </p:nvSpPr>
              <p:spPr bwMode="auto">
                <a:xfrm>
                  <a:off x="7178811" y="4019501"/>
                  <a:ext cx="228919" cy="420309"/>
                </a:xfrm>
                <a:custGeom>
                  <a:avLst/>
                  <a:gdLst/>
                  <a:ahLst/>
                  <a:cxnLst>
                    <a:cxn ang="0">
                      <a:pos x="43" y="11"/>
                    </a:cxn>
                    <a:cxn ang="0">
                      <a:pos x="53" y="15"/>
                    </a:cxn>
                    <a:cxn ang="0">
                      <a:pos x="51" y="27"/>
                    </a:cxn>
                    <a:cxn ang="0">
                      <a:pos x="61" y="41"/>
                    </a:cxn>
                    <a:cxn ang="0">
                      <a:pos x="76" y="41"/>
                    </a:cxn>
                    <a:cxn ang="0">
                      <a:pos x="97" y="39"/>
                    </a:cxn>
                    <a:cxn ang="0">
                      <a:pos x="107" y="53"/>
                    </a:cxn>
                    <a:cxn ang="0">
                      <a:pos x="112" y="68"/>
                    </a:cxn>
                    <a:cxn ang="0">
                      <a:pos x="122" y="75"/>
                    </a:cxn>
                    <a:cxn ang="0">
                      <a:pos x="120" y="90"/>
                    </a:cxn>
                    <a:cxn ang="0">
                      <a:pos x="106" y="91"/>
                    </a:cxn>
                    <a:cxn ang="0">
                      <a:pos x="87" y="94"/>
                    </a:cxn>
                    <a:cxn ang="0">
                      <a:pos x="77" y="111"/>
                    </a:cxn>
                    <a:cxn ang="0">
                      <a:pos x="81" y="128"/>
                    </a:cxn>
                    <a:cxn ang="0">
                      <a:pos x="77" y="126"/>
                    </a:cxn>
                    <a:cxn ang="0">
                      <a:pos x="67" y="120"/>
                    </a:cxn>
                    <a:cxn ang="0">
                      <a:pos x="62" y="121"/>
                    </a:cxn>
                    <a:cxn ang="0">
                      <a:pos x="57" y="118"/>
                    </a:cxn>
                    <a:cxn ang="0">
                      <a:pos x="53" y="109"/>
                    </a:cxn>
                    <a:cxn ang="0">
                      <a:pos x="47" y="109"/>
                    </a:cxn>
                    <a:cxn ang="0">
                      <a:pos x="43" y="110"/>
                    </a:cxn>
                    <a:cxn ang="0">
                      <a:pos x="43" y="121"/>
                    </a:cxn>
                    <a:cxn ang="0">
                      <a:pos x="40" y="133"/>
                    </a:cxn>
                    <a:cxn ang="0">
                      <a:pos x="34" y="158"/>
                    </a:cxn>
                    <a:cxn ang="0">
                      <a:pos x="35" y="164"/>
                    </a:cxn>
                    <a:cxn ang="0">
                      <a:pos x="39" y="174"/>
                    </a:cxn>
                    <a:cxn ang="0">
                      <a:pos x="44" y="172"/>
                    </a:cxn>
                    <a:cxn ang="0">
                      <a:pos x="48" y="183"/>
                    </a:cxn>
                    <a:cxn ang="0">
                      <a:pos x="53" y="186"/>
                    </a:cxn>
                    <a:cxn ang="0">
                      <a:pos x="54" y="197"/>
                    </a:cxn>
                    <a:cxn ang="0">
                      <a:pos x="55" y="198"/>
                    </a:cxn>
                    <a:cxn ang="0">
                      <a:pos x="65" y="209"/>
                    </a:cxn>
                    <a:cxn ang="0">
                      <a:pos x="74" y="215"/>
                    </a:cxn>
                    <a:cxn ang="0">
                      <a:pos x="74" y="223"/>
                    </a:cxn>
                    <a:cxn ang="0">
                      <a:pos x="63" y="221"/>
                    </a:cxn>
                    <a:cxn ang="0">
                      <a:pos x="59" y="212"/>
                    </a:cxn>
                    <a:cxn ang="0">
                      <a:pos x="50" y="212"/>
                    </a:cxn>
                    <a:cxn ang="0">
                      <a:pos x="43" y="204"/>
                    </a:cxn>
                    <a:cxn ang="0">
                      <a:pos x="34" y="194"/>
                    </a:cxn>
                    <a:cxn ang="0">
                      <a:pos x="28" y="183"/>
                    </a:cxn>
                    <a:cxn ang="0">
                      <a:pos x="21" y="181"/>
                    </a:cxn>
                    <a:cxn ang="0">
                      <a:pos x="25" y="170"/>
                    </a:cxn>
                    <a:cxn ang="0">
                      <a:pos x="28" y="160"/>
                    </a:cxn>
                    <a:cxn ang="0">
                      <a:pos x="29" y="148"/>
                    </a:cxn>
                    <a:cxn ang="0">
                      <a:pos x="35" y="128"/>
                    </a:cxn>
                    <a:cxn ang="0">
                      <a:pos x="32" y="111"/>
                    </a:cxn>
                    <a:cxn ang="0">
                      <a:pos x="23" y="94"/>
                    </a:cxn>
                    <a:cxn ang="0">
                      <a:pos x="20" y="77"/>
                    </a:cxn>
                    <a:cxn ang="0">
                      <a:pos x="20" y="62"/>
                    </a:cxn>
                    <a:cxn ang="0">
                      <a:pos x="8" y="45"/>
                    </a:cxn>
                    <a:cxn ang="0">
                      <a:pos x="0" y="34"/>
                    </a:cxn>
                    <a:cxn ang="0">
                      <a:pos x="8" y="22"/>
                    </a:cxn>
                    <a:cxn ang="0">
                      <a:pos x="21" y="14"/>
                    </a:cxn>
                    <a:cxn ang="0">
                      <a:pos x="28" y="5"/>
                    </a:cxn>
                    <a:cxn ang="0">
                      <a:pos x="35" y="0"/>
                    </a:cxn>
                    <a:cxn ang="0">
                      <a:pos x="44" y="211"/>
                    </a:cxn>
                    <a:cxn ang="0">
                      <a:pos x="34" y="198"/>
                    </a:cxn>
                    <a:cxn ang="0">
                      <a:pos x="23" y="189"/>
                    </a:cxn>
                    <a:cxn ang="0">
                      <a:pos x="25" y="189"/>
                    </a:cxn>
                    <a:cxn ang="0">
                      <a:pos x="76" y="130"/>
                    </a:cxn>
                    <a:cxn ang="0">
                      <a:pos x="47" y="163"/>
                    </a:cxn>
                    <a:cxn ang="0">
                      <a:pos x="47" y="166"/>
                    </a:cxn>
                    <a:cxn ang="0">
                      <a:pos x="47" y="166"/>
                    </a:cxn>
                  </a:cxnLst>
                  <a:rect l="0" t="0" r="r" b="b"/>
                  <a:pathLst>
                    <a:path w="122" h="224">
                      <a:moveTo>
                        <a:pt x="35" y="0"/>
                      </a:moveTo>
                      <a:lnTo>
                        <a:pt x="36" y="4"/>
                      </a:lnTo>
                      <a:lnTo>
                        <a:pt x="40" y="3"/>
                      </a:lnTo>
                      <a:lnTo>
                        <a:pt x="43" y="5"/>
                      </a:lnTo>
                      <a:lnTo>
                        <a:pt x="43" y="11"/>
                      </a:lnTo>
                      <a:lnTo>
                        <a:pt x="40" y="12"/>
                      </a:lnTo>
                      <a:lnTo>
                        <a:pt x="43" y="16"/>
                      </a:lnTo>
                      <a:lnTo>
                        <a:pt x="46" y="16"/>
                      </a:lnTo>
                      <a:lnTo>
                        <a:pt x="47" y="15"/>
                      </a:lnTo>
                      <a:lnTo>
                        <a:pt x="53" y="15"/>
                      </a:lnTo>
                      <a:lnTo>
                        <a:pt x="53" y="18"/>
                      </a:lnTo>
                      <a:lnTo>
                        <a:pt x="51" y="20"/>
                      </a:lnTo>
                      <a:lnTo>
                        <a:pt x="53" y="23"/>
                      </a:lnTo>
                      <a:lnTo>
                        <a:pt x="53" y="26"/>
                      </a:lnTo>
                      <a:lnTo>
                        <a:pt x="51" y="27"/>
                      </a:lnTo>
                      <a:lnTo>
                        <a:pt x="53" y="31"/>
                      </a:lnTo>
                      <a:lnTo>
                        <a:pt x="53" y="37"/>
                      </a:lnTo>
                      <a:lnTo>
                        <a:pt x="53" y="43"/>
                      </a:lnTo>
                      <a:lnTo>
                        <a:pt x="57" y="42"/>
                      </a:lnTo>
                      <a:lnTo>
                        <a:pt x="61" y="41"/>
                      </a:lnTo>
                      <a:lnTo>
                        <a:pt x="61" y="38"/>
                      </a:lnTo>
                      <a:lnTo>
                        <a:pt x="65" y="35"/>
                      </a:lnTo>
                      <a:lnTo>
                        <a:pt x="70" y="38"/>
                      </a:lnTo>
                      <a:lnTo>
                        <a:pt x="73" y="38"/>
                      </a:lnTo>
                      <a:lnTo>
                        <a:pt x="76" y="41"/>
                      </a:lnTo>
                      <a:lnTo>
                        <a:pt x="81" y="41"/>
                      </a:lnTo>
                      <a:lnTo>
                        <a:pt x="84" y="34"/>
                      </a:lnTo>
                      <a:lnTo>
                        <a:pt x="89" y="33"/>
                      </a:lnTo>
                      <a:lnTo>
                        <a:pt x="95" y="35"/>
                      </a:lnTo>
                      <a:lnTo>
                        <a:pt x="97" y="39"/>
                      </a:lnTo>
                      <a:lnTo>
                        <a:pt x="103" y="43"/>
                      </a:lnTo>
                      <a:lnTo>
                        <a:pt x="107" y="46"/>
                      </a:lnTo>
                      <a:lnTo>
                        <a:pt x="108" y="49"/>
                      </a:lnTo>
                      <a:lnTo>
                        <a:pt x="108" y="52"/>
                      </a:lnTo>
                      <a:lnTo>
                        <a:pt x="107" y="53"/>
                      </a:lnTo>
                      <a:lnTo>
                        <a:pt x="108" y="57"/>
                      </a:lnTo>
                      <a:lnTo>
                        <a:pt x="108" y="61"/>
                      </a:lnTo>
                      <a:lnTo>
                        <a:pt x="107" y="62"/>
                      </a:lnTo>
                      <a:lnTo>
                        <a:pt x="110" y="65"/>
                      </a:lnTo>
                      <a:lnTo>
                        <a:pt x="112" y="68"/>
                      </a:lnTo>
                      <a:lnTo>
                        <a:pt x="115" y="68"/>
                      </a:lnTo>
                      <a:lnTo>
                        <a:pt x="118" y="69"/>
                      </a:lnTo>
                      <a:lnTo>
                        <a:pt x="118" y="71"/>
                      </a:lnTo>
                      <a:lnTo>
                        <a:pt x="120" y="73"/>
                      </a:lnTo>
                      <a:lnTo>
                        <a:pt x="122" y="75"/>
                      </a:lnTo>
                      <a:lnTo>
                        <a:pt x="120" y="77"/>
                      </a:lnTo>
                      <a:lnTo>
                        <a:pt x="120" y="80"/>
                      </a:lnTo>
                      <a:lnTo>
                        <a:pt x="119" y="83"/>
                      </a:lnTo>
                      <a:lnTo>
                        <a:pt x="120" y="84"/>
                      </a:lnTo>
                      <a:lnTo>
                        <a:pt x="120" y="90"/>
                      </a:lnTo>
                      <a:lnTo>
                        <a:pt x="119" y="92"/>
                      </a:lnTo>
                      <a:lnTo>
                        <a:pt x="115" y="94"/>
                      </a:lnTo>
                      <a:lnTo>
                        <a:pt x="112" y="91"/>
                      </a:lnTo>
                      <a:lnTo>
                        <a:pt x="108" y="92"/>
                      </a:lnTo>
                      <a:lnTo>
                        <a:pt x="106" y="91"/>
                      </a:lnTo>
                      <a:lnTo>
                        <a:pt x="103" y="91"/>
                      </a:lnTo>
                      <a:lnTo>
                        <a:pt x="99" y="92"/>
                      </a:lnTo>
                      <a:lnTo>
                        <a:pt x="97" y="91"/>
                      </a:lnTo>
                      <a:lnTo>
                        <a:pt x="93" y="91"/>
                      </a:lnTo>
                      <a:lnTo>
                        <a:pt x="87" y="94"/>
                      </a:lnTo>
                      <a:lnTo>
                        <a:pt x="84" y="94"/>
                      </a:lnTo>
                      <a:lnTo>
                        <a:pt x="81" y="98"/>
                      </a:lnTo>
                      <a:lnTo>
                        <a:pt x="80" y="102"/>
                      </a:lnTo>
                      <a:lnTo>
                        <a:pt x="77" y="105"/>
                      </a:lnTo>
                      <a:lnTo>
                        <a:pt x="77" y="111"/>
                      </a:lnTo>
                      <a:lnTo>
                        <a:pt x="78" y="117"/>
                      </a:lnTo>
                      <a:lnTo>
                        <a:pt x="81" y="118"/>
                      </a:lnTo>
                      <a:lnTo>
                        <a:pt x="82" y="121"/>
                      </a:lnTo>
                      <a:lnTo>
                        <a:pt x="82" y="126"/>
                      </a:lnTo>
                      <a:lnTo>
                        <a:pt x="81" y="128"/>
                      </a:lnTo>
                      <a:lnTo>
                        <a:pt x="81" y="128"/>
                      </a:lnTo>
                      <a:lnTo>
                        <a:pt x="80" y="129"/>
                      </a:lnTo>
                      <a:lnTo>
                        <a:pt x="80" y="130"/>
                      </a:lnTo>
                      <a:lnTo>
                        <a:pt x="80" y="129"/>
                      </a:lnTo>
                      <a:lnTo>
                        <a:pt x="77" y="126"/>
                      </a:lnTo>
                      <a:lnTo>
                        <a:pt x="76" y="126"/>
                      </a:lnTo>
                      <a:lnTo>
                        <a:pt x="76" y="125"/>
                      </a:lnTo>
                      <a:lnTo>
                        <a:pt x="73" y="125"/>
                      </a:lnTo>
                      <a:lnTo>
                        <a:pt x="70" y="121"/>
                      </a:lnTo>
                      <a:lnTo>
                        <a:pt x="67" y="120"/>
                      </a:lnTo>
                      <a:lnTo>
                        <a:pt x="66" y="121"/>
                      </a:lnTo>
                      <a:lnTo>
                        <a:pt x="66" y="122"/>
                      </a:lnTo>
                      <a:lnTo>
                        <a:pt x="66" y="122"/>
                      </a:lnTo>
                      <a:lnTo>
                        <a:pt x="65" y="122"/>
                      </a:lnTo>
                      <a:lnTo>
                        <a:pt x="62" y="121"/>
                      </a:lnTo>
                      <a:lnTo>
                        <a:pt x="59" y="122"/>
                      </a:lnTo>
                      <a:lnTo>
                        <a:pt x="57" y="121"/>
                      </a:lnTo>
                      <a:lnTo>
                        <a:pt x="55" y="121"/>
                      </a:lnTo>
                      <a:lnTo>
                        <a:pt x="55" y="120"/>
                      </a:lnTo>
                      <a:lnTo>
                        <a:pt x="57" y="118"/>
                      </a:lnTo>
                      <a:lnTo>
                        <a:pt x="55" y="115"/>
                      </a:lnTo>
                      <a:lnTo>
                        <a:pt x="55" y="111"/>
                      </a:lnTo>
                      <a:lnTo>
                        <a:pt x="57" y="111"/>
                      </a:lnTo>
                      <a:lnTo>
                        <a:pt x="55" y="109"/>
                      </a:lnTo>
                      <a:lnTo>
                        <a:pt x="53" y="109"/>
                      </a:lnTo>
                      <a:lnTo>
                        <a:pt x="53" y="109"/>
                      </a:lnTo>
                      <a:lnTo>
                        <a:pt x="51" y="109"/>
                      </a:lnTo>
                      <a:lnTo>
                        <a:pt x="51" y="107"/>
                      </a:lnTo>
                      <a:lnTo>
                        <a:pt x="48" y="109"/>
                      </a:lnTo>
                      <a:lnTo>
                        <a:pt x="47" y="109"/>
                      </a:lnTo>
                      <a:lnTo>
                        <a:pt x="46" y="109"/>
                      </a:lnTo>
                      <a:lnTo>
                        <a:pt x="44" y="110"/>
                      </a:lnTo>
                      <a:lnTo>
                        <a:pt x="43" y="110"/>
                      </a:lnTo>
                      <a:lnTo>
                        <a:pt x="43" y="109"/>
                      </a:lnTo>
                      <a:lnTo>
                        <a:pt x="43" y="110"/>
                      </a:lnTo>
                      <a:lnTo>
                        <a:pt x="42" y="111"/>
                      </a:lnTo>
                      <a:lnTo>
                        <a:pt x="44" y="113"/>
                      </a:lnTo>
                      <a:lnTo>
                        <a:pt x="44" y="115"/>
                      </a:lnTo>
                      <a:lnTo>
                        <a:pt x="43" y="118"/>
                      </a:lnTo>
                      <a:lnTo>
                        <a:pt x="43" y="121"/>
                      </a:lnTo>
                      <a:lnTo>
                        <a:pt x="43" y="122"/>
                      </a:lnTo>
                      <a:lnTo>
                        <a:pt x="43" y="124"/>
                      </a:lnTo>
                      <a:lnTo>
                        <a:pt x="43" y="128"/>
                      </a:lnTo>
                      <a:lnTo>
                        <a:pt x="42" y="130"/>
                      </a:lnTo>
                      <a:lnTo>
                        <a:pt x="40" y="133"/>
                      </a:lnTo>
                      <a:lnTo>
                        <a:pt x="39" y="136"/>
                      </a:lnTo>
                      <a:lnTo>
                        <a:pt x="38" y="147"/>
                      </a:lnTo>
                      <a:lnTo>
                        <a:pt x="35" y="151"/>
                      </a:lnTo>
                      <a:lnTo>
                        <a:pt x="35" y="153"/>
                      </a:lnTo>
                      <a:lnTo>
                        <a:pt x="34" y="158"/>
                      </a:lnTo>
                      <a:lnTo>
                        <a:pt x="35" y="158"/>
                      </a:lnTo>
                      <a:lnTo>
                        <a:pt x="35" y="158"/>
                      </a:lnTo>
                      <a:lnTo>
                        <a:pt x="34" y="160"/>
                      </a:lnTo>
                      <a:lnTo>
                        <a:pt x="34" y="160"/>
                      </a:lnTo>
                      <a:lnTo>
                        <a:pt x="35" y="164"/>
                      </a:lnTo>
                      <a:lnTo>
                        <a:pt x="35" y="166"/>
                      </a:lnTo>
                      <a:lnTo>
                        <a:pt x="38" y="170"/>
                      </a:lnTo>
                      <a:lnTo>
                        <a:pt x="36" y="172"/>
                      </a:lnTo>
                      <a:lnTo>
                        <a:pt x="38" y="174"/>
                      </a:lnTo>
                      <a:lnTo>
                        <a:pt x="39" y="174"/>
                      </a:lnTo>
                      <a:lnTo>
                        <a:pt x="39" y="172"/>
                      </a:lnTo>
                      <a:lnTo>
                        <a:pt x="40" y="170"/>
                      </a:lnTo>
                      <a:lnTo>
                        <a:pt x="40" y="171"/>
                      </a:lnTo>
                      <a:lnTo>
                        <a:pt x="43" y="171"/>
                      </a:lnTo>
                      <a:lnTo>
                        <a:pt x="44" y="172"/>
                      </a:lnTo>
                      <a:lnTo>
                        <a:pt x="44" y="175"/>
                      </a:lnTo>
                      <a:lnTo>
                        <a:pt x="46" y="177"/>
                      </a:lnTo>
                      <a:lnTo>
                        <a:pt x="46" y="181"/>
                      </a:lnTo>
                      <a:lnTo>
                        <a:pt x="47" y="181"/>
                      </a:lnTo>
                      <a:lnTo>
                        <a:pt x="48" y="183"/>
                      </a:lnTo>
                      <a:lnTo>
                        <a:pt x="50" y="183"/>
                      </a:lnTo>
                      <a:lnTo>
                        <a:pt x="50" y="182"/>
                      </a:lnTo>
                      <a:lnTo>
                        <a:pt x="50" y="181"/>
                      </a:lnTo>
                      <a:lnTo>
                        <a:pt x="51" y="183"/>
                      </a:lnTo>
                      <a:lnTo>
                        <a:pt x="53" y="186"/>
                      </a:lnTo>
                      <a:lnTo>
                        <a:pt x="53" y="187"/>
                      </a:lnTo>
                      <a:lnTo>
                        <a:pt x="54" y="189"/>
                      </a:lnTo>
                      <a:lnTo>
                        <a:pt x="55" y="194"/>
                      </a:lnTo>
                      <a:lnTo>
                        <a:pt x="55" y="196"/>
                      </a:lnTo>
                      <a:lnTo>
                        <a:pt x="54" y="197"/>
                      </a:lnTo>
                      <a:lnTo>
                        <a:pt x="54" y="196"/>
                      </a:lnTo>
                      <a:lnTo>
                        <a:pt x="51" y="197"/>
                      </a:lnTo>
                      <a:lnTo>
                        <a:pt x="51" y="200"/>
                      </a:lnTo>
                      <a:lnTo>
                        <a:pt x="55" y="201"/>
                      </a:lnTo>
                      <a:lnTo>
                        <a:pt x="55" y="198"/>
                      </a:lnTo>
                      <a:lnTo>
                        <a:pt x="57" y="200"/>
                      </a:lnTo>
                      <a:lnTo>
                        <a:pt x="57" y="201"/>
                      </a:lnTo>
                      <a:lnTo>
                        <a:pt x="58" y="204"/>
                      </a:lnTo>
                      <a:lnTo>
                        <a:pt x="62" y="208"/>
                      </a:lnTo>
                      <a:lnTo>
                        <a:pt x="65" y="209"/>
                      </a:lnTo>
                      <a:lnTo>
                        <a:pt x="65" y="208"/>
                      </a:lnTo>
                      <a:lnTo>
                        <a:pt x="69" y="208"/>
                      </a:lnTo>
                      <a:lnTo>
                        <a:pt x="72" y="209"/>
                      </a:lnTo>
                      <a:lnTo>
                        <a:pt x="73" y="213"/>
                      </a:lnTo>
                      <a:lnTo>
                        <a:pt x="74" y="215"/>
                      </a:lnTo>
                      <a:lnTo>
                        <a:pt x="77" y="217"/>
                      </a:lnTo>
                      <a:lnTo>
                        <a:pt x="77" y="219"/>
                      </a:lnTo>
                      <a:lnTo>
                        <a:pt x="77" y="219"/>
                      </a:lnTo>
                      <a:lnTo>
                        <a:pt x="77" y="221"/>
                      </a:lnTo>
                      <a:lnTo>
                        <a:pt x="74" y="223"/>
                      </a:lnTo>
                      <a:lnTo>
                        <a:pt x="73" y="221"/>
                      </a:lnTo>
                      <a:lnTo>
                        <a:pt x="70" y="221"/>
                      </a:lnTo>
                      <a:lnTo>
                        <a:pt x="67" y="224"/>
                      </a:lnTo>
                      <a:lnTo>
                        <a:pt x="63" y="223"/>
                      </a:lnTo>
                      <a:lnTo>
                        <a:pt x="63" y="221"/>
                      </a:lnTo>
                      <a:lnTo>
                        <a:pt x="65" y="219"/>
                      </a:lnTo>
                      <a:lnTo>
                        <a:pt x="65" y="215"/>
                      </a:lnTo>
                      <a:lnTo>
                        <a:pt x="63" y="213"/>
                      </a:lnTo>
                      <a:lnTo>
                        <a:pt x="61" y="213"/>
                      </a:lnTo>
                      <a:lnTo>
                        <a:pt x="59" y="212"/>
                      </a:lnTo>
                      <a:lnTo>
                        <a:pt x="55" y="211"/>
                      </a:lnTo>
                      <a:lnTo>
                        <a:pt x="53" y="208"/>
                      </a:lnTo>
                      <a:lnTo>
                        <a:pt x="51" y="211"/>
                      </a:lnTo>
                      <a:lnTo>
                        <a:pt x="50" y="213"/>
                      </a:lnTo>
                      <a:lnTo>
                        <a:pt x="50" y="212"/>
                      </a:lnTo>
                      <a:lnTo>
                        <a:pt x="43" y="208"/>
                      </a:lnTo>
                      <a:lnTo>
                        <a:pt x="43" y="206"/>
                      </a:lnTo>
                      <a:lnTo>
                        <a:pt x="44" y="205"/>
                      </a:lnTo>
                      <a:lnTo>
                        <a:pt x="44" y="204"/>
                      </a:lnTo>
                      <a:lnTo>
                        <a:pt x="43" y="204"/>
                      </a:lnTo>
                      <a:lnTo>
                        <a:pt x="42" y="201"/>
                      </a:lnTo>
                      <a:lnTo>
                        <a:pt x="39" y="201"/>
                      </a:lnTo>
                      <a:lnTo>
                        <a:pt x="39" y="198"/>
                      </a:lnTo>
                      <a:lnTo>
                        <a:pt x="36" y="194"/>
                      </a:lnTo>
                      <a:lnTo>
                        <a:pt x="34" y="194"/>
                      </a:lnTo>
                      <a:lnTo>
                        <a:pt x="32" y="189"/>
                      </a:lnTo>
                      <a:lnTo>
                        <a:pt x="29" y="189"/>
                      </a:lnTo>
                      <a:lnTo>
                        <a:pt x="29" y="186"/>
                      </a:lnTo>
                      <a:lnTo>
                        <a:pt x="28" y="185"/>
                      </a:lnTo>
                      <a:lnTo>
                        <a:pt x="28" y="183"/>
                      </a:lnTo>
                      <a:lnTo>
                        <a:pt x="25" y="185"/>
                      </a:lnTo>
                      <a:lnTo>
                        <a:pt x="25" y="187"/>
                      </a:lnTo>
                      <a:lnTo>
                        <a:pt x="24" y="187"/>
                      </a:lnTo>
                      <a:lnTo>
                        <a:pt x="23" y="186"/>
                      </a:lnTo>
                      <a:lnTo>
                        <a:pt x="21" y="181"/>
                      </a:lnTo>
                      <a:lnTo>
                        <a:pt x="23" y="179"/>
                      </a:lnTo>
                      <a:lnTo>
                        <a:pt x="21" y="175"/>
                      </a:lnTo>
                      <a:lnTo>
                        <a:pt x="24" y="175"/>
                      </a:lnTo>
                      <a:lnTo>
                        <a:pt x="24" y="170"/>
                      </a:lnTo>
                      <a:lnTo>
                        <a:pt x="25" y="170"/>
                      </a:lnTo>
                      <a:lnTo>
                        <a:pt x="25" y="167"/>
                      </a:lnTo>
                      <a:lnTo>
                        <a:pt x="24" y="167"/>
                      </a:lnTo>
                      <a:lnTo>
                        <a:pt x="27" y="164"/>
                      </a:lnTo>
                      <a:lnTo>
                        <a:pt x="25" y="163"/>
                      </a:lnTo>
                      <a:lnTo>
                        <a:pt x="28" y="160"/>
                      </a:lnTo>
                      <a:lnTo>
                        <a:pt x="25" y="160"/>
                      </a:lnTo>
                      <a:lnTo>
                        <a:pt x="27" y="155"/>
                      </a:lnTo>
                      <a:lnTo>
                        <a:pt x="27" y="153"/>
                      </a:lnTo>
                      <a:lnTo>
                        <a:pt x="28" y="151"/>
                      </a:lnTo>
                      <a:lnTo>
                        <a:pt x="29" y="148"/>
                      </a:lnTo>
                      <a:lnTo>
                        <a:pt x="32" y="145"/>
                      </a:lnTo>
                      <a:lnTo>
                        <a:pt x="35" y="136"/>
                      </a:lnTo>
                      <a:lnTo>
                        <a:pt x="38" y="134"/>
                      </a:lnTo>
                      <a:lnTo>
                        <a:pt x="38" y="130"/>
                      </a:lnTo>
                      <a:lnTo>
                        <a:pt x="35" y="128"/>
                      </a:lnTo>
                      <a:lnTo>
                        <a:pt x="36" y="124"/>
                      </a:lnTo>
                      <a:lnTo>
                        <a:pt x="35" y="121"/>
                      </a:lnTo>
                      <a:lnTo>
                        <a:pt x="34" y="117"/>
                      </a:lnTo>
                      <a:lnTo>
                        <a:pt x="32" y="114"/>
                      </a:lnTo>
                      <a:lnTo>
                        <a:pt x="32" y="111"/>
                      </a:lnTo>
                      <a:lnTo>
                        <a:pt x="32" y="109"/>
                      </a:lnTo>
                      <a:lnTo>
                        <a:pt x="34" y="106"/>
                      </a:lnTo>
                      <a:lnTo>
                        <a:pt x="31" y="100"/>
                      </a:lnTo>
                      <a:lnTo>
                        <a:pt x="27" y="96"/>
                      </a:lnTo>
                      <a:lnTo>
                        <a:pt x="23" y="94"/>
                      </a:lnTo>
                      <a:lnTo>
                        <a:pt x="19" y="88"/>
                      </a:lnTo>
                      <a:lnTo>
                        <a:pt x="19" y="86"/>
                      </a:lnTo>
                      <a:lnTo>
                        <a:pt x="17" y="81"/>
                      </a:lnTo>
                      <a:lnTo>
                        <a:pt x="20" y="79"/>
                      </a:lnTo>
                      <a:lnTo>
                        <a:pt x="20" y="77"/>
                      </a:lnTo>
                      <a:lnTo>
                        <a:pt x="19" y="71"/>
                      </a:lnTo>
                      <a:lnTo>
                        <a:pt x="20" y="68"/>
                      </a:lnTo>
                      <a:lnTo>
                        <a:pt x="23" y="67"/>
                      </a:lnTo>
                      <a:lnTo>
                        <a:pt x="23" y="64"/>
                      </a:lnTo>
                      <a:lnTo>
                        <a:pt x="20" y="62"/>
                      </a:lnTo>
                      <a:lnTo>
                        <a:pt x="19" y="60"/>
                      </a:lnTo>
                      <a:lnTo>
                        <a:pt x="17" y="56"/>
                      </a:lnTo>
                      <a:lnTo>
                        <a:pt x="15" y="54"/>
                      </a:lnTo>
                      <a:lnTo>
                        <a:pt x="12" y="48"/>
                      </a:lnTo>
                      <a:lnTo>
                        <a:pt x="8" y="45"/>
                      </a:lnTo>
                      <a:lnTo>
                        <a:pt x="8" y="42"/>
                      </a:lnTo>
                      <a:lnTo>
                        <a:pt x="5" y="41"/>
                      </a:lnTo>
                      <a:lnTo>
                        <a:pt x="2" y="37"/>
                      </a:lnTo>
                      <a:lnTo>
                        <a:pt x="1" y="35"/>
                      </a:lnTo>
                      <a:lnTo>
                        <a:pt x="0" y="34"/>
                      </a:lnTo>
                      <a:lnTo>
                        <a:pt x="4" y="33"/>
                      </a:lnTo>
                      <a:lnTo>
                        <a:pt x="6" y="30"/>
                      </a:lnTo>
                      <a:lnTo>
                        <a:pt x="5" y="27"/>
                      </a:lnTo>
                      <a:lnTo>
                        <a:pt x="5" y="23"/>
                      </a:lnTo>
                      <a:lnTo>
                        <a:pt x="8" y="22"/>
                      </a:lnTo>
                      <a:lnTo>
                        <a:pt x="6" y="16"/>
                      </a:lnTo>
                      <a:lnTo>
                        <a:pt x="9" y="14"/>
                      </a:lnTo>
                      <a:lnTo>
                        <a:pt x="15" y="16"/>
                      </a:lnTo>
                      <a:lnTo>
                        <a:pt x="17" y="14"/>
                      </a:lnTo>
                      <a:lnTo>
                        <a:pt x="21" y="14"/>
                      </a:lnTo>
                      <a:lnTo>
                        <a:pt x="21" y="12"/>
                      </a:lnTo>
                      <a:lnTo>
                        <a:pt x="21" y="8"/>
                      </a:lnTo>
                      <a:lnTo>
                        <a:pt x="24" y="7"/>
                      </a:lnTo>
                      <a:lnTo>
                        <a:pt x="27" y="7"/>
                      </a:lnTo>
                      <a:lnTo>
                        <a:pt x="28" y="5"/>
                      </a:lnTo>
                      <a:lnTo>
                        <a:pt x="27" y="3"/>
                      </a:lnTo>
                      <a:lnTo>
                        <a:pt x="27" y="1"/>
                      </a:lnTo>
                      <a:lnTo>
                        <a:pt x="29" y="0"/>
                      </a:lnTo>
                      <a:lnTo>
                        <a:pt x="34" y="0"/>
                      </a:lnTo>
                      <a:lnTo>
                        <a:pt x="35" y="0"/>
                      </a:lnTo>
                      <a:lnTo>
                        <a:pt x="35" y="0"/>
                      </a:lnTo>
                      <a:close/>
                      <a:moveTo>
                        <a:pt x="42" y="209"/>
                      </a:moveTo>
                      <a:lnTo>
                        <a:pt x="43" y="212"/>
                      </a:lnTo>
                      <a:lnTo>
                        <a:pt x="44" y="212"/>
                      </a:lnTo>
                      <a:lnTo>
                        <a:pt x="44" y="211"/>
                      </a:lnTo>
                      <a:lnTo>
                        <a:pt x="43" y="209"/>
                      </a:lnTo>
                      <a:lnTo>
                        <a:pt x="42" y="209"/>
                      </a:lnTo>
                      <a:lnTo>
                        <a:pt x="42" y="209"/>
                      </a:lnTo>
                      <a:close/>
                      <a:moveTo>
                        <a:pt x="34" y="196"/>
                      </a:moveTo>
                      <a:lnTo>
                        <a:pt x="34" y="198"/>
                      </a:lnTo>
                      <a:lnTo>
                        <a:pt x="34" y="197"/>
                      </a:lnTo>
                      <a:lnTo>
                        <a:pt x="34" y="196"/>
                      </a:lnTo>
                      <a:lnTo>
                        <a:pt x="34" y="196"/>
                      </a:lnTo>
                      <a:lnTo>
                        <a:pt x="34" y="196"/>
                      </a:lnTo>
                      <a:close/>
                      <a:moveTo>
                        <a:pt x="23" y="189"/>
                      </a:moveTo>
                      <a:lnTo>
                        <a:pt x="23" y="190"/>
                      </a:lnTo>
                      <a:lnTo>
                        <a:pt x="23" y="192"/>
                      </a:lnTo>
                      <a:lnTo>
                        <a:pt x="23" y="194"/>
                      </a:lnTo>
                      <a:lnTo>
                        <a:pt x="25" y="193"/>
                      </a:lnTo>
                      <a:lnTo>
                        <a:pt x="25" y="189"/>
                      </a:lnTo>
                      <a:lnTo>
                        <a:pt x="25" y="189"/>
                      </a:lnTo>
                      <a:lnTo>
                        <a:pt x="23" y="189"/>
                      </a:lnTo>
                      <a:lnTo>
                        <a:pt x="23" y="189"/>
                      </a:lnTo>
                      <a:close/>
                      <a:moveTo>
                        <a:pt x="74" y="128"/>
                      </a:moveTo>
                      <a:lnTo>
                        <a:pt x="76" y="130"/>
                      </a:lnTo>
                      <a:lnTo>
                        <a:pt x="77" y="132"/>
                      </a:lnTo>
                      <a:lnTo>
                        <a:pt x="78" y="132"/>
                      </a:lnTo>
                      <a:lnTo>
                        <a:pt x="74" y="128"/>
                      </a:lnTo>
                      <a:lnTo>
                        <a:pt x="74" y="128"/>
                      </a:lnTo>
                      <a:close/>
                      <a:moveTo>
                        <a:pt x="47" y="163"/>
                      </a:moveTo>
                      <a:lnTo>
                        <a:pt x="44" y="163"/>
                      </a:lnTo>
                      <a:lnTo>
                        <a:pt x="46" y="164"/>
                      </a:lnTo>
                      <a:lnTo>
                        <a:pt x="47" y="163"/>
                      </a:lnTo>
                      <a:lnTo>
                        <a:pt x="47" y="163"/>
                      </a:lnTo>
                      <a:close/>
                      <a:moveTo>
                        <a:pt x="47" y="166"/>
                      </a:moveTo>
                      <a:lnTo>
                        <a:pt x="46" y="167"/>
                      </a:lnTo>
                      <a:lnTo>
                        <a:pt x="46" y="168"/>
                      </a:lnTo>
                      <a:lnTo>
                        <a:pt x="47" y="171"/>
                      </a:lnTo>
                      <a:lnTo>
                        <a:pt x="48" y="167"/>
                      </a:lnTo>
                      <a:lnTo>
                        <a:pt x="47" y="16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1049"/>
                <p:cNvSpPr>
                  <a:spLocks noEditPoints="1"/>
                </p:cNvSpPr>
                <p:nvPr/>
              </p:nvSpPr>
              <p:spPr bwMode="auto">
                <a:xfrm>
                  <a:off x="7032453" y="3790583"/>
                  <a:ext cx="236423" cy="532892"/>
                </a:xfrm>
                <a:custGeom>
                  <a:avLst/>
                  <a:gdLst/>
                  <a:ahLst/>
                  <a:cxnLst>
                    <a:cxn ang="0">
                      <a:pos x="71" y="4"/>
                    </a:cxn>
                    <a:cxn ang="0">
                      <a:pos x="82" y="21"/>
                    </a:cxn>
                    <a:cxn ang="0">
                      <a:pos x="78" y="40"/>
                    </a:cxn>
                    <a:cxn ang="0">
                      <a:pos x="71" y="49"/>
                    </a:cxn>
                    <a:cxn ang="0">
                      <a:pos x="73" y="61"/>
                    </a:cxn>
                    <a:cxn ang="0">
                      <a:pos x="87" y="68"/>
                    </a:cxn>
                    <a:cxn ang="0">
                      <a:pos x="93" y="77"/>
                    </a:cxn>
                    <a:cxn ang="0">
                      <a:pos x="105" y="81"/>
                    </a:cxn>
                    <a:cxn ang="0">
                      <a:pos x="98" y="97"/>
                    </a:cxn>
                    <a:cxn ang="0">
                      <a:pos x="109" y="102"/>
                    </a:cxn>
                    <a:cxn ang="0">
                      <a:pos x="126" y="103"/>
                    </a:cxn>
                    <a:cxn ang="0">
                      <a:pos x="118" y="117"/>
                    </a:cxn>
                    <a:cxn ang="0">
                      <a:pos x="105" y="125"/>
                    </a:cxn>
                    <a:cxn ang="0">
                      <a:pos x="99" y="136"/>
                    </a:cxn>
                    <a:cxn ang="0">
                      <a:pos x="83" y="145"/>
                    </a:cxn>
                    <a:cxn ang="0">
                      <a:pos x="80" y="159"/>
                    </a:cxn>
                    <a:cxn ang="0">
                      <a:pos x="95" y="178"/>
                    </a:cxn>
                    <a:cxn ang="0">
                      <a:pos x="97" y="193"/>
                    </a:cxn>
                    <a:cxn ang="0">
                      <a:pos x="101" y="216"/>
                    </a:cxn>
                    <a:cxn ang="0">
                      <a:pos x="110" y="236"/>
                    </a:cxn>
                    <a:cxn ang="0">
                      <a:pos x="116" y="256"/>
                    </a:cxn>
                    <a:cxn ang="0">
                      <a:pos x="105" y="277"/>
                    </a:cxn>
                    <a:cxn ang="0">
                      <a:pos x="101" y="274"/>
                    </a:cxn>
                    <a:cxn ang="0">
                      <a:pos x="103" y="266"/>
                    </a:cxn>
                    <a:cxn ang="0">
                      <a:pos x="105" y="252"/>
                    </a:cxn>
                    <a:cxn ang="0">
                      <a:pos x="101" y="233"/>
                    </a:cxn>
                    <a:cxn ang="0">
                      <a:pos x="94" y="228"/>
                    </a:cxn>
                    <a:cxn ang="0">
                      <a:pos x="88" y="210"/>
                    </a:cxn>
                    <a:cxn ang="0">
                      <a:pos x="86" y="190"/>
                    </a:cxn>
                    <a:cxn ang="0">
                      <a:pos x="82" y="184"/>
                    </a:cxn>
                    <a:cxn ang="0">
                      <a:pos x="72" y="172"/>
                    </a:cxn>
                    <a:cxn ang="0">
                      <a:pos x="72" y="175"/>
                    </a:cxn>
                    <a:cxn ang="0">
                      <a:pos x="64" y="182"/>
                    </a:cxn>
                    <a:cxn ang="0">
                      <a:pos x="60" y="187"/>
                    </a:cxn>
                    <a:cxn ang="0">
                      <a:pos x="48" y="193"/>
                    </a:cxn>
                    <a:cxn ang="0">
                      <a:pos x="40" y="197"/>
                    </a:cxn>
                    <a:cxn ang="0">
                      <a:pos x="38" y="191"/>
                    </a:cxn>
                    <a:cxn ang="0">
                      <a:pos x="41" y="172"/>
                    </a:cxn>
                    <a:cxn ang="0">
                      <a:pos x="35" y="157"/>
                    </a:cxn>
                    <a:cxn ang="0">
                      <a:pos x="26" y="142"/>
                    </a:cxn>
                    <a:cxn ang="0">
                      <a:pos x="16" y="141"/>
                    </a:cxn>
                    <a:cxn ang="0">
                      <a:pos x="22" y="141"/>
                    </a:cxn>
                    <a:cxn ang="0">
                      <a:pos x="23" y="133"/>
                    </a:cxn>
                    <a:cxn ang="0">
                      <a:pos x="11" y="130"/>
                    </a:cxn>
                    <a:cxn ang="0">
                      <a:pos x="10" y="129"/>
                    </a:cxn>
                    <a:cxn ang="0">
                      <a:pos x="1" y="112"/>
                    </a:cxn>
                    <a:cxn ang="0">
                      <a:pos x="8" y="99"/>
                    </a:cxn>
                    <a:cxn ang="0">
                      <a:pos x="14" y="84"/>
                    </a:cxn>
                    <a:cxn ang="0">
                      <a:pos x="22" y="69"/>
                    </a:cxn>
                    <a:cxn ang="0">
                      <a:pos x="29" y="40"/>
                    </a:cxn>
                    <a:cxn ang="0">
                      <a:pos x="41" y="17"/>
                    </a:cxn>
                    <a:cxn ang="0">
                      <a:pos x="56" y="9"/>
                    </a:cxn>
                    <a:cxn ang="0">
                      <a:pos x="19" y="150"/>
                    </a:cxn>
                  </a:cxnLst>
                  <a:rect l="0" t="0" r="r" b="b"/>
                  <a:pathLst>
                    <a:path w="126" h="284">
                      <a:moveTo>
                        <a:pt x="57" y="1"/>
                      </a:moveTo>
                      <a:lnTo>
                        <a:pt x="60" y="0"/>
                      </a:lnTo>
                      <a:lnTo>
                        <a:pt x="63" y="1"/>
                      </a:lnTo>
                      <a:lnTo>
                        <a:pt x="65" y="0"/>
                      </a:lnTo>
                      <a:lnTo>
                        <a:pt x="68" y="0"/>
                      </a:lnTo>
                      <a:lnTo>
                        <a:pt x="71" y="4"/>
                      </a:lnTo>
                      <a:lnTo>
                        <a:pt x="73" y="5"/>
                      </a:lnTo>
                      <a:lnTo>
                        <a:pt x="73" y="11"/>
                      </a:lnTo>
                      <a:lnTo>
                        <a:pt x="76" y="11"/>
                      </a:lnTo>
                      <a:lnTo>
                        <a:pt x="79" y="13"/>
                      </a:lnTo>
                      <a:lnTo>
                        <a:pt x="79" y="17"/>
                      </a:lnTo>
                      <a:lnTo>
                        <a:pt x="82" y="21"/>
                      </a:lnTo>
                      <a:lnTo>
                        <a:pt x="82" y="27"/>
                      </a:lnTo>
                      <a:lnTo>
                        <a:pt x="80" y="32"/>
                      </a:lnTo>
                      <a:lnTo>
                        <a:pt x="80" y="35"/>
                      </a:lnTo>
                      <a:lnTo>
                        <a:pt x="80" y="36"/>
                      </a:lnTo>
                      <a:lnTo>
                        <a:pt x="78" y="38"/>
                      </a:lnTo>
                      <a:lnTo>
                        <a:pt x="78" y="40"/>
                      </a:lnTo>
                      <a:lnTo>
                        <a:pt x="76" y="42"/>
                      </a:lnTo>
                      <a:lnTo>
                        <a:pt x="75" y="43"/>
                      </a:lnTo>
                      <a:lnTo>
                        <a:pt x="76" y="46"/>
                      </a:lnTo>
                      <a:lnTo>
                        <a:pt x="75" y="47"/>
                      </a:lnTo>
                      <a:lnTo>
                        <a:pt x="73" y="47"/>
                      </a:lnTo>
                      <a:lnTo>
                        <a:pt x="71" y="49"/>
                      </a:lnTo>
                      <a:lnTo>
                        <a:pt x="71" y="51"/>
                      </a:lnTo>
                      <a:lnTo>
                        <a:pt x="72" y="53"/>
                      </a:lnTo>
                      <a:lnTo>
                        <a:pt x="71" y="55"/>
                      </a:lnTo>
                      <a:lnTo>
                        <a:pt x="71" y="58"/>
                      </a:lnTo>
                      <a:lnTo>
                        <a:pt x="72" y="58"/>
                      </a:lnTo>
                      <a:lnTo>
                        <a:pt x="73" y="61"/>
                      </a:lnTo>
                      <a:lnTo>
                        <a:pt x="76" y="62"/>
                      </a:lnTo>
                      <a:lnTo>
                        <a:pt x="75" y="66"/>
                      </a:lnTo>
                      <a:lnTo>
                        <a:pt x="76" y="69"/>
                      </a:lnTo>
                      <a:lnTo>
                        <a:pt x="80" y="66"/>
                      </a:lnTo>
                      <a:lnTo>
                        <a:pt x="86" y="65"/>
                      </a:lnTo>
                      <a:lnTo>
                        <a:pt x="87" y="68"/>
                      </a:lnTo>
                      <a:lnTo>
                        <a:pt x="86" y="69"/>
                      </a:lnTo>
                      <a:lnTo>
                        <a:pt x="88" y="70"/>
                      </a:lnTo>
                      <a:lnTo>
                        <a:pt x="91" y="70"/>
                      </a:lnTo>
                      <a:lnTo>
                        <a:pt x="93" y="72"/>
                      </a:lnTo>
                      <a:lnTo>
                        <a:pt x="91" y="74"/>
                      </a:lnTo>
                      <a:lnTo>
                        <a:pt x="93" y="77"/>
                      </a:lnTo>
                      <a:lnTo>
                        <a:pt x="97" y="77"/>
                      </a:lnTo>
                      <a:lnTo>
                        <a:pt x="97" y="78"/>
                      </a:lnTo>
                      <a:lnTo>
                        <a:pt x="97" y="81"/>
                      </a:lnTo>
                      <a:lnTo>
                        <a:pt x="98" y="80"/>
                      </a:lnTo>
                      <a:lnTo>
                        <a:pt x="102" y="80"/>
                      </a:lnTo>
                      <a:lnTo>
                        <a:pt x="105" y="81"/>
                      </a:lnTo>
                      <a:lnTo>
                        <a:pt x="105" y="84"/>
                      </a:lnTo>
                      <a:lnTo>
                        <a:pt x="103" y="85"/>
                      </a:lnTo>
                      <a:lnTo>
                        <a:pt x="103" y="88"/>
                      </a:lnTo>
                      <a:lnTo>
                        <a:pt x="101" y="92"/>
                      </a:lnTo>
                      <a:lnTo>
                        <a:pt x="98" y="95"/>
                      </a:lnTo>
                      <a:lnTo>
                        <a:pt x="98" y="97"/>
                      </a:lnTo>
                      <a:lnTo>
                        <a:pt x="101" y="96"/>
                      </a:lnTo>
                      <a:lnTo>
                        <a:pt x="105" y="96"/>
                      </a:lnTo>
                      <a:lnTo>
                        <a:pt x="105" y="97"/>
                      </a:lnTo>
                      <a:lnTo>
                        <a:pt x="107" y="95"/>
                      </a:lnTo>
                      <a:lnTo>
                        <a:pt x="109" y="97"/>
                      </a:lnTo>
                      <a:lnTo>
                        <a:pt x="109" y="102"/>
                      </a:lnTo>
                      <a:lnTo>
                        <a:pt x="109" y="104"/>
                      </a:lnTo>
                      <a:lnTo>
                        <a:pt x="113" y="106"/>
                      </a:lnTo>
                      <a:lnTo>
                        <a:pt x="114" y="104"/>
                      </a:lnTo>
                      <a:lnTo>
                        <a:pt x="118" y="104"/>
                      </a:lnTo>
                      <a:lnTo>
                        <a:pt x="124" y="102"/>
                      </a:lnTo>
                      <a:lnTo>
                        <a:pt x="126" y="103"/>
                      </a:lnTo>
                      <a:lnTo>
                        <a:pt x="126" y="106"/>
                      </a:lnTo>
                      <a:lnTo>
                        <a:pt x="122" y="108"/>
                      </a:lnTo>
                      <a:lnTo>
                        <a:pt x="118" y="110"/>
                      </a:lnTo>
                      <a:lnTo>
                        <a:pt x="118" y="112"/>
                      </a:lnTo>
                      <a:lnTo>
                        <a:pt x="117" y="114"/>
                      </a:lnTo>
                      <a:lnTo>
                        <a:pt x="118" y="117"/>
                      </a:lnTo>
                      <a:lnTo>
                        <a:pt x="116" y="118"/>
                      </a:lnTo>
                      <a:lnTo>
                        <a:pt x="114" y="118"/>
                      </a:lnTo>
                      <a:lnTo>
                        <a:pt x="112" y="122"/>
                      </a:lnTo>
                      <a:lnTo>
                        <a:pt x="107" y="122"/>
                      </a:lnTo>
                      <a:lnTo>
                        <a:pt x="105" y="123"/>
                      </a:lnTo>
                      <a:lnTo>
                        <a:pt x="105" y="125"/>
                      </a:lnTo>
                      <a:lnTo>
                        <a:pt x="106" y="127"/>
                      </a:lnTo>
                      <a:lnTo>
                        <a:pt x="105" y="129"/>
                      </a:lnTo>
                      <a:lnTo>
                        <a:pt x="102" y="129"/>
                      </a:lnTo>
                      <a:lnTo>
                        <a:pt x="99" y="130"/>
                      </a:lnTo>
                      <a:lnTo>
                        <a:pt x="99" y="134"/>
                      </a:lnTo>
                      <a:lnTo>
                        <a:pt x="99" y="136"/>
                      </a:lnTo>
                      <a:lnTo>
                        <a:pt x="95" y="136"/>
                      </a:lnTo>
                      <a:lnTo>
                        <a:pt x="93" y="138"/>
                      </a:lnTo>
                      <a:lnTo>
                        <a:pt x="87" y="136"/>
                      </a:lnTo>
                      <a:lnTo>
                        <a:pt x="84" y="138"/>
                      </a:lnTo>
                      <a:lnTo>
                        <a:pt x="86" y="144"/>
                      </a:lnTo>
                      <a:lnTo>
                        <a:pt x="83" y="145"/>
                      </a:lnTo>
                      <a:lnTo>
                        <a:pt x="83" y="149"/>
                      </a:lnTo>
                      <a:lnTo>
                        <a:pt x="84" y="152"/>
                      </a:lnTo>
                      <a:lnTo>
                        <a:pt x="82" y="155"/>
                      </a:lnTo>
                      <a:lnTo>
                        <a:pt x="78" y="156"/>
                      </a:lnTo>
                      <a:lnTo>
                        <a:pt x="79" y="157"/>
                      </a:lnTo>
                      <a:lnTo>
                        <a:pt x="80" y="159"/>
                      </a:lnTo>
                      <a:lnTo>
                        <a:pt x="83" y="163"/>
                      </a:lnTo>
                      <a:lnTo>
                        <a:pt x="86" y="164"/>
                      </a:lnTo>
                      <a:lnTo>
                        <a:pt x="86" y="167"/>
                      </a:lnTo>
                      <a:lnTo>
                        <a:pt x="90" y="170"/>
                      </a:lnTo>
                      <a:lnTo>
                        <a:pt x="93" y="176"/>
                      </a:lnTo>
                      <a:lnTo>
                        <a:pt x="95" y="178"/>
                      </a:lnTo>
                      <a:lnTo>
                        <a:pt x="97" y="182"/>
                      </a:lnTo>
                      <a:lnTo>
                        <a:pt x="98" y="184"/>
                      </a:lnTo>
                      <a:lnTo>
                        <a:pt x="101" y="186"/>
                      </a:lnTo>
                      <a:lnTo>
                        <a:pt x="101" y="189"/>
                      </a:lnTo>
                      <a:lnTo>
                        <a:pt x="98" y="190"/>
                      </a:lnTo>
                      <a:lnTo>
                        <a:pt x="97" y="193"/>
                      </a:lnTo>
                      <a:lnTo>
                        <a:pt x="98" y="199"/>
                      </a:lnTo>
                      <a:lnTo>
                        <a:pt x="98" y="201"/>
                      </a:lnTo>
                      <a:lnTo>
                        <a:pt x="95" y="203"/>
                      </a:lnTo>
                      <a:lnTo>
                        <a:pt x="97" y="208"/>
                      </a:lnTo>
                      <a:lnTo>
                        <a:pt x="97" y="210"/>
                      </a:lnTo>
                      <a:lnTo>
                        <a:pt x="101" y="216"/>
                      </a:lnTo>
                      <a:lnTo>
                        <a:pt x="105" y="218"/>
                      </a:lnTo>
                      <a:lnTo>
                        <a:pt x="109" y="222"/>
                      </a:lnTo>
                      <a:lnTo>
                        <a:pt x="112" y="228"/>
                      </a:lnTo>
                      <a:lnTo>
                        <a:pt x="110" y="231"/>
                      </a:lnTo>
                      <a:lnTo>
                        <a:pt x="110" y="233"/>
                      </a:lnTo>
                      <a:lnTo>
                        <a:pt x="110" y="236"/>
                      </a:lnTo>
                      <a:lnTo>
                        <a:pt x="112" y="239"/>
                      </a:lnTo>
                      <a:lnTo>
                        <a:pt x="113" y="243"/>
                      </a:lnTo>
                      <a:lnTo>
                        <a:pt x="114" y="246"/>
                      </a:lnTo>
                      <a:lnTo>
                        <a:pt x="113" y="250"/>
                      </a:lnTo>
                      <a:lnTo>
                        <a:pt x="116" y="252"/>
                      </a:lnTo>
                      <a:lnTo>
                        <a:pt x="116" y="256"/>
                      </a:lnTo>
                      <a:lnTo>
                        <a:pt x="113" y="258"/>
                      </a:lnTo>
                      <a:lnTo>
                        <a:pt x="110" y="267"/>
                      </a:lnTo>
                      <a:lnTo>
                        <a:pt x="107" y="270"/>
                      </a:lnTo>
                      <a:lnTo>
                        <a:pt x="106" y="273"/>
                      </a:lnTo>
                      <a:lnTo>
                        <a:pt x="105" y="275"/>
                      </a:lnTo>
                      <a:lnTo>
                        <a:pt x="105" y="277"/>
                      </a:lnTo>
                      <a:lnTo>
                        <a:pt x="105" y="277"/>
                      </a:lnTo>
                      <a:lnTo>
                        <a:pt x="103" y="280"/>
                      </a:lnTo>
                      <a:lnTo>
                        <a:pt x="103" y="284"/>
                      </a:lnTo>
                      <a:lnTo>
                        <a:pt x="102" y="280"/>
                      </a:lnTo>
                      <a:lnTo>
                        <a:pt x="102" y="275"/>
                      </a:lnTo>
                      <a:lnTo>
                        <a:pt x="101" y="274"/>
                      </a:lnTo>
                      <a:lnTo>
                        <a:pt x="101" y="273"/>
                      </a:lnTo>
                      <a:lnTo>
                        <a:pt x="102" y="273"/>
                      </a:lnTo>
                      <a:lnTo>
                        <a:pt x="102" y="271"/>
                      </a:lnTo>
                      <a:lnTo>
                        <a:pt x="105" y="269"/>
                      </a:lnTo>
                      <a:lnTo>
                        <a:pt x="105" y="267"/>
                      </a:lnTo>
                      <a:lnTo>
                        <a:pt x="103" y="266"/>
                      </a:lnTo>
                      <a:lnTo>
                        <a:pt x="103" y="262"/>
                      </a:lnTo>
                      <a:lnTo>
                        <a:pt x="105" y="262"/>
                      </a:lnTo>
                      <a:lnTo>
                        <a:pt x="106" y="261"/>
                      </a:lnTo>
                      <a:lnTo>
                        <a:pt x="105" y="256"/>
                      </a:lnTo>
                      <a:lnTo>
                        <a:pt x="106" y="255"/>
                      </a:lnTo>
                      <a:lnTo>
                        <a:pt x="105" y="252"/>
                      </a:lnTo>
                      <a:lnTo>
                        <a:pt x="103" y="250"/>
                      </a:lnTo>
                      <a:lnTo>
                        <a:pt x="102" y="247"/>
                      </a:lnTo>
                      <a:lnTo>
                        <a:pt x="103" y="246"/>
                      </a:lnTo>
                      <a:lnTo>
                        <a:pt x="103" y="243"/>
                      </a:lnTo>
                      <a:lnTo>
                        <a:pt x="101" y="242"/>
                      </a:lnTo>
                      <a:lnTo>
                        <a:pt x="101" y="233"/>
                      </a:lnTo>
                      <a:lnTo>
                        <a:pt x="98" y="231"/>
                      </a:lnTo>
                      <a:lnTo>
                        <a:pt x="98" y="228"/>
                      </a:lnTo>
                      <a:lnTo>
                        <a:pt x="95" y="225"/>
                      </a:lnTo>
                      <a:lnTo>
                        <a:pt x="95" y="229"/>
                      </a:lnTo>
                      <a:lnTo>
                        <a:pt x="94" y="229"/>
                      </a:lnTo>
                      <a:lnTo>
                        <a:pt x="94" y="228"/>
                      </a:lnTo>
                      <a:lnTo>
                        <a:pt x="93" y="225"/>
                      </a:lnTo>
                      <a:lnTo>
                        <a:pt x="94" y="218"/>
                      </a:lnTo>
                      <a:lnTo>
                        <a:pt x="91" y="216"/>
                      </a:lnTo>
                      <a:lnTo>
                        <a:pt x="91" y="213"/>
                      </a:lnTo>
                      <a:lnTo>
                        <a:pt x="93" y="212"/>
                      </a:lnTo>
                      <a:lnTo>
                        <a:pt x="88" y="210"/>
                      </a:lnTo>
                      <a:lnTo>
                        <a:pt x="88" y="205"/>
                      </a:lnTo>
                      <a:lnTo>
                        <a:pt x="87" y="205"/>
                      </a:lnTo>
                      <a:lnTo>
                        <a:pt x="86" y="194"/>
                      </a:lnTo>
                      <a:lnTo>
                        <a:pt x="84" y="194"/>
                      </a:lnTo>
                      <a:lnTo>
                        <a:pt x="84" y="191"/>
                      </a:lnTo>
                      <a:lnTo>
                        <a:pt x="86" y="190"/>
                      </a:lnTo>
                      <a:lnTo>
                        <a:pt x="86" y="189"/>
                      </a:lnTo>
                      <a:lnTo>
                        <a:pt x="83" y="186"/>
                      </a:lnTo>
                      <a:lnTo>
                        <a:pt x="84" y="184"/>
                      </a:lnTo>
                      <a:lnTo>
                        <a:pt x="84" y="182"/>
                      </a:lnTo>
                      <a:lnTo>
                        <a:pt x="83" y="184"/>
                      </a:lnTo>
                      <a:lnTo>
                        <a:pt x="82" y="184"/>
                      </a:lnTo>
                      <a:lnTo>
                        <a:pt x="79" y="184"/>
                      </a:lnTo>
                      <a:lnTo>
                        <a:pt x="78" y="182"/>
                      </a:lnTo>
                      <a:lnTo>
                        <a:pt x="78" y="180"/>
                      </a:lnTo>
                      <a:lnTo>
                        <a:pt x="75" y="175"/>
                      </a:lnTo>
                      <a:lnTo>
                        <a:pt x="73" y="172"/>
                      </a:lnTo>
                      <a:lnTo>
                        <a:pt x="72" y="172"/>
                      </a:lnTo>
                      <a:lnTo>
                        <a:pt x="72" y="171"/>
                      </a:lnTo>
                      <a:lnTo>
                        <a:pt x="69" y="170"/>
                      </a:lnTo>
                      <a:lnTo>
                        <a:pt x="71" y="171"/>
                      </a:lnTo>
                      <a:lnTo>
                        <a:pt x="71" y="172"/>
                      </a:lnTo>
                      <a:lnTo>
                        <a:pt x="71" y="174"/>
                      </a:lnTo>
                      <a:lnTo>
                        <a:pt x="72" y="175"/>
                      </a:lnTo>
                      <a:lnTo>
                        <a:pt x="72" y="178"/>
                      </a:lnTo>
                      <a:lnTo>
                        <a:pt x="71" y="179"/>
                      </a:lnTo>
                      <a:lnTo>
                        <a:pt x="71" y="182"/>
                      </a:lnTo>
                      <a:lnTo>
                        <a:pt x="68" y="184"/>
                      </a:lnTo>
                      <a:lnTo>
                        <a:pt x="65" y="183"/>
                      </a:lnTo>
                      <a:lnTo>
                        <a:pt x="64" y="182"/>
                      </a:lnTo>
                      <a:lnTo>
                        <a:pt x="63" y="182"/>
                      </a:lnTo>
                      <a:lnTo>
                        <a:pt x="64" y="184"/>
                      </a:lnTo>
                      <a:lnTo>
                        <a:pt x="64" y="184"/>
                      </a:lnTo>
                      <a:lnTo>
                        <a:pt x="65" y="186"/>
                      </a:lnTo>
                      <a:lnTo>
                        <a:pt x="63" y="187"/>
                      </a:lnTo>
                      <a:lnTo>
                        <a:pt x="60" y="187"/>
                      </a:lnTo>
                      <a:lnTo>
                        <a:pt x="59" y="186"/>
                      </a:lnTo>
                      <a:lnTo>
                        <a:pt x="59" y="189"/>
                      </a:lnTo>
                      <a:lnTo>
                        <a:pt x="53" y="193"/>
                      </a:lnTo>
                      <a:lnTo>
                        <a:pt x="50" y="193"/>
                      </a:lnTo>
                      <a:lnTo>
                        <a:pt x="49" y="193"/>
                      </a:lnTo>
                      <a:lnTo>
                        <a:pt x="48" y="193"/>
                      </a:lnTo>
                      <a:lnTo>
                        <a:pt x="48" y="193"/>
                      </a:lnTo>
                      <a:lnTo>
                        <a:pt x="48" y="194"/>
                      </a:lnTo>
                      <a:lnTo>
                        <a:pt x="46" y="194"/>
                      </a:lnTo>
                      <a:lnTo>
                        <a:pt x="45" y="193"/>
                      </a:lnTo>
                      <a:lnTo>
                        <a:pt x="41" y="194"/>
                      </a:lnTo>
                      <a:lnTo>
                        <a:pt x="40" y="197"/>
                      </a:lnTo>
                      <a:lnTo>
                        <a:pt x="38" y="197"/>
                      </a:lnTo>
                      <a:lnTo>
                        <a:pt x="38" y="193"/>
                      </a:lnTo>
                      <a:lnTo>
                        <a:pt x="42" y="189"/>
                      </a:lnTo>
                      <a:lnTo>
                        <a:pt x="42" y="184"/>
                      </a:lnTo>
                      <a:lnTo>
                        <a:pt x="41" y="189"/>
                      </a:lnTo>
                      <a:lnTo>
                        <a:pt x="38" y="191"/>
                      </a:lnTo>
                      <a:lnTo>
                        <a:pt x="35" y="194"/>
                      </a:lnTo>
                      <a:lnTo>
                        <a:pt x="35" y="193"/>
                      </a:lnTo>
                      <a:lnTo>
                        <a:pt x="35" y="193"/>
                      </a:lnTo>
                      <a:lnTo>
                        <a:pt x="35" y="189"/>
                      </a:lnTo>
                      <a:lnTo>
                        <a:pt x="37" y="175"/>
                      </a:lnTo>
                      <a:lnTo>
                        <a:pt x="41" y="172"/>
                      </a:lnTo>
                      <a:lnTo>
                        <a:pt x="40" y="171"/>
                      </a:lnTo>
                      <a:lnTo>
                        <a:pt x="37" y="165"/>
                      </a:lnTo>
                      <a:lnTo>
                        <a:pt x="37" y="160"/>
                      </a:lnTo>
                      <a:lnTo>
                        <a:pt x="35" y="159"/>
                      </a:lnTo>
                      <a:lnTo>
                        <a:pt x="34" y="157"/>
                      </a:lnTo>
                      <a:lnTo>
                        <a:pt x="35" y="157"/>
                      </a:lnTo>
                      <a:lnTo>
                        <a:pt x="33" y="156"/>
                      </a:lnTo>
                      <a:lnTo>
                        <a:pt x="31" y="152"/>
                      </a:lnTo>
                      <a:lnTo>
                        <a:pt x="30" y="149"/>
                      </a:lnTo>
                      <a:lnTo>
                        <a:pt x="29" y="146"/>
                      </a:lnTo>
                      <a:lnTo>
                        <a:pt x="29" y="145"/>
                      </a:lnTo>
                      <a:lnTo>
                        <a:pt x="26" y="142"/>
                      </a:lnTo>
                      <a:lnTo>
                        <a:pt x="27" y="145"/>
                      </a:lnTo>
                      <a:lnTo>
                        <a:pt x="27" y="149"/>
                      </a:lnTo>
                      <a:lnTo>
                        <a:pt x="22" y="148"/>
                      </a:lnTo>
                      <a:lnTo>
                        <a:pt x="19" y="145"/>
                      </a:lnTo>
                      <a:lnTo>
                        <a:pt x="19" y="144"/>
                      </a:lnTo>
                      <a:lnTo>
                        <a:pt x="16" y="141"/>
                      </a:lnTo>
                      <a:lnTo>
                        <a:pt x="16" y="140"/>
                      </a:lnTo>
                      <a:lnTo>
                        <a:pt x="19" y="140"/>
                      </a:lnTo>
                      <a:lnTo>
                        <a:pt x="21" y="142"/>
                      </a:lnTo>
                      <a:lnTo>
                        <a:pt x="22" y="142"/>
                      </a:lnTo>
                      <a:lnTo>
                        <a:pt x="23" y="142"/>
                      </a:lnTo>
                      <a:lnTo>
                        <a:pt x="22" y="141"/>
                      </a:lnTo>
                      <a:lnTo>
                        <a:pt x="21" y="140"/>
                      </a:lnTo>
                      <a:lnTo>
                        <a:pt x="22" y="138"/>
                      </a:lnTo>
                      <a:lnTo>
                        <a:pt x="23" y="140"/>
                      </a:lnTo>
                      <a:lnTo>
                        <a:pt x="26" y="140"/>
                      </a:lnTo>
                      <a:lnTo>
                        <a:pt x="26" y="137"/>
                      </a:lnTo>
                      <a:lnTo>
                        <a:pt x="23" y="133"/>
                      </a:lnTo>
                      <a:lnTo>
                        <a:pt x="18" y="131"/>
                      </a:lnTo>
                      <a:lnTo>
                        <a:pt x="18" y="130"/>
                      </a:lnTo>
                      <a:lnTo>
                        <a:pt x="15" y="130"/>
                      </a:lnTo>
                      <a:lnTo>
                        <a:pt x="14" y="127"/>
                      </a:lnTo>
                      <a:lnTo>
                        <a:pt x="14" y="130"/>
                      </a:lnTo>
                      <a:lnTo>
                        <a:pt x="11" y="130"/>
                      </a:lnTo>
                      <a:lnTo>
                        <a:pt x="11" y="129"/>
                      </a:lnTo>
                      <a:lnTo>
                        <a:pt x="12" y="126"/>
                      </a:lnTo>
                      <a:lnTo>
                        <a:pt x="11" y="126"/>
                      </a:lnTo>
                      <a:lnTo>
                        <a:pt x="8" y="125"/>
                      </a:lnTo>
                      <a:lnTo>
                        <a:pt x="8" y="126"/>
                      </a:lnTo>
                      <a:lnTo>
                        <a:pt x="10" y="129"/>
                      </a:lnTo>
                      <a:lnTo>
                        <a:pt x="3" y="123"/>
                      </a:lnTo>
                      <a:lnTo>
                        <a:pt x="1" y="119"/>
                      </a:lnTo>
                      <a:lnTo>
                        <a:pt x="0" y="117"/>
                      </a:lnTo>
                      <a:lnTo>
                        <a:pt x="0" y="117"/>
                      </a:lnTo>
                      <a:lnTo>
                        <a:pt x="0" y="115"/>
                      </a:lnTo>
                      <a:lnTo>
                        <a:pt x="1" y="112"/>
                      </a:lnTo>
                      <a:lnTo>
                        <a:pt x="4" y="110"/>
                      </a:lnTo>
                      <a:lnTo>
                        <a:pt x="4" y="110"/>
                      </a:lnTo>
                      <a:lnTo>
                        <a:pt x="7" y="107"/>
                      </a:lnTo>
                      <a:lnTo>
                        <a:pt x="7" y="102"/>
                      </a:lnTo>
                      <a:lnTo>
                        <a:pt x="7" y="99"/>
                      </a:lnTo>
                      <a:lnTo>
                        <a:pt x="8" y="99"/>
                      </a:lnTo>
                      <a:lnTo>
                        <a:pt x="10" y="99"/>
                      </a:lnTo>
                      <a:lnTo>
                        <a:pt x="11" y="93"/>
                      </a:lnTo>
                      <a:lnTo>
                        <a:pt x="11" y="91"/>
                      </a:lnTo>
                      <a:lnTo>
                        <a:pt x="11" y="88"/>
                      </a:lnTo>
                      <a:lnTo>
                        <a:pt x="11" y="84"/>
                      </a:lnTo>
                      <a:lnTo>
                        <a:pt x="14" y="84"/>
                      </a:lnTo>
                      <a:lnTo>
                        <a:pt x="14" y="78"/>
                      </a:lnTo>
                      <a:lnTo>
                        <a:pt x="14" y="76"/>
                      </a:lnTo>
                      <a:lnTo>
                        <a:pt x="12" y="69"/>
                      </a:lnTo>
                      <a:lnTo>
                        <a:pt x="15" y="69"/>
                      </a:lnTo>
                      <a:lnTo>
                        <a:pt x="18" y="69"/>
                      </a:lnTo>
                      <a:lnTo>
                        <a:pt x="22" y="69"/>
                      </a:lnTo>
                      <a:lnTo>
                        <a:pt x="23" y="64"/>
                      </a:lnTo>
                      <a:lnTo>
                        <a:pt x="25" y="58"/>
                      </a:lnTo>
                      <a:lnTo>
                        <a:pt x="29" y="50"/>
                      </a:lnTo>
                      <a:lnTo>
                        <a:pt x="25" y="49"/>
                      </a:lnTo>
                      <a:lnTo>
                        <a:pt x="25" y="47"/>
                      </a:lnTo>
                      <a:lnTo>
                        <a:pt x="29" y="40"/>
                      </a:lnTo>
                      <a:lnTo>
                        <a:pt x="30" y="35"/>
                      </a:lnTo>
                      <a:lnTo>
                        <a:pt x="29" y="32"/>
                      </a:lnTo>
                      <a:lnTo>
                        <a:pt x="30" y="30"/>
                      </a:lnTo>
                      <a:lnTo>
                        <a:pt x="34" y="21"/>
                      </a:lnTo>
                      <a:lnTo>
                        <a:pt x="38" y="21"/>
                      </a:lnTo>
                      <a:lnTo>
                        <a:pt x="41" y="17"/>
                      </a:lnTo>
                      <a:lnTo>
                        <a:pt x="42" y="13"/>
                      </a:lnTo>
                      <a:lnTo>
                        <a:pt x="48" y="12"/>
                      </a:lnTo>
                      <a:lnTo>
                        <a:pt x="52" y="9"/>
                      </a:lnTo>
                      <a:lnTo>
                        <a:pt x="53" y="11"/>
                      </a:lnTo>
                      <a:lnTo>
                        <a:pt x="56" y="12"/>
                      </a:lnTo>
                      <a:lnTo>
                        <a:pt x="56" y="9"/>
                      </a:lnTo>
                      <a:lnTo>
                        <a:pt x="56" y="6"/>
                      </a:lnTo>
                      <a:lnTo>
                        <a:pt x="59" y="4"/>
                      </a:lnTo>
                      <a:lnTo>
                        <a:pt x="59" y="1"/>
                      </a:lnTo>
                      <a:lnTo>
                        <a:pt x="57" y="1"/>
                      </a:lnTo>
                      <a:lnTo>
                        <a:pt x="57" y="1"/>
                      </a:lnTo>
                      <a:close/>
                      <a:moveTo>
                        <a:pt x="19" y="150"/>
                      </a:moveTo>
                      <a:lnTo>
                        <a:pt x="19" y="153"/>
                      </a:lnTo>
                      <a:lnTo>
                        <a:pt x="23" y="155"/>
                      </a:lnTo>
                      <a:lnTo>
                        <a:pt x="23" y="152"/>
                      </a:lnTo>
                      <a:lnTo>
                        <a:pt x="21" y="149"/>
                      </a:lnTo>
                      <a:lnTo>
                        <a:pt x="19" y="15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1053"/>
                <p:cNvSpPr>
                  <a:spLocks noEditPoints="1"/>
                </p:cNvSpPr>
                <p:nvPr/>
              </p:nvSpPr>
              <p:spPr bwMode="auto">
                <a:xfrm>
                  <a:off x="6858076" y="3831284"/>
                  <a:ext cx="142800" cy="187788"/>
                </a:xfrm>
                <a:custGeom>
                  <a:avLst/>
                  <a:gdLst/>
                  <a:ahLst/>
                  <a:cxnLst>
                    <a:cxn ang="0">
                      <a:pos x="70" y="85"/>
                    </a:cxn>
                    <a:cxn ang="0">
                      <a:pos x="66" y="90"/>
                    </a:cxn>
                    <a:cxn ang="0">
                      <a:pos x="67" y="96"/>
                    </a:cxn>
                    <a:cxn ang="0">
                      <a:pos x="62" y="86"/>
                    </a:cxn>
                    <a:cxn ang="0">
                      <a:pos x="62" y="81"/>
                    </a:cxn>
                    <a:cxn ang="0">
                      <a:pos x="59" y="83"/>
                    </a:cxn>
                    <a:cxn ang="0">
                      <a:pos x="59" y="75"/>
                    </a:cxn>
                    <a:cxn ang="0">
                      <a:pos x="53" y="62"/>
                    </a:cxn>
                    <a:cxn ang="0">
                      <a:pos x="51" y="63"/>
                    </a:cxn>
                    <a:cxn ang="0">
                      <a:pos x="43" y="60"/>
                    </a:cxn>
                    <a:cxn ang="0">
                      <a:pos x="38" y="55"/>
                    </a:cxn>
                    <a:cxn ang="0">
                      <a:pos x="39" y="63"/>
                    </a:cxn>
                    <a:cxn ang="0">
                      <a:pos x="40" y="68"/>
                    </a:cxn>
                    <a:cxn ang="0">
                      <a:pos x="35" y="78"/>
                    </a:cxn>
                    <a:cxn ang="0">
                      <a:pos x="35" y="74"/>
                    </a:cxn>
                    <a:cxn ang="0">
                      <a:pos x="32" y="75"/>
                    </a:cxn>
                    <a:cxn ang="0">
                      <a:pos x="32" y="67"/>
                    </a:cxn>
                    <a:cxn ang="0">
                      <a:pos x="31" y="70"/>
                    </a:cxn>
                    <a:cxn ang="0">
                      <a:pos x="31" y="75"/>
                    </a:cxn>
                    <a:cxn ang="0">
                      <a:pos x="29" y="78"/>
                    </a:cxn>
                    <a:cxn ang="0">
                      <a:pos x="25" y="79"/>
                    </a:cxn>
                    <a:cxn ang="0">
                      <a:pos x="21" y="75"/>
                    </a:cxn>
                    <a:cxn ang="0">
                      <a:pos x="19" y="70"/>
                    </a:cxn>
                    <a:cxn ang="0">
                      <a:pos x="14" y="55"/>
                    </a:cxn>
                    <a:cxn ang="0">
                      <a:pos x="13" y="44"/>
                    </a:cxn>
                    <a:cxn ang="0">
                      <a:pos x="4" y="34"/>
                    </a:cxn>
                    <a:cxn ang="0">
                      <a:pos x="6" y="25"/>
                    </a:cxn>
                    <a:cxn ang="0">
                      <a:pos x="13" y="22"/>
                    </a:cxn>
                    <a:cxn ang="0">
                      <a:pos x="9" y="17"/>
                    </a:cxn>
                    <a:cxn ang="0">
                      <a:pos x="0" y="13"/>
                    </a:cxn>
                    <a:cxn ang="0">
                      <a:pos x="2" y="5"/>
                    </a:cxn>
                    <a:cxn ang="0">
                      <a:pos x="5" y="0"/>
                    </a:cxn>
                    <a:cxn ang="0">
                      <a:pos x="8" y="6"/>
                    </a:cxn>
                    <a:cxn ang="0">
                      <a:pos x="14" y="7"/>
                    </a:cxn>
                    <a:cxn ang="0">
                      <a:pos x="13" y="5"/>
                    </a:cxn>
                    <a:cxn ang="0">
                      <a:pos x="20" y="9"/>
                    </a:cxn>
                    <a:cxn ang="0">
                      <a:pos x="24" y="11"/>
                    </a:cxn>
                    <a:cxn ang="0">
                      <a:pos x="25" y="20"/>
                    </a:cxn>
                    <a:cxn ang="0">
                      <a:pos x="31" y="22"/>
                    </a:cxn>
                    <a:cxn ang="0">
                      <a:pos x="43" y="24"/>
                    </a:cxn>
                    <a:cxn ang="0">
                      <a:pos x="55" y="24"/>
                    </a:cxn>
                    <a:cxn ang="0">
                      <a:pos x="59" y="26"/>
                    </a:cxn>
                    <a:cxn ang="0">
                      <a:pos x="59" y="33"/>
                    </a:cxn>
                    <a:cxn ang="0">
                      <a:pos x="55" y="41"/>
                    </a:cxn>
                    <a:cxn ang="0">
                      <a:pos x="53" y="41"/>
                    </a:cxn>
                    <a:cxn ang="0">
                      <a:pos x="47" y="45"/>
                    </a:cxn>
                    <a:cxn ang="0">
                      <a:pos x="51" y="52"/>
                    </a:cxn>
                    <a:cxn ang="0">
                      <a:pos x="55" y="59"/>
                    </a:cxn>
                    <a:cxn ang="0">
                      <a:pos x="57" y="56"/>
                    </a:cxn>
                    <a:cxn ang="0">
                      <a:pos x="59" y="51"/>
                    </a:cxn>
                    <a:cxn ang="0">
                      <a:pos x="61" y="49"/>
                    </a:cxn>
                    <a:cxn ang="0">
                      <a:pos x="65" y="53"/>
                    </a:cxn>
                    <a:cxn ang="0">
                      <a:pos x="67" y="62"/>
                    </a:cxn>
                    <a:cxn ang="0">
                      <a:pos x="70" y="74"/>
                    </a:cxn>
                    <a:cxn ang="0">
                      <a:pos x="72" y="78"/>
                    </a:cxn>
                    <a:cxn ang="0">
                      <a:pos x="53" y="67"/>
                    </a:cxn>
                    <a:cxn ang="0">
                      <a:pos x="51" y="70"/>
                    </a:cxn>
                    <a:cxn ang="0">
                      <a:pos x="53" y="67"/>
                    </a:cxn>
                    <a:cxn ang="0">
                      <a:pos x="47" y="71"/>
                    </a:cxn>
                    <a:cxn ang="0">
                      <a:pos x="50" y="67"/>
                    </a:cxn>
                    <a:cxn ang="0">
                      <a:pos x="46" y="66"/>
                    </a:cxn>
                    <a:cxn ang="0">
                      <a:pos x="40" y="66"/>
                    </a:cxn>
                    <a:cxn ang="0">
                      <a:pos x="44" y="71"/>
                    </a:cxn>
                  </a:cxnLst>
                  <a:rect l="0" t="0" r="r" b="b"/>
                  <a:pathLst>
                    <a:path w="73" h="96">
                      <a:moveTo>
                        <a:pt x="73" y="78"/>
                      </a:moveTo>
                      <a:lnTo>
                        <a:pt x="73" y="82"/>
                      </a:lnTo>
                      <a:lnTo>
                        <a:pt x="70" y="85"/>
                      </a:lnTo>
                      <a:lnTo>
                        <a:pt x="70" y="85"/>
                      </a:lnTo>
                      <a:lnTo>
                        <a:pt x="67" y="87"/>
                      </a:lnTo>
                      <a:lnTo>
                        <a:pt x="66" y="90"/>
                      </a:lnTo>
                      <a:lnTo>
                        <a:pt x="66" y="92"/>
                      </a:lnTo>
                      <a:lnTo>
                        <a:pt x="66" y="92"/>
                      </a:lnTo>
                      <a:lnTo>
                        <a:pt x="67" y="96"/>
                      </a:lnTo>
                      <a:lnTo>
                        <a:pt x="66" y="96"/>
                      </a:lnTo>
                      <a:lnTo>
                        <a:pt x="65" y="90"/>
                      </a:lnTo>
                      <a:lnTo>
                        <a:pt x="62" y="86"/>
                      </a:lnTo>
                      <a:lnTo>
                        <a:pt x="61" y="85"/>
                      </a:lnTo>
                      <a:lnTo>
                        <a:pt x="62" y="83"/>
                      </a:lnTo>
                      <a:lnTo>
                        <a:pt x="62" y="81"/>
                      </a:lnTo>
                      <a:lnTo>
                        <a:pt x="61" y="82"/>
                      </a:lnTo>
                      <a:lnTo>
                        <a:pt x="59" y="83"/>
                      </a:lnTo>
                      <a:lnTo>
                        <a:pt x="59" y="83"/>
                      </a:lnTo>
                      <a:lnTo>
                        <a:pt x="59" y="79"/>
                      </a:lnTo>
                      <a:lnTo>
                        <a:pt x="59" y="78"/>
                      </a:lnTo>
                      <a:lnTo>
                        <a:pt x="59" y="75"/>
                      </a:lnTo>
                      <a:lnTo>
                        <a:pt x="59" y="72"/>
                      </a:lnTo>
                      <a:lnTo>
                        <a:pt x="58" y="71"/>
                      </a:lnTo>
                      <a:lnTo>
                        <a:pt x="53" y="62"/>
                      </a:lnTo>
                      <a:lnTo>
                        <a:pt x="53" y="62"/>
                      </a:lnTo>
                      <a:lnTo>
                        <a:pt x="53" y="63"/>
                      </a:lnTo>
                      <a:lnTo>
                        <a:pt x="51" y="63"/>
                      </a:lnTo>
                      <a:lnTo>
                        <a:pt x="48" y="64"/>
                      </a:lnTo>
                      <a:lnTo>
                        <a:pt x="43" y="62"/>
                      </a:lnTo>
                      <a:lnTo>
                        <a:pt x="43" y="60"/>
                      </a:lnTo>
                      <a:lnTo>
                        <a:pt x="42" y="60"/>
                      </a:lnTo>
                      <a:lnTo>
                        <a:pt x="39" y="59"/>
                      </a:lnTo>
                      <a:lnTo>
                        <a:pt x="38" y="55"/>
                      </a:lnTo>
                      <a:lnTo>
                        <a:pt x="38" y="59"/>
                      </a:lnTo>
                      <a:lnTo>
                        <a:pt x="40" y="62"/>
                      </a:lnTo>
                      <a:lnTo>
                        <a:pt x="39" y="63"/>
                      </a:lnTo>
                      <a:lnTo>
                        <a:pt x="36" y="64"/>
                      </a:lnTo>
                      <a:lnTo>
                        <a:pt x="39" y="66"/>
                      </a:lnTo>
                      <a:lnTo>
                        <a:pt x="40" y="68"/>
                      </a:lnTo>
                      <a:lnTo>
                        <a:pt x="40" y="72"/>
                      </a:lnTo>
                      <a:lnTo>
                        <a:pt x="38" y="74"/>
                      </a:lnTo>
                      <a:lnTo>
                        <a:pt x="35" y="78"/>
                      </a:lnTo>
                      <a:lnTo>
                        <a:pt x="34" y="77"/>
                      </a:lnTo>
                      <a:lnTo>
                        <a:pt x="35" y="74"/>
                      </a:lnTo>
                      <a:lnTo>
                        <a:pt x="35" y="74"/>
                      </a:lnTo>
                      <a:lnTo>
                        <a:pt x="36" y="72"/>
                      </a:lnTo>
                      <a:lnTo>
                        <a:pt x="34" y="72"/>
                      </a:lnTo>
                      <a:lnTo>
                        <a:pt x="32" y="75"/>
                      </a:lnTo>
                      <a:lnTo>
                        <a:pt x="31" y="72"/>
                      </a:lnTo>
                      <a:lnTo>
                        <a:pt x="32" y="68"/>
                      </a:lnTo>
                      <a:lnTo>
                        <a:pt x="32" y="67"/>
                      </a:lnTo>
                      <a:lnTo>
                        <a:pt x="31" y="66"/>
                      </a:lnTo>
                      <a:lnTo>
                        <a:pt x="31" y="67"/>
                      </a:lnTo>
                      <a:lnTo>
                        <a:pt x="31" y="70"/>
                      </a:lnTo>
                      <a:lnTo>
                        <a:pt x="29" y="72"/>
                      </a:lnTo>
                      <a:lnTo>
                        <a:pt x="29" y="72"/>
                      </a:lnTo>
                      <a:lnTo>
                        <a:pt x="31" y="75"/>
                      </a:lnTo>
                      <a:lnTo>
                        <a:pt x="31" y="78"/>
                      </a:lnTo>
                      <a:lnTo>
                        <a:pt x="29" y="79"/>
                      </a:lnTo>
                      <a:lnTo>
                        <a:pt x="29" y="78"/>
                      </a:lnTo>
                      <a:lnTo>
                        <a:pt x="27" y="78"/>
                      </a:lnTo>
                      <a:lnTo>
                        <a:pt x="25" y="78"/>
                      </a:lnTo>
                      <a:lnTo>
                        <a:pt x="25" y="79"/>
                      </a:lnTo>
                      <a:lnTo>
                        <a:pt x="24" y="79"/>
                      </a:lnTo>
                      <a:lnTo>
                        <a:pt x="23" y="78"/>
                      </a:lnTo>
                      <a:lnTo>
                        <a:pt x="21" y="75"/>
                      </a:lnTo>
                      <a:lnTo>
                        <a:pt x="20" y="77"/>
                      </a:lnTo>
                      <a:lnTo>
                        <a:pt x="20" y="72"/>
                      </a:lnTo>
                      <a:lnTo>
                        <a:pt x="19" y="70"/>
                      </a:lnTo>
                      <a:lnTo>
                        <a:pt x="19" y="66"/>
                      </a:lnTo>
                      <a:lnTo>
                        <a:pt x="14" y="60"/>
                      </a:lnTo>
                      <a:lnTo>
                        <a:pt x="14" y="55"/>
                      </a:lnTo>
                      <a:lnTo>
                        <a:pt x="14" y="53"/>
                      </a:lnTo>
                      <a:lnTo>
                        <a:pt x="13" y="49"/>
                      </a:lnTo>
                      <a:lnTo>
                        <a:pt x="13" y="44"/>
                      </a:lnTo>
                      <a:lnTo>
                        <a:pt x="10" y="40"/>
                      </a:lnTo>
                      <a:lnTo>
                        <a:pt x="6" y="39"/>
                      </a:lnTo>
                      <a:lnTo>
                        <a:pt x="4" y="34"/>
                      </a:lnTo>
                      <a:lnTo>
                        <a:pt x="4" y="29"/>
                      </a:lnTo>
                      <a:lnTo>
                        <a:pt x="6" y="29"/>
                      </a:lnTo>
                      <a:lnTo>
                        <a:pt x="6" y="25"/>
                      </a:lnTo>
                      <a:lnTo>
                        <a:pt x="9" y="24"/>
                      </a:lnTo>
                      <a:lnTo>
                        <a:pt x="10" y="25"/>
                      </a:lnTo>
                      <a:lnTo>
                        <a:pt x="13" y="22"/>
                      </a:lnTo>
                      <a:lnTo>
                        <a:pt x="12" y="20"/>
                      </a:lnTo>
                      <a:lnTo>
                        <a:pt x="12" y="17"/>
                      </a:lnTo>
                      <a:lnTo>
                        <a:pt x="9" y="17"/>
                      </a:lnTo>
                      <a:lnTo>
                        <a:pt x="6" y="18"/>
                      </a:lnTo>
                      <a:lnTo>
                        <a:pt x="0" y="15"/>
                      </a:lnTo>
                      <a:lnTo>
                        <a:pt x="0" y="13"/>
                      </a:lnTo>
                      <a:lnTo>
                        <a:pt x="2" y="9"/>
                      </a:lnTo>
                      <a:lnTo>
                        <a:pt x="4" y="6"/>
                      </a:lnTo>
                      <a:lnTo>
                        <a:pt x="2" y="5"/>
                      </a:lnTo>
                      <a:lnTo>
                        <a:pt x="2" y="2"/>
                      </a:lnTo>
                      <a:lnTo>
                        <a:pt x="4" y="2"/>
                      </a:lnTo>
                      <a:lnTo>
                        <a:pt x="5" y="0"/>
                      </a:lnTo>
                      <a:lnTo>
                        <a:pt x="5" y="2"/>
                      </a:lnTo>
                      <a:lnTo>
                        <a:pt x="8" y="5"/>
                      </a:lnTo>
                      <a:lnTo>
                        <a:pt x="8" y="6"/>
                      </a:lnTo>
                      <a:lnTo>
                        <a:pt x="9" y="9"/>
                      </a:lnTo>
                      <a:lnTo>
                        <a:pt x="13" y="9"/>
                      </a:lnTo>
                      <a:lnTo>
                        <a:pt x="14" y="7"/>
                      </a:lnTo>
                      <a:lnTo>
                        <a:pt x="12" y="7"/>
                      </a:lnTo>
                      <a:lnTo>
                        <a:pt x="13" y="5"/>
                      </a:lnTo>
                      <a:lnTo>
                        <a:pt x="13" y="5"/>
                      </a:lnTo>
                      <a:lnTo>
                        <a:pt x="16" y="7"/>
                      </a:lnTo>
                      <a:lnTo>
                        <a:pt x="17" y="9"/>
                      </a:lnTo>
                      <a:lnTo>
                        <a:pt x="20" y="9"/>
                      </a:lnTo>
                      <a:lnTo>
                        <a:pt x="20" y="9"/>
                      </a:lnTo>
                      <a:lnTo>
                        <a:pt x="21" y="7"/>
                      </a:lnTo>
                      <a:lnTo>
                        <a:pt x="24" y="11"/>
                      </a:lnTo>
                      <a:lnTo>
                        <a:pt x="24" y="15"/>
                      </a:lnTo>
                      <a:lnTo>
                        <a:pt x="24" y="17"/>
                      </a:lnTo>
                      <a:lnTo>
                        <a:pt x="25" y="20"/>
                      </a:lnTo>
                      <a:lnTo>
                        <a:pt x="25" y="22"/>
                      </a:lnTo>
                      <a:lnTo>
                        <a:pt x="28" y="22"/>
                      </a:lnTo>
                      <a:lnTo>
                        <a:pt x="31" y="22"/>
                      </a:lnTo>
                      <a:lnTo>
                        <a:pt x="34" y="24"/>
                      </a:lnTo>
                      <a:lnTo>
                        <a:pt x="38" y="24"/>
                      </a:lnTo>
                      <a:lnTo>
                        <a:pt x="43" y="24"/>
                      </a:lnTo>
                      <a:lnTo>
                        <a:pt x="47" y="24"/>
                      </a:lnTo>
                      <a:lnTo>
                        <a:pt x="53" y="24"/>
                      </a:lnTo>
                      <a:lnTo>
                        <a:pt x="55" y="24"/>
                      </a:lnTo>
                      <a:lnTo>
                        <a:pt x="55" y="24"/>
                      </a:lnTo>
                      <a:lnTo>
                        <a:pt x="58" y="24"/>
                      </a:lnTo>
                      <a:lnTo>
                        <a:pt x="59" y="26"/>
                      </a:lnTo>
                      <a:lnTo>
                        <a:pt x="62" y="26"/>
                      </a:lnTo>
                      <a:lnTo>
                        <a:pt x="59" y="30"/>
                      </a:lnTo>
                      <a:lnTo>
                        <a:pt x="59" y="33"/>
                      </a:lnTo>
                      <a:lnTo>
                        <a:pt x="58" y="39"/>
                      </a:lnTo>
                      <a:lnTo>
                        <a:pt x="55" y="39"/>
                      </a:lnTo>
                      <a:lnTo>
                        <a:pt x="55" y="41"/>
                      </a:lnTo>
                      <a:lnTo>
                        <a:pt x="55" y="43"/>
                      </a:lnTo>
                      <a:lnTo>
                        <a:pt x="53" y="43"/>
                      </a:lnTo>
                      <a:lnTo>
                        <a:pt x="53" y="41"/>
                      </a:lnTo>
                      <a:lnTo>
                        <a:pt x="50" y="43"/>
                      </a:lnTo>
                      <a:lnTo>
                        <a:pt x="48" y="45"/>
                      </a:lnTo>
                      <a:lnTo>
                        <a:pt x="47" y="45"/>
                      </a:lnTo>
                      <a:lnTo>
                        <a:pt x="47" y="48"/>
                      </a:lnTo>
                      <a:lnTo>
                        <a:pt x="50" y="51"/>
                      </a:lnTo>
                      <a:lnTo>
                        <a:pt x="51" y="52"/>
                      </a:lnTo>
                      <a:lnTo>
                        <a:pt x="51" y="53"/>
                      </a:lnTo>
                      <a:lnTo>
                        <a:pt x="54" y="56"/>
                      </a:lnTo>
                      <a:lnTo>
                        <a:pt x="55" y="59"/>
                      </a:lnTo>
                      <a:lnTo>
                        <a:pt x="57" y="59"/>
                      </a:lnTo>
                      <a:lnTo>
                        <a:pt x="58" y="56"/>
                      </a:lnTo>
                      <a:lnTo>
                        <a:pt x="57" y="56"/>
                      </a:lnTo>
                      <a:lnTo>
                        <a:pt x="58" y="53"/>
                      </a:lnTo>
                      <a:lnTo>
                        <a:pt x="58" y="52"/>
                      </a:lnTo>
                      <a:lnTo>
                        <a:pt x="59" y="51"/>
                      </a:lnTo>
                      <a:lnTo>
                        <a:pt x="58" y="49"/>
                      </a:lnTo>
                      <a:lnTo>
                        <a:pt x="59" y="49"/>
                      </a:lnTo>
                      <a:lnTo>
                        <a:pt x="61" y="49"/>
                      </a:lnTo>
                      <a:lnTo>
                        <a:pt x="63" y="49"/>
                      </a:lnTo>
                      <a:lnTo>
                        <a:pt x="65" y="51"/>
                      </a:lnTo>
                      <a:lnTo>
                        <a:pt x="65" y="53"/>
                      </a:lnTo>
                      <a:lnTo>
                        <a:pt x="66" y="58"/>
                      </a:lnTo>
                      <a:lnTo>
                        <a:pt x="66" y="60"/>
                      </a:lnTo>
                      <a:lnTo>
                        <a:pt x="67" y="62"/>
                      </a:lnTo>
                      <a:lnTo>
                        <a:pt x="69" y="68"/>
                      </a:lnTo>
                      <a:lnTo>
                        <a:pt x="69" y="71"/>
                      </a:lnTo>
                      <a:lnTo>
                        <a:pt x="70" y="74"/>
                      </a:lnTo>
                      <a:lnTo>
                        <a:pt x="72" y="75"/>
                      </a:lnTo>
                      <a:lnTo>
                        <a:pt x="72" y="77"/>
                      </a:lnTo>
                      <a:lnTo>
                        <a:pt x="72" y="78"/>
                      </a:lnTo>
                      <a:lnTo>
                        <a:pt x="73" y="78"/>
                      </a:lnTo>
                      <a:lnTo>
                        <a:pt x="73" y="78"/>
                      </a:lnTo>
                      <a:close/>
                      <a:moveTo>
                        <a:pt x="53" y="67"/>
                      </a:moveTo>
                      <a:lnTo>
                        <a:pt x="53" y="66"/>
                      </a:lnTo>
                      <a:lnTo>
                        <a:pt x="51" y="67"/>
                      </a:lnTo>
                      <a:lnTo>
                        <a:pt x="51" y="70"/>
                      </a:lnTo>
                      <a:lnTo>
                        <a:pt x="53" y="68"/>
                      </a:lnTo>
                      <a:lnTo>
                        <a:pt x="53" y="67"/>
                      </a:lnTo>
                      <a:lnTo>
                        <a:pt x="53" y="67"/>
                      </a:lnTo>
                      <a:close/>
                      <a:moveTo>
                        <a:pt x="46" y="66"/>
                      </a:moveTo>
                      <a:lnTo>
                        <a:pt x="47" y="68"/>
                      </a:lnTo>
                      <a:lnTo>
                        <a:pt x="47" y="71"/>
                      </a:lnTo>
                      <a:lnTo>
                        <a:pt x="48" y="72"/>
                      </a:lnTo>
                      <a:lnTo>
                        <a:pt x="50" y="70"/>
                      </a:lnTo>
                      <a:lnTo>
                        <a:pt x="50" y="67"/>
                      </a:lnTo>
                      <a:lnTo>
                        <a:pt x="46" y="64"/>
                      </a:lnTo>
                      <a:lnTo>
                        <a:pt x="46" y="64"/>
                      </a:lnTo>
                      <a:lnTo>
                        <a:pt x="46" y="66"/>
                      </a:lnTo>
                      <a:lnTo>
                        <a:pt x="46" y="66"/>
                      </a:lnTo>
                      <a:close/>
                      <a:moveTo>
                        <a:pt x="43" y="64"/>
                      </a:moveTo>
                      <a:lnTo>
                        <a:pt x="40" y="66"/>
                      </a:lnTo>
                      <a:lnTo>
                        <a:pt x="40" y="66"/>
                      </a:lnTo>
                      <a:lnTo>
                        <a:pt x="42" y="71"/>
                      </a:lnTo>
                      <a:lnTo>
                        <a:pt x="44" y="71"/>
                      </a:lnTo>
                      <a:lnTo>
                        <a:pt x="44" y="67"/>
                      </a:lnTo>
                      <a:lnTo>
                        <a:pt x="43" y="64"/>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1055"/>
                <p:cNvSpPr>
                  <a:spLocks/>
                </p:cNvSpPr>
                <p:nvPr/>
              </p:nvSpPr>
              <p:spPr bwMode="auto">
                <a:xfrm>
                  <a:off x="6884155" y="3797727"/>
                  <a:ext cx="82562" cy="50663"/>
                </a:xfrm>
                <a:custGeom>
                  <a:avLst/>
                  <a:gdLst/>
                  <a:ahLst/>
                  <a:cxnLst>
                    <a:cxn ang="0">
                      <a:pos x="2" y="12"/>
                    </a:cxn>
                    <a:cxn ang="0">
                      <a:pos x="4" y="11"/>
                    </a:cxn>
                    <a:cxn ang="0">
                      <a:pos x="7" y="5"/>
                    </a:cxn>
                    <a:cxn ang="0">
                      <a:pos x="15" y="1"/>
                    </a:cxn>
                    <a:cxn ang="0">
                      <a:pos x="19" y="0"/>
                    </a:cxn>
                    <a:cxn ang="0">
                      <a:pos x="21" y="2"/>
                    </a:cxn>
                    <a:cxn ang="0">
                      <a:pos x="28" y="4"/>
                    </a:cxn>
                    <a:cxn ang="0">
                      <a:pos x="30" y="5"/>
                    </a:cxn>
                    <a:cxn ang="0">
                      <a:pos x="34" y="2"/>
                    </a:cxn>
                    <a:cxn ang="0">
                      <a:pos x="37" y="4"/>
                    </a:cxn>
                    <a:cxn ang="0">
                      <a:pos x="40" y="6"/>
                    </a:cxn>
                    <a:cxn ang="0">
                      <a:pos x="41" y="6"/>
                    </a:cxn>
                    <a:cxn ang="0">
                      <a:pos x="40" y="9"/>
                    </a:cxn>
                    <a:cxn ang="0">
                      <a:pos x="40" y="12"/>
                    </a:cxn>
                    <a:cxn ang="0">
                      <a:pos x="44" y="15"/>
                    </a:cxn>
                    <a:cxn ang="0">
                      <a:pos x="44" y="19"/>
                    </a:cxn>
                    <a:cxn ang="0">
                      <a:pos x="44" y="20"/>
                    </a:cxn>
                    <a:cxn ang="0">
                      <a:pos x="38" y="23"/>
                    </a:cxn>
                    <a:cxn ang="0">
                      <a:pos x="34" y="23"/>
                    </a:cxn>
                    <a:cxn ang="0">
                      <a:pos x="30" y="24"/>
                    </a:cxn>
                    <a:cxn ang="0">
                      <a:pos x="26" y="23"/>
                    </a:cxn>
                    <a:cxn ang="0">
                      <a:pos x="23" y="23"/>
                    </a:cxn>
                    <a:cxn ang="0">
                      <a:pos x="21" y="27"/>
                    </a:cxn>
                    <a:cxn ang="0">
                      <a:pos x="17" y="27"/>
                    </a:cxn>
                    <a:cxn ang="0">
                      <a:pos x="10" y="23"/>
                    </a:cxn>
                    <a:cxn ang="0">
                      <a:pos x="8" y="24"/>
                    </a:cxn>
                    <a:cxn ang="0">
                      <a:pos x="3" y="23"/>
                    </a:cxn>
                    <a:cxn ang="0">
                      <a:pos x="0" y="19"/>
                    </a:cxn>
                    <a:cxn ang="0">
                      <a:pos x="2" y="16"/>
                    </a:cxn>
                    <a:cxn ang="0">
                      <a:pos x="2" y="12"/>
                    </a:cxn>
                  </a:cxnLst>
                  <a:rect l="0" t="0" r="r" b="b"/>
                  <a:pathLst>
                    <a:path w="44" h="27">
                      <a:moveTo>
                        <a:pt x="2" y="12"/>
                      </a:moveTo>
                      <a:lnTo>
                        <a:pt x="4" y="11"/>
                      </a:lnTo>
                      <a:lnTo>
                        <a:pt x="7" y="5"/>
                      </a:lnTo>
                      <a:lnTo>
                        <a:pt x="15" y="1"/>
                      </a:lnTo>
                      <a:lnTo>
                        <a:pt x="19" y="0"/>
                      </a:lnTo>
                      <a:lnTo>
                        <a:pt x="21" y="2"/>
                      </a:lnTo>
                      <a:lnTo>
                        <a:pt x="28" y="4"/>
                      </a:lnTo>
                      <a:lnTo>
                        <a:pt x="30" y="5"/>
                      </a:lnTo>
                      <a:lnTo>
                        <a:pt x="34" y="2"/>
                      </a:lnTo>
                      <a:lnTo>
                        <a:pt x="37" y="4"/>
                      </a:lnTo>
                      <a:lnTo>
                        <a:pt x="40" y="6"/>
                      </a:lnTo>
                      <a:lnTo>
                        <a:pt x="41" y="6"/>
                      </a:lnTo>
                      <a:lnTo>
                        <a:pt x="40" y="9"/>
                      </a:lnTo>
                      <a:lnTo>
                        <a:pt x="40" y="12"/>
                      </a:lnTo>
                      <a:lnTo>
                        <a:pt x="44" y="15"/>
                      </a:lnTo>
                      <a:lnTo>
                        <a:pt x="44" y="19"/>
                      </a:lnTo>
                      <a:lnTo>
                        <a:pt x="44" y="20"/>
                      </a:lnTo>
                      <a:lnTo>
                        <a:pt x="38" y="23"/>
                      </a:lnTo>
                      <a:lnTo>
                        <a:pt x="34" y="23"/>
                      </a:lnTo>
                      <a:lnTo>
                        <a:pt x="30" y="24"/>
                      </a:lnTo>
                      <a:lnTo>
                        <a:pt x="26" y="23"/>
                      </a:lnTo>
                      <a:lnTo>
                        <a:pt x="23" y="23"/>
                      </a:lnTo>
                      <a:lnTo>
                        <a:pt x="21" y="27"/>
                      </a:lnTo>
                      <a:lnTo>
                        <a:pt x="17" y="27"/>
                      </a:lnTo>
                      <a:lnTo>
                        <a:pt x="10" y="23"/>
                      </a:lnTo>
                      <a:lnTo>
                        <a:pt x="8" y="24"/>
                      </a:lnTo>
                      <a:lnTo>
                        <a:pt x="3" y="23"/>
                      </a:lnTo>
                      <a:lnTo>
                        <a:pt x="0" y="19"/>
                      </a:lnTo>
                      <a:lnTo>
                        <a:pt x="2" y="16"/>
                      </a:lnTo>
                      <a:lnTo>
                        <a:pt x="2" y="1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1059"/>
                <p:cNvSpPr>
                  <a:spLocks noEditPoints="1"/>
                </p:cNvSpPr>
                <p:nvPr/>
              </p:nvSpPr>
              <p:spPr bwMode="auto">
                <a:xfrm>
                  <a:off x="9034545" y="5019612"/>
                  <a:ext cx="60044" cy="157617"/>
                </a:xfrm>
                <a:custGeom>
                  <a:avLst/>
                  <a:gdLst/>
                  <a:ahLst/>
                  <a:cxnLst>
                    <a:cxn ang="0">
                      <a:pos x="32" y="81"/>
                    </a:cxn>
                    <a:cxn ang="0">
                      <a:pos x="31" y="81"/>
                    </a:cxn>
                    <a:cxn ang="0">
                      <a:pos x="31" y="78"/>
                    </a:cxn>
                    <a:cxn ang="0">
                      <a:pos x="31" y="67"/>
                    </a:cxn>
                    <a:cxn ang="0">
                      <a:pos x="28" y="70"/>
                    </a:cxn>
                    <a:cxn ang="0">
                      <a:pos x="30" y="66"/>
                    </a:cxn>
                    <a:cxn ang="0">
                      <a:pos x="20" y="48"/>
                    </a:cxn>
                    <a:cxn ang="0">
                      <a:pos x="24" y="48"/>
                    </a:cxn>
                    <a:cxn ang="0">
                      <a:pos x="23" y="52"/>
                    </a:cxn>
                    <a:cxn ang="0">
                      <a:pos x="20" y="48"/>
                    </a:cxn>
                    <a:cxn ang="0">
                      <a:pos x="23" y="2"/>
                    </a:cxn>
                    <a:cxn ang="0">
                      <a:pos x="23" y="10"/>
                    </a:cxn>
                    <a:cxn ang="0">
                      <a:pos x="23" y="2"/>
                    </a:cxn>
                    <a:cxn ang="0">
                      <a:pos x="16" y="12"/>
                    </a:cxn>
                    <a:cxn ang="0">
                      <a:pos x="20" y="10"/>
                    </a:cxn>
                    <a:cxn ang="0">
                      <a:pos x="17" y="10"/>
                    </a:cxn>
                    <a:cxn ang="0">
                      <a:pos x="16" y="12"/>
                    </a:cxn>
                    <a:cxn ang="0">
                      <a:pos x="23" y="14"/>
                    </a:cxn>
                    <a:cxn ang="0">
                      <a:pos x="24" y="19"/>
                    </a:cxn>
                    <a:cxn ang="0">
                      <a:pos x="23" y="21"/>
                    </a:cxn>
                    <a:cxn ang="0">
                      <a:pos x="23" y="17"/>
                    </a:cxn>
                    <a:cxn ang="0">
                      <a:pos x="23" y="14"/>
                    </a:cxn>
                    <a:cxn ang="0">
                      <a:pos x="21" y="33"/>
                    </a:cxn>
                    <a:cxn ang="0">
                      <a:pos x="25" y="36"/>
                    </a:cxn>
                    <a:cxn ang="0">
                      <a:pos x="20" y="36"/>
                    </a:cxn>
                    <a:cxn ang="0">
                      <a:pos x="19" y="27"/>
                    </a:cxn>
                    <a:cxn ang="0">
                      <a:pos x="23" y="27"/>
                    </a:cxn>
                    <a:cxn ang="0">
                      <a:pos x="24" y="29"/>
                    </a:cxn>
                    <a:cxn ang="0">
                      <a:pos x="21" y="31"/>
                    </a:cxn>
                    <a:cxn ang="0">
                      <a:pos x="17" y="29"/>
                    </a:cxn>
                    <a:cxn ang="0">
                      <a:pos x="19" y="27"/>
                    </a:cxn>
                    <a:cxn ang="0">
                      <a:pos x="10" y="20"/>
                    </a:cxn>
                    <a:cxn ang="0">
                      <a:pos x="13" y="25"/>
                    </a:cxn>
                    <a:cxn ang="0">
                      <a:pos x="16" y="31"/>
                    </a:cxn>
                    <a:cxn ang="0">
                      <a:pos x="10" y="33"/>
                    </a:cxn>
                    <a:cxn ang="0">
                      <a:pos x="10" y="27"/>
                    </a:cxn>
                    <a:cxn ang="0">
                      <a:pos x="10" y="24"/>
                    </a:cxn>
                    <a:cxn ang="0">
                      <a:pos x="8" y="21"/>
                    </a:cxn>
                    <a:cxn ang="0">
                      <a:pos x="8" y="20"/>
                    </a:cxn>
                    <a:cxn ang="0">
                      <a:pos x="0" y="5"/>
                    </a:cxn>
                    <a:cxn ang="0">
                      <a:pos x="1" y="12"/>
                    </a:cxn>
                    <a:cxn ang="0">
                      <a:pos x="5" y="16"/>
                    </a:cxn>
                    <a:cxn ang="0">
                      <a:pos x="8" y="14"/>
                    </a:cxn>
                    <a:cxn ang="0">
                      <a:pos x="9" y="10"/>
                    </a:cxn>
                    <a:cxn ang="0">
                      <a:pos x="9" y="5"/>
                    </a:cxn>
                    <a:cxn ang="0">
                      <a:pos x="6" y="5"/>
                    </a:cxn>
                    <a:cxn ang="0">
                      <a:pos x="5" y="8"/>
                    </a:cxn>
                    <a:cxn ang="0">
                      <a:pos x="4" y="1"/>
                    </a:cxn>
                    <a:cxn ang="0">
                      <a:pos x="1" y="0"/>
                    </a:cxn>
                  </a:cxnLst>
                  <a:rect l="0" t="0" r="r" b="b"/>
                  <a:pathLst>
                    <a:path w="32" h="84">
                      <a:moveTo>
                        <a:pt x="31" y="78"/>
                      </a:moveTo>
                      <a:lnTo>
                        <a:pt x="32" y="81"/>
                      </a:lnTo>
                      <a:lnTo>
                        <a:pt x="32" y="84"/>
                      </a:lnTo>
                      <a:lnTo>
                        <a:pt x="31" y="81"/>
                      </a:lnTo>
                      <a:lnTo>
                        <a:pt x="31" y="78"/>
                      </a:lnTo>
                      <a:lnTo>
                        <a:pt x="31" y="78"/>
                      </a:lnTo>
                      <a:close/>
                      <a:moveTo>
                        <a:pt x="30" y="66"/>
                      </a:moveTo>
                      <a:lnTo>
                        <a:pt x="31" y="67"/>
                      </a:lnTo>
                      <a:lnTo>
                        <a:pt x="31" y="73"/>
                      </a:lnTo>
                      <a:lnTo>
                        <a:pt x="28" y="70"/>
                      </a:lnTo>
                      <a:lnTo>
                        <a:pt x="28" y="67"/>
                      </a:lnTo>
                      <a:lnTo>
                        <a:pt x="30" y="66"/>
                      </a:lnTo>
                      <a:lnTo>
                        <a:pt x="30" y="66"/>
                      </a:lnTo>
                      <a:close/>
                      <a:moveTo>
                        <a:pt x="20" y="48"/>
                      </a:moveTo>
                      <a:lnTo>
                        <a:pt x="23" y="47"/>
                      </a:lnTo>
                      <a:lnTo>
                        <a:pt x="24" y="48"/>
                      </a:lnTo>
                      <a:lnTo>
                        <a:pt x="24" y="51"/>
                      </a:lnTo>
                      <a:lnTo>
                        <a:pt x="23" y="52"/>
                      </a:lnTo>
                      <a:lnTo>
                        <a:pt x="20" y="51"/>
                      </a:lnTo>
                      <a:lnTo>
                        <a:pt x="20" y="48"/>
                      </a:lnTo>
                      <a:lnTo>
                        <a:pt x="20" y="48"/>
                      </a:lnTo>
                      <a:close/>
                      <a:moveTo>
                        <a:pt x="23" y="2"/>
                      </a:moveTo>
                      <a:lnTo>
                        <a:pt x="25" y="8"/>
                      </a:lnTo>
                      <a:lnTo>
                        <a:pt x="23" y="10"/>
                      </a:lnTo>
                      <a:lnTo>
                        <a:pt x="24" y="8"/>
                      </a:lnTo>
                      <a:lnTo>
                        <a:pt x="23" y="2"/>
                      </a:lnTo>
                      <a:lnTo>
                        <a:pt x="23" y="2"/>
                      </a:lnTo>
                      <a:close/>
                      <a:moveTo>
                        <a:pt x="16" y="12"/>
                      </a:moveTo>
                      <a:lnTo>
                        <a:pt x="19" y="13"/>
                      </a:lnTo>
                      <a:lnTo>
                        <a:pt x="20" y="10"/>
                      </a:lnTo>
                      <a:lnTo>
                        <a:pt x="21" y="9"/>
                      </a:lnTo>
                      <a:lnTo>
                        <a:pt x="17" y="10"/>
                      </a:lnTo>
                      <a:lnTo>
                        <a:pt x="17" y="10"/>
                      </a:lnTo>
                      <a:lnTo>
                        <a:pt x="16" y="12"/>
                      </a:lnTo>
                      <a:lnTo>
                        <a:pt x="16" y="12"/>
                      </a:lnTo>
                      <a:close/>
                      <a:moveTo>
                        <a:pt x="23" y="14"/>
                      </a:moveTo>
                      <a:lnTo>
                        <a:pt x="24" y="16"/>
                      </a:lnTo>
                      <a:lnTo>
                        <a:pt x="24" y="19"/>
                      </a:lnTo>
                      <a:lnTo>
                        <a:pt x="24" y="21"/>
                      </a:lnTo>
                      <a:lnTo>
                        <a:pt x="23" y="21"/>
                      </a:lnTo>
                      <a:lnTo>
                        <a:pt x="23" y="17"/>
                      </a:lnTo>
                      <a:lnTo>
                        <a:pt x="23" y="17"/>
                      </a:lnTo>
                      <a:lnTo>
                        <a:pt x="23" y="14"/>
                      </a:lnTo>
                      <a:lnTo>
                        <a:pt x="23" y="14"/>
                      </a:lnTo>
                      <a:close/>
                      <a:moveTo>
                        <a:pt x="20" y="36"/>
                      </a:moveTo>
                      <a:lnTo>
                        <a:pt x="21" y="33"/>
                      </a:lnTo>
                      <a:lnTo>
                        <a:pt x="24" y="35"/>
                      </a:lnTo>
                      <a:lnTo>
                        <a:pt x="25" y="36"/>
                      </a:lnTo>
                      <a:lnTo>
                        <a:pt x="21" y="36"/>
                      </a:lnTo>
                      <a:lnTo>
                        <a:pt x="20" y="36"/>
                      </a:lnTo>
                      <a:lnTo>
                        <a:pt x="20" y="36"/>
                      </a:lnTo>
                      <a:close/>
                      <a:moveTo>
                        <a:pt x="19" y="27"/>
                      </a:moveTo>
                      <a:lnTo>
                        <a:pt x="21" y="25"/>
                      </a:lnTo>
                      <a:lnTo>
                        <a:pt x="23" y="27"/>
                      </a:lnTo>
                      <a:lnTo>
                        <a:pt x="24" y="27"/>
                      </a:lnTo>
                      <a:lnTo>
                        <a:pt x="24" y="29"/>
                      </a:lnTo>
                      <a:lnTo>
                        <a:pt x="23" y="29"/>
                      </a:lnTo>
                      <a:lnTo>
                        <a:pt x="21" y="31"/>
                      </a:lnTo>
                      <a:lnTo>
                        <a:pt x="20" y="31"/>
                      </a:lnTo>
                      <a:lnTo>
                        <a:pt x="17" y="29"/>
                      </a:lnTo>
                      <a:lnTo>
                        <a:pt x="19" y="27"/>
                      </a:lnTo>
                      <a:lnTo>
                        <a:pt x="19" y="27"/>
                      </a:lnTo>
                      <a:close/>
                      <a:moveTo>
                        <a:pt x="8" y="20"/>
                      </a:moveTo>
                      <a:lnTo>
                        <a:pt x="10" y="20"/>
                      </a:lnTo>
                      <a:lnTo>
                        <a:pt x="13" y="23"/>
                      </a:lnTo>
                      <a:lnTo>
                        <a:pt x="13" y="25"/>
                      </a:lnTo>
                      <a:lnTo>
                        <a:pt x="15" y="28"/>
                      </a:lnTo>
                      <a:lnTo>
                        <a:pt x="16" y="31"/>
                      </a:lnTo>
                      <a:lnTo>
                        <a:pt x="13" y="31"/>
                      </a:lnTo>
                      <a:lnTo>
                        <a:pt x="10" y="33"/>
                      </a:lnTo>
                      <a:lnTo>
                        <a:pt x="9" y="31"/>
                      </a:lnTo>
                      <a:lnTo>
                        <a:pt x="10" y="27"/>
                      </a:lnTo>
                      <a:lnTo>
                        <a:pt x="12" y="25"/>
                      </a:lnTo>
                      <a:lnTo>
                        <a:pt x="10" y="24"/>
                      </a:lnTo>
                      <a:lnTo>
                        <a:pt x="8" y="24"/>
                      </a:lnTo>
                      <a:lnTo>
                        <a:pt x="8" y="21"/>
                      </a:lnTo>
                      <a:lnTo>
                        <a:pt x="8" y="20"/>
                      </a:lnTo>
                      <a:lnTo>
                        <a:pt x="8" y="20"/>
                      </a:lnTo>
                      <a:close/>
                      <a:moveTo>
                        <a:pt x="1" y="0"/>
                      </a:moveTo>
                      <a:lnTo>
                        <a:pt x="0" y="5"/>
                      </a:lnTo>
                      <a:lnTo>
                        <a:pt x="1" y="9"/>
                      </a:lnTo>
                      <a:lnTo>
                        <a:pt x="1" y="12"/>
                      </a:lnTo>
                      <a:lnTo>
                        <a:pt x="2" y="16"/>
                      </a:lnTo>
                      <a:lnTo>
                        <a:pt x="5" y="16"/>
                      </a:lnTo>
                      <a:lnTo>
                        <a:pt x="6" y="13"/>
                      </a:lnTo>
                      <a:lnTo>
                        <a:pt x="8" y="14"/>
                      </a:lnTo>
                      <a:lnTo>
                        <a:pt x="9" y="13"/>
                      </a:lnTo>
                      <a:lnTo>
                        <a:pt x="9" y="10"/>
                      </a:lnTo>
                      <a:lnTo>
                        <a:pt x="8" y="8"/>
                      </a:lnTo>
                      <a:lnTo>
                        <a:pt x="9" y="5"/>
                      </a:lnTo>
                      <a:lnTo>
                        <a:pt x="8" y="4"/>
                      </a:lnTo>
                      <a:lnTo>
                        <a:pt x="6" y="5"/>
                      </a:lnTo>
                      <a:lnTo>
                        <a:pt x="6" y="8"/>
                      </a:lnTo>
                      <a:lnTo>
                        <a:pt x="5" y="8"/>
                      </a:lnTo>
                      <a:lnTo>
                        <a:pt x="4" y="6"/>
                      </a:lnTo>
                      <a:lnTo>
                        <a:pt x="4" y="1"/>
                      </a:lnTo>
                      <a:lnTo>
                        <a:pt x="4" y="1"/>
                      </a:lnTo>
                      <a:lnTo>
                        <a:pt x="1" y="0"/>
                      </a:lnTo>
                      <a:lnTo>
                        <a:pt x="1"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1060"/>
                <p:cNvSpPr>
                  <a:spLocks noEditPoints="1"/>
                </p:cNvSpPr>
                <p:nvPr/>
              </p:nvSpPr>
              <p:spPr bwMode="auto">
                <a:xfrm>
                  <a:off x="9034543" y="5019612"/>
                  <a:ext cx="60044" cy="157617"/>
                </a:xfrm>
                <a:custGeom>
                  <a:avLst/>
                  <a:gdLst/>
                  <a:ahLst/>
                  <a:cxnLst>
                    <a:cxn ang="0">
                      <a:pos x="32" y="81"/>
                    </a:cxn>
                    <a:cxn ang="0">
                      <a:pos x="31" y="81"/>
                    </a:cxn>
                    <a:cxn ang="0">
                      <a:pos x="31" y="78"/>
                    </a:cxn>
                    <a:cxn ang="0">
                      <a:pos x="31" y="67"/>
                    </a:cxn>
                    <a:cxn ang="0">
                      <a:pos x="28" y="70"/>
                    </a:cxn>
                    <a:cxn ang="0">
                      <a:pos x="30" y="66"/>
                    </a:cxn>
                    <a:cxn ang="0">
                      <a:pos x="20" y="48"/>
                    </a:cxn>
                    <a:cxn ang="0">
                      <a:pos x="24" y="48"/>
                    </a:cxn>
                    <a:cxn ang="0">
                      <a:pos x="23" y="52"/>
                    </a:cxn>
                    <a:cxn ang="0">
                      <a:pos x="20" y="48"/>
                    </a:cxn>
                    <a:cxn ang="0">
                      <a:pos x="23" y="2"/>
                    </a:cxn>
                    <a:cxn ang="0">
                      <a:pos x="23" y="10"/>
                    </a:cxn>
                    <a:cxn ang="0">
                      <a:pos x="23" y="2"/>
                    </a:cxn>
                    <a:cxn ang="0">
                      <a:pos x="16" y="12"/>
                    </a:cxn>
                    <a:cxn ang="0">
                      <a:pos x="20" y="10"/>
                    </a:cxn>
                    <a:cxn ang="0">
                      <a:pos x="17" y="10"/>
                    </a:cxn>
                    <a:cxn ang="0">
                      <a:pos x="16" y="12"/>
                    </a:cxn>
                    <a:cxn ang="0">
                      <a:pos x="23" y="14"/>
                    </a:cxn>
                    <a:cxn ang="0">
                      <a:pos x="24" y="19"/>
                    </a:cxn>
                    <a:cxn ang="0">
                      <a:pos x="23" y="21"/>
                    </a:cxn>
                    <a:cxn ang="0">
                      <a:pos x="23" y="17"/>
                    </a:cxn>
                    <a:cxn ang="0">
                      <a:pos x="23" y="14"/>
                    </a:cxn>
                    <a:cxn ang="0">
                      <a:pos x="21" y="33"/>
                    </a:cxn>
                    <a:cxn ang="0">
                      <a:pos x="25" y="36"/>
                    </a:cxn>
                    <a:cxn ang="0">
                      <a:pos x="20" y="36"/>
                    </a:cxn>
                    <a:cxn ang="0">
                      <a:pos x="19" y="27"/>
                    </a:cxn>
                    <a:cxn ang="0">
                      <a:pos x="23" y="27"/>
                    </a:cxn>
                    <a:cxn ang="0">
                      <a:pos x="24" y="29"/>
                    </a:cxn>
                    <a:cxn ang="0">
                      <a:pos x="21" y="31"/>
                    </a:cxn>
                    <a:cxn ang="0">
                      <a:pos x="17" y="29"/>
                    </a:cxn>
                    <a:cxn ang="0">
                      <a:pos x="19" y="27"/>
                    </a:cxn>
                    <a:cxn ang="0">
                      <a:pos x="10" y="20"/>
                    </a:cxn>
                    <a:cxn ang="0">
                      <a:pos x="13" y="25"/>
                    </a:cxn>
                    <a:cxn ang="0">
                      <a:pos x="16" y="31"/>
                    </a:cxn>
                    <a:cxn ang="0">
                      <a:pos x="10" y="33"/>
                    </a:cxn>
                    <a:cxn ang="0">
                      <a:pos x="10" y="27"/>
                    </a:cxn>
                    <a:cxn ang="0">
                      <a:pos x="10" y="24"/>
                    </a:cxn>
                    <a:cxn ang="0">
                      <a:pos x="8" y="21"/>
                    </a:cxn>
                    <a:cxn ang="0">
                      <a:pos x="8" y="20"/>
                    </a:cxn>
                    <a:cxn ang="0">
                      <a:pos x="0" y="5"/>
                    </a:cxn>
                    <a:cxn ang="0">
                      <a:pos x="1" y="12"/>
                    </a:cxn>
                    <a:cxn ang="0">
                      <a:pos x="5" y="16"/>
                    </a:cxn>
                    <a:cxn ang="0">
                      <a:pos x="8" y="14"/>
                    </a:cxn>
                    <a:cxn ang="0">
                      <a:pos x="9" y="10"/>
                    </a:cxn>
                    <a:cxn ang="0">
                      <a:pos x="9" y="5"/>
                    </a:cxn>
                    <a:cxn ang="0">
                      <a:pos x="6" y="5"/>
                    </a:cxn>
                    <a:cxn ang="0">
                      <a:pos x="5" y="8"/>
                    </a:cxn>
                    <a:cxn ang="0">
                      <a:pos x="4" y="1"/>
                    </a:cxn>
                    <a:cxn ang="0">
                      <a:pos x="1" y="0"/>
                    </a:cxn>
                  </a:cxnLst>
                  <a:rect l="0" t="0" r="r" b="b"/>
                  <a:pathLst>
                    <a:path w="32" h="84">
                      <a:moveTo>
                        <a:pt x="31" y="78"/>
                      </a:moveTo>
                      <a:lnTo>
                        <a:pt x="32" y="81"/>
                      </a:lnTo>
                      <a:lnTo>
                        <a:pt x="32" y="84"/>
                      </a:lnTo>
                      <a:lnTo>
                        <a:pt x="31" y="81"/>
                      </a:lnTo>
                      <a:lnTo>
                        <a:pt x="31" y="78"/>
                      </a:lnTo>
                      <a:lnTo>
                        <a:pt x="31" y="78"/>
                      </a:lnTo>
                      <a:close/>
                      <a:moveTo>
                        <a:pt x="30" y="66"/>
                      </a:moveTo>
                      <a:lnTo>
                        <a:pt x="31" y="67"/>
                      </a:lnTo>
                      <a:lnTo>
                        <a:pt x="31" y="73"/>
                      </a:lnTo>
                      <a:lnTo>
                        <a:pt x="28" y="70"/>
                      </a:lnTo>
                      <a:lnTo>
                        <a:pt x="28" y="67"/>
                      </a:lnTo>
                      <a:lnTo>
                        <a:pt x="30" y="66"/>
                      </a:lnTo>
                      <a:lnTo>
                        <a:pt x="30" y="66"/>
                      </a:lnTo>
                      <a:close/>
                      <a:moveTo>
                        <a:pt x="20" y="48"/>
                      </a:moveTo>
                      <a:lnTo>
                        <a:pt x="23" y="47"/>
                      </a:lnTo>
                      <a:lnTo>
                        <a:pt x="24" y="48"/>
                      </a:lnTo>
                      <a:lnTo>
                        <a:pt x="24" y="51"/>
                      </a:lnTo>
                      <a:lnTo>
                        <a:pt x="23" y="52"/>
                      </a:lnTo>
                      <a:lnTo>
                        <a:pt x="20" y="51"/>
                      </a:lnTo>
                      <a:lnTo>
                        <a:pt x="20" y="48"/>
                      </a:lnTo>
                      <a:lnTo>
                        <a:pt x="20" y="48"/>
                      </a:lnTo>
                      <a:close/>
                      <a:moveTo>
                        <a:pt x="23" y="2"/>
                      </a:moveTo>
                      <a:lnTo>
                        <a:pt x="25" y="8"/>
                      </a:lnTo>
                      <a:lnTo>
                        <a:pt x="23" y="10"/>
                      </a:lnTo>
                      <a:lnTo>
                        <a:pt x="24" y="8"/>
                      </a:lnTo>
                      <a:lnTo>
                        <a:pt x="23" y="2"/>
                      </a:lnTo>
                      <a:lnTo>
                        <a:pt x="23" y="2"/>
                      </a:lnTo>
                      <a:close/>
                      <a:moveTo>
                        <a:pt x="16" y="12"/>
                      </a:moveTo>
                      <a:lnTo>
                        <a:pt x="19" y="13"/>
                      </a:lnTo>
                      <a:lnTo>
                        <a:pt x="20" y="10"/>
                      </a:lnTo>
                      <a:lnTo>
                        <a:pt x="21" y="9"/>
                      </a:lnTo>
                      <a:lnTo>
                        <a:pt x="17" y="10"/>
                      </a:lnTo>
                      <a:lnTo>
                        <a:pt x="17" y="10"/>
                      </a:lnTo>
                      <a:lnTo>
                        <a:pt x="16" y="12"/>
                      </a:lnTo>
                      <a:lnTo>
                        <a:pt x="16" y="12"/>
                      </a:lnTo>
                      <a:close/>
                      <a:moveTo>
                        <a:pt x="23" y="14"/>
                      </a:moveTo>
                      <a:lnTo>
                        <a:pt x="24" y="16"/>
                      </a:lnTo>
                      <a:lnTo>
                        <a:pt x="24" y="19"/>
                      </a:lnTo>
                      <a:lnTo>
                        <a:pt x="24" y="21"/>
                      </a:lnTo>
                      <a:lnTo>
                        <a:pt x="23" y="21"/>
                      </a:lnTo>
                      <a:lnTo>
                        <a:pt x="23" y="17"/>
                      </a:lnTo>
                      <a:lnTo>
                        <a:pt x="23" y="17"/>
                      </a:lnTo>
                      <a:lnTo>
                        <a:pt x="23" y="14"/>
                      </a:lnTo>
                      <a:lnTo>
                        <a:pt x="23" y="14"/>
                      </a:lnTo>
                      <a:close/>
                      <a:moveTo>
                        <a:pt x="20" y="36"/>
                      </a:moveTo>
                      <a:lnTo>
                        <a:pt x="21" y="33"/>
                      </a:lnTo>
                      <a:lnTo>
                        <a:pt x="24" y="35"/>
                      </a:lnTo>
                      <a:lnTo>
                        <a:pt x="25" y="36"/>
                      </a:lnTo>
                      <a:lnTo>
                        <a:pt x="21" y="36"/>
                      </a:lnTo>
                      <a:lnTo>
                        <a:pt x="20" y="36"/>
                      </a:lnTo>
                      <a:lnTo>
                        <a:pt x="20" y="36"/>
                      </a:lnTo>
                      <a:close/>
                      <a:moveTo>
                        <a:pt x="19" y="27"/>
                      </a:moveTo>
                      <a:lnTo>
                        <a:pt x="21" y="25"/>
                      </a:lnTo>
                      <a:lnTo>
                        <a:pt x="23" y="27"/>
                      </a:lnTo>
                      <a:lnTo>
                        <a:pt x="24" y="27"/>
                      </a:lnTo>
                      <a:lnTo>
                        <a:pt x="24" y="29"/>
                      </a:lnTo>
                      <a:lnTo>
                        <a:pt x="23" y="29"/>
                      </a:lnTo>
                      <a:lnTo>
                        <a:pt x="21" y="31"/>
                      </a:lnTo>
                      <a:lnTo>
                        <a:pt x="20" y="31"/>
                      </a:lnTo>
                      <a:lnTo>
                        <a:pt x="17" y="29"/>
                      </a:lnTo>
                      <a:lnTo>
                        <a:pt x="19" y="27"/>
                      </a:lnTo>
                      <a:lnTo>
                        <a:pt x="19" y="27"/>
                      </a:lnTo>
                      <a:close/>
                      <a:moveTo>
                        <a:pt x="8" y="20"/>
                      </a:moveTo>
                      <a:lnTo>
                        <a:pt x="10" y="20"/>
                      </a:lnTo>
                      <a:lnTo>
                        <a:pt x="13" y="23"/>
                      </a:lnTo>
                      <a:lnTo>
                        <a:pt x="13" y="25"/>
                      </a:lnTo>
                      <a:lnTo>
                        <a:pt x="15" y="28"/>
                      </a:lnTo>
                      <a:lnTo>
                        <a:pt x="16" y="31"/>
                      </a:lnTo>
                      <a:lnTo>
                        <a:pt x="13" y="31"/>
                      </a:lnTo>
                      <a:lnTo>
                        <a:pt x="10" y="33"/>
                      </a:lnTo>
                      <a:lnTo>
                        <a:pt x="9" y="31"/>
                      </a:lnTo>
                      <a:lnTo>
                        <a:pt x="10" y="27"/>
                      </a:lnTo>
                      <a:lnTo>
                        <a:pt x="12" y="25"/>
                      </a:lnTo>
                      <a:lnTo>
                        <a:pt x="10" y="24"/>
                      </a:lnTo>
                      <a:lnTo>
                        <a:pt x="8" y="24"/>
                      </a:lnTo>
                      <a:lnTo>
                        <a:pt x="8" y="21"/>
                      </a:lnTo>
                      <a:lnTo>
                        <a:pt x="8" y="20"/>
                      </a:lnTo>
                      <a:lnTo>
                        <a:pt x="8" y="20"/>
                      </a:lnTo>
                      <a:close/>
                      <a:moveTo>
                        <a:pt x="1" y="0"/>
                      </a:moveTo>
                      <a:lnTo>
                        <a:pt x="0" y="5"/>
                      </a:lnTo>
                      <a:lnTo>
                        <a:pt x="1" y="9"/>
                      </a:lnTo>
                      <a:lnTo>
                        <a:pt x="1" y="12"/>
                      </a:lnTo>
                      <a:lnTo>
                        <a:pt x="2" y="16"/>
                      </a:lnTo>
                      <a:lnTo>
                        <a:pt x="5" y="16"/>
                      </a:lnTo>
                      <a:lnTo>
                        <a:pt x="6" y="13"/>
                      </a:lnTo>
                      <a:lnTo>
                        <a:pt x="8" y="14"/>
                      </a:lnTo>
                      <a:lnTo>
                        <a:pt x="9" y="13"/>
                      </a:lnTo>
                      <a:lnTo>
                        <a:pt x="9" y="10"/>
                      </a:lnTo>
                      <a:lnTo>
                        <a:pt x="8" y="8"/>
                      </a:lnTo>
                      <a:lnTo>
                        <a:pt x="9" y="5"/>
                      </a:lnTo>
                      <a:lnTo>
                        <a:pt x="8" y="4"/>
                      </a:lnTo>
                      <a:lnTo>
                        <a:pt x="6" y="5"/>
                      </a:lnTo>
                      <a:lnTo>
                        <a:pt x="6" y="8"/>
                      </a:lnTo>
                      <a:lnTo>
                        <a:pt x="5" y="8"/>
                      </a:lnTo>
                      <a:lnTo>
                        <a:pt x="4" y="6"/>
                      </a:lnTo>
                      <a:lnTo>
                        <a:pt x="4" y="1"/>
                      </a:lnTo>
                      <a:lnTo>
                        <a:pt x="4" y="1"/>
                      </a:lnTo>
                      <a:lnTo>
                        <a:pt x="1" y="0"/>
                      </a:lnTo>
                      <a:lnTo>
                        <a:pt x="1"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061"/>
                <p:cNvSpPr>
                  <a:spLocks noEditPoints="1"/>
                </p:cNvSpPr>
                <p:nvPr/>
              </p:nvSpPr>
              <p:spPr bwMode="auto">
                <a:xfrm>
                  <a:off x="8773727" y="4771931"/>
                  <a:ext cx="260817" cy="155741"/>
                </a:xfrm>
                <a:custGeom>
                  <a:avLst/>
                  <a:gdLst/>
                  <a:ahLst/>
                  <a:cxnLst>
                    <a:cxn ang="0">
                      <a:pos x="137" y="68"/>
                    </a:cxn>
                    <a:cxn ang="0">
                      <a:pos x="133" y="70"/>
                    </a:cxn>
                    <a:cxn ang="0">
                      <a:pos x="52" y="80"/>
                    </a:cxn>
                    <a:cxn ang="0">
                      <a:pos x="60" y="83"/>
                    </a:cxn>
                    <a:cxn ang="0">
                      <a:pos x="53" y="83"/>
                    </a:cxn>
                    <a:cxn ang="0">
                      <a:pos x="52" y="80"/>
                    </a:cxn>
                    <a:cxn ang="0">
                      <a:pos x="77" y="64"/>
                    </a:cxn>
                    <a:cxn ang="0">
                      <a:pos x="84" y="69"/>
                    </a:cxn>
                    <a:cxn ang="0">
                      <a:pos x="77" y="69"/>
                    </a:cxn>
                    <a:cxn ang="0">
                      <a:pos x="72" y="61"/>
                    </a:cxn>
                    <a:cxn ang="0">
                      <a:pos x="53" y="47"/>
                    </a:cxn>
                    <a:cxn ang="0">
                      <a:pos x="64" y="51"/>
                    </a:cxn>
                    <a:cxn ang="0">
                      <a:pos x="64" y="55"/>
                    </a:cxn>
                    <a:cxn ang="0">
                      <a:pos x="56" y="54"/>
                    </a:cxn>
                    <a:cxn ang="0">
                      <a:pos x="50" y="45"/>
                    </a:cxn>
                    <a:cxn ang="0">
                      <a:pos x="61" y="42"/>
                    </a:cxn>
                    <a:cxn ang="0">
                      <a:pos x="61" y="43"/>
                    </a:cxn>
                    <a:cxn ang="0">
                      <a:pos x="63" y="31"/>
                    </a:cxn>
                    <a:cxn ang="0">
                      <a:pos x="64" y="35"/>
                    </a:cxn>
                    <a:cxn ang="0">
                      <a:pos x="72" y="47"/>
                    </a:cxn>
                    <a:cxn ang="0">
                      <a:pos x="77" y="51"/>
                    </a:cxn>
                    <a:cxn ang="0">
                      <a:pos x="72" y="45"/>
                    </a:cxn>
                    <a:cxn ang="0">
                      <a:pos x="68" y="35"/>
                    </a:cxn>
                    <a:cxn ang="0">
                      <a:pos x="63" y="31"/>
                    </a:cxn>
                    <a:cxn ang="0">
                      <a:pos x="42" y="23"/>
                    </a:cxn>
                    <a:cxn ang="0">
                      <a:pos x="50" y="31"/>
                    </a:cxn>
                    <a:cxn ang="0">
                      <a:pos x="48" y="34"/>
                    </a:cxn>
                    <a:cxn ang="0">
                      <a:pos x="44" y="28"/>
                    </a:cxn>
                    <a:cxn ang="0">
                      <a:pos x="34" y="19"/>
                    </a:cxn>
                    <a:cxn ang="0">
                      <a:pos x="29" y="35"/>
                    </a:cxn>
                    <a:cxn ang="0">
                      <a:pos x="24" y="35"/>
                    </a:cxn>
                    <a:cxn ang="0">
                      <a:pos x="16" y="34"/>
                    </a:cxn>
                    <a:cxn ang="0">
                      <a:pos x="18" y="34"/>
                    </a:cxn>
                    <a:cxn ang="0">
                      <a:pos x="16" y="30"/>
                    </a:cxn>
                    <a:cxn ang="0">
                      <a:pos x="20" y="32"/>
                    </a:cxn>
                    <a:cxn ang="0">
                      <a:pos x="24" y="31"/>
                    </a:cxn>
                    <a:cxn ang="0">
                      <a:pos x="20" y="26"/>
                    </a:cxn>
                    <a:cxn ang="0">
                      <a:pos x="16" y="30"/>
                    </a:cxn>
                    <a:cxn ang="0">
                      <a:pos x="14" y="23"/>
                    </a:cxn>
                    <a:cxn ang="0">
                      <a:pos x="14" y="27"/>
                    </a:cxn>
                    <a:cxn ang="0">
                      <a:pos x="12" y="24"/>
                    </a:cxn>
                    <a:cxn ang="0">
                      <a:pos x="11" y="23"/>
                    </a:cxn>
                    <a:cxn ang="0">
                      <a:pos x="8" y="24"/>
                    </a:cxn>
                    <a:cxn ang="0">
                      <a:pos x="7" y="20"/>
                    </a:cxn>
                    <a:cxn ang="0">
                      <a:pos x="7" y="2"/>
                    </a:cxn>
                    <a:cxn ang="0">
                      <a:pos x="7" y="4"/>
                    </a:cxn>
                    <a:cxn ang="0">
                      <a:pos x="12" y="12"/>
                    </a:cxn>
                    <a:cxn ang="0">
                      <a:pos x="22" y="16"/>
                    </a:cxn>
                    <a:cxn ang="0">
                      <a:pos x="16" y="11"/>
                    </a:cxn>
                    <a:cxn ang="0">
                      <a:pos x="10" y="7"/>
                    </a:cxn>
                    <a:cxn ang="0">
                      <a:pos x="7" y="4"/>
                    </a:cxn>
                    <a:cxn ang="0">
                      <a:pos x="1" y="9"/>
                    </a:cxn>
                  </a:cxnLst>
                  <a:rect l="0" t="0" r="r" b="b"/>
                  <a:pathLst>
                    <a:path w="139" h="83">
                      <a:moveTo>
                        <a:pt x="133" y="69"/>
                      </a:moveTo>
                      <a:lnTo>
                        <a:pt x="135" y="68"/>
                      </a:lnTo>
                      <a:lnTo>
                        <a:pt x="137" y="68"/>
                      </a:lnTo>
                      <a:lnTo>
                        <a:pt x="139" y="69"/>
                      </a:lnTo>
                      <a:lnTo>
                        <a:pt x="136" y="72"/>
                      </a:lnTo>
                      <a:lnTo>
                        <a:pt x="133" y="70"/>
                      </a:lnTo>
                      <a:lnTo>
                        <a:pt x="133" y="69"/>
                      </a:lnTo>
                      <a:lnTo>
                        <a:pt x="133" y="69"/>
                      </a:lnTo>
                      <a:close/>
                      <a:moveTo>
                        <a:pt x="52" y="80"/>
                      </a:moveTo>
                      <a:lnTo>
                        <a:pt x="54" y="80"/>
                      </a:lnTo>
                      <a:lnTo>
                        <a:pt x="57" y="81"/>
                      </a:lnTo>
                      <a:lnTo>
                        <a:pt x="60" y="83"/>
                      </a:lnTo>
                      <a:lnTo>
                        <a:pt x="58" y="83"/>
                      </a:lnTo>
                      <a:lnTo>
                        <a:pt x="56" y="83"/>
                      </a:lnTo>
                      <a:lnTo>
                        <a:pt x="53" y="83"/>
                      </a:lnTo>
                      <a:lnTo>
                        <a:pt x="52" y="81"/>
                      </a:lnTo>
                      <a:lnTo>
                        <a:pt x="52" y="80"/>
                      </a:lnTo>
                      <a:lnTo>
                        <a:pt x="52" y="80"/>
                      </a:lnTo>
                      <a:close/>
                      <a:moveTo>
                        <a:pt x="72" y="61"/>
                      </a:moveTo>
                      <a:lnTo>
                        <a:pt x="75" y="61"/>
                      </a:lnTo>
                      <a:lnTo>
                        <a:pt x="77" y="64"/>
                      </a:lnTo>
                      <a:lnTo>
                        <a:pt x="83" y="65"/>
                      </a:lnTo>
                      <a:lnTo>
                        <a:pt x="84" y="68"/>
                      </a:lnTo>
                      <a:lnTo>
                        <a:pt x="84" y="69"/>
                      </a:lnTo>
                      <a:lnTo>
                        <a:pt x="86" y="70"/>
                      </a:lnTo>
                      <a:lnTo>
                        <a:pt x="82" y="70"/>
                      </a:lnTo>
                      <a:lnTo>
                        <a:pt x="77" y="69"/>
                      </a:lnTo>
                      <a:lnTo>
                        <a:pt x="73" y="65"/>
                      </a:lnTo>
                      <a:lnTo>
                        <a:pt x="73" y="64"/>
                      </a:lnTo>
                      <a:lnTo>
                        <a:pt x="72" y="61"/>
                      </a:lnTo>
                      <a:lnTo>
                        <a:pt x="72" y="61"/>
                      </a:lnTo>
                      <a:close/>
                      <a:moveTo>
                        <a:pt x="52" y="45"/>
                      </a:moveTo>
                      <a:lnTo>
                        <a:pt x="53" y="47"/>
                      </a:lnTo>
                      <a:lnTo>
                        <a:pt x="57" y="47"/>
                      </a:lnTo>
                      <a:lnTo>
                        <a:pt x="61" y="49"/>
                      </a:lnTo>
                      <a:lnTo>
                        <a:pt x="64" y="51"/>
                      </a:lnTo>
                      <a:lnTo>
                        <a:pt x="65" y="51"/>
                      </a:lnTo>
                      <a:lnTo>
                        <a:pt x="65" y="53"/>
                      </a:lnTo>
                      <a:lnTo>
                        <a:pt x="64" y="55"/>
                      </a:lnTo>
                      <a:lnTo>
                        <a:pt x="61" y="55"/>
                      </a:lnTo>
                      <a:lnTo>
                        <a:pt x="60" y="53"/>
                      </a:lnTo>
                      <a:lnTo>
                        <a:pt x="56" y="54"/>
                      </a:lnTo>
                      <a:lnTo>
                        <a:pt x="53" y="53"/>
                      </a:lnTo>
                      <a:lnTo>
                        <a:pt x="49" y="49"/>
                      </a:lnTo>
                      <a:lnTo>
                        <a:pt x="50" y="45"/>
                      </a:lnTo>
                      <a:lnTo>
                        <a:pt x="52" y="45"/>
                      </a:lnTo>
                      <a:lnTo>
                        <a:pt x="52" y="45"/>
                      </a:lnTo>
                      <a:close/>
                      <a:moveTo>
                        <a:pt x="61" y="42"/>
                      </a:moveTo>
                      <a:lnTo>
                        <a:pt x="57" y="40"/>
                      </a:lnTo>
                      <a:lnTo>
                        <a:pt x="58" y="43"/>
                      </a:lnTo>
                      <a:lnTo>
                        <a:pt x="61" y="43"/>
                      </a:lnTo>
                      <a:lnTo>
                        <a:pt x="61" y="42"/>
                      </a:lnTo>
                      <a:lnTo>
                        <a:pt x="61" y="42"/>
                      </a:lnTo>
                      <a:close/>
                      <a:moveTo>
                        <a:pt x="63" y="31"/>
                      </a:moveTo>
                      <a:lnTo>
                        <a:pt x="63" y="32"/>
                      </a:lnTo>
                      <a:lnTo>
                        <a:pt x="64" y="34"/>
                      </a:lnTo>
                      <a:lnTo>
                        <a:pt x="64" y="35"/>
                      </a:lnTo>
                      <a:lnTo>
                        <a:pt x="65" y="38"/>
                      </a:lnTo>
                      <a:lnTo>
                        <a:pt x="67" y="42"/>
                      </a:lnTo>
                      <a:lnTo>
                        <a:pt x="72" y="47"/>
                      </a:lnTo>
                      <a:lnTo>
                        <a:pt x="75" y="49"/>
                      </a:lnTo>
                      <a:lnTo>
                        <a:pt x="75" y="51"/>
                      </a:lnTo>
                      <a:lnTo>
                        <a:pt x="77" y="51"/>
                      </a:lnTo>
                      <a:lnTo>
                        <a:pt x="77" y="49"/>
                      </a:lnTo>
                      <a:lnTo>
                        <a:pt x="75" y="46"/>
                      </a:lnTo>
                      <a:lnTo>
                        <a:pt x="72" y="45"/>
                      </a:lnTo>
                      <a:lnTo>
                        <a:pt x="71" y="42"/>
                      </a:lnTo>
                      <a:lnTo>
                        <a:pt x="68" y="38"/>
                      </a:lnTo>
                      <a:lnTo>
                        <a:pt x="68" y="35"/>
                      </a:lnTo>
                      <a:lnTo>
                        <a:pt x="65" y="31"/>
                      </a:lnTo>
                      <a:lnTo>
                        <a:pt x="63" y="31"/>
                      </a:lnTo>
                      <a:lnTo>
                        <a:pt x="63" y="31"/>
                      </a:lnTo>
                      <a:close/>
                      <a:moveTo>
                        <a:pt x="34" y="19"/>
                      </a:moveTo>
                      <a:lnTo>
                        <a:pt x="38" y="19"/>
                      </a:lnTo>
                      <a:lnTo>
                        <a:pt x="42" y="23"/>
                      </a:lnTo>
                      <a:lnTo>
                        <a:pt x="46" y="24"/>
                      </a:lnTo>
                      <a:lnTo>
                        <a:pt x="52" y="30"/>
                      </a:lnTo>
                      <a:lnTo>
                        <a:pt x="50" y="31"/>
                      </a:lnTo>
                      <a:lnTo>
                        <a:pt x="52" y="34"/>
                      </a:lnTo>
                      <a:lnTo>
                        <a:pt x="50" y="32"/>
                      </a:lnTo>
                      <a:lnTo>
                        <a:pt x="48" y="34"/>
                      </a:lnTo>
                      <a:lnTo>
                        <a:pt x="48" y="32"/>
                      </a:lnTo>
                      <a:lnTo>
                        <a:pt x="46" y="30"/>
                      </a:lnTo>
                      <a:lnTo>
                        <a:pt x="44" y="28"/>
                      </a:lnTo>
                      <a:lnTo>
                        <a:pt x="37" y="21"/>
                      </a:lnTo>
                      <a:lnTo>
                        <a:pt x="37" y="21"/>
                      </a:lnTo>
                      <a:lnTo>
                        <a:pt x="34" y="19"/>
                      </a:lnTo>
                      <a:lnTo>
                        <a:pt x="34" y="19"/>
                      </a:lnTo>
                      <a:close/>
                      <a:moveTo>
                        <a:pt x="24" y="34"/>
                      </a:moveTo>
                      <a:lnTo>
                        <a:pt x="29" y="35"/>
                      </a:lnTo>
                      <a:lnTo>
                        <a:pt x="27" y="36"/>
                      </a:lnTo>
                      <a:lnTo>
                        <a:pt x="26" y="38"/>
                      </a:lnTo>
                      <a:lnTo>
                        <a:pt x="24" y="35"/>
                      </a:lnTo>
                      <a:lnTo>
                        <a:pt x="24" y="34"/>
                      </a:lnTo>
                      <a:lnTo>
                        <a:pt x="24" y="34"/>
                      </a:lnTo>
                      <a:close/>
                      <a:moveTo>
                        <a:pt x="16" y="34"/>
                      </a:moveTo>
                      <a:lnTo>
                        <a:pt x="18" y="32"/>
                      </a:lnTo>
                      <a:lnTo>
                        <a:pt x="19" y="34"/>
                      </a:lnTo>
                      <a:lnTo>
                        <a:pt x="18" y="34"/>
                      </a:lnTo>
                      <a:lnTo>
                        <a:pt x="16" y="34"/>
                      </a:lnTo>
                      <a:lnTo>
                        <a:pt x="16" y="34"/>
                      </a:lnTo>
                      <a:close/>
                      <a:moveTo>
                        <a:pt x="16" y="30"/>
                      </a:moveTo>
                      <a:lnTo>
                        <a:pt x="18" y="30"/>
                      </a:lnTo>
                      <a:lnTo>
                        <a:pt x="20" y="30"/>
                      </a:lnTo>
                      <a:lnTo>
                        <a:pt x="20" y="32"/>
                      </a:lnTo>
                      <a:lnTo>
                        <a:pt x="23" y="34"/>
                      </a:lnTo>
                      <a:lnTo>
                        <a:pt x="24" y="34"/>
                      </a:lnTo>
                      <a:lnTo>
                        <a:pt x="24" y="31"/>
                      </a:lnTo>
                      <a:lnTo>
                        <a:pt x="23" y="28"/>
                      </a:lnTo>
                      <a:lnTo>
                        <a:pt x="22" y="27"/>
                      </a:lnTo>
                      <a:lnTo>
                        <a:pt x="20" y="26"/>
                      </a:lnTo>
                      <a:lnTo>
                        <a:pt x="19" y="26"/>
                      </a:lnTo>
                      <a:lnTo>
                        <a:pt x="18" y="27"/>
                      </a:lnTo>
                      <a:lnTo>
                        <a:pt x="16" y="30"/>
                      </a:lnTo>
                      <a:lnTo>
                        <a:pt x="16" y="30"/>
                      </a:lnTo>
                      <a:close/>
                      <a:moveTo>
                        <a:pt x="12" y="24"/>
                      </a:moveTo>
                      <a:lnTo>
                        <a:pt x="14" y="23"/>
                      </a:lnTo>
                      <a:lnTo>
                        <a:pt x="16" y="26"/>
                      </a:lnTo>
                      <a:lnTo>
                        <a:pt x="16" y="27"/>
                      </a:lnTo>
                      <a:lnTo>
                        <a:pt x="14" y="27"/>
                      </a:lnTo>
                      <a:lnTo>
                        <a:pt x="12" y="26"/>
                      </a:lnTo>
                      <a:lnTo>
                        <a:pt x="12" y="26"/>
                      </a:lnTo>
                      <a:lnTo>
                        <a:pt x="12" y="24"/>
                      </a:lnTo>
                      <a:lnTo>
                        <a:pt x="12" y="24"/>
                      </a:lnTo>
                      <a:close/>
                      <a:moveTo>
                        <a:pt x="7" y="20"/>
                      </a:moveTo>
                      <a:lnTo>
                        <a:pt x="11" y="23"/>
                      </a:lnTo>
                      <a:lnTo>
                        <a:pt x="10" y="24"/>
                      </a:lnTo>
                      <a:lnTo>
                        <a:pt x="8" y="24"/>
                      </a:lnTo>
                      <a:lnTo>
                        <a:pt x="8" y="24"/>
                      </a:lnTo>
                      <a:lnTo>
                        <a:pt x="7" y="21"/>
                      </a:lnTo>
                      <a:lnTo>
                        <a:pt x="7" y="20"/>
                      </a:lnTo>
                      <a:lnTo>
                        <a:pt x="7" y="20"/>
                      </a:lnTo>
                      <a:close/>
                      <a:moveTo>
                        <a:pt x="7" y="0"/>
                      </a:moveTo>
                      <a:lnTo>
                        <a:pt x="4" y="4"/>
                      </a:lnTo>
                      <a:lnTo>
                        <a:pt x="7" y="2"/>
                      </a:lnTo>
                      <a:lnTo>
                        <a:pt x="7" y="0"/>
                      </a:lnTo>
                      <a:lnTo>
                        <a:pt x="7" y="0"/>
                      </a:lnTo>
                      <a:close/>
                      <a:moveTo>
                        <a:pt x="7" y="4"/>
                      </a:moveTo>
                      <a:lnTo>
                        <a:pt x="5" y="5"/>
                      </a:lnTo>
                      <a:lnTo>
                        <a:pt x="8" y="9"/>
                      </a:lnTo>
                      <a:lnTo>
                        <a:pt x="12" y="12"/>
                      </a:lnTo>
                      <a:lnTo>
                        <a:pt x="15" y="16"/>
                      </a:lnTo>
                      <a:lnTo>
                        <a:pt x="19" y="16"/>
                      </a:lnTo>
                      <a:lnTo>
                        <a:pt x="22" y="16"/>
                      </a:lnTo>
                      <a:lnTo>
                        <a:pt x="20" y="15"/>
                      </a:lnTo>
                      <a:lnTo>
                        <a:pt x="18" y="12"/>
                      </a:lnTo>
                      <a:lnTo>
                        <a:pt x="16" y="11"/>
                      </a:lnTo>
                      <a:lnTo>
                        <a:pt x="15" y="9"/>
                      </a:lnTo>
                      <a:lnTo>
                        <a:pt x="14" y="8"/>
                      </a:lnTo>
                      <a:lnTo>
                        <a:pt x="10" y="7"/>
                      </a:lnTo>
                      <a:lnTo>
                        <a:pt x="8" y="5"/>
                      </a:lnTo>
                      <a:lnTo>
                        <a:pt x="7" y="4"/>
                      </a:lnTo>
                      <a:lnTo>
                        <a:pt x="7" y="4"/>
                      </a:lnTo>
                      <a:close/>
                      <a:moveTo>
                        <a:pt x="1" y="8"/>
                      </a:moveTo>
                      <a:lnTo>
                        <a:pt x="0" y="8"/>
                      </a:lnTo>
                      <a:lnTo>
                        <a:pt x="1" y="9"/>
                      </a:lnTo>
                      <a:lnTo>
                        <a:pt x="1" y="8"/>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1062"/>
                <p:cNvSpPr>
                  <a:spLocks noEditPoints="1"/>
                </p:cNvSpPr>
                <p:nvPr/>
              </p:nvSpPr>
              <p:spPr bwMode="auto">
                <a:xfrm>
                  <a:off x="8773727" y="4771931"/>
                  <a:ext cx="260817" cy="155741"/>
                </a:xfrm>
                <a:custGeom>
                  <a:avLst/>
                  <a:gdLst/>
                  <a:ahLst/>
                  <a:cxnLst>
                    <a:cxn ang="0">
                      <a:pos x="137" y="68"/>
                    </a:cxn>
                    <a:cxn ang="0">
                      <a:pos x="133" y="70"/>
                    </a:cxn>
                    <a:cxn ang="0">
                      <a:pos x="52" y="80"/>
                    </a:cxn>
                    <a:cxn ang="0">
                      <a:pos x="60" y="83"/>
                    </a:cxn>
                    <a:cxn ang="0">
                      <a:pos x="53" y="83"/>
                    </a:cxn>
                    <a:cxn ang="0">
                      <a:pos x="52" y="80"/>
                    </a:cxn>
                    <a:cxn ang="0">
                      <a:pos x="77" y="64"/>
                    </a:cxn>
                    <a:cxn ang="0">
                      <a:pos x="84" y="69"/>
                    </a:cxn>
                    <a:cxn ang="0">
                      <a:pos x="77" y="69"/>
                    </a:cxn>
                    <a:cxn ang="0">
                      <a:pos x="72" y="61"/>
                    </a:cxn>
                    <a:cxn ang="0">
                      <a:pos x="53" y="47"/>
                    </a:cxn>
                    <a:cxn ang="0">
                      <a:pos x="64" y="51"/>
                    </a:cxn>
                    <a:cxn ang="0">
                      <a:pos x="64" y="55"/>
                    </a:cxn>
                    <a:cxn ang="0">
                      <a:pos x="56" y="54"/>
                    </a:cxn>
                    <a:cxn ang="0">
                      <a:pos x="50" y="45"/>
                    </a:cxn>
                    <a:cxn ang="0">
                      <a:pos x="61" y="42"/>
                    </a:cxn>
                    <a:cxn ang="0">
                      <a:pos x="61" y="43"/>
                    </a:cxn>
                    <a:cxn ang="0">
                      <a:pos x="63" y="31"/>
                    </a:cxn>
                    <a:cxn ang="0">
                      <a:pos x="64" y="35"/>
                    </a:cxn>
                    <a:cxn ang="0">
                      <a:pos x="72" y="47"/>
                    </a:cxn>
                    <a:cxn ang="0">
                      <a:pos x="77" y="51"/>
                    </a:cxn>
                    <a:cxn ang="0">
                      <a:pos x="72" y="45"/>
                    </a:cxn>
                    <a:cxn ang="0">
                      <a:pos x="68" y="35"/>
                    </a:cxn>
                    <a:cxn ang="0">
                      <a:pos x="63" y="31"/>
                    </a:cxn>
                    <a:cxn ang="0">
                      <a:pos x="42" y="23"/>
                    </a:cxn>
                    <a:cxn ang="0">
                      <a:pos x="50" y="31"/>
                    </a:cxn>
                    <a:cxn ang="0">
                      <a:pos x="48" y="34"/>
                    </a:cxn>
                    <a:cxn ang="0">
                      <a:pos x="44" y="28"/>
                    </a:cxn>
                    <a:cxn ang="0">
                      <a:pos x="34" y="19"/>
                    </a:cxn>
                    <a:cxn ang="0">
                      <a:pos x="29" y="35"/>
                    </a:cxn>
                    <a:cxn ang="0">
                      <a:pos x="24" y="35"/>
                    </a:cxn>
                    <a:cxn ang="0">
                      <a:pos x="16" y="34"/>
                    </a:cxn>
                    <a:cxn ang="0">
                      <a:pos x="18" y="34"/>
                    </a:cxn>
                    <a:cxn ang="0">
                      <a:pos x="16" y="30"/>
                    </a:cxn>
                    <a:cxn ang="0">
                      <a:pos x="20" y="32"/>
                    </a:cxn>
                    <a:cxn ang="0">
                      <a:pos x="24" y="31"/>
                    </a:cxn>
                    <a:cxn ang="0">
                      <a:pos x="20" y="26"/>
                    </a:cxn>
                    <a:cxn ang="0">
                      <a:pos x="16" y="30"/>
                    </a:cxn>
                    <a:cxn ang="0">
                      <a:pos x="14" y="23"/>
                    </a:cxn>
                    <a:cxn ang="0">
                      <a:pos x="14" y="27"/>
                    </a:cxn>
                    <a:cxn ang="0">
                      <a:pos x="12" y="24"/>
                    </a:cxn>
                    <a:cxn ang="0">
                      <a:pos x="11" y="23"/>
                    </a:cxn>
                    <a:cxn ang="0">
                      <a:pos x="8" y="24"/>
                    </a:cxn>
                    <a:cxn ang="0">
                      <a:pos x="7" y="20"/>
                    </a:cxn>
                    <a:cxn ang="0">
                      <a:pos x="7" y="2"/>
                    </a:cxn>
                    <a:cxn ang="0">
                      <a:pos x="7" y="4"/>
                    </a:cxn>
                    <a:cxn ang="0">
                      <a:pos x="12" y="12"/>
                    </a:cxn>
                    <a:cxn ang="0">
                      <a:pos x="22" y="16"/>
                    </a:cxn>
                    <a:cxn ang="0">
                      <a:pos x="16" y="11"/>
                    </a:cxn>
                    <a:cxn ang="0">
                      <a:pos x="10" y="7"/>
                    </a:cxn>
                    <a:cxn ang="0">
                      <a:pos x="7" y="4"/>
                    </a:cxn>
                    <a:cxn ang="0">
                      <a:pos x="1" y="9"/>
                    </a:cxn>
                  </a:cxnLst>
                  <a:rect l="0" t="0" r="r" b="b"/>
                  <a:pathLst>
                    <a:path w="139" h="83">
                      <a:moveTo>
                        <a:pt x="133" y="69"/>
                      </a:moveTo>
                      <a:lnTo>
                        <a:pt x="135" y="68"/>
                      </a:lnTo>
                      <a:lnTo>
                        <a:pt x="137" y="68"/>
                      </a:lnTo>
                      <a:lnTo>
                        <a:pt x="139" y="69"/>
                      </a:lnTo>
                      <a:lnTo>
                        <a:pt x="136" y="72"/>
                      </a:lnTo>
                      <a:lnTo>
                        <a:pt x="133" y="70"/>
                      </a:lnTo>
                      <a:lnTo>
                        <a:pt x="133" y="69"/>
                      </a:lnTo>
                      <a:lnTo>
                        <a:pt x="133" y="69"/>
                      </a:lnTo>
                      <a:close/>
                      <a:moveTo>
                        <a:pt x="52" y="80"/>
                      </a:moveTo>
                      <a:lnTo>
                        <a:pt x="54" y="80"/>
                      </a:lnTo>
                      <a:lnTo>
                        <a:pt x="57" y="81"/>
                      </a:lnTo>
                      <a:lnTo>
                        <a:pt x="60" y="83"/>
                      </a:lnTo>
                      <a:lnTo>
                        <a:pt x="58" y="83"/>
                      </a:lnTo>
                      <a:lnTo>
                        <a:pt x="56" y="83"/>
                      </a:lnTo>
                      <a:lnTo>
                        <a:pt x="53" y="83"/>
                      </a:lnTo>
                      <a:lnTo>
                        <a:pt x="52" y="81"/>
                      </a:lnTo>
                      <a:lnTo>
                        <a:pt x="52" y="80"/>
                      </a:lnTo>
                      <a:lnTo>
                        <a:pt x="52" y="80"/>
                      </a:lnTo>
                      <a:close/>
                      <a:moveTo>
                        <a:pt x="72" y="61"/>
                      </a:moveTo>
                      <a:lnTo>
                        <a:pt x="75" y="61"/>
                      </a:lnTo>
                      <a:lnTo>
                        <a:pt x="77" y="64"/>
                      </a:lnTo>
                      <a:lnTo>
                        <a:pt x="83" y="65"/>
                      </a:lnTo>
                      <a:lnTo>
                        <a:pt x="84" y="68"/>
                      </a:lnTo>
                      <a:lnTo>
                        <a:pt x="84" y="69"/>
                      </a:lnTo>
                      <a:lnTo>
                        <a:pt x="86" y="70"/>
                      </a:lnTo>
                      <a:lnTo>
                        <a:pt x="82" y="70"/>
                      </a:lnTo>
                      <a:lnTo>
                        <a:pt x="77" y="69"/>
                      </a:lnTo>
                      <a:lnTo>
                        <a:pt x="73" y="65"/>
                      </a:lnTo>
                      <a:lnTo>
                        <a:pt x="73" y="64"/>
                      </a:lnTo>
                      <a:lnTo>
                        <a:pt x="72" y="61"/>
                      </a:lnTo>
                      <a:lnTo>
                        <a:pt x="72" y="61"/>
                      </a:lnTo>
                      <a:close/>
                      <a:moveTo>
                        <a:pt x="52" y="45"/>
                      </a:moveTo>
                      <a:lnTo>
                        <a:pt x="53" y="47"/>
                      </a:lnTo>
                      <a:lnTo>
                        <a:pt x="57" y="47"/>
                      </a:lnTo>
                      <a:lnTo>
                        <a:pt x="61" y="49"/>
                      </a:lnTo>
                      <a:lnTo>
                        <a:pt x="64" y="51"/>
                      </a:lnTo>
                      <a:lnTo>
                        <a:pt x="65" y="51"/>
                      </a:lnTo>
                      <a:lnTo>
                        <a:pt x="65" y="53"/>
                      </a:lnTo>
                      <a:lnTo>
                        <a:pt x="64" y="55"/>
                      </a:lnTo>
                      <a:lnTo>
                        <a:pt x="61" y="55"/>
                      </a:lnTo>
                      <a:lnTo>
                        <a:pt x="60" y="53"/>
                      </a:lnTo>
                      <a:lnTo>
                        <a:pt x="56" y="54"/>
                      </a:lnTo>
                      <a:lnTo>
                        <a:pt x="53" y="53"/>
                      </a:lnTo>
                      <a:lnTo>
                        <a:pt x="49" y="49"/>
                      </a:lnTo>
                      <a:lnTo>
                        <a:pt x="50" y="45"/>
                      </a:lnTo>
                      <a:lnTo>
                        <a:pt x="52" y="45"/>
                      </a:lnTo>
                      <a:lnTo>
                        <a:pt x="52" y="45"/>
                      </a:lnTo>
                      <a:close/>
                      <a:moveTo>
                        <a:pt x="61" y="42"/>
                      </a:moveTo>
                      <a:lnTo>
                        <a:pt x="57" y="40"/>
                      </a:lnTo>
                      <a:lnTo>
                        <a:pt x="58" y="43"/>
                      </a:lnTo>
                      <a:lnTo>
                        <a:pt x="61" y="43"/>
                      </a:lnTo>
                      <a:lnTo>
                        <a:pt x="61" y="42"/>
                      </a:lnTo>
                      <a:lnTo>
                        <a:pt x="61" y="42"/>
                      </a:lnTo>
                      <a:close/>
                      <a:moveTo>
                        <a:pt x="63" y="31"/>
                      </a:moveTo>
                      <a:lnTo>
                        <a:pt x="63" y="32"/>
                      </a:lnTo>
                      <a:lnTo>
                        <a:pt x="64" y="34"/>
                      </a:lnTo>
                      <a:lnTo>
                        <a:pt x="64" y="35"/>
                      </a:lnTo>
                      <a:lnTo>
                        <a:pt x="65" y="38"/>
                      </a:lnTo>
                      <a:lnTo>
                        <a:pt x="67" y="42"/>
                      </a:lnTo>
                      <a:lnTo>
                        <a:pt x="72" y="47"/>
                      </a:lnTo>
                      <a:lnTo>
                        <a:pt x="75" y="49"/>
                      </a:lnTo>
                      <a:lnTo>
                        <a:pt x="75" y="51"/>
                      </a:lnTo>
                      <a:lnTo>
                        <a:pt x="77" y="51"/>
                      </a:lnTo>
                      <a:lnTo>
                        <a:pt x="77" y="49"/>
                      </a:lnTo>
                      <a:lnTo>
                        <a:pt x="75" y="46"/>
                      </a:lnTo>
                      <a:lnTo>
                        <a:pt x="72" y="45"/>
                      </a:lnTo>
                      <a:lnTo>
                        <a:pt x="71" y="42"/>
                      </a:lnTo>
                      <a:lnTo>
                        <a:pt x="68" y="38"/>
                      </a:lnTo>
                      <a:lnTo>
                        <a:pt x="68" y="35"/>
                      </a:lnTo>
                      <a:lnTo>
                        <a:pt x="65" y="31"/>
                      </a:lnTo>
                      <a:lnTo>
                        <a:pt x="63" y="31"/>
                      </a:lnTo>
                      <a:lnTo>
                        <a:pt x="63" y="31"/>
                      </a:lnTo>
                      <a:close/>
                      <a:moveTo>
                        <a:pt x="34" y="19"/>
                      </a:moveTo>
                      <a:lnTo>
                        <a:pt x="38" y="19"/>
                      </a:lnTo>
                      <a:lnTo>
                        <a:pt x="42" y="23"/>
                      </a:lnTo>
                      <a:lnTo>
                        <a:pt x="46" y="24"/>
                      </a:lnTo>
                      <a:lnTo>
                        <a:pt x="52" y="30"/>
                      </a:lnTo>
                      <a:lnTo>
                        <a:pt x="50" y="31"/>
                      </a:lnTo>
                      <a:lnTo>
                        <a:pt x="52" y="34"/>
                      </a:lnTo>
                      <a:lnTo>
                        <a:pt x="50" y="32"/>
                      </a:lnTo>
                      <a:lnTo>
                        <a:pt x="48" y="34"/>
                      </a:lnTo>
                      <a:lnTo>
                        <a:pt x="48" y="32"/>
                      </a:lnTo>
                      <a:lnTo>
                        <a:pt x="46" y="30"/>
                      </a:lnTo>
                      <a:lnTo>
                        <a:pt x="44" y="28"/>
                      </a:lnTo>
                      <a:lnTo>
                        <a:pt x="37" y="21"/>
                      </a:lnTo>
                      <a:lnTo>
                        <a:pt x="37" y="21"/>
                      </a:lnTo>
                      <a:lnTo>
                        <a:pt x="34" y="19"/>
                      </a:lnTo>
                      <a:lnTo>
                        <a:pt x="34" y="19"/>
                      </a:lnTo>
                      <a:close/>
                      <a:moveTo>
                        <a:pt x="24" y="34"/>
                      </a:moveTo>
                      <a:lnTo>
                        <a:pt x="29" y="35"/>
                      </a:lnTo>
                      <a:lnTo>
                        <a:pt x="27" y="36"/>
                      </a:lnTo>
                      <a:lnTo>
                        <a:pt x="26" y="38"/>
                      </a:lnTo>
                      <a:lnTo>
                        <a:pt x="24" y="35"/>
                      </a:lnTo>
                      <a:lnTo>
                        <a:pt x="24" y="34"/>
                      </a:lnTo>
                      <a:lnTo>
                        <a:pt x="24" y="34"/>
                      </a:lnTo>
                      <a:close/>
                      <a:moveTo>
                        <a:pt x="16" y="34"/>
                      </a:moveTo>
                      <a:lnTo>
                        <a:pt x="18" y="32"/>
                      </a:lnTo>
                      <a:lnTo>
                        <a:pt x="19" y="34"/>
                      </a:lnTo>
                      <a:lnTo>
                        <a:pt x="18" y="34"/>
                      </a:lnTo>
                      <a:lnTo>
                        <a:pt x="16" y="34"/>
                      </a:lnTo>
                      <a:lnTo>
                        <a:pt x="16" y="34"/>
                      </a:lnTo>
                      <a:close/>
                      <a:moveTo>
                        <a:pt x="16" y="30"/>
                      </a:moveTo>
                      <a:lnTo>
                        <a:pt x="18" y="30"/>
                      </a:lnTo>
                      <a:lnTo>
                        <a:pt x="20" y="30"/>
                      </a:lnTo>
                      <a:lnTo>
                        <a:pt x="20" y="32"/>
                      </a:lnTo>
                      <a:lnTo>
                        <a:pt x="23" y="34"/>
                      </a:lnTo>
                      <a:lnTo>
                        <a:pt x="24" y="34"/>
                      </a:lnTo>
                      <a:lnTo>
                        <a:pt x="24" y="31"/>
                      </a:lnTo>
                      <a:lnTo>
                        <a:pt x="23" y="28"/>
                      </a:lnTo>
                      <a:lnTo>
                        <a:pt x="22" y="27"/>
                      </a:lnTo>
                      <a:lnTo>
                        <a:pt x="20" y="26"/>
                      </a:lnTo>
                      <a:lnTo>
                        <a:pt x="19" y="26"/>
                      </a:lnTo>
                      <a:lnTo>
                        <a:pt x="18" y="27"/>
                      </a:lnTo>
                      <a:lnTo>
                        <a:pt x="16" y="30"/>
                      </a:lnTo>
                      <a:lnTo>
                        <a:pt x="16" y="30"/>
                      </a:lnTo>
                      <a:close/>
                      <a:moveTo>
                        <a:pt x="12" y="24"/>
                      </a:moveTo>
                      <a:lnTo>
                        <a:pt x="14" y="23"/>
                      </a:lnTo>
                      <a:lnTo>
                        <a:pt x="16" y="26"/>
                      </a:lnTo>
                      <a:lnTo>
                        <a:pt x="16" y="27"/>
                      </a:lnTo>
                      <a:lnTo>
                        <a:pt x="14" y="27"/>
                      </a:lnTo>
                      <a:lnTo>
                        <a:pt x="12" y="26"/>
                      </a:lnTo>
                      <a:lnTo>
                        <a:pt x="12" y="26"/>
                      </a:lnTo>
                      <a:lnTo>
                        <a:pt x="12" y="24"/>
                      </a:lnTo>
                      <a:lnTo>
                        <a:pt x="12" y="24"/>
                      </a:lnTo>
                      <a:close/>
                      <a:moveTo>
                        <a:pt x="7" y="20"/>
                      </a:moveTo>
                      <a:lnTo>
                        <a:pt x="11" y="23"/>
                      </a:lnTo>
                      <a:lnTo>
                        <a:pt x="10" y="24"/>
                      </a:lnTo>
                      <a:lnTo>
                        <a:pt x="8" y="24"/>
                      </a:lnTo>
                      <a:lnTo>
                        <a:pt x="8" y="24"/>
                      </a:lnTo>
                      <a:lnTo>
                        <a:pt x="7" y="21"/>
                      </a:lnTo>
                      <a:lnTo>
                        <a:pt x="7" y="20"/>
                      </a:lnTo>
                      <a:lnTo>
                        <a:pt x="7" y="20"/>
                      </a:lnTo>
                      <a:close/>
                      <a:moveTo>
                        <a:pt x="7" y="0"/>
                      </a:moveTo>
                      <a:lnTo>
                        <a:pt x="4" y="4"/>
                      </a:lnTo>
                      <a:lnTo>
                        <a:pt x="7" y="2"/>
                      </a:lnTo>
                      <a:lnTo>
                        <a:pt x="7" y="0"/>
                      </a:lnTo>
                      <a:lnTo>
                        <a:pt x="7" y="0"/>
                      </a:lnTo>
                      <a:close/>
                      <a:moveTo>
                        <a:pt x="7" y="4"/>
                      </a:moveTo>
                      <a:lnTo>
                        <a:pt x="5" y="5"/>
                      </a:lnTo>
                      <a:lnTo>
                        <a:pt x="8" y="9"/>
                      </a:lnTo>
                      <a:lnTo>
                        <a:pt x="12" y="12"/>
                      </a:lnTo>
                      <a:lnTo>
                        <a:pt x="15" y="16"/>
                      </a:lnTo>
                      <a:lnTo>
                        <a:pt x="19" y="16"/>
                      </a:lnTo>
                      <a:lnTo>
                        <a:pt x="22" y="16"/>
                      </a:lnTo>
                      <a:lnTo>
                        <a:pt x="20" y="15"/>
                      </a:lnTo>
                      <a:lnTo>
                        <a:pt x="18" y="12"/>
                      </a:lnTo>
                      <a:lnTo>
                        <a:pt x="16" y="11"/>
                      </a:lnTo>
                      <a:lnTo>
                        <a:pt x="15" y="9"/>
                      </a:lnTo>
                      <a:lnTo>
                        <a:pt x="14" y="8"/>
                      </a:lnTo>
                      <a:lnTo>
                        <a:pt x="10" y="7"/>
                      </a:lnTo>
                      <a:lnTo>
                        <a:pt x="8" y="5"/>
                      </a:lnTo>
                      <a:lnTo>
                        <a:pt x="7" y="4"/>
                      </a:lnTo>
                      <a:lnTo>
                        <a:pt x="7" y="4"/>
                      </a:lnTo>
                      <a:close/>
                      <a:moveTo>
                        <a:pt x="1" y="8"/>
                      </a:moveTo>
                      <a:lnTo>
                        <a:pt x="0" y="8"/>
                      </a:lnTo>
                      <a:lnTo>
                        <a:pt x="1" y="9"/>
                      </a:lnTo>
                      <a:lnTo>
                        <a:pt x="1" y="8"/>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8" name="Groupe 1541"/>
                <p:cNvGrpSpPr/>
                <p:nvPr/>
              </p:nvGrpSpPr>
              <p:grpSpPr>
                <a:xfrm>
                  <a:off x="7143155" y="4417291"/>
                  <a:ext cx="1628697" cy="506622"/>
                  <a:chOff x="7343775" y="4365625"/>
                  <a:chExt cx="1377950" cy="428625"/>
                </a:xfrm>
                <a:grpFill/>
              </p:grpSpPr>
              <p:sp>
                <p:nvSpPr>
                  <p:cNvPr id="280" name="Freeform 1063"/>
                  <p:cNvSpPr>
                    <a:spLocks noEditPoints="1"/>
                  </p:cNvSpPr>
                  <p:nvPr/>
                </p:nvSpPr>
                <p:spPr bwMode="auto">
                  <a:xfrm>
                    <a:off x="8378825" y="4546600"/>
                    <a:ext cx="342900" cy="247650"/>
                  </a:xfrm>
                  <a:custGeom>
                    <a:avLst/>
                    <a:gdLst/>
                    <a:ahLst/>
                    <a:cxnLst>
                      <a:cxn ang="0">
                        <a:pos x="172" y="152"/>
                      </a:cxn>
                      <a:cxn ang="0">
                        <a:pos x="172" y="152"/>
                      </a:cxn>
                      <a:cxn ang="0">
                        <a:pos x="88" y="15"/>
                      </a:cxn>
                      <a:cxn ang="0">
                        <a:pos x="205" y="69"/>
                      </a:cxn>
                      <a:cxn ang="0">
                        <a:pos x="205" y="83"/>
                      </a:cxn>
                      <a:cxn ang="0">
                        <a:pos x="195" y="56"/>
                      </a:cxn>
                      <a:cxn ang="0">
                        <a:pos x="193" y="49"/>
                      </a:cxn>
                      <a:cxn ang="0">
                        <a:pos x="155" y="26"/>
                      </a:cxn>
                      <a:cxn ang="0">
                        <a:pos x="176" y="48"/>
                      </a:cxn>
                      <a:cxn ang="0">
                        <a:pos x="156" y="30"/>
                      </a:cxn>
                      <a:cxn ang="0">
                        <a:pos x="125" y="1"/>
                      </a:cxn>
                      <a:cxn ang="0">
                        <a:pos x="133" y="20"/>
                      </a:cxn>
                      <a:cxn ang="0">
                        <a:pos x="108" y="63"/>
                      </a:cxn>
                      <a:cxn ang="0">
                        <a:pos x="127" y="76"/>
                      </a:cxn>
                      <a:cxn ang="0">
                        <a:pos x="153" y="67"/>
                      </a:cxn>
                      <a:cxn ang="0">
                        <a:pos x="163" y="56"/>
                      </a:cxn>
                      <a:cxn ang="0">
                        <a:pos x="155" y="53"/>
                      </a:cxn>
                      <a:cxn ang="0">
                        <a:pos x="138" y="63"/>
                      </a:cxn>
                      <a:cxn ang="0">
                        <a:pos x="127" y="63"/>
                      </a:cxn>
                      <a:cxn ang="0">
                        <a:pos x="97" y="65"/>
                      </a:cxn>
                      <a:cxn ang="0">
                        <a:pos x="88" y="61"/>
                      </a:cxn>
                      <a:cxn ang="0">
                        <a:pos x="76" y="52"/>
                      </a:cxn>
                      <a:cxn ang="0">
                        <a:pos x="165" y="115"/>
                      </a:cxn>
                      <a:cxn ang="0">
                        <a:pos x="146" y="110"/>
                      </a:cxn>
                      <a:cxn ang="0">
                        <a:pos x="144" y="130"/>
                      </a:cxn>
                      <a:cxn ang="0">
                        <a:pos x="141" y="130"/>
                      </a:cxn>
                      <a:cxn ang="0">
                        <a:pos x="141" y="126"/>
                      </a:cxn>
                      <a:cxn ang="0">
                        <a:pos x="136" y="122"/>
                      </a:cxn>
                      <a:cxn ang="0">
                        <a:pos x="130" y="121"/>
                      </a:cxn>
                      <a:cxn ang="0">
                        <a:pos x="53" y="96"/>
                      </a:cxn>
                      <a:cxn ang="0">
                        <a:pos x="49" y="96"/>
                      </a:cxn>
                      <a:cxn ang="0">
                        <a:pos x="43" y="99"/>
                      </a:cxn>
                      <a:cxn ang="0">
                        <a:pos x="40" y="109"/>
                      </a:cxn>
                      <a:cxn ang="0">
                        <a:pos x="35" y="110"/>
                      </a:cxn>
                      <a:cxn ang="0">
                        <a:pos x="32" y="110"/>
                      </a:cxn>
                      <a:cxn ang="0">
                        <a:pos x="39" y="99"/>
                      </a:cxn>
                      <a:cxn ang="0">
                        <a:pos x="0" y="80"/>
                      </a:cxn>
                      <a:cxn ang="0">
                        <a:pos x="19" y="120"/>
                      </a:cxn>
                      <a:cxn ang="0">
                        <a:pos x="30" y="110"/>
                      </a:cxn>
                      <a:cxn ang="0">
                        <a:pos x="11" y="96"/>
                      </a:cxn>
                      <a:cxn ang="0">
                        <a:pos x="17" y="105"/>
                      </a:cxn>
                      <a:cxn ang="0">
                        <a:pos x="35" y="103"/>
                      </a:cxn>
                      <a:cxn ang="0">
                        <a:pos x="39" y="99"/>
                      </a:cxn>
                      <a:cxn ang="0">
                        <a:pos x="46" y="98"/>
                      </a:cxn>
                      <a:cxn ang="0">
                        <a:pos x="50" y="92"/>
                      </a:cxn>
                      <a:cxn ang="0">
                        <a:pos x="61" y="99"/>
                      </a:cxn>
                      <a:cxn ang="0">
                        <a:pos x="85" y="120"/>
                      </a:cxn>
                      <a:cxn ang="0">
                        <a:pos x="108" y="133"/>
                      </a:cxn>
                      <a:cxn ang="0">
                        <a:pos x="126" y="140"/>
                      </a:cxn>
                      <a:cxn ang="0">
                        <a:pos x="137" y="136"/>
                      </a:cxn>
                      <a:cxn ang="0">
                        <a:pos x="127" y="126"/>
                      </a:cxn>
                      <a:cxn ang="0">
                        <a:pos x="114" y="117"/>
                      </a:cxn>
                      <a:cxn ang="0">
                        <a:pos x="97" y="99"/>
                      </a:cxn>
                      <a:cxn ang="0">
                        <a:pos x="97" y="82"/>
                      </a:cxn>
                      <a:cxn ang="0">
                        <a:pos x="77" y="65"/>
                      </a:cxn>
                      <a:cxn ang="0">
                        <a:pos x="61" y="46"/>
                      </a:cxn>
                      <a:cxn ang="0">
                        <a:pos x="39" y="35"/>
                      </a:cxn>
                      <a:cxn ang="0">
                        <a:pos x="11" y="24"/>
                      </a:cxn>
                    </a:cxnLst>
                    <a:rect l="0" t="0" r="r" b="b"/>
                    <a:pathLst>
                      <a:path w="216" h="156">
                        <a:moveTo>
                          <a:pt x="184" y="152"/>
                        </a:moveTo>
                        <a:lnTo>
                          <a:pt x="186" y="151"/>
                        </a:lnTo>
                        <a:lnTo>
                          <a:pt x="189" y="151"/>
                        </a:lnTo>
                        <a:lnTo>
                          <a:pt x="189" y="154"/>
                        </a:lnTo>
                        <a:lnTo>
                          <a:pt x="186" y="154"/>
                        </a:lnTo>
                        <a:lnTo>
                          <a:pt x="184" y="154"/>
                        </a:lnTo>
                        <a:lnTo>
                          <a:pt x="184" y="152"/>
                        </a:lnTo>
                        <a:lnTo>
                          <a:pt x="184" y="152"/>
                        </a:lnTo>
                        <a:close/>
                        <a:moveTo>
                          <a:pt x="172" y="152"/>
                        </a:moveTo>
                        <a:lnTo>
                          <a:pt x="176" y="156"/>
                        </a:lnTo>
                        <a:lnTo>
                          <a:pt x="178" y="156"/>
                        </a:lnTo>
                        <a:lnTo>
                          <a:pt x="179" y="156"/>
                        </a:lnTo>
                        <a:lnTo>
                          <a:pt x="180" y="156"/>
                        </a:lnTo>
                        <a:lnTo>
                          <a:pt x="180" y="155"/>
                        </a:lnTo>
                        <a:lnTo>
                          <a:pt x="178" y="155"/>
                        </a:lnTo>
                        <a:lnTo>
                          <a:pt x="175" y="152"/>
                        </a:lnTo>
                        <a:lnTo>
                          <a:pt x="172" y="152"/>
                        </a:lnTo>
                        <a:lnTo>
                          <a:pt x="172" y="152"/>
                        </a:lnTo>
                        <a:close/>
                        <a:moveTo>
                          <a:pt x="84" y="12"/>
                        </a:moveTo>
                        <a:lnTo>
                          <a:pt x="84" y="11"/>
                        </a:lnTo>
                        <a:lnTo>
                          <a:pt x="87" y="11"/>
                        </a:lnTo>
                        <a:lnTo>
                          <a:pt x="89" y="11"/>
                        </a:lnTo>
                        <a:lnTo>
                          <a:pt x="91" y="12"/>
                        </a:lnTo>
                        <a:lnTo>
                          <a:pt x="92" y="11"/>
                        </a:lnTo>
                        <a:lnTo>
                          <a:pt x="95" y="12"/>
                        </a:lnTo>
                        <a:lnTo>
                          <a:pt x="91" y="15"/>
                        </a:lnTo>
                        <a:lnTo>
                          <a:pt x="88" y="15"/>
                        </a:lnTo>
                        <a:lnTo>
                          <a:pt x="87" y="14"/>
                        </a:lnTo>
                        <a:lnTo>
                          <a:pt x="84" y="14"/>
                        </a:lnTo>
                        <a:lnTo>
                          <a:pt x="84" y="14"/>
                        </a:lnTo>
                        <a:lnTo>
                          <a:pt x="84" y="12"/>
                        </a:lnTo>
                        <a:lnTo>
                          <a:pt x="84" y="12"/>
                        </a:lnTo>
                        <a:close/>
                        <a:moveTo>
                          <a:pt x="199" y="63"/>
                        </a:moveTo>
                        <a:lnTo>
                          <a:pt x="202" y="63"/>
                        </a:lnTo>
                        <a:lnTo>
                          <a:pt x="203" y="65"/>
                        </a:lnTo>
                        <a:lnTo>
                          <a:pt x="205" y="69"/>
                        </a:lnTo>
                        <a:lnTo>
                          <a:pt x="208" y="69"/>
                        </a:lnTo>
                        <a:lnTo>
                          <a:pt x="213" y="73"/>
                        </a:lnTo>
                        <a:lnTo>
                          <a:pt x="216" y="77"/>
                        </a:lnTo>
                        <a:lnTo>
                          <a:pt x="216" y="82"/>
                        </a:lnTo>
                        <a:lnTo>
                          <a:pt x="213" y="82"/>
                        </a:lnTo>
                        <a:lnTo>
                          <a:pt x="213" y="83"/>
                        </a:lnTo>
                        <a:lnTo>
                          <a:pt x="209" y="83"/>
                        </a:lnTo>
                        <a:lnTo>
                          <a:pt x="208" y="83"/>
                        </a:lnTo>
                        <a:lnTo>
                          <a:pt x="205" y="83"/>
                        </a:lnTo>
                        <a:lnTo>
                          <a:pt x="203" y="80"/>
                        </a:lnTo>
                        <a:lnTo>
                          <a:pt x="205" y="79"/>
                        </a:lnTo>
                        <a:lnTo>
                          <a:pt x="202" y="73"/>
                        </a:lnTo>
                        <a:lnTo>
                          <a:pt x="199" y="72"/>
                        </a:lnTo>
                        <a:lnTo>
                          <a:pt x="199" y="68"/>
                        </a:lnTo>
                        <a:lnTo>
                          <a:pt x="198" y="65"/>
                        </a:lnTo>
                        <a:lnTo>
                          <a:pt x="199" y="63"/>
                        </a:lnTo>
                        <a:lnTo>
                          <a:pt x="199" y="63"/>
                        </a:lnTo>
                        <a:close/>
                        <a:moveTo>
                          <a:pt x="195" y="56"/>
                        </a:moveTo>
                        <a:lnTo>
                          <a:pt x="195" y="57"/>
                        </a:lnTo>
                        <a:lnTo>
                          <a:pt x="197" y="60"/>
                        </a:lnTo>
                        <a:lnTo>
                          <a:pt x="197" y="63"/>
                        </a:lnTo>
                        <a:lnTo>
                          <a:pt x="198" y="60"/>
                        </a:lnTo>
                        <a:lnTo>
                          <a:pt x="198" y="57"/>
                        </a:lnTo>
                        <a:lnTo>
                          <a:pt x="195" y="56"/>
                        </a:lnTo>
                        <a:lnTo>
                          <a:pt x="195" y="56"/>
                        </a:lnTo>
                        <a:close/>
                        <a:moveTo>
                          <a:pt x="191" y="50"/>
                        </a:moveTo>
                        <a:lnTo>
                          <a:pt x="193" y="49"/>
                        </a:lnTo>
                        <a:lnTo>
                          <a:pt x="194" y="48"/>
                        </a:lnTo>
                        <a:lnTo>
                          <a:pt x="195" y="49"/>
                        </a:lnTo>
                        <a:lnTo>
                          <a:pt x="194" y="52"/>
                        </a:lnTo>
                        <a:lnTo>
                          <a:pt x="191" y="52"/>
                        </a:lnTo>
                        <a:lnTo>
                          <a:pt x="191" y="50"/>
                        </a:lnTo>
                        <a:lnTo>
                          <a:pt x="191" y="50"/>
                        </a:lnTo>
                        <a:close/>
                        <a:moveTo>
                          <a:pt x="144" y="20"/>
                        </a:moveTo>
                        <a:lnTo>
                          <a:pt x="149" y="24"/>
                        </a:lnTo>
                        <a:lnTo>
                          <a:pt x="155" y="26"/>
                        </a:lnTo>
                        <a:lnTo>
                          <a:pt x="160" y="30"/>
                        </a:lnTo>
                        <a:lnTo>
                          <a:pt x="164" y="31"/>
                        </a:lnTo>
                        <a:lnTo>
                          <a:pt x="165" y="34"/>
                        </a:lnTo>
                        <a:lnTo>
                          <a:pt x="169" y="35"/>
                        </a:lnTo>
                        <a:lnTo>
                          <a:pt x="171" y="39"/>
                        </a:lnTo>
                        <a:lnTo>
                          <a:pt x="174" y="39"/>
                        </a:lnTo>
                        <a:lnTo>
                          <a:pt x="175" y="45"/>
                        </a:lnTo>
                        <a:lnTo>
                          <a:pt x="176" y="46"/>
                        </a:lnTo>
                        <a:lnTo>
                          <a:pt x="176" y="48"/>
                        </a:lnTo>
                        <a:lnTo>
                          <a:pt x="175" y="50"/>
                        </a:lnTo>
                        <a:lnTo>
                          <a:pt x="174" y="54"/>
                        </a:lnTo>
                        <a:lnTo>
                          <a:pt x="171" y="52"/>
                        </a:lnTo>
                        <a:lnTo>
                          <a:pt x="169" y="48"/>
                        </a:lnTo>
                        <a:lnTo>
                          <a:pt x="171" y="46"/>
                        </a:lnTo>
                        <a:lnTo>
                          <a:pt x="169" y="38"/>
                        </a:lnTo>
                        <a:lnTo>
                          <a:pt x="164" y="34"/>
                        </a:lnTo>
                        <a:lnTo>
                          <a:pt x="160" y="33"/>
                        </a:lnTo>
                        <a:lnTo>
                          <a:pt x="156" y="30"/>
                        </a:lnTo>
                        <a:lnTo>
                          <a:pt x="145" y="24"/>
                        </a:lnTo>
                        <a:lnTo>
                          <a:pt x="144" y="23"/>
                        </a:lnTo>
                        <a:lnTo>
                          <a:pt x="144" y="20"/>
                        </a:lnTo>
                        <a:lnTo>
                          <a:pt x="144" y="20"/>
                        </a:lnTo>
                        <a:close/>
                        <a:moveTo>
                          <a:pt x="123" y="0"/>
                        </a:moveTo>
                        <a:lnTo>
                          <a:pt x="126" y="0"/>
                        </a:lnTo>
                        <a:lnTo>
                          <a:pt x="129" y="3"/>
                        </a:lnTo>
                        <a:lnTo>
                          <a:pt x="127" y="4"/>
                        </a:lnTo>
                        <a:lnTo>
                          <a:pt x="125" y="1"/>
                        </a:lnTo>
                        <a:lnTo>
                          <a:pt x="123" y="0"/>
                        </a:lnTo>
                        <a:lnTo>
                          <a:pt x="123" y="0"/>
                        </a:lnTo>
                        <a:close/>
                        <a:moveTo>
                          <a:pt x="133" y="20"/>
                        </a:moveTo>
                        <a:lnTo>
                          <a:pt x="136" y="19"/>
                        </a:lnTo>
                        <a:lnTo>
                          <a:pt x="137" y="20"/>
                        </a:lnTo>
                        <a:lnTo>
                          <a:pt x="137" y="23"/>
                        </a:lnTo>
                        <a:lnTo>
                          <a:pt x="134" y="24"/>
                        </a:lnTo>
                        <a:lnTo>
                          <a:pt x="133" y="23"/>
                        </a:lnTo>
                        <a:lnTo>
                          <a:pt x="133" y="20"/>
                        </a:lnTo>
                        <a:lnTo>
                          <a:pt x="133" y="20"/>
                        </a:lnTo>
                        <a:close/>
                        <a:moveTo>
                          <a:pt x="131" y="56"/>
                        </a:moveTo>
                        <a:lnTo>
                          <a:pt x="134" y="58"/>
                        </a:lnTo>
                        <a:lnTo>
                          <a:pt x="136" y="56"/>
                        </a:lnTo>
                        <a:lnTo>
                          <a:pt x="133" y="53"/>
                        </a:lnTo>
                        <a:lnTo>
                          <a:pt x="131" y="54"/>
                        </a:lnTo>
                        <a:lnTo>
                          <a:pt x="131" y="56"/>
                        </a:lnTo>
                        <a:lnTo>
                          <a:pt x="131" y="56"/>
                        </a:lnTo>
                        <a:close/>
                        <a:moveTo>
                          <a:pt x="108" y="63"/>
                        </a:moveTo>
                        <a:lnTo>
                          <a:pt x="106" y="65"/>
                        </a:lnTo>
                        <a:lnTo>
                          <a:pt x="108" y="69"/>
                        </a:lnTo>
                        <a:lnTo>
                          <a:pt x="111" y="69"/>
                        </a:lnTo>
                        <a:lnTo>
                          <a:pt x="117" y="73"/>
                        </a:lnTo>
                        <a:lnTo>
                          <a:pt x="117" y="75"/>
                        </a:lnTo>
                        <a:lnTo>
                          <a:pt x="118" y="73"/>
                        </a:lnTo>
                        <a:lnTo>
                          <a:pt x="123" y="73"/>
                        </a:lnTo>
                        <a:lnTo>
                          <a:pt x="125" y="76"/>
                        </a:lnTo>
                        <a:lnTo>
                          <a:pt x="127" y="76"/>
                        </a:lnTo>
                        <a:lnTo>
                          <a:pt x="130" y="76"/>
                        </a:lnTo>
                        <a:lnTo>
                          <a:pt x="136" y="75"/>
                        </a:lnTo>
                        <a:lnTo>
                          <a:pt x="138" y="76"/>
                        </a:lnTo>
                        <a:lnTo>
                          <a:pt x="141" y="75"/>
                        </a:lnTo>
                        <a:lnTo>
                          <a:pt x="144" y="76"/>
                        </a:lnTo>
                        <a:lnTo>
                          <a:pt x="145" y="75"/>
                        </a:lnTo>
                        <a:lnTo>
                          <a:pt x="145" y="72"/>
                        </a:lnTo>
                        <a:lnTo>
                          <a:pt x="149" y="72"/>
                        </a:lnTo>
                        <a:lnTo>
                          <a:pt x="153" y="67"/>
                        </a:lnTo>
                        <a:lnTo>
                          <a:pt x="153" y="64"/>
                        </a:lnTo>
                        <a:lnTo>
                          <a:pt x="156" y="64"/>
                        </a:lnTo>
                        <a:lnTo>
                          <a:pt x="157" y="65"/>
                        </a:lnTo>
                        <a:lnTo>
                          <a:pt x="161" y="64"/>
                        </a:lnTo>
                        <a:lnTo>
                          <a:pt x="163" y="61"/>
                        </a:lnTo>
                        <a:lnTo>
                          <a:pt x="160" y="58"/>
                        </a:lnTo>
                        <a:lnTo>
                          <a:pt x="160" y="57"/>
                        </a:lnTo>
                        <a:lnTo>
                          <a:pt x="161" y="56"/>
                        </a:lnTo>
                        <a:lnTo>
                          <a:pt x="163" y="56"/>
                        </a:lnTo>
                        <a:lnTo>
                          <a:pt x="167" y="53"/>
                        </a:lnTo>
                        <a:lnTo>
                          <a:pt x="167" y="46"/>
                        </a:lnTo>
                        <a:lnTo>
                          <a:pt x="163" y="43"/>
                        </a:lnTo>
                        <a:lnTo>
                          <a:pt x="161" y="45"/>
                        </a:lnTo>
                        <a:lnTo>
                          <a:pt x="160" y="46"/>
                        </a:lnTo>
                        <a:lnTo>
                          <a:pt x="159" y="45"/>
                        </a:lnTo>
                        <a:lnTo>
                          <a:pt x="155" y="45"/>
                        </a:lnTo>
                        <a:lnTo>
                          <a:pt x="153" y="48"/>
                        </a:lnTo>
                        <a:lnTo>
                          <a:pt x="155" y="53"/>
                        </a:lnTo>
                        <a:lnTo>
                          <a:pt x="156" y="54"/>
                        </a:lnTo>
                        <a:lnTo>
                          <a:pt x="155" y="56"/>
                        </a:lnTo>
                        <a:lnTo>
                          <a:pt x="152" y="56"/>
                        </a:lnTo>
                        <a:lnTo>
                          <a:pt x="146" y="60"/>
                        </a:lnTo>
                        <a:lnTo>
                          <a:pt x="145" y="63"/>
                        </a:lnTo>
                        <a:lnTo>
                          <a:pt x="144" y="64"/>
                        </a:lnTo>
                        <a:lnTo>
                          <a:pt x="142" y="64"/>
                        </a:lnTo>
                        <a:lnTo>
                          <a:pt x="140" y="65"/>
                        </a:lnTo>
                        <a:lnTo>
                          <a:pt x="138" y="63"/>
                        </a:lnTo>
                        <a:lnTo>
                          <a:pt x="137" y="63"/>
                        </a:lnTo>
                        <a:lnTo>
                          <a:pt x="134" y="65"/>
                        </a:lnTo>
                        <a:lnTo>
                          <a:pt x="133" y="65"/>
                        </a:lnTo>
                        <a:lnTo>
                          <a:pt x="131" y="61"/>
                        </a:lnTo>
                        <a:lnTo>
                          <a:pt x="133" y="60"/>
                        </a:lnTo>
                        <a:lnTo>
                          <a:pt x="130" y="58"/>
                        </a:lnTo>
                        <a:lnTo>
                          <a:pt x="129" y="60"/>
                        </a:lnTo>
                        <a:lnTo>
                          <a:pt x="129" y="61"/>
                        </a:lnTo>
                        <a:lnTo>
                          <a:pt x="127" y="63"/>
                        </a:lnTo>
                        <a:lnTo>
                          <a:pt x="125" y="63"/>
                        </a:lnTo>
                        <a:lnTo>
                          <a:pt x="121" y="64"/>
                        </a:lnTo>
                        <a:lnTo>
                          <a:pt x="119" y="64"/>
                        </a:lnTo>
                        <a:lnTo>
                          <a:pt x="117" y="63"/>
                        </a:lnTo>
                        <a:lnTo>
                          <a:pt x="114" y="63"/>
                        </a:lnTo>
                        <a:lnTo>
                          <a:pt x="111" y="64"/>
                        </a:lnTo>
                        <a:lnTo>
                          <a:pt x="108" y="63"/>
                        </a:lnTo>
                        <a:lnTo>
                          <a:pt x="108" y="63"/>
                        </a:lnTo>
                        <a:close/>
                        <a:moveTo>
                          <a:pt x="97" y="65"/>
                        </a:moveTo>
                        <a:lnTo>
                          <a:pt x="99" y="63"/>
                        </a:lnTo>
                        <a:lnTo>
                          <a:pt x="102" y="65"/>
                        </a:lnTo>
                        <a:lnTo>
                          <a:pt x="103" y="68"/>
                        </a:lnTo>
                        <a:lnTo>
                          <a:pt x="102" y="69"/>
                        </a:lnTo>
                        <a:lnTo>
                          <a:pt x="99" y="67"/>
                        </a:lnTo>
                        <a:lnTo>
                          <a:pt x="97" y="65"/>
                        </a:lnTo>
                        <a:lnTo>
                          <a:pt x="97" y="65"/>
                        </a:lnTo>
                        <a:close/>
                        <a:moveTo>
                          <a:pt x="89" y="60"/>
                        </a:moveTo>
                        <a:lnTo>
                          <a:pt x="88" y="61"/>
                        </a:lnTo>
                        <a:lnTo>
                          <a:pt x="89" y="64"/>
                        </a:lnTo>
                        <a:lnTo>
                          <a:pt x="92" y="63"/>
                        </a:lnTo>
                        <a:lnTo>
                          <a:pt x="92" y="61"/>
                        </a:lnTo>
                        <a:lnTo>
                          <a:pt x="89" y="60"/>
                        </a:lnTo>
                        <a:lnTo>
                          <a:pt x="89" y="60"/>
                        </a:lnTo>
                        <a:close/>
                        <a:moveTo>
                          <a:pt x="76" y="50"/>
                        </a:moveTo>
                        <a:lnTo>
                          <a:pt x="73" y="52"/>
                        </a:lnTo>
                        <a:lnTo>
                          <a:pt x="73" y="53"/>
                        </a:lnTo>
                        <a:lnTo>
                          <a:pt x="76" y="52"/>
                        </a:lnTo>
                        <a:lnTo>
                          <a:pt x="76" y="50"/>
                        </a:lnTo>
                        <a:lnTo>
                          <a:pt x="76" y="50"/>
                        </a:lnTo>
                        <a:close/>
                        <a:moveTo>
                          <a:pt x="165" y="115"/>
                        </a:moveTo>
                        <a:lnTo>
                          <a:pt x="165" y="117"/>
                        </a:lnTo>
                        <a:lnTo>
                          <a:pt x="165" y="120"/>
                        </a:lnTo>
                        <a:lnTo>
                          <a:pt x="167" y="118"/>
                        </a:lnTo>
                        <a:lnTo>
                          <a:pt x="171" y="121"/>
                        </a:lnTo>
                        <a:lnTo>
                          <a:pt x="169" y="120"/>
                        </a:lnTo>
                        <a:lnTo>
                          <a:pt x="165" y="115"/>
                        </a:lnTo>
                        <a:lnTo>
                          <a:pt x="165" y="115"/>
                        </a:lnTo>
                        <a:close/>
                        <a:moveTo>
                          <a:pt x="145" y="107"/>
                        </a:moveTo>
                        <a:lnTo>
                          <a:pt x="144" y="107"/>
                        </a:lnTo>
                        <a:lnTo>
                          <a:pt x="145" y="110"/>
                        </a:lnTo>
                        <a:lnTo>
                          <a:pt x="146" y="110"/>
                        </a:lnTo>
                        <a:lnTo>
                          <a:pt x="146" y="111"/>
                        </a:lnTo>
                        <a:lnTo>
                          <a:pt x="146" y="113"/>
                        </a:lnTo>
                        <a:lnTo>
                          <a:pt x="146" y="113"/>
                        </a:lnTo>
                        <a:lnTo>
                          <a:pt x="146" y="110"/>
                        </a:lnTo>
                        <a:lnTo>
                          <a:pt x="146" y="106"/>
                        </a:lnTo>
                        <a:lnTo>
                          <a:pt x="145" y="107"/>
                        </a:lnTo>
                        <a:lnTo>
                          <a:pt x="145" y="107"/>
                        </a:lnTo>
                        <a:close/>
                        <a:moveTo>
                          <a:pt x="138" y="128"/>
                        </a:moveTo>
                        <a:lnTo>
                          <a:pt x="141" y="128"/>
                        </a:lnTo>
                        <a:lnTo>
                          <a:pt x="142" y="129"/>
                        </a:lnTo>
                        <a:lnTo>
                          <a:pt x="142" y="129"/>
                        </a:lnTo>
                        <a:lnTo>
                          <a:pt x="144" y="130"/>
                        </a:lnTo>
                        <a:lnTo>
                          <a:pt x="144" y="130"/>
                        </a:lnTo>
                        <a:lnTo>
                          <a:pt x="145" y="129"/>
                        </a:lnTo>
                        <a:lnTo>
                          <a:pt x="146" y="129"/>
                        </a:lnTo>
                        <a:lnTo>
                          <a:pt x="146" y="130"/>
                        </a:lnTo>
                        <a:lnTo>
                          <a:pt x="145" y="132"/>
                        </a:lnTo>
                        <a:lnTo>
                          <a:pt x="145" y="133"/>
                        </a:lnTo>
                        <a:lnTo>
                          <a:pt x="144" y="133"/>
                        </a:lnTo>
                        <a:lnTo>
                          <a:pt x="142" y="133"/>
                        </a:lnTo>
                        <a:lnTo>
                          <a:pt x="142" y="132"/>
                        </a:lnTo>
                        <a:lnTo>
                          <a:pt x="141" y="130"/>
                        </a:lnTo>
                        <a:lnTo>
                          <a:pt x="140" y="129"/>
                        </a:lnTo>
                        <a:lnTo>
                          <a:pt x="138" y="128"/>
                        </a:lnTo>
                        <a:lnTo>
                          <a:pt x="138" y="128"/>
                        </a:lnTo>
                        <a:lnTo>
                          <a:pt x="138" y="128"/>
                        </a:lnTo>
                        <a:close/>
                        <a:moveTo>
                          <a:pt x="136" y="122"/>
                        </a:moveTo>
                        <a:lnTo>
                          <a:pt x="137" y="125"/>
                        </a:lnTo>
                        <a:lnTo>
                          <a:pt x="138" y="126"/>
                        </a:lnTo>
                        <a:lnTo>
                          <a:pt x="140" y="126"/>
                        </a:lnTo>
                        <a:lnTo>
                          <a:pt x="141" y="126"/>
                        </a:lnTo>
                        <a:lnTo>
                          <a:pt x="141" y="126"/>
                        </a:lnTo>
                        <a:lnTo>
                          <a:pt x="141" y="125"/>
                        </a:lnTo>
                        <a:lnTo>
                          <a:pt x="140" y="125"/>
                        </a:lnTo>
                        <a:lnTo>
                          <a:pt x="140" y="124"/>
                        </a:lnTo>
                        <a:lnTo>
                          <a:pt x="140" y="122"/>
                        </a:lnTo>
                        <a:lnTo>
                          <a:pt x="138" y="122"/>
                        </a:lnTo>
                        <a:lnTo>
                          <a:pt x="137" y="122"/>
                        </a:lnTo>
                        <a:lnTo>
                          <a:pt x="136" y="122"/>
                        </a:lnTo>
                        <a:lnTo>
                          <a:pt x="136" y="122"/>
                        </a:lnTo>
                        <a:close/>
                        <a:moveTo>
                          <a:pt x="130" y="121"/>
                        </a:moveTo>
                        <a:lnTo>
                          <a:pt x="131" y="122"/>
                        </a:lnTo>
                        <a:lnTo>
                          <a:pt x="133" y="122"/>
                        </a:lnTo>
                        <a:lnTo>
                          <a:pt x="134" y="124"/>
                        </a:lnTo>
                        <a:lnTo>
                          <a:pt x="134" y="125"/>
                        </a:lnTo>
                        <a:lnTo>
                          <a:pt x="134" y="122"/>
                        </a:lnTo>
                        <a:lnTo>
                          <a:pt x="133" y="121"/>
                        </a:lnTo>
                        <a:lnTo>
                          <a:pt x="131" y="120"/>
                        </a:lnTo>
                        <a:lnTo>
                          <a:pt x="130" y="121"/>
                        </a:lnTo>
                        <a:lnTo>
                          <a:pt x="130" y="121"/>
                        </a:lnTo>
                        <a:close/>
                        <a:moveTo>
                          <a:pt x="59" y="96"/>
                        </a:moveTo>
                        <a:lnTo>
                          <a:pt x="58" y="98"/>
                        </a:lnTo>
                        <a:lnTo>
                          <a:pt x="59" y="99"/>
                        </a:lnTo>
                        <a:lnTo>
                          <a:pt x="59" y="99"/>
                        </a:lnTo>
                        <a:lnTo>
                          <a:pt x="59" y="96"/>
                        </a:lnTo>
                        <a:lnTo>
                          <a:pt x="59" y="96"/>
                        </a:lnTo>
                        <a:close/>
                        <a:moveTo>
                          <a:pt x="53" y="98"/>
                        </a:moveTo>
                        <a:lnTo>
                          <a:pt x="53" y="96"/>
                        </a:lnTo>
                        <a:lnTo>
                          <a:pt x="54" y="96"/>
                        </a:lnTo>
                        <a:lnTo>
                          <a:pt x="53" y="98"/>
                        </a:lnTo>
                        <a:lnTo>
                          <a:pt x="53" y="98"/>
                        </a:lnTo>
                        <a:close/>
                        <a:moveTo>
                          <a:pt x="49" y="96"/>
                        </a:moveTo>
                        <a:lnTo>
                          <a:pt x="49" y="98"/>
                        </a:lnTo>
                        <a:lnTo>
                          <a:pt x="50" y="98"/>
                        </a:lnTo>
                        <a:lnTo>
                          <a:pt x="50" y="98"/>
                        </a:lnTo>
                        <a:lnTo>
                          <a:pt x="49" y="96"/>
                        </a:lnTo>
                        <a:lnTo>
                          <a:pt x="49" y="96"/>
                        </a:lnTo>
                        <a:close/>
                        <a:moveTo>
                          <a:pt x="53" y="98"/>
                        </a:moveTo>
                        <a:lnTo>
                          <a:pt x="50" y="95"/>
                        </a:lnTo>
                        <a:lnTo>
                          <a:pt x="51" y="94"/>
                        </a:lnTo>
                        <a:lnTo>
                          <a:pt x="53" y="94"/>
                        </a:lnTo>
                        <a:lnTo>
                          <a:pt x="53" y="96"/>
                        </a:lnTo>
                        <a:lnTo>
                          <a:pt x="53" y="98"/>
                        </a:lnTo>
                        <a:lnTo>
                          <a:pt x="53" y="98"/>
                        </a:lnTo>
                        <a:close/>
                        <a:moveTo>
                          <a:pt x="42" y="98"/>
                        </a:moveTo>
                        <a:lnTo>
                          <a:pt x="43" y="99"/>
                        </a:lnTo>
                        <a:lnTo>
                          <a:pt x="44" y="99"/>
                        </a:lnTo>
                        <a:lnTo>
                          <a:pt x="43" y="98"/>
                        </a:lnTo>
                        <a:lnTo>
                          <a:pt x="42" y="98"/>
                        </a:lnTo>
                        <a:lnTo>
                          <a:pt x="42" y="98"/>
                        </a:lnTo>
                        <a:close/>
                        <a:moveTo>
                          <a:pt x="38" y="109"/>
                        </a:moveTo>
                        <a:lnTo>
                          <a:pt x="39" y="107"/>
                        </a:lnTo>
                        <a:lnTo>
                          <a:pt x="40" y="107"/>
                        </a:lnTo>
                        <a:lnTo>
                          <a:pt x="40" y="109"/>
                        </a:lnTo>
                        <a:lnTo>
                          <a:pt x="40" y="109"/>
                        </a:lnTo>
                        <a:lnTo>
                          <a:pt x="38" y="109"/>
                        </a:lnTo>
                        <a:lnTo>
                          <a:pt x="38" y="109"/>
                        </a:lnTo>
                        <a:close/>
                        <a:moveTo>
                          <a:pt x="36" y="110"/>
                        </a:moveTo>
                        <a:lnTo>
                          <a:pt x="38" y="111"/>
                        </a:lnTo>
                        <a:lnTo>
                          <a:pt x="38" y="110"/>
                        </a:lnTo>
                        <a:lnTo>
                          <a:pt x="36" y="110"/>
                        </a:lnTo>
                        <a:lnTo>
                          <a:pt x="36" y="110"/>
                        </a:lnTo>
                        <a:close/>
                        <a:moveTo>
                          <a:pt x="34" y="109"/>
                        </a:moveTo>
                        <a:lnTo>
                          <a:pt x="35" y="110"/>
                        </a:lnTo>
                        <a:lnTo>
                          <a:pt x="36" y="109"/>
                        </a:lnTo>
                        <a:lnTo>
                          <a:pt x="34" y="109"/>
                        </a:lnTo>
                        <a:lnTo>
                          <a:pt x="34" y="109"/>
                        </a:lnTo>
                        <a:close/>
                        <a:moveTo>
                          <a:pt x="32" y="110"/>
                        </a:moveTo>
                        <a:lnTo>
                          <a:pt x="32" y="110"/>
                        </a:lnTo>
                        <a:lnTo>
                          <a:pt x="36" y="111"/>
                        </a:lnTo>
                        <a:lnTo>
                          <a:pt x="39" y="114"/>
                        </a:lnTo>
                        <a:lnTo>
                          <a:pt x="32" y="110"/>
                        </a:lnTo>
                        <a:lnTo>
                          <a:pt x="32" y="110"/>
                        </a:lnTo>
                        <a:close/>
                        <a:moveTo>
                          <a:pt x="36" y="103"/>
                        </a:moveTo>
                        <a:lnTo>
                          <a:pt x="39" y="103"/>
                        </a:lnTo>
                        <a:lnTo>
                          <a:pt x="39" y="105"/>
                        </a:lnTo>
                        <a:lnTo>
                          <a:pt x="38" y="103"/>
                        </a:lnTo>
                        <a:lnTo>
                          <a:pt x="36" y="103"/>
                        </a:lnTo>
                        <a:lnTo>
                          <a:pt x="36" y="103"/>
                        </a:lnTo>
                        <a:close/>
                        <a:moveTo>
                          <a:pt x="40" y="102"/>
                        </a:moveTo>
                        <a:lnTo>
                          <a:pt x="39" y="101"/>
                        </a:lnTo>
                        <a:lnTo>
                          <a:pt x="39" y="99"/>
                        </a:lnTo>
                        <a:lnTo>
                          <a:pt x="40" y="98"/>
                        </a:lnTo>
                        <a:lnTo>
                          <a:pt x="42" y="101"/>
                        </a:lnTo>
                        <a:lnTo>
                          <a:pt x="42" y="102"/>
                        </a:lnTo>
                        <a:lnTo>
                          <a:pt x="42" y="102"/>
                        </a:lnTo>
                        <a:lnTo>
                          <a:pt x="40" y="102"/>
                        </a:lnTo>
                        <a:lnTo>
                          <a:pt x="40" y="102"/>
                        </a:lnTo>
                        <a:close/>
                        <a:moveTo>
                          <a:pt x="2" y="22"/>
                        </a:moveTo>
                        <a:lnTo>
                          <a:pt x="1" y="76"/>
                        </a:lnTo>
                        <a:lnTo>
                          <a:pt x="0" y="80"/>
                        </a:lnTo>
                        <a:lnTo>
                          <a:pt x="0" y="82"/>
                        </a:lnTo>
                        <a:lnTo>
                          <a:pt x="1" y="83"/>
                        </a:lnTo>
                        <a:lnTo>
                          <a:pt x="0" y="118"/>
                        </a:lnTo>
                        <a:lnTo>
                          <a:pt x="5" y="118"/>
                        </a:lnTo>
                        <a:lnTo>
                          <a:pt x="6" y="118"/>
                        </a:lnTo>
                        <a:lnTo>
                          <a:pt x="9" y="118"/>
                        </a:lnTo>
                        <a:lnTo>
                          <a:pt x="16" y="118"/>
                        </a:lnTo>
                        <a:lnTo>
                          <a:pt x="19" y="118"/>
                        </a:lnTo>
                        <a:lnTo>
                          <a:pt x="19" y="120"/>
                        </a:lnTo>
                        <a:lnTo>
                          <a:pt x="20" y="121"/>
                        </a:lnTo>
                        <a:lnTo>
                          <a:pt x="23" y="122"/>
                        </a:lnTo>
                        <a:lnTo>
                          <a:pt x="25" y="120"/>
                        </a:lnTo>
                        <a:lnTo>
                          <a:pt x="31" y="118"/>
                        </a:lnTo>
                        <a:lnTo>
                          <a:pt x="31" y="117"/>
                        </a:lnTo>
                        <a:lnTo>
                          <a:pt x="32" y="118"/>
                        </a:lnTo>
                        <a:lnTo>
                          <a:pt x="34" y="117"/>
                        </a:lnTo>
                        <a:lnTo>
                          <a:pt x="34" y="113"/>
                        </a:lnTo>
                        <a:lnTo>
                          <a:pt x="30" y="110"/>
                        </a:lnTo>
                        <a:lnTo>
                          <a:pt x="25" y="109"/>
                        </a:lnTo>
                        <a:lnTo>
                          <a:pt x="23" y="107"/>
                        </a:lnTo>
                        <a:lnTo>
                          <a:pt x="21" y="106"/>
                        </a:lnTo>
                        <a:lnTo>
                          <a:pt x="19" y="106"/>
                        </a:lnTo>
                        <a:lnTo>
                          <a:pt x="17" y="106"/>
                        </a:lnTo>
                        <a:lnTo>
                          <a:pt x="16" y="105"/>
                        </a:lnTo>
                        <a:lnTo>
                          <a:pt x="16" y="101"/>
                        </a:lnTo>
                        <a:lnTo>
                          <a:pt x="13" y="98"/>
                        </a:lnTo>
                        <a:lnTo>
                          <a:pt x="11" y="96"/>
                        </a:lnTo>
                        <a:lnTo>
                          <a:pt x="11" y="95"/>
                        </a:lnTo>
                        <a:lnTo>
                          <a:pt x="8" y="94"/>
                        </a:lnTo>
                        <a:lnTo>
                          <a:pt x="11" y="95"/>
                        </a:lnTo>
                        <a:lnTo>
                          <a:pt x="11" y="96"/>
                        </a:lnTo>
                        <a:lnTo>
                          <a:pt x="13" y="96"/>
                        </a:lnTo>
                        <a:lnTo>
                          <a:pt x="16" y="99"/>
                        </a:lnTo>
                        <a:lnTo>
                          <a:pt x="16" y="102"/>
                        </a:lnTo>
                        <a:lnTo>
                          <a:pt x="17" y="105"/>
                        </a:lnTo>
                        <a:lnTo>
                          <a:pt x="17" y="105"/>
                        </a:lnTo>
                        <a:lnTo>
                          <a:pt x="21" y="106"/>
                        </a:lnTo>
                        <a:lnTo>
                          <a:pt x="23" y="107"/>
                        </a:lnTo>
                        <a:lnTo>
                          <a:pt x="25" y="107"/>
                        </a:lnTo>
                        <a:lnTo>
                          <a:pt x="28" y="107"/>
                        </a:lnTo>
                        <a:lnTo>
                          <a:pt x="32" y="106"/>
                        </a:lnTo>
                        <a:lnTo>
                          <a:pt x="35" y="106"/>
                        </a:lnTo>
                        <a:lnTo>
                          <a:pt x="38" y="106"/>
                        </a:lnTo>
                        <a:lnTo>
                          <a:pt x="36" y="105"/>
                        </a:lnTo>
                        <a:lnTo>
                          <a:pt x="35" y="103"/>
                        </a:lnTo>
                        <a:lnTo>
                          <a:pt x="34" y="101"/>
                        </a:lnTo>
                        <a:lnTo>
                          <a:pt x="32" y="101"/>
                        </a:lnTo>
                        <a:lnTo>
                          <a:pt x="31" y="99"/>
                        </a:lnTo>
                        <a:lnTo>
                          <a:pt x="32" y="101"/>
                        </a:lnTo>
                        <a:lnTo>
                          <a:pt x="35" y="101"/>
                        </a:lnTo>
                        <a:lnTo>
                          <a:pt x="38" y="102"/>
                        </a:lnTo>
                        <a:lnTo>
                          <a:pt x="40" y="103"/>
                        </a:lnTo>
                        <a:lnTo>
                          <a:pt x="39" y="102"/>
                        </a:lnTo>
                        <a:lnTo>
                          <a:pt x="39" y="99"/>
                        </a:lnTo>
                        <a:lnTo>
                          <a:pt x="40" y="98"/>
                        </a:lnTo>
                        <a:lnTo>
                          <a:pt x="40" y="96"/>
                        </a:lnTo>
                        <a:lnTo>
                          <a:pt x="40" y="95"/>
                        </a:lnTo>
                        <a:lnTo>
                          <a:pt x="38" y="92"/>
                        </a:lnTo>
                        <a:lnTo>
                          <a:pt x="38" y="91"/>
                        </a:lnTo>
                        <a:lnTo>
                          <a:pt x="40" y="92"/>
                        </a:lnTo>
                        <a:lnTo>
                          <a:pt x="42" y="95"/>
                        </a:lnTo>
                        <a:lnTo>
                          <a:pt x="44" y="96"/>
                        </a:lnTo>
                        <a:lnTo>
                          <a:pt x="46" y="98"/>
                        </a:lnTo>
                        <a:lnTo>
                          <a:pt x="46" y="96"/>
                        </a:lnTo>
                        <a:lnTo>
                          <a:pt x="46" y="94"/>
                        </a:lnTo>
                        <a:lnTo>
                          <a:pt x="46" y="95"/>
                        </a:lnTo>
                        <a:lnTo>
                          <a:pt x="47" y="98"/>
                        </a:lnTo>
                        <a:lnTo>
                          <a:pt x="49" y="98"/>
                        </a:lnTo>
                        <a:lnTo>
                          <a:pt x="49" y="95"/>
                        </a:lnTo>
                        <a:lnTo>
                          <a:pt x="47" y="94"/>
                        </a:lnTo>
                        <a:lnTo>
                          <a:pt x="49" y="91"/>
                        </a:lnTo>
                        <a:lnTo>
                          <a:pt x="50" y="92"/>
                        </a:lnTo>
                        <a:lnTo>
                          <a:pt x="53" y="94"/>
                        </a:lnTo>
                        <a:lnTo>
                          <a:pt x="54" y="95"/>
                        </a:lnTo>
                        <a:lnTo>
                          <a:pt x="55" y="96"/>
                        </a:lnTo>
                        <a:lnTo>
                          <a:pt x="58" y="95"/>
                        </a:lnTo>
                        <a:lnTo>
                          <a:pt x="58" y="96"/>
                        </a:lnTo>
                        <a:lnTo>
                          <a:pt x="59" y="95"/>
                        </a:lnTo>
                        <a:lnTo>
                          <a:pt x="59" y="96"/>
                        </a:lnTo>
                        <a:lnTo>
                          <a:pt x="59" y="98"/>
                        </a:lnTo>
                        <a:lnTo>
                          <a:pt x="61" y="99"/>
                        </a:lnTo>
                        <a:lnTo>
                          <a:pt x="64" y="101"/>
                        </a:lnTo>
                        <a:lnTo>
                          <a:pt x="70" y="102"/>
                        </a:lnTo>
                        <a:lnTo>
                          <a:pt x="73" y="103"/>
                        </a:lnTo>
                        <a:lnTo>
                          <a:pt x="76" y="106"/>
                        </a:lnTo>
                        <a:lnTo>
                          <a:pt x="76" y="110"/>
                        </a:lnTo>
                        <a:lnTo>
                          <a:pt x="80" y="115"/>
                        </a:lnTo>
                        <a:lnTo>
                          <a:pt x="81" y="117"/>
                        </a:lnTo>
                        <a:lnTo>
                          <a:pt x="84" y="118"/>
                        </a:lnTo>
                        <a:lnTo>
                          <a:pt x="85" y="120"/>
                        </a:lnTo>
                        <a:lnTo>
                          <a:pt x="85" y="122"/>
                        </a:lnTo>
                        <a:lnTo>
                          <a:pt x="92" y="129"/>
                        </a:lnTo>
                        <a:lnTo>
                          <a:pt x="92" y="130"/>
                        </a:lnTo>
                        <a:lnTo>
                          <a:pt x="95" y="132"/>
                        </a:lnTo>
                        <a:lnTo>
                          <a:pt x="99" y="133"/>
                        </a:lnTo>
                        <a:lnTo>
                          <a:pt x="100" y="133"/>
                        </a:lnTo>
                        <a:lnTo>
                          <a:pt x="102" y="133"/>
                        </a:lnTo>
                        <a:lnTo>
                          <a:pt x="104" y="135"/>
                        </a:lnTo>
                        <a:lnTo>
                          <a:pt x="108" y="133"/>
                        </a:lnTo>
                        <a:lnTo>
                          <a:pt x="111" y="135"/>
                        </a:lnTo>
                        <a:lnTo>
                          <a:pt x="114" y="135"/>
                        </a:lnTo>
                        <a:lnTo>
                          <a:pt x="118" y="135"/>
                        </a:lnTo>
                        <a:lnTo>
                          <a:pt x="121" y="136"/>
                        </a:lnTo>
                        <a:lnTo>
                          <a:pt x="123" y="136"/>
                        </a:lnTo>
                        <a:lnTo>
                          <a:pt x="125" y="137"/>
                        </a:lnTo>
                        <a:lnTo>
                          <a:pt x="127" y="137"/>
                        </a:lnTo>
                        <a:lnTo>
                          <a:pt x="129" y="139"/>
                        </a:lnTo>
                        <a:lnTo>
                          <a:pt x="126" y="140"/>
                        </a:lnTo>
                        <a:lnTo>
                          <a:pt x="129" y="140"/>
                        </a:lnTo>
                        <a:lnTo>
                          <a:pt x="133" y="143"/>
                        </a:lnTo>
                        <a:lnTo>
                          <a:pt x="136" y="141"/>
                        </a:lnTo>
                        <a:lnTo>
                          <a:pt x="137" y="140"/>
                        </a:lnTo>
                        <a:lnTo>
                          <a:pt x="133" y="137"/>
                        </a:lnTo>
                        <a:lnTo>
                          <a:pt x="131" y="137"/>
                        </a:lnTo>
                        <a:lnTo>
                          <a:pt x="131" y="136"/>
                        </a:lnTo>
                        <a:lnTo>
                          <a:pt x="134" y="136"/>
                        </a:lnTo>
                        <a:lnTo>
                          <a:pt x="137" y="136"/>
                        </a:lnTo>
                        <a:lnTo>
                          <a:pt x="140" y="135"/>
                        </a:lnTo>
                        <a:lnTo>
                          <a:pt x="134" y="133"/>
                        </a:lnTo>
                        <a:lnTo>
                          <a:pt x="127" y="133"/>
                        </a:lnTo>
                        <a:lnTo>
                          <a:pt x="125" y="130"/>
                        </a:lnTo>
                        <a:lnTo>
                          <a:pt x="123" y="129"/>
                        </a:lnTo>
                        <a:lnTo>
                          <a:pt x="126" y="128"/>
                        </a:lnTo>
                        <a:lnTo>
                          <a:pt x="129" y="128"/>
                        </a:lnTo>
                        <a:lnTo>
                          <a:pt x="130" y="126"/>
                        </a:lnTo>
                        <a:lnTo>
                          <a:pt x="127" y="126"/>
                        </a:lnTo>
                        <a:lnTo>
                          <a:pt x="123" y="126"/>
                        </a:lnTo>
                        <a:lnTo>
                          <a:pt x="118" y="125"/>
                        </a:lnTo>
                        <a:lnTo>
                          <a:pt x="117" y="124"/>
                        </a:lnTo>
                        <a:lnTo>
                          <a:pt x="117" y="121"/>
                        </a:lnTo>
                        <a:lnTo>
                          <a:pt x="118" y="120"/>
                        </a:lnTo>
                        <a:lnTo>
                          <a:pt x="119" y="118"/>
                        </a:lnTo>
                        <a:lnTo>
                          <a:pt x="117" y="115"/>
                        </a:lnTo>
                        <a:lnTo>
                          <a:pt x="115" y="115"/>
                        </a:lnTo>
                        <a:lnTo>
                          <a:pt x="114" y="117"/>
                        </a:lnTo>
                        <a:lnTo>
                          <a:pt x="112" y="117"/>
                        </a:lnTo>
                        <a:lnTo>
                          <a:pt x="111" y="117"/>
                        </a:lnTo>
                        <a:lnTo>
                          <a:pt x="108" y="114"/>
                        </a:lnTo>
                        <a:lnTo>
                          <a:pt x="107" y="110"/>
                        </a:lnTo>
                        <a:lnTo>
                          <a:pt x="106" y="109"/>
                        </a:lnTo>
                        <a:lnTo>
                          <a:pt x="103" y="102"/>
                        </a:lnTo>
                        <a:lnTo>
                          <a:pt x="102" y="102"/>
                        </a:lnTo>
                        <a:lnTo>
                          <a:pt x="100" y="99"/>
                        </a:lnTo>
                        <a:lnTo>
                          <a:pt x="97" y="99"/>
                        </a:lnTo>
                        <a:lnTo>
                          <a:pt x="95" y="99"/>
                        </a:lnTo>
                        <a:lnTo>
                          <a:pt x="93" y="95"/>
                        </a:lnTo>
                        <a:lnTo>
                          <a:pt x="91" y="92"/>
                        </a:lnTo>
                        <a:lnTo>
                          <a:pt x="91" y="90"/>
                        </a:lnTo>
                        <a:lnTo>
                          <a:pt x="88" y="87"/>
                        </a:lnTo>
                        <a:lnTo>
                          <a:pt x="87" y="84"/>
                        </a:lnTo>
                        <a:lnTo>
                          <a:pt x="87" y="83"/>
                        </a:lnTo>
                        <a:lnTo>
                          <a:pt x="92" y="84"/>
                        </a:lnTo>
                        <a:lnTo>
                          <a:pt x="97" y="82"/>
                        </a:lnTo>
                        <a:lnTo>
                          <a:pt x="99" y="79"/>
                        </a:lnTo>
                        <a:lnTo>
                          <a:pt x="99" y="76"/>
                        </a:lnTo>
                        <a:lnTo>
                          <a:pt x="95" y="72"/>
                        </a:lnTo>
                        <a:lnTo>
                          <a:pt x="92" y="71"/>
                        </a:lnTo>
                        <a:lnTo>
                          <a:pt x="91" y="72"/>
                        </a:lnTo>
                        <a:lnTo>
                          <a:pt x="87" y="71"/>
                        </a:lnTo>
                        <a:lnTo>
                          <a:pt x="83" y="68"/>
                        </a:lnTo>
                        <a:lnTo>
                          <a:pt x="80" y="65"/>
                        </a:lnTo>
                        <a:lnTo>
                          <a:pt x="77" y="65"/>
                        </a:lnTo>
                        <a:lnTo>
                          <a:pt x="70" y="64"/>
                        </a:lnTo>
                        <a:lnTo>
                          <a:pt x="69" y="61"/>
                        </a:lnTo>
                        <a:lnTo>
                          <a:pt x="72" y="58"/>
                        </a:lnTo>
                        <a:lnTo>
                          <a:pt x="72" y="56"/>
                        </a:lnTo>
                        <a:lnTo>
                          <a:pt x="69" y="53"/>
                        </a:lnTo>
                        <a:lnTo>
                          <a:pt x="65" y="48"/>
                        </a:lnTo>
                        <a:lnTo>
                          <a:pt x="64" y="48"/>
                        </a:lnTo>
                        <a:lnTo>
                          <a:pt x="62" y="49"/>
                        </a:lnTo>
                        <a:lnTo>
                          <a:pt x="61" y="46"/>
                        </a:lnTo>
                        <a:lnTo>
                          <a:pt x="58" y="45"/>
                        </a:lnTo>
                        <a:lnTo>
                          <a:pt x="57" y="42"/>
                        </a:lnTo>
                        <a:lnTo>
                          <a:pt x="54" y="42"/>
                        </a:lnTo>
                        <a:lnTo>
                          <a:pt x="53" y="39"/>
                        </a:lnTo>
                        <a:lnTo>
                          <a:pt x="51" y="41"/>
                        </a:lnTo>
                        <a:lnTo>
                          <a:pt x="49" y="39"/>
                        </a:lnTo>
                        <a:lnTo>
                          <a:pt x="46" y="38"/>
                        </a:lnTo>
                        <a:lnTo>
                          <a:pt x="43" y="37"/>
                        </a:lnTo>
                        <a:lnTo>
                          <a:pt x="39" y="35"/>
                        </a:lnTo>
                        <a:lnTo>
                          <a:pt x="34" y="33"/>
                        </a:lnTo>
                        <a:lnTo>
                          <a:pt x="27" y="31"/>
                        </a:lnTo>
                        <a:lnTo>
                          <a:pt x="24" y="30"/>
                        </a:lnTo>
                        <a:lnTo>
                          <a:pt x="21" y="29"/>
                        </a:lnTo>
                        <a:lnTo>
                          <a:pt x="20" y="29"/>
                        </a:lnTo>
                        <a:lnTo>
                          <a:pt x="20" y="29"/>
                        </a:lnTo>
                        <a:lnTo>
                          <a:pt x="15" y="27"/>
                        </a:lnTo>
                        <a:lnTo>
                          <a:pt x="13" y="26"/>
                        </a:lnTo>
                        <a:lnTo>
                          <a:pt x="11" y="24"/>
                        </a:lnTo>
                        <a:lnTo>
                          <a:pt x="5" y="23"/>
                        </a:lnTo>
                        <a:lnTo>
                          <a:pt x="2" y="22"/>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1065"/>
                  <p:cNvSpPr>
                    <a:spLocks noEditPoints="1"/>
                  </p:cNvSpPr>
                  <p:nvPr/>
                </p:nvSpPr>
                <p:spPr bwMode="auto">
                  <a:xfrm>
                    <a:off x="7343775" y="4365625"/>
                    <a:ext cx="1038225" cy="411163"/>
                  </a:xfrm>
                  <a:custGeom>
                    <a:avLst/>
                    <a:gdLst/>
                    <a:ahLst/>
                    <a:cxnLst>
                      <a:cxn ang="0">
                        <a:pos x="629" y="202"/>
                      </a:cxn>
                      <a:cxn ang="0">
                        <a:pos x="567" y="162"/>
                      </a:cxn>
                      <a:cxn ang="0">
                        <a:pos x="538" y="149"/>
                      </a:cxn>
                      <a:cxn ang="0">
                        <a:pos x="525" y="124"/>
                      </a:cxn>
                      <a:cxn ang="0">
                        <a:pos x="563" y="134"/>
                      </a:cxn>
                      <a:cxn ang="0">
                        <a:pos x="641" y="132"/>
                      </a:cxn>
                      <a:cxn ang="0">
                        <a:pos x="514" y="103"/>
                      </a:cxn>
                      <a:cxn ang="0">
                        <a:pos x="451" y="31"/>
                      </a:cxn>
                      <a:cxn ang="0">
                        <a:pos x="461" y="90"/>
                      </a:cxn>
                      <a:cxn ang="0">
                        <a:pos x="479" y="94"/>
                      </a:cxn>
                      <a:cxn ang="0">
                        <a:pos x="460" y="104"/>
                      </a:cxn>
                      <a:cxn ang="0">
                        <a:pos x="470" y="151"/>
                      </a:cxn>
                      <a:cxn ang="0">
                        <a:pos x="508" y="147"/>
                      </a:cxn>
                      <a:cxn ang="0">
                        <a:pos x="362" y="202"/>
                      </a:cxn>
                      <a:cxn ang="0">
                        <a:pos x="430" y="125"/>
                      </a:cxn>
                      <a:cxn ang="0">
                        <a:pos x="398" y="177"/>
                      </a:cxn>
                      <a:cxn ang="0">
                        <a:pos x="396" y="126"/>
                      </a:cxn>
                      <a:cxn ang="0">
                        <a:pos x="381" y="103"/>
                      </a:cxn>
                      <a:cxn ang="0">
                        <a:pos x="427" y="75"/>
                      </a:cxn>
                      <a:cxn ang="0">
                        <a:pos x="350" y="104"/>
                      </a:cxn>
                      <a:cxn ang="0">
                        <a:pos x="347" y="181"/>
                      </a:cxn>
                      <a:cxn ang="0">
                        <a:pos x="375" y="168"/>
                      </a:cxn>
                      <a:cxn ang="0">
                        <a:pos x="385" y="143"/>
                      </a:cxn>
                      <a:cxn ang="0">
                        <a:pos x="372" y="114"/>
                      </a:cxn>
                      <a:cxn ang="0">
                        <a:pos x="349" y="22"/>
                      </a:cxn>
                      <a:cxn ang="0">
                        <a:pos x="300" y="149"/>
                      </a:cxn>
                      <a:cxn ang="0">
                        <a:pos x="206" y="119"/>
                      </a:cxn>
                      <a:cxn ang="0">
                        <a:pos x="292" y="39"/>
                      </a:cxn>
                      <a:cxn ang="0">
                        <a:pos x="332" y="79"/>
                      </a:cxn>
                      <a:cxn ang="0">
                        <a:pos x="303" y="130"/>
                      </a:cxn>
                      <a:cxn ang="0">
                        <a:pos x="260" y="144"/>
                      </a:cxn>
                      <a:cxn ang="0">
                        <a:pos x="214" y="118"/>
                      </a:cxn>
                      <a:cxn ang="0">
                        <a:pos x="572" y="121"/>
                      </a:cxn>
                      <a:cxn ang="0">
                        <a:pos x="535" y="182"/>
                      </a:cxn>
                      <a:cxn ang="0">
                        <a:pos x="555" y="190"/>
                      </a:cxn>
                      <a:cxn ang="0">
                        <a:pos x="555" y="182"/>
                      </a:cxn>
                      <a:cxn ang="0">
                        <a:pos x="520" y="202"/>
                      </a:cxn>
                      <a:cxn ang="0">
                        <a:pos x="519" y="202"/>
                      </a:cxn>
                      <a:cxn ang="0">
                        <a:pos x="479" y="219"/>
                      </a:cxn>
                      <a:cxn ang="0">
                        <a:pos x="411" y="249"/>
                      </a:cxn>
                      <a:cxn ang="0">
                        <a:pos x="388" y="259"/>
                      </a:cxn>
                      <a:cxn ang="0">
                        <a:pos x="334" y="238"/>
                      </a:cxn>
                      <a:cxn ang="0">
                        <a:pos x="430" y="219"/>
                      </a:cxn>
                      <a:cxn ang="0">
                        <a:pos x="403" y="225"/>
                      </a:cxn>
                      <a:cxn ang="0">
                        <a:pos x="395" y="220"/>
                      </a:cxn>
                      <a:cxn ang="0">
                        <a:pos x="343" y="224"/>
                      </a:cxn>
                      <a:cxn ang="0">
                        <a:pos x="326" y="225"/>
                      </a:cxn>
                      <a:cxn ang="0">
                        <a:pos x="277" y="223"/>
                      </a:cxn>
                      <a:cxn ang="0">
                        <a:pos x="623" y="209"/>
                      </a:cxn>
                      <a:cxn ang="0">
                        <a:pos x="153" y="190"/>
                      </a:cxn>
                      <a:cxn ang="0">
                        <a:pos x="251" y="210"/>
                      </a:cxn>
                      <a:cxn ang="0">
                        <a:pos x="194" y="212"/>
                      </a:cxn>
                      <a:cxn ang="0">
                        <a:pos x="158" y="56"/>
                      </a:cxn>
                      <a:cxn ang="0">
                        <a:pos x="135" y="79"/>
                      </a:cxn>
                      <a:cxn ang="0">
                        <a:pos x="168" y="141"/>
                      </a:cxn>
                      <a:cxn ang="0">
                        <a:pos x="134" y="106"/>
                      </a:cxn>
                      <a:cxn ang="0">
                        <a:pos x="89" y="69"/>
                      </a:cxn>
                      <a:cxn ang="0">
                        <a:pos x="48" y="115"/>
                      </a:cxn>
                      <a:cxn ang="0">
                        <a:pos x="8" y="56"/>
                      </a:cxn>
                      <a:cxn ang="0">
                        <a:pos x="59" y="95"/>
                      </a:cxn>
                      <a:cxn ang="0">
                        <a:pos x="146" y="178"/>
                      </a:cxn>
                      <a:cxn ang="0">
                        <a:pos x="119" y="104"/>
                      </a:cxn>
                      <a:cxn ang="0">
                        <a:pos x="69" y="53"/>
                      </a:cxn>
                    </a:cxnLst>
                    <a:rect l="0" t="0" r="r" b="b"/>
                    <a:pathLst>
                      <a:path w="654" h="259">
                        <a:moveTo>
                          <a:pt x="654" y="136"/>
                        </a:moveTo>
                        <a:lnTo>
                          <a:pt x="653" y="190"/>
                        </a:lnTo>
                        <a:lnTo>
                          <a:pt x="652" y="194"/>
                        </a:lnTo>
                        <a:lnTo>
                          <a:pt x="652" y="196"/>
                        </a:lnTo>
                        <a:lnTo>
                          <a:pt x="653" y="197"/>
                        </a:lnTo>
                        <a:lnTo>
                          <a:pt x="652" y="232"/>
                        </a:lnTo>
                        <a:lnTo>
                          <a:pt x="650" y="232"/>
                        </a:lnTo>
                        <a:lnTo>
                          <a:pt x="648" y="231"/>
                        </a:lnTo>
                        <a:lnTo>
                          <a:pt x="644" y="227"/>
                        </a:lnTo>
                        <a:lnTo>
                          <a:pt x="642" y="224"/>
                        </a:lnTo>
                        <a:lnTo>
                          <a:pt x="642" y="223"/>
                        </a:lnTo>
                        <a:lnTo>
                          <a:pt x="639" y="221"/>
                        </a:lnTo>
                        <a:lnTo>
                          <a:pt x="638" y="220"/>
                        </a:lnTo>
                        <a:lnTo>
                          <a:pt x="638" y="217"/>
                        </a:lnTo>
                        <a:lnTo>
                          <a:pt x="639" y="216"/>
                        </a:lnTo>
                        <a:lnTo>
                          <a:pt x="639" y="212"/>
                        </a:lnTo>
                        <a:lnTo>
                          <a:pt x="638" y="216"/>
                        </a:lnTo>
                        <a:lnTo>
                          <a:pt x="637" y="217"/>
                        </a:lnTo>
                        <a:lnTo>
                          <a:pt x="633" y="216"/>
                        </a:lnTo>
                        <a:lnTo>
                          <a:pt x="630" y="217"/>
                        </a:lnTo>
                        <a:lnTo>
                          <a:pt x="627" y="217"/>
                        </a:lnTo>
                        <a:lnTo>
                          <a:pt x="627" y="216"/>
                        </a:lnTo>
                        <a:lnTo>
                          <a:pt x="623" y="219"/>
                        </a:lnTo>
                        <a:lnTo>
                          <a:pt x="622" y="216"/>
                        </a:lnTo>
                        <a:lnTo>
                          <a:pt x="623" y="216"/>
                        </a:lnTo>
                        <a:lnTo>
                          <a:pt x="623" y="213"/>
                        </a:lnTo>
                        <a:lnTo>
                          <a:pt x="623" y="212"/>
                        </a:lnTo>
                        <a:lnTo>
                          <a:pt x="624" y="210"/>
                        </a:lnTo>
                        <a:lnTo>
                          <a:pt x="624" y="206"/>
                        </a:lnTo>
                        <a:lnTo>
                          <a:pt x="623" y="206"/>
                        </a:lnTo>
                        <a:lnTo>
                          <a:pt x="622" y="204"/>
                        </a:lnTo>
                        <a:lnTo>
                          <a:pt x="623" y="204"/>
                        </a:lnTo>
                        <a:lnTo>
                          <a:pt x="624" y="204"/>
                        </a:lnTo>
                        <a:lnTo>
                          <a:pt x="627" y="204"/>
                        </a:lnTo>
                        <a:lnTo>
                          <a:pt x="629" y="202"/>
                        </a:lnTo>
                        <a:lnTo>
                          <a:pt x="627" y="202"/>
                        </a:lnTo>
                        <a:lnTo>
                          <a:pt x="623" y="202"/>
                        </a:lnTo>
                        <a:lnTo>
                          <a:pt x="622" y="201"/>
                        </a:lnTo>
                        <a:lnTo>
                          <a:pt x="619" y="200"/>
                        </a:lnTo>
                        <a:lnTo>
                          <a:pt x="619" y="198"/>
                        </a:lnTo>
                        <a:lnTo>
                          <a:pt x="620" y="198"/>
                        </a:lnTo>
                        <a:lnTo>
                          <a:pt x="623" y="198"/>
                        </a:lnTo>
                        <a:lnTo>
                          <a:pt x="622" y="197"/>
                        </a:lnTo>
                        <a:lnTo>
                          <a:pt x="618" y="194"/>
                        </a:lnTo>
                        <a:lnTo>
                          <a:pt x="616" y="193"/>
                        </a:lnTo>
                        <a:lnTo>
                          <a:pt x="615" y="190"/>
                        </a:lnTo>
                        <a:lnTo>
                          <a:pt x="615" y="187"/>
                        </a:lnTo>
                        <a:lnTo>
                          <a:pt x="612" y="185"/>
                        </a:lnTo>
                        <a:lnTo>
                          <a:pt x="612" y="183"/>
                        </a:lnTo>
                        <a:lnTo>
                          <a:pt x="615" y="181"/>
                        </a:lnTo>
                        <a:lnTo>
                          <a:pt x="612" y="181"/>
                        </a:lnTo>
                        <a:lnTo>
                          <a:pt x="611" y="179"/>
                        </a:lnTo>
                        <a:lnTo>
                          <a:pt x="612" y="179"/>
                        </a:lnTo>
                        <a:lnTo>
                          <a:pt x="611" y="178"/>
                        </a:lnTo>
                        <a:lnTo>
                          <a:pt x="612" y="175"/>
                        </a:lnTo>
                        <a:lnTo>
                          <a:pt x="610" y="177"/>
                        </a:lnTo>
                        <a:lnTo>
                          <a:pt x="608" y="175"/>
                        </a:lnTo>
                        <a:lnTo>
                          <a:pt x="607" y="175"/>
                        </a:lnTo>
                        <a:lnTo>
                          <a:pt x="605" y="175"/>
                        </a:lnTo>
                        <a:lnTo>
                          <a:pt x="608" y="172"/>
                        </a:lnTo>
                        <a:lnTo>
                          <a:pt x="605" y="174"/>
                        </a:lnTo>
                        <a:lnTo>
                          <a:pt x="604" y="174"/>
                        </a:lnTo>
                        <a:lnTo>
                          <a:pt x="600" y="172"/>
                        </a:lnTo>
                        <a:lnTo>
                          <a:pt x="599" y="170"/>
                        </a:lnTo>
                        <a:lnTo>
                          <a:pt x="595" y="168"/>
                        </a:lnTo>
                        <a:lnTo>
                          <a:pt x="592" y="168"/>
                        </a:lnTo>
                        <a:lnTo>
                          <a:pt x="584" y="166"/>
                        </a:lnTo>
                        <a:lnTo>
                          <a:pt x="576" y="163"/>
                        </a:lnTo>
                        <a:lnTo>
                          <a:pt x="572" y="163"/>
                        </a:lnTo>
                        <a:lnTo>
                          <a:pt x="567" y="162"/>
                        </a:lnTo>
                        <a:lnTo>
                          <a:pt x="567" y="160"/>
                        </a:lnTo>
                        <a:lnTo>
                          <a:pt x="566" y="159"/>
                        </a:lnTo>
                        <a:lnTo>
                          <a:pt x="563" y="159"/>
                        </a:lnTo>
                        <a:lnTo>
                          <a:pt x="563" y="156"/>
                        </a:lnTo>
                        <a:lnTo>
                          <a:pt x="566" y="156"/>
                        </a:lnTo>
                        <a:lnTo>
                          <a:pt x="567" y="156"/>
                        </a:lnTo>
                        <a:lnTo>
                          <a:pt x="566" y="156"/>
                        </a:lnTo>
                        <a:lnTo>
                          <a:pt x="565" y="155"/>
                        </a:lnTo>
                        <a:lnTo>
                          <a:pt x="562" y="156"/>
                        </a:lnTo>
                        <a:lnTo>
                          <a:pt x="561" y="155"/>
                        </a:lnTo>
                        <a:lnTo>
                          <a:pt x="559" y="155"/>
                        </a:lnTo>
                        <a:lnTo>
                          <a:pt x="558" y="153"/>
                        </a:lnTo>
                        <a:lnTo>
                          <a:pt x="557" y="155"/>
                        </a:lnTo>
                        <a:lnTo>
                          <a:pt x="557" y="152"/>
                        </a:lnTo>
                        <a:lnTo>
                          <a:pt x="555" y="152"/>
                        </a:lnTo>
                        <a:lnTo>
                          <a:pt x="554" y="152"/>
                        </a:lnTo>
                        <a:lnTo>
                          <a:pt x="554" y="153"/>
                        </a:lnTo>
                        <a:lnTo>
                          <a:pt x="552" y="152"/>
                        </a:lnTo>
                        <a:lnTo>
                          <a:pt x="551" y="148"/>
                        </a:lnTo>
                        <a:lnTo>
                          <a:pt x="550" y="145"/>
                        </a:lnTo>
                        <a:lnTo>
                          <a:pt x="551" y="143"/>
                        </a:lnTo>
                        <a:lnTo>
                          <a:pt x="551" y="140"/>
                        </a:lnTo>
                        <a:lnTo>
                          <a:pt x="550" y="143"/>
                        </a:lnTo>
                        <a:lnTo>
                          <a:pt x="550" y="145"/>
                        </a:lnTo>
                        <a:lnTo>
                          <a:pt x="548" y="148"/>
                        </a:lnTo>
                        <a:lnTo>
                          <a:pt x="547" y="148"/>
                        </a:lnTo>
                        <a:lnTo>
                          <a:pt x="546" y="152"/>
                        </a:lnTo>
                        <a:lnTo>
                          <a:pt x="546" y="155"/>
                        </a:lnTo>
                        <a:lnTo>
                          <a:pt x="543" y="157"/>
                        </a:lnTo>
                        <a:lnTo>
                          <a:pt x="540" y="159"/>
                        </a:lnTo>
                        <a:lnTo>
                          <a:pt x="538" y="157"/>
                        </a:lnTo>
                        <a:lnTo>
                          <a:pt x="535" y="153"/>
                        </a:lnTo>
                        <a:lnTo>
                          <a:pt x="535" y="151"/>
                        </a:lnTo>
                        <a:lnTo>
                          <a:pt x="536" y="151"/>
                        </a:lnTo>
                        <a:lnTo>
                          <a:pt x="538" y="149"/>
                        </a:lnTo>
                        <a:lnTo>
                          <a:pt x="536" y="147"/>
                        </a:lnTo>
                        <a:lnTo>
                          <a:pt x="535" y="148"/>
                        </a:lnTo>
                        <a:lnTo>
                          <a:pt x="533" y="147"/>
                        </a:lnTo>
                        <a:lnTo>
                          <a:pt x="532" y="143"/>
                        </a:lnTo>
                        <a:lnTo>
                          <a:pt x="529" y="141"/>
                        </a:lnTo>
                        <a:lnTo>
                          <a:pt x="527" y="141"/>
                        </a:lnTo>
                        <a:lnTo>
                          <a:pt x="525" y="140"/>
                        </a:lnTo>
                        <a:lnTo>
                          <a:pt x="527" y="137"/>
                        </a:lnTo>
                        <a:lnTo>
                          <a:pt x="531" y="137"/>
                        </a:lnTo>
                        <a:lnTo>
                          <a:pt x="532" y="138"/>
                        </a:lnTo>
                        <a:lnTo>
                          <a:pt x="535" y="138"/>
                        </a:lnTo>
                        <a:lnTo>
                          <a:pt x="536" y="140"/>
                        </a:lnTo>
                        <a:lnTo>
                          <a:pt x="540" y="138"/>
                        </a:lnTo>
                        <a:lnTo>
                          <a:pt x="540" y="134"/>
                        </a:lnTo>
                        <a:lnTo>
                          <a:pt x="543" y="134"/>
                        </a:lnTo>
                        <a:lnTo>
                          <a:pt x="547" y="136"/>
                        </a:lnTo>
                        <a:lnTo>
                          <a:pt x="548" y="138"/>
                        </a:lnTo>
                        <a:lnTo>
                          <a:pt x="550" y="136"/>
                        </a:lnTo>
                        <a:lnTo>
                          <a:pt x="551" y="134"/>
                        </a:lnTo>
                        <a:lnTo>
                          <a:pt x="552" y="134"/>
                        </a:lnTo>
                        <a:lnTo>
                          <a:pt x="554" y="132"/>
                        </a:lnTo>
                        <a:lnTo>
                          <a:pt x="552" y="129"/>
                        </a:lnTo>
                        <a:lnTo>
                          <a:pt x="546" y="129"/>
                        </a:lnTo>
                        <a:lnTo>
                          <a:pt x="547" y="130"/>
                        </a:lnTo>
                        <a:lnTo>
                          <a:pt x="544" y="130"/>
                        </a:lnTo>
                        <a:lnTo>
                          <a:pt x="543" y="130"/>
                        </a:lnTo>
                        <a:lnTo>
                          <a:pt x="539" y="132"/>
                        </a:lnTo>
                        <a:lnTo>
                          <a:pt x="538" y="130"/>
                        </a:lnTo>
                        <a:lnTo>
                          <a:pt x="536" y="132"/>
                        </a:lnTo>
                        <a:lnTo>
                          <a:pt x="533" y="130"/>
                        </a:lnTo>
                        <a:lnTo>
                          <a:pt x="531" y="130"/>
                        </a:lnTo>
                        <a:lnTo>
                          <a:pt x="528" y="130"/>
                        </a:lnTo>
                        <a:lnTo>
                          <a:pt x="525" y="128"/>
                        </a:lnTo>
                        <a:lnTo>
                          <a:pt x="525" y="125"/>
                        </a:lnTo>
                        <a:lnTo>
                          <a:pt x="525" y="124"/>
                        </a:lnTo>
                        <a:lnTo>
                          <a:pt x="524" y="121"/>
                        </a:lnTo>
                        <a:lnTo>
                          <a:pt x="520" y="119"/>
                        </a:lnTo>
                        <a:lnTo>
                          <a:pt x="519" y="117"/>
                        </a:lnTo>
                        <a:lnTo>
                          <a:pt x="517" y="118"/>
                        </a:lnTo>
                        <a:lnTo>
                          <a:pt x="516" y="119"/>
                        </a:lnTo>
                        <a:lnTo>
                          <a:pt x="512" y="119"/>
                        </a:lnTo>
                        <a:lnTo>
                          <a:pt x="513" y="118"/>
                        </a:lnTo>
                        <a:lnTo>
                          <a:pt x="516" y="115"/>
                        </a:lnTo>
                        <a:lnTo>
                          <a:pt x="516" y="113"/>
                        </a:lnTo>
                        <a:lnTo>
                          <a:pt x="516" y="111"/>
                        </a:lnTo>
                        <a:lnTo>
                          <a:pt x="517" y="110"/>
                        </a:lnTo>
                        <a:lnTo>
                          <a:pt x="521" y="110"/>
                        </a:lnTo>
                        <a:lnTo>
                          <a:pt x="523" y="107"/>
                        </a:lnTo>
                        <a:lnTo>
                          <a:pt x="525" y="107"/>
                        </a:lnTo>
                        <a:lnTo>
                          <a:pt x="529" y="104"/>
                        </a:lnTo>
                        <a:lnTo>
                          <a:pt x="531" y="103"/>
                        </a:lnTo>
                        <a:lnTo>
                          <a:pt x="535" y="102"/>
                        </a:lnTo>
                        <a:lnTo>
                          <a:pt x="542" y="104"/>
                        </a:lnTo>
                        <a:lnTo>
                          <a:pt x="547" y="109"/>
                        </a:lnTo>
                        <a:lnTo>
                          <a:pt x="551" y="107"/>
                        </a:lnTo>
                        <a:lnTo>
                          <a:pt x="555" y="109"/>
                        </a:lnTo>
                        <a:lnTo>
                          <a:pt x="557" y="110"/>
                        </a:lnTo>
                        <a:lnTo>
                          <a:pt x="557" y="111"/>
                        </a:lnTo>
                        <a:lnTo>
                          <a:pt x="557" y="114"/>
                        </a:lnTo>
                        <a:lnTo>
                          <a:pt x="558" y="117"/>
                        </a:lnTo>
                        <a:lnTo>
                          <a:pt x="559" y="119"/>
                        </a:lnTo>
                        <a:lnTo>
                          <a:pt x="558" y="122"/>
                        </a:lnTo>
                        <a:lnTo>
                          <a:pt x="557" y="125"/>
                        </a:lnTo>
                        <a:lnTo>
                          <a:pt x="557" y="128"/>
                        </a:lnTo>
                        <a:lnTo>
                          <a:pt x="558" y="134"/>
                        </a:lnTo>
                        <a:lnTo>
                          <a:pt x="559" y="138"/>
                        </a:lnTo>
                        <a:lnTo>
                          <a:pt x="561" y="140"/>
                        </a:lnTo>
                        <a:lnTo>
                          <a:pt x="562" y="140"/>
                        </a:lnTo>
                        <a:lnTo>
                          <a:pt x="562" y="136"/>
                        </a:lnTo>
                        <a:lnTo>
                          <a:pt x="563" y="134"/>
                        </a:lnTo>
                        <a:lnTo>
                          <a:pt x="565" y="136"/>
                        </a:lnTo>
                        <a:lnTo>
                          <a:pt x="565" y="138"/>
                        </a:lnTo>
                        <a:lnTo>
                          <a:pt x="566" y="141"/>
                        </a:lnTo>
                        <a:lnTo>
                          <a:pt x="566" y="141"/>
                        </a:lnTo>
                        <a:lnTo>
                          <a:pt x="567" y="144"/>
                        </a:lnTo>
                        <a:lnTo>
                          <a:pt x="570" y="147"/>
                        </a:lnTo>
                        <a:lnTo>
                          <a:pt x="572" y="148"/>
                        </a:lnTo>
                        <a:lnTo>
                          <a:pt x="574" y="148"/>
                        </a:lnTo>
                        <a:lnTo>
                          <a:pt x="577" y="147"/>
                        </a:lnTo>
                        <a:lnTo>
                          <a:pt x="578" y="144"/>
                        </a:lnTo>
                        <a:lnTo>
                          <a:pt x="580" y="143"/>
                        </a:lnTo>
                        <a:lnTo>
                          <a:pt x="581" y="143"/>
                        </a:lnTo>
                        <a:lnTo>
                          <a:pt x="581" y="138"/>
                        </a:lnTo>
                        <a:lnTo>
                          <a:pt x="582" y="136"/>
                        </a:lnTo>
                        <a:lnTo>
                          <a:pt x="585" y="136"/>
                        </a:lnTo>
                        <a:lnTo>
                          <a:pt x="588" y="134"/>
                        </a:lnTo>
                        <a:lnTo>
                          <a:pt x="589" y="132"/>
                        </a:lnTo>
                        <a:lnTo>
                          <a:pt x="589" y="130"/>
                        </a:lnTo>
                        <a:lnTo>
                          <a:pt x="591" y="130"/>
                        </a:lnTo>
                        <a:lnTo>
                          <a:pt x="593" y="130"/>
                        </a:lnTo>
                        <a:lnTo>
                          <a:pt x="596" y="129"/>
                        </a:lnTo>
                        <a:lnTo>
                          <a:pt x="600" y="129"/>
                        </a:lnTo>
                        <a:lnTo>
                          <a:pt x="600" y="126"/>
                        </a:lnTo>
                        <a:lnTo>
                          <a:pt x="599" y="124"/>
                        </a:lnTo>
                        <a:lnTo>
                          <a:pt x="599" y="122"/>
                        </a:lnTo>
                        <a:lnTo>
                          <a:pt x="607" y="118"/>
                        </a:lnTo>
                        <a:lnTo>
                          <a:pt x="610" y="119"/>
                        </a:lnTo>
                        <a:lnTo>
                          <a:pt x="612" y="121"/>
                        </a:lnTo>
                        <a:lnTo>
                          <a:pt x="616" y="124"/>
                        </a:lnTo>
                        <a:lnTo>
                          <a:pt x="622" y="124"/>
                        </a:lnTo>
                        <a:lnTo>
                          <a:pt x="624" y="126"/>
                        </a:lnTo>
                        <a:lnTo>
                          <a:pt x="627" y="126"/>
                        </a:lnTo>
                        <a:lnTo>
                          <a:pt x="630" y="128"/>
                        </a:lnTo>
                        <a:lnTo>
                          <a:pt x="638" y="132"/>
                        </a:lnTo>
                        <a:lnTo>
                          <a:pt x="641" y="132"/>
                        </a:lnTo>
                        <a:lnTo>
                          <a:pt x="642" y="132"/>
                        </a:lnTo>
                        <a:lnTo>
                          <a:pt x="646" y="132"/>
                        </a:lnTo>
                        <a:lnTo>
                          <a:pt x="649" y="132"/>
                        </a:lnTo>
                        <a:lnTo>
                          <a:pt x="650" y="133"/>
                        </a:lnTo>
                        <a:lnTo>
                          <a:pt x="650" y="134"/>
                        </a:lnTo>
                        <a:lnTo>
                          <a:pt x="650" y="136"/>
                        </a:lnTo>
                        <a:lnTo>
                          <a:pt x="653" y="137"/>
                        </a:lnTo>
                        <a:lnTo>
                          <a:pt x="654" y="136"/>
                        </a:lnTo>
                        <a:lnTo>
                          <a:pt x="654" y="136"/>
                        </a:lnTo>
                        <a:lnTo>
                          <a:pt x="654" y="136"/>
                        </a:lnTo>
                        <a:close/>
                        <a:moveTo>
                          <a:pt x="486" y="96"/>
                        </a:moveTo>
                        <a:lnTo>
                          <a:pt x="491" y="99"/>
                        </a:lnTo>
                        <a:lnTo>
                          <a:pt x="491" y="100"/>
                        </a:lnTo>
                        <a:lnTo>
                          <a:pt x="487" y="99"/>
                        </a:lnTo>
                        <a:lnTo>
                          <a:pt x="486" y="96"/>
                        </a:lnTo>
                        <a:lnTo>
                          <a:pt x="486" y="96"/>
                        </a:lnTo>
                        <a:close/>
                        <a:moveTo>
                          <a:pt x="514" y="103"/>
                        </a:moveTo>
                        <a:lnTo>
                          <a:pt x="516" y="103"/>
                        </a:lnTo>
                        <a:lnTo>
                          <a:pt x="519" y="102"/>
                        </a:lnTo>
                        <a:lnTo>
                          <a:pt x="517" y="100"/>
                        </a:lnTo>
                        <a:lnTo>
                          <a:pt x="514" y="98"/>
                        </a:lnTo>
                        <a:lnTo>
                          <a:pt x="509" y="98"/>
                        </a:lnTo>
                        <a:lnTo>
                          <a:pt x="508" y="100"/>
                        </a:lnTo>
                        <a:lnTo>
                          <a:pt x="505" y="100"/>
                        </a:lnTo>
                        <a:lnTo>
                          <a:pt x="504" y="100"/>
                        </a:lnTo>
                        <a:lnTo>
                          <a:pt x="505" y="102"/>
                        </a:lnTo>
                        <a:lnTo>
                          <a:pt x="502" y="102"/>
                        </a:lnTo>
                        <a:lnTo>
                          <a:pt x="506" y="103"/>
                        </a:lnTo>
                        <a:lnTo>
                          <a:pt x="509" y="104"/>
                        </a:lnTo>
                        <a:lnTo>
                          <a:pt x="512" y="103"/>
                        </a:lnTo>
                        <a:lnTo>
                          <a:pt x="512" y="102"/>
                        </a:lnTo>
                        <a:lnTo>
                          <a:pt x="509" y="102"/>
                        </a:lnTo>
                        <a:lnTo>
                          <a:pt x="509" y="100"/>
                        </a:lnTo>
                        <a:lnTo>
                          <a:pt x="510" y="100"/>
                        </a:lnTo>
                        <a:lnTo>
                          <a:pt x="514" y="103"/>
                        </a:lnTo>
                        <a:lnTo>
                          <a:pt x="514" y="103"/>
                        </a:lnTo>
                        <a:close/>
                        <a:moveTo>
                          <a:pt x="509" y="111"/>
                        </a:moveTo>
                        <a:lnTo>
                          <a:pt x="506" y="110"/>
                        </a:lnTo>
                        <a:lnTo>
                          <a:pt x="504" y="110"/>
                        </a:lnTo>
                        <a:lnTo>
                          <a:pt x="506" y="111"/>
                        </a:lnTo>
                        <a:lnTo>
                          <a:pt x="509" y="111"/>
                        </a:lnTo>
                        <a:lnTo>
                          <a:pt x="509" y="111"/>
                        </a:lnTo>
                        <a:close/>
                        <a:moveTo>
                          <a:pt x="512" y="109"/>
                        </a:moveTo>
                        <a:lnTo>
                          <a:pt x="510" y="111"/>
                        </a:lnTo>
                        <a:lnTo>
                          <a:pt x="509" y="110"/>
                        </a:lnTo>
                        <a:lnTo>
                          <a:pt x="512" y="109"/>
                        </a:lnTo>
                        <a:lnTo>
                          <a:pt x="512" y="109"/>
                        </a:lnTo>
                        <a:close/>
                        <a:moveTo>
                          <a:pt x="510" y="111"/>
                        </a:moveTo>
                        <a:lnTo>
                          <a:pt x="508" y="113"/>
                        </a:lnTo>
                        <a:lnTo>
                          <a:pt x="508" y="117"/>
                        </a:lnTo>
                        <a:lnTo>
                          <a:pt x="510" y="118"/>
                        </a:lnTo>
                        <a:lnTo>
                          <a:pt x="512" y="117"/>
                        </a:lnTo>
                        <a:lnTo>
                          <a:pt x="513" y="111"/>
                        </a:lnTo>
                        <a:lnTo>
                          <a:pt x="510" y="111"/>
                        </a:lnTo>
                        <a:lnTo>
                          <a:pt x="510" y="111"/>
                        </a:lnTo>
                        <a:close/>
                        <a:moveTo>
                          <a:pt x="432" y="42"/>
                        </a:moveTo>
                        <a:lnTo>
                          <a:pt x="434" y="45"/>
                        </a:lnTo>
                        <a:lnTo>
                          <a:pt x="436" y="47"/>
                        </a:lnTo>
                        <a:lnTo>
                          <a:pt x="434" y="49"/>
                        </a:lnTo>
                        <a:lnTo>
                          <a:pt x="432" y="47"/>
                        </a:lnTo>
                        <a:lnTo>
                          <a:pt x="432" y="43"/>
                        </a:lnTo>
                        <a:lnTo>
                          <a:pt x="432" y="42"/>
                        </a:lnTo>
                        <a:lnTo>
                          <a:pt x="432" y="42"/>
                        </a:lnTo>
                        <a:close/>
                        <a:moveTo>
                          <a:pt x="449" y="31"/>
                        </a:moveTo>
                        <a:lnTo>
                          <a:pt x="449" y="35"/>
                        </a:lnTo>
                        <a:lnTo>
                          <a:pt x="451" y="38"/>
                        </a:lnTo>
                        <a:lnTo>
                          <a:pt x="452" y="37"/>
                        </a:lnTo>
                        <a:lnTo>
                          <a:pt x="453" y="34"/>
                        </a:lnTo>
                        <a:lnTo>
                          <a:pt x="452" y="31"/>
                        </a:lnTo>
                        <a:lnTo>
                          <a:pt x="451" y="31"/>
                        </a:lnTo>
                        <a:lnTo>
                          <a:pt x="449" y="31"/>
                        </a:lnTo>
                        <a:lnTo>
                          <a:pt x="449" y="31"/>
                        </a:lnTo>
                        <a:close/>
                        <a:moveTo>
                          <a:pt x="449" y="38"/>
                        </a:moveTo>
                        <a:lnTo>
                          <a:pt x="451" y="39"/>
                        </a:lnTo>
                        <a:lnTo>
                          <a:pt x="452" y="42"/>
                        </a:lnTo>
                        <a:lnTo>
                          <a:pt x="451" y="42"/>
                        </a:lnTo>
                        <a:lnTo>
                          <a:pt x="451" y="42"/>
                        </a:lnTo>
                        <a:lnTo>
                          <a:pt x="449" y="38"/>
                        </a:lnTo>
                        <a:lnTo>
                          <a:pt x="449" y="38"/>
                        </a:lnTo>
                        <a:close/>
                        <a:moveTo>
                          <a:pt x="472" y="65"/>
                        </a:moveTo>
                        <a:lnTo>
                          <a:pt x="472" y="69"/>
                        </a:lnTo>
                        <a:lnTo>
                          <a:pt x="474" y="68"/>
                        </a:lnTo>
                        <a:lnTo>
                          <a:pt x="476" y="68"/>
                        </a:lnTo>
                        <a:lnTo>
                          <a:pt x="478" y="66"/>
                        </a:lnTo>
                        <a:lnTo>
                          <a:pt x="478" y="64"/>
                        </a:lnTo>
                        <a:lnTo>
                          <a:pt x="475" y="62"/>
                        </a:lnTo>
                        <a:lnTo>
                          <a:pt x="474" y="64"/>
                        </a:lnTo>
                        <a:lnTo>
                          <a:pt x="472" y="65"/>
                        </a:lnTo>
                        <a:lnTo>
                          <a:pt x="472" y="65"/>
                        </a:lnTo>
                        <a:close/>
                        <a:moveTo>
                          <a:pt x="470" y="103"/>
                        </a:moveTo>
                        <a:lnTo>
                          <a:pt x="470" y="107"/>
                        </a:lnTo>
                        <a:lnTo>
                          <a:pt x="474" y="110"/>
                        </a:lnTo>
                        <a:lnTo>
                          <a:pt x="475" y="111"/>
                        </a:lnTo>
                        <a:lnTo>
                          <a:pt x="474" y="111"/>
                        </a:lnTo>
                        <a:lnTo>
                          <a:pt x="474" y="114"/>
                        </a:lnTo>
                        <a:lnTo>
                          <a:pt x="472" y="111"/>
                        </a:lnTo>
                        <a:lnTo>
                          <a:pt x="470" y="110"/>
                        </a:lnTo>
                        <a:lnTo>
                          <a:pt x="468" y="106"/>
                        </a:lnTo>
                        <a:lnTo>
                          <a:pt x="466" y="103"/>
                        </a:lnTo>
                        <a:lnTo>
                          <a:pt x="463" y="100"/>
                        </a:lnTo>
                        <a:lnTo>
                          <a:pt x="464" y="98"/>
                        </a:lnTo>
                        <a:lnTo>
                          <a:pt x="464" y="96"/>
                        </a:lnTo>
                        <a:lnTo>
                          <a:pt x="464" y="94"/>
                        </a:lnTo>
                        <a:lnTo>
                          <a:pt x="461" y="92"/>
                        </a:lnTo>
                        <a:lnTo>
                          <a:pt x="461" y="90"/>
                        </a:lnTo>
                        <a:lnTo>
                          <a:pt x="463" y="87"/>
                        </a:lnTo>
                        <a:lnTo>
                          <a:pt x="461" y="84"/>
                        </a:lnTo>
                        <a:lnTo>
                          <a:pt x="460" y="83"/>
                        </a:lnTo>
                        <a:lnTo>
                          <a:pt x="461" y="79"/>
                        </a:lnTo>
                        <a:lnTo>
                          <a:pt x="463" y="77"/>
                        </a:lnTo>
                        <a:lnTo>
                          <a:pt x="463" y="75"/>
                        </a:lnTo>
                        <a:lnTo>
                          <a:pt x="463" y="71"/>
                        </a:lnTo>
                        <a:lnTo>
                          <a:pt x="468" y="65"/>
                        </a:lnTo>
                        <a:lnTo>
                          <a:pt x="470" y="65"/>
                        </a:lnTo>
                        <a:lnTo>
                          <a:pt x="468" y="68"/>
                        </a:lnTo>
                        <a:lnTo>
                          <a:pt x="467" y="71"/>
                        </a:lnTo>
                        <a:lnTo>
                          <a:pt x="467" y="72"/>
                        </a:lnTo>
                        <a:lnTo>
                          <a:pt x="470" y="72"/>
                        </a:lnTo>
                        <a:lnTo>
                          <a:pt x="470" y="77"/>
                        </a:lnTo>
                        <a:lnTo>
                          <a:pt x="468" y="80"/>
                        </a:lnTo>
                        <a:lnTo>
                          <a:pt x="466" y="80"/>
                        </a:lnTo>
                        <a:lnTo>
                          <a:pt x="464" y="83"/>
                        </a:lnTo>
                        <a:lnTo>
                          <a:pt x="466" y="85"/>
                        </a:lnTo>
                        <a:lnTo>
                          <a:pt x="467" y="84"/>
                        </a:lnTo>
                        <a:lnTo>
                          <a:pt x="468" y="83"/>
                        </a:lnTo>
                        <a:lnTo>
                          <a:pt x="471" y="81"/>
                        </a:lnTo>
                        <a:lnTo>
                          <a:pt x="471" y="80"/>
                        </a:lnTo>
                        <a:lnTo>
                          <a:pt x="470" y="80"/>
                        </a:lnTo>
                        <a:lnTo>
                          <a:pt x="471" y="77"/>
                        </a:lnTo>
                        <a:lnTo>
                          <a:pt x="475" y="76"/>
                        </a:lnTo>
                        <a:lnTo>
                          <a:pt x="479" y="75"/>
                        </a:lnTo>
                        <a:lnTo>
                          <a:pt x="480" y="76"/>
                        </a:lnTo>
                        <a:lnTo>
                          <a:pt x="480" y="77"/>
                        </a:lnTo>
                        <a:lnTo>
                          <a:pt x="479" y="83"/>
                        </a:lnTo>
                        <a:lnTo>
                          <a:pt x="474" y="84"/>
                        </a:lnTo>
                        <a:lnTo>
                          <a:pt x="472" y="87"/>
                        </a:lnTo>
                        <a:lnTo>
                          <a:pt x="474" y="88"/>
                        </a:lnTo>
                        <a:lnTo>
                          <a:pt x="475" y="88"/>
                        </a:lnTo>
                        <a:lnTo>
                          <a:pt x="479" y="91"/>
                        </a:lnTo>
                        <a:lnTo>
                          <a:pt x="479" y="94"/>
                        </a:lnTo>
                        <a:lnTo>
                          <a:pt x="480" y="95"/>
                        </a:lnTo>
                        <a:lnTo>
                          <a:pt x="478" y="95"/>
                        </a:lnTo>
                        <a:lnTo>
                          <a:pt x="475" y="94"/>
                        </a:lnTo>
                        <a:lnTo>
                          <a:pt x="472" y="94"/>
                        </a:lnTo>
                        <a:lnTo>
                          <a:pt x="468" y="92"/>
                        </a:lnTo>
                        <a:lnTo>
                          <a:pt x="467" y="92"/>
                        </a:lnTo>
                        <a:lnTo>
                          <a:pt x="467" y="98"/>
                        </a:lnTo>
                        <a:lnTo>
                          <a:pt x="470" y="103"/>
                        </a:lnTo>
                        <a:lnTo>
                          <a:pt x="470" y="103"/>
                        </a:lnTo>
                        <a:close/>
                        <a:moveTo>
                          <a:pt x="457" y="109"/>
                        </a:moveTo>
                        <a:lnTo>
                          <a:pt x="459" y="111"/>
                        </a:lnTo>
                        <a:lnTo>
                          <a:pt x="456" y="110"/>
                        </a:lnTo>
                        <a:lnTo>
                          <a:pt x="457" y="109"/>
                        </a:lnTo>
                        <a:lnTo>
                          <a:pt x="457" y="109"/>
                        </a:lnTo>
                        <a:lnTo>
                          <a:pt x="457" y="109"/>
                        </a:lnTo>
                        <a:close/>
                        <a:moveTo>
                          <a:pt x="457" y="103"/>
                        </a:moveTo>
                        <a:lnTo>
                          <a:pt x="456" y="103"/>
                        </a:lnTo>
                        <a:lnTo>
                          <a:pt x="455" y="106"/>
                        </a:lnTo>
                        <a:lnTo>
                          <a:pt x="457" y="107"/>
                        </a:lnTo>
                        <a:lnTo>
                          <a:pt x="457" y="104"/>
                        </a:lnTo>
                        <a:lnTo>
                          <a:pt x="457" y="103"/>
                        </a:lnTo>
                        <a:lnTo>
                          <a:pt x="457" y="103"/>
                        </a:lnTo>
                        <a:close/>
                        <a:moveTo>
                          <a:pt x="460" y="104"/>
                        </a:moveTo>
                        <a:lnTo>
                          <a:pt x="459" y="106"/>
                        </a:lnTo>
                        <a:lnTo>
                          <a:pt x="459" y="107"/>
                        </a:lnTo>
                        <a:lnTo>
                          <a:pt x="460" y="110"/>
                        </a:lnTo>
                        <a:lnTo>
                          <a:pt x="463" y="110"/>
                        </a:lnTo>
                        <a:lnTo>
                          <a:pt x="464" y="111"/>
                        </a:lnTo>
                        <a:lnTo>
                          <a:pt x="466" y="110"/>
                        </a:lnTo>
                        <a:lnTo>
                          <a:pt x="466" y="109"/>
                        </a:lnTo>
                        <a:lnTo>
                          <a:pt x="463" y="109"/>
                        </a:lnTo>
                        <a:lnTo>
                          <a:pt x="463" y="106"/>
                        </a:lnTo>
                        <a:lnTo>
                          <a:pt x="461" y="104"/>
                        </a:lnTo>
                        <a:lnTo>
                          <a:pt x="460" y="104"/>
                        </a:lnTo>
                        <a:lnTo>
                          <a:pt x="460" y="104"/>
                        </a:lnTo>
                        <a:close/>
                        <a:moveTo>
                          <a:pt x="459" y="122"/>
                        </a:moveTo>
                        <a:lnTo>
                          <a:pt x="463" y="118"/>
                        </a:lnTo>
                        <a:lnTo>
                          <a:pt x="467" y="118"/>
                        </a:lnTo>
                        <a:lnTo>
                          <a:pt x="471" y="122"/>
                        </a:lnTo>
                        <a:lnTo>
                          <a:pt x="470" y="124"/>
                        </a:lnTo>
                        <a:lnTo>
                          <a:pt x="468" y="124"/>
                        </a:lnTo>
                        <a:lnTo>
                          <a:pt x="466" y="124"/>
                        </a:lnTo>
                        <a:lnTo>
                          <a:pt x="463" y="125"/>
                        </a:lnTo>
                        <a:lnTo>
                          <a:pt x="461" y="124"/>
                        </a:lnTo>
                        <a:lnTo>
                          <a:pt x="459" y="122"/>
                        </a:lnTo>
                        <a:lnTo>
                          <a:pt x="459" y="122"/>
                        </a:lnTo>
                        <a:close/>
                        <a:moveTo>
                          <a:pt x="501" y="124"/>
                        </a:moveTo>
                        <a:lnTo>
                          <a:pt x="495" y="124"/>
                        </a:lnTo>
                        <a:lnTo>
                          <a:pt x="493" y="125"/>
                        </a:lnTo>
                        <a:lnTo>
                          <a:pt x="494" y="126"/>
                        </a:lnTo>
                        <a:lnTo>
                          <a:pt x="500" y="128"/>
                        </a:lnTo>
                        <a:lnTo>
                          <a:pt x="504" y="126"/>
                        </a:lnTo>
                        <a:lnTo>
                          <a:pt x="502" y="126"/>
                        </a:lnTo>
                        <a:lnTo>
                          <a:pt x="502" y="124"/>
                        </a:lnTo>
                        <a:lnTo>
                          <a:pt x="501" y="124"/>
                        </a:lnTo>
                        <a:lnTo>
                          <a:pt x="501" y="124"/>
                        </a:lnTo>
                        <a:close/>
                        <a:moveTo>
                          <a:pt x="476" y="151"/>
                        </a:moveTo>
                        <a:lnTo>
                          <a:pt x="478" y="151"/>
                        </a:lnTo>
                        <a:lnTo>
                          <a:pt x="478" y="152"/>
                        </a:lnTo>
                        <a:lnTo>
                          <a:pt x="476" y="152"/>
                        </a:lnTo>
                        <a:lnTo>
                          <a:pt x="476" y="151"/>
                        </a:lnTo>
                        <a:lnTo>
                          <a:pt x="476" y="151"/>
                        </a:lnTo>
                        <a:close/>
                        <a:moveTo>
                          <a:pt x="474" y="151"/>
                        </a:moveTo>
                        <a:lnTo>
                          <a:pt x="475" y="151"/>
                        </a:lnTo>
                        <a:lnTo>
                          <a:pt x="475" y="152"/>
                        </a:lnTo>
                        <a:lnTo>
                          <a:pt x="474" y="152"/>
                        </a:lnTo>
                        <a:lnTo>
                          <a:pt x="474" y="151"/>
                        </a:lnTo>
                        <a:lnTo>
                          <a:pt x="474" y="151"/>
                        </a:lnTo>
                        <a:close/>
                        <a:moveTo>
                          <a:pt x="466" y="152"/>
                        </a:moveTo>
                        <a:lnTo>
                          <a:pt x="470" y="151"/>
                        </a:lnTo>
                        <a:lnTo>
                          <a:pt x="471" y="151"/>
                        </a:lnTo>
                        <a:lnTo>
                          <a:pt x="472" y="151"/>
                        </a:lnTo>
                        <a:lnTo>
                          <a:pt x="471" y="153"/>
                        </a:lnTo>
                        <a:lnTo>
                          <a:pt x="470" y="152"/>
                        </a:lnTo>
                        <a:lnTo>
                          <a:pt x="468" y="153"/>
                        </a:lnTo>
                        <a:lnTo>
                          <a:pt x="466" y="152"/>
                        </a:lnTo>
                        <a:lnTo>
                          <a:pt x="466" y="152"/>
                        </a:lnTo>
                        <a:close/>
                        <a:moveTo>
                          <a:pt x="466" y="144"/>
                        </a:moveTo>
                        <a:lnTo>
                          <a:pt x="463" y="145"/>
                        </a:lnTo>
                        <a:lnTo>
                          <a:pt x="466" y="145"/>
                        </a:lnTo>
                        <a:lnTo>
                          <a:pt x="466" y="144"/>
                        </a:lnTo>
                        <a:lnTo>
                          <a:pt x="466" y="144"/>
                        </a:lnTo>
                        <a:close/>
                        <a:moveTo>
                          <a:pt x="468" y="141"/>
                        </a:moveTo>
                        <a:lnTo>
                          <a:pt x="466" y="141"/>
                        </a:lnTo>
                        <a:lnTo>
                          <a:pt x="466" y="143"/>
                        </a:lnTo>
                        <a:lnTo>
                          <a:pt x="467" y="143"/>
                        </a:lnTo>
                        <a:lnTo>
                          <a:pt x="468" y="141"/>
                        </a:lnTo>
                        <a:lnTo>
                          <a:pt x="468" y="141"/>
                        </a:lnTo>
                        <a:close/>
                        <a:moveTo>
                          <a:pt x="468" y="149"/>
                        </a:moveTo>
                        <a:lnTo>
                          <a:pt x="471" y="144"/>
                        </a:lnTo>
                        <a:lnTo>
                          <a:pt x="474" y="147"/>
                        </a:lnTo>
                        <a:lnTo>
                          <a:pt x="475" y="149"/>
                        </a:lnTo>
                        <a:lnTo>
                          <a:pt x="478" y="148"/>
                        </a:lnTo>
                        <a:lnTo>
                          <a:pt x="480" y="145"/>
                        </a:lnTo>
                        <a:lnTo>
                          <a:pt x="482" y="145"/>
                        </a:lnTo>
                        <a:lnTo>
                          <a:pt x="483" y="148"/>
                        </a:lnTo>
                        <a:lnTo>
                          <a:pt x="490" y="149"/>
                        </a:lnTo>
                        <a:lnTo>
                          <a:pt x="490" y="148"/>
                        </a:lnTo>
                        <a:lnTo>
                          <a:pt x="494" y="148"/>
                        </a:lnTo>
                        <a:lnTo>
                          <a:pt x="500" y="151"/>
                        </a:lnTo>
                        <a:lnTo>
                          <a:pt x="502" y="151"/>
                        </a:lnTo>
                        <a:lnTo>
                          <a:pt x="505" y="155"/>
                        </a:lnTo>
                        <a:lnTo>
                          <a:pt x="508" y="155"/>
                        </a:lnTo>
                        <a:lnTo>
                          <a:pt x="509" y="152"/>
                        </a:lnTo>
                        <a:lnTo>
                          <a:pt x="508" y="147"/>
                        </a:lnTo>
                        <a:lnTo>
                          <a:pt x="501" y="143"/>
                        </a:lnTo>
                        <a:lnTo>
                          <a:pt x="494" y="141"/>
                        </a:lnTo>
                        <a:lnTo>
                          <a:pt x="491" y="140"/>
                        </a:lnTo>
                        <a:lnTo>
                          <a:pt x="489" y="138"/>
                        </a:lnTo>
                        <a:lnTo>
                          <a:pt x="486" y="141"/>
                        </a:lnTo>
                        <a:lnTo>
                          <a:pt x="483" y="141"/>
                        </a:lnTo>
                        <a:lnTo>
                          <a:pt x="480" y="140"/>
                        </a:lnTo>
                        <a:lnTo>
                          <a:pt x="476" y="140"/>
                        </a:lnTo>
                        <a:lnTo>
                          <a:pt x="471" y="140"/>
                        </a:lnTo>
                        <a:lnTo>
                          <a:pt x="470" y="143"/>
                        </a:lnTo>
                        <a:lnTo>
                          <a:pt x="470" y="144"/>
                        </a:lnTo>
                        <a:lnTo>
                          <a:pt x="467" y="144"/>
                        </a:lnTo>
                        <a:lnTo>
                          <a:pt x="467" y="147"/>
                        </a:lnTo>
                        <a:lnTo>
                          <a:pt x="467" y="149"/>
                        </a:lnTo>
                        <a:lnTo>
                          <a:pt x="468" y="149"/>
                        </a:lnTo>
                        <a:lnTo>
                          <a:pt x="468" y="149"/>
                        </a:lnTo>
                        <a:close/>
                        <a:moveTo>
                          <a:pt x="441" y="144"/>
                        </a:moveTo>
                        <a:lnTo>
                          <a:pt x="444" y="145"/>
                        </a:lnTo>
                        <a:lnTo>
                          <a:pt x="445" y="144"/>
                        </a:lnTo>
                        <a:lnTo>
                          <a:pt x="451" y="144"/>
                        </a:lnTo>
                        <a:lnTo>
                          <a:pt x="455" y="145"/>
                        </a:lnTo>
                        <a:lnTo>
                          <a:pt x="455" y="147"/>
                        </a:lnTo>
                        <a:lnTo>
                          <a:pt x="457" y="149"/>
                        </a:lnTo>
                        <a:lnTo>
                          <a:pt x="457" y="152"/>
                        </a:lnTo>
                        <a:lnTo>
                          <a:pt x="455" y="152"/>
                        </a:lnTo>
                        <a:lnTo>
                          <a:pt x="452" y="155"/>
                        </a:lnTo>
                        <a:lnTo>
                          <a:pt x="449" y="155"/>
                        </a:lnTo>
                        <a:lnTo>
                          <a:pt x="445" y="155"/>
                        </a:lnTo>
                        <a:lnTo>
                          <a:pt x="444" y="153"/>
                        </a:lnTo>
                        <a:lnTo>
                          <a:pt x="440" y="152"/>
                        </a:lnTo>
                        <a:lnTo>
                          <a:pt x="438" y="149"/>
                        </a:lnTo>
                        <a:lnTo>
                          <a:pt x="438" y="145"/>
                        </a:lnTo>
                        <a:lnTo>
                          <a:pt x="441" y="144"/>
                        </a:lnTo>
                        <a:lnTo>
                          <a:pt x="441" y="144"/>
                        </a:lnTo>
                        <a:close/>
                        <a:moveTo>
                          <a:pt x="362" y="202"/>
                        </a:moveTo>
                        <a:lnTo>
                          <a:pt x="360" y="202"/>
                        </a:lnTo>
                        <a:lnTo>
                          <a:pt x="360" y="202"/>
                        </a:lnTo>
                        <a:lnTo>
                          <a:pt x="361" y="204"/>
                        </a:lnTo>
                        <a:lnTo>
                          <a:pt x="362" y="202"/>
                        </a:lnTo>
                        <a:lnTo>
                          <a:pt x="362" y="202"/>
                        </a:lnTo>
                        <a:close/>
                        <a:moveTo>
                          <a:pt x="360" y="183"/>
                        </a:moveTo>
                        <a:lnTo>
                          <a:pt x="361" y="187"/>
                        </a:lnTo>
                        <a:lnTo>
                          <a:pt x="360" y="190"/>
                        </a:lnTo>
                        <a:lnTo>
                          <a:pt x="360" y="193"/>
                        </a:lnTo>
                        <a:lnTo>
                          <a:pt x="358" y="190"/>
                        </a:lnTo>
                        <a:lnTo>
                          <a:pt x="357" y="189"/>
                        </a:lnTo>
                        <a:lnTo>
                          <a:pt x="358" y="187"/>
                        </a:lnTo>
                        <a:lnTo>
                          <a:pt x="358" y="185"/>
                        </a:lnTo>
                        <a:lnTo>
                          <a:pt x="360" y="183"/>
                        </a:lnTo>
                        <a:lnTo>
                          <a:pt x="360" y="183"/>
                        </a:lnTo>
                        <a:close/>
                        <a:moveTo>
                          <a:pt x="438" y="128"/>
                        </a:moveTo>
                        <a:lnTo>
                          <a:pt x="438" y="130"/>
                        </a:lnTo>
                        <a:lnTo>
                          <a:pt x="440" y="133"/>
                        </a:lnTo>
                        <a:lnTo>
                          <a:pt x="440" y="134"/>
                        </a:lnTo>
                        <a:lnTo>
                          <a:pt x="438" y="134"/>
                        </a:lnTo>
                        <a:lnTo>
                          <a:pt x="437" y="132"/>
                        </a:lnTo>
                        <a:lnTo>
                          <a:pt x="437" y="129"/>
                        </a:lnTo>
                        <a:lnTo>
                          <a:pt x="438" y="128"/>
                        </a:lnTo>
                        <a:lnTo>
                          <a:pt x="438" y="128"/>
                        </a:lnTo>
                        <a:close/>
                        <a:moveTo>
                          <a:pt x="430" y="125"/>
                        </a:moveTo>
                        <a:lnTo>
                          <a:pt x="432" y="124"/>
                        </a:lnTo>
                        <a:lnTo>
                          <a:pt x="434" y="125"/>
                        </a:lnTo>
                        <a:lnTo>
                          <a:pt x="436" y="124"/>
                        </a:lnTo>
                        <a:lnTo>
                          <a:pt x="441" y="125"/>
                        </a:lnTo>
                        <a:lnTo>
                          <a:pt x="444" y="125"/>
                        </a:lnTo>
                        <a:lnTo>
                          <a:pt x="441" y="126"/>
                        </a:lnTo>
                        <a:lnTo>
                          <a:pt x="434" y="128"/>
                        </a:lnTo>
                        <a:lnTo>
                          <a:pt x="432" y="126"/>
                        </a:lnTo>
                        <a:lnTo>
                          <a:pt x="432" y="125"/>
                        </a:lnTo>
                        <a:lnTo>
                          <a:pt x="430" y="125"/>
                        </a:lnTo>
                        <a:lnTo>
                          <a:pt x="430" y="125"/>
                        </a:lnTo>
                        <a:close/>
                        <a:moveTo>
                          <a:pt x="417" y="125"/>
                        </a:moveTo>
                        <a:lnTo>
                          <a:pt x="418" y="124"/>
                        </a:lnTo>
                        <a:lnTo>
                          <a:pt x="419" y="124"/>
                        </a:lnTo>
                        <a:lnTo>
                          <a:pt x="421" y="122"/>
                        </a:lnTo>
                        <a:lnTo>
                          <a:pt x="423" y="124"/>
                        </a:lnTo>
                        <a:lnTo>
                          <a:pt x="426" y="125"/>
                        </a:lnTo>
                        <a:lnTo>
                          <a:pt x="427" y="124"/>
                        </a:lnTo>
                        <a:lnTo>
                          <a:pt x="429" y="124"/>
                        </a:lnTo>
                        <a:lnTo>
                          <a:pt x="429" y="126"/>
                        </a:lnTo>
                        <a:lnTo>
                          <a:pt x="427" y="126"/>
                        </a:lnTo>
                        <a:lnTo>
                          <a:pt x="425" y="128"/>
                        </a:lnTo>
                        <a:lnTo>
                          <a:pt x="422" y="126"/>
                        </a:lnTo>
                        <a:lnTo>
                          <a:pt x="419" y="129"/>
                        </a:lnTo>
                        <a:lnTo>
                          <a:pt x="417" y="128"/>
                        </a:lnTo>
                        <a:lnTo>
                          <a:pt x="415" y="126"/>
                        </a:lnTo>
                        <a:lnTo>
                          <a:pt x="417" y="125"/>
                        </a:lnTo>
                        <a:lnTo>
                          <a:pt x="417" y="125"/>
                        </a:lnTo>
                        <a:close/>
                        <a:moveTo>
                          <a:pt x="391" y="178"/>
                        </a:moveTo>
                        <a:lnTo>
                          <a:pt x="394" y="174"/>
                        </a:lnTo>
                        <a:lnTo>
                          <a:pt x="395" y="168"/>
                        </a:lnTo>
                        <a:lnTo>
                          <a:pt x="395" y="164"/>
                        </a:lnTo>
                        <a:lnTo>
                          <a:pt x="396" y="163"/>
                        </a:lnTo>
                        <a:lnTo>
                          <a:pt x="398" y="164"/>
                        </a:lnTo>
                        <a:lnTo>
                          <a:pt x="398" y="166"/>
                        </a:lnTo>
                        <a:lnTo>
                          <a:pt x="399" y="167"/>
                        </a:lnTo>
                        <a:lnTo>
                          <a:pt x="399" y="168"/>
                        </a:lnTo>
                        <a:lnTo>
                          <a:pt x="398" y="167"/>
                        </a:lnTo>
                        <a:lnTo>
                          <a:pt x="398" y="168"/>
                        </a:lnTo>
                        <a:lnTo>
                          <a:pt x="396" y="170"/>
                        </a:lnTo>
                        <a:lnTo>
                          <a:pt x="395" y="171"/>
                        </a:lnTo>
                        <a:lnTo>
                          <a:pt x="396" y="174"/>
                        </a:lnTo>
                        <a:lnTo>
                          <a:pt x="398" y="174"/>
                        </a:lnTo>
                        <a:lnTo>
                          <a:pt x="399" y="175"/>
                        </a:lnTo>
                        <a:lnTo>
                          <a:pt x="398" y="177"/>
                        </a:lnTo>
                        <a:lnTo>
                          <a:pt x="396" y="177"/>
                        </a:lnTo>
                        <a:lnTo>
                          <a:pt x="395" y="179"/>
                        </a:lnTo>
                        <a:lnTo>
                          <a:pt x="392" y="181"/>
                        </a:lnTo>
                        <a:lnTo>
                          <a:pt x="391" y="179"/>
                        </a:lnTo>
                        <a:lnTo>
                          <a:pt x="391" y="178"/>
                        </a:lnTo>
                        <a:lnTo>
                          <a:pt x="391" y="178"/>
                        </a:lnTo>
                        <a:close/>
                        <a:moveTo>
                          <a:pt x="384" y="175"/>
                        </a:moveTo>
                        <a:lnTo>
                          <a:pt x="384" y="175"/>
                        </a:lnTo>
                        <a:lnTo>
                          <a:pt x="384" y="175"/>
                        </a:lnTo>
                        <a:lnTo>
                          <a:pt x="385" y="177"/>
                        </a:lnTo>
                        <a:lnTo>
                          <a:pt x="388" y="177"/>
                        </a:lnTo>
                        <a:lnTo>
                          <a:pt x="388" y="175"/>
                        </a:lnTo>
                        <a:lnTo>
                          <a:pt x="389" y="175"/>
                        </a:lnTo>
                        <a:lnTo>
                          <a:pt x="389" y="172"/>
                        </a:lnTo>
                        <a:lnTo>
                          <a:pt x="392" y="171"/>
                        </a:lnTo>
                        <a:lnTo>
                          <a:pt x="392" y="170"/>
                        </a:lnTo>
                        <a:lnTo>
                          <a:pt x="391" y="167"/>
                        </a:lnTo>
                        <a:lnTo>
                          <a:pt x="388" y="168"/>
                        </a:lnTo>
                        <a:lnTo>
                          <a:pt x="387" y="170"/>
                        </a:lnTo>
                        <a:lnTo>
                          <a:pt x="387" y="171"/>
                        </a:lnTo>
                        <a:lnTo>
                          <a:pt x="384" y="175"/>
                        </a:lnTo>
                        <a:lnTo>
                          <a:pt x="384" y="175"/>
                        </a:lnTo>
                        <a:close/>
                        <a:moveTo>
                          <a:pt x="379" y="172"/>
                        </a:moveTo>
                        <a:lnTo>
                          <a:pt x="379" y="174"/>
                        </a:lnTo>
                        <a:lnTo>
                          <a:pt x="377" y="175"/>
                        </a:lnTo>
                        <a:lnTo>
                          <a:pt x="379" y="178"/>
                        </a:lnTo>
                        <a:lnTo>
                          <a:pt x="380" y="179"/>
                        </a:lnTo>
                        <a:lnTo>
                          <a:pt x="381" y="178"/>
                        </a:lnTo>
                        <a:lnTo>
                          <a:pt x="381" y="175"/>
                        </a:lnTo>
                        <a:lnTo>
                          <a:pt x="380" y="172"/>
                        </a:lnTo>
                        <a:lnTo>
                          <a:pt x="380" y="172"/>
                        </a:lnTo>
                        <a:lnTo>
                          <a:pt x="379" y="172"/>
                        </a:lnTo>
                        <a:lnTo>
                          <a:pt x="379" y="172"/>
                        </a:lnTo>
                        <a:close/>
                        <a:moveTo>
                          <a:pt x="399" y="126"/>
                        </a:moveTo>
                        <a:lnTo>
                          <a:pt x="396" y="126"/>
                        </a:lnTo>
                        <a:lnTo>
                          <a:pt x="399" y="128"/>
                        </a:lnTo>
                        <a:lnTo>
                          <a:pt x="399" y="128"/>
                        </a:lnTo>
                        <a:lnTo>
                          <a:pt x="399" y="126"/>
                        </a:lnTo>
                        <a:lnTo>
                          <a:pt x="399" y="126"/>
                        </a:lnTo>
                        <a:close/>
                        <a:moveTo>
                          <a:pt x="402" y="124"/>
                        </a:moveTo>
                        <a:lnTo>
                          <a:pt x="400" y="125"/>
                        </a:lnTo>
                        <a:lnTo>
                          <a:pt x="403" y="126"/>
                        </a:lnTo>
                        <a:lnTo>
                          <a:pt x="402" y="124"/>
                        </a:lnTo>
                        <a:lnTo>
                          <a:pt x="402" y="124"/>
                        </a:lnTo>
                        <a:close/>
                        <a:moveTo>
                          <a:pt x="406" y="121"/>
                        </a:moveTo>
                        <a:lnTo>
                          <a:pt x="404" y="122"/>
                        </a:lnTo>
                        <a:lnTo>
                          <a:pt x="406" y="124"/>
                        </a:lnTo>
                        <a:lnTo>
                          <a:pt x="406" y="121"/>
                        </a:lnTo>
                        <a:lnTo>
                          <a:pt x="406" y="121"/>
                        </a:lnTo>
                        <a:close/>
                        <a:moveTo>
                          <a:pt x="394" y="118"/>
                        </a:moveTo>
                        <a:lnTo>
                          <a:pt x="398" y="117"/>
                        </a:lnTo>
                        <a:lnTo>
                          <a:pt x="400" y="117"/>
                        </a:lnTo>
                        <a:lnTo>
                          <a:pt x="402" y="118"/>
                        </a:lnTo>
                        <a:lnTo>
                          <a:pt x="400" y="119"/>
                        </a:lnTo>
                        <a:lnTo>
                          <a:pt x="403" y="118"/>
                        </a:lnTo>
                        <a:lnTo>
                          <a:pt x="403" y="117"/>
                        </a:lnTo>
                        <a:lnTo>
                          <a:pt x="406" y="118"/>
                        </a:lnTo>
                        <a:lnTo>
                          <a:pt x="404" y="121"/>
                        </a:lnTo>
                        <a:lnTo>
                          <a:pt x="403" y="121"/>
                        </a:lnTo>
                        <a:lnTo>
                          <a:pt x="402" y="121"/>
                        </a:lnTo>
                        <a:lnTo>
                          <a:pt x="400" y="122"/>
                        </a:lnTo>
                        <a:lnTo>
                          <a:pt x="398" y="121"/>
                        </a:lnTo>
                        <a:lnTo>
                          <a:pt x="396" y="122"/>
                        </a:lnTo>
                        <a:lnTo>
                          <a:pt x="394" y="121"/>
                        </a:lnTo>
                        <a:lnTo>
                          <a:pt x="394" y="118"/>
                        </a:lnTo>
                        <a:lnTo>
                          <a:pt x="394" y="118"/>
                        </a:lnTo>
                        <a:close/>
                        <a:moveTo>
                          <a:pt x="379" y="104"/>
                        </a:moveTo>
                        <a:lnTo>
                          <a:pt x="381" y="104"/>
                        </a:lnTo>
                        <a:lnTo>
                          <a:pt x="381" y="103"/>
                        </a:lnTo>
                        <a:lnTo>
                          <a:pt x="381" y="103"/>
                        </a:lnTo>
                        <a:lnTo>
                          <a:pt x="379" y="104"/>
                        </a:lnTo>
                        <a:lnTo>
                          <a:pt x="379" y="104"/>
                        </a:lnTo>
                        <a:close/>
                        <a:moveTo>
                          <a:pt x="377" y="104"/>
                        </a:moveTo>
                        <a:lnTo>
                          <a:pt x="379" y="104"/>
                        </a:lnTo>
                        <a:lnTo>
                          <a:pt x="380" y="106"/>
                        </a:lnTo>
                        <a:lnTo>
                          <a:pt x="379" y="106"/>
                        </a:lnTo>
                        <a:lnTo>
                          <a:pt x="377" y="104"/>
                        </a:lnTo>
                        <a:lnTo>
                          <a:pt x="377" y="104"/>
                        </a:lnTo>
                        <a:close/>
                        <a:moveTo>
                          <a:pt x="360" y="92"/>
                        </a:moveTo>
                        <a:lnTo>
                          <a:pt x="362" y="91"/>
                        </a:lnTo>
                        <a:lnTo>
                          <a:pt x="366" y="92"/>
                        </a:lnTo>
                        <a:lnTo>
                          <a:pt x="370" y="94"/>
                        </a:lnTo>
                        <a:lnTo>
                          <a:pt x="376" y="91"/>
                        </a:lnTo>
                        <a:lnTo>
                          <a:pt x="380" y="91"/>
                        </a:lnTo>
                        <a:lnTo>
                          <a:pt x="380" y="92"/>
                        </a:lnTo>
                        <a:lnTo>
                          <a:pt x="384" y="92"/>
                        </a:lnTo>
                        <a:lnTo>
                          <a:pt x="385" y="92"/>
                        </a:lnTo>
                        <a:lnTo>
                          <a:pt x="391" y="92"/>
                        </a:lnTo>
                        <a:lnTo>
                          <a:pt x="395" y="92"/>
                        </a:lnTo>
                        <a:lnTo>
                          <a:pt x="395" y="91"/>
                        </a:lnTo>
                        <a:lnTo>
                          <a:pt x="399" y="91"/>
                        </a:lnTo>
                        <a:lnTo>
                          <a:pt x="400" y="92"/>
                        </a:lnTo>
                        <a:lnTo>
                          <a:pt x="402" y="94"/>
                        </a:lnTo>
                        <a:lnTo>
                          <a:pt x="404" y="95"/>
                        </a:lnTo>
                        <a:lnTo>
                          <a:pt x="415" y="92"/>
                        </a:lnTo>
                        <a:lnTo>
                          <a:pt x="419" y="90"/>
                        </a:lnTo>
                        <a:lnTo>
                          <a:pt x="421" y="87"/>
                        </a:lnTo>
                        <a:lnTo>
                          <a:pt x="422" y="87"/>
                        </a:lnTo>
                        <a:lnTo>
                          <a:pt x="425" y="85"/>
                        </a:lnTo>
                        <a:lnTo>
                          <a:pt x="426" y="84"/>
                        </a:lnTo>
                        <a:lnTo>
                          <a:pt x="427" y="81"/>
                        </a:lnTo>
                        <a:lnTo>
                          <a:pt x="429" y="79"/>
                        </a:lnTo>
                        <a:lnTo>
                          <a:pt x="430" y="79"/>
                        </a:lnTo>
                        <a:lnTo>
                          <a:pt x="429" y="77"/>
                        </a:lnTo>
                        <a:lnTo>
                          <a:pt x="427" y="75"/>
                        </a:lnTo>
                        <a:lnTo>
                          <a:pt x="423" y="75"/>
                        </a:lnTo>
                        <a:lnTo>
                          <a:pt x="421" y="75"/>
                        </a:lnTo>
                        <a:lnTo>
                          <a:pt x="421" y="77"/>
                        </a:lnTo>
                        <a:lnTo>
                          <a:pt x="418" y="80"/>
                        </a:lnTo>
                        <a:lnTo>
                          <a:pt x="418" y="81"/>
                        </a:lnTo>
                        <a:lnTo>
                          <a:pt x="415" y="83"/>
                        </a:lnTo>
                        <a:lnTo>
                          <a:pt x="413" y="83"/>
                        </a:lnTo>
                        <a:lnTo>
                          <a:pt x="411" y="85"/>
                        </a:lnTo>
                        <a:lnTo>
                          <a:pt x="408" y="87"/>
                        </a:lnTo>
                        <a:lnTo>
                          <a:pt x="402" y="85"/>
                        </a:lnTo>
                        <a:lnTo>
                          <a:pt x="396" y="84"/>
                        </a:lnTo>
                        <a:lnTo>
                          <a:pt x="395" y="85"/>
                        </a:lnTo>
                        <a:lnTo>
                          <a:pt x="394" y="87"/>
                        </a:lnTo>
                        <a:lnTo>
                          <a:pt x="391" y="84"/>
                        </a:lnTo>
                        <a:lnTo>
                          <a:pt x="388" y="84"/>
                        </a:lnTo>
                        <a:lnTo>
                          <a:pt x="385" y="84"/>
                        </a:lnTo>
                        <a:lnTo>
                          <a:pt x="384" y="83"/>
                        </a:lnTo>
                        <a:lnTo>
                          <a:pt x="380" y="83"/>
                        </a:lnTo>
                        <a:lnTo>
                          <a:pt x="377" y="84"/>
                        </a:lnTo>
                        <a:lnTo>
                          <a:pt x="376" y="83"/>
                        </a:lnTo>
                        <a:lnTo>
                          <a:pt x="373" y="80"/>
                        </a:lnTo>
                        <a:lnTo>
                          <a:pt x="369" y="79"/>
                        </a:lnTo>
                        <a:lnTo>
                          <a:pt x="366" y="79"/>
                        </a:lnTo>
                        <a:lnTo>
                          <a:pt x="366" y="83"/>
                        </a:lnTo>
                        <a:lnTo>
                          <a:pt x="364" y="84"/>
                        </a:lnTo>
                        <a:lnTo>
                          <a:pt x="362" y="87"/>
                        </a:lnTo>
                        <a:lnTo>
                          <a:pt x="361" y="88"/>
                        </a:lnTo>
                        <a:lnTo>
                          <a:pt x="357" y="87"/>
                        </a:lnTo>
                        <a:lnTo>
                          <a:pt x="354" y="87"/>
                        </a:lnTo>
                        <a:lnTo>
                          <a:pt x="353" y="90"/>
                        </a:lnTo>
                        <a:lnTo>
                          <a:pt x="353" y="90"/>
                        </a:lnTo>
                        <a:lnTo>
                          <a:pt x="349" y="94"/>
                        </a:lnTo>
                        <a:lnTo>
                          <a:pt x="349" y="98"/>
                        </a:lnTo>
                        <a:lnTo>
                          <a:pt x="350" y="100"/>
                        </a:lnTo>
                        <a:lnTo>
                          <a:pt x="350" y="104"/>
                        </a:lnTo>
                        <a:lnTo>
                          <a:pt x="349" y="106"/>
                        </a:lnTo>
                        <a:lnTo>
                          <a:pt x="350" y="110"/>
                        </a:lnTo>
                        <a:lnTo>
                          <a:pt x="351" y="113"/>
                        </a:lnTo>
                        <a:lnTo>
                          <a:pt x="350" y="111"/>
                        </a:lnTo>
                        <a:lnTo>
                          <a:pt x="349" y="109"/>
                        </a:lnTo>
                        <a:lnTo>
                          <a:pt x="347" y="109"/>
                        </a:lnTo>
                        <a:lnTo>
                          <a:pt x="345" y="111"/>
                        </a:lnTo>
                        <a:lnTo>
                          <a:pt x="343" y="113"/>
                        </a:lnTo>
                        <a:lnTo>
                          <a:pt x="342" y="115"/>
                        </a:lnTo>
                        <a:lnTo>
                          <a:pt x="343" y="118"/>
                        </a:lnTo>
                        <a:lnTo>
                          <a:pt x="342" y="121"/>
                        </a:lnTo>
                        <a:lnTo>
                          <a:pt x="342" y="126"/>
                        </a:lnTo>
                        <a:lnTo>
                          <a:pt x="342" y="128"/>
                        </a:lnTo>
                        <a:lnTo>
                          <a:pt x="342" y="130"/>
                        </a:lnTo>
                        <a:lnTo>
                          <a:pt x="339" y="132"/>
                        </a:lnTo>
                        <a:lnTo>
                          <a:pt x="339" y="134"/>
                        </a:lnTo>
                        <a:lnTo>
                          <a:pt x="336" y="137"/>
                        </a:lnTo>
                        <a:lnTo>
                          <a:pt x="335" y="141"/>
                        </a:lnTo>
                        <a:lnTo>
                          <a:pt x="336" y="143"/>
                        </a:lnTo>
                        <a:lnTo>
                          <a:pt x="335" y="144"/>
                        </a:lnTo>
                        <a:lnTo>
                          <a:pt x="336" y="149"/>
                        </a:lnTo>
                        <a:lnTo>
                          <a:pt x="338" y="151"/>
                        </a:lnTo>
                        <a:lnTo>
                          <a:pt x="339" y="151"/>
                        </a:lnTo>
                        <a:lnTo>
                          <a:pt x="341" y="151"/>
                        </a:lnTo>
                        <a:lnTo>
                          <a:pt x="342" y="149"/>
                        </a:lnTo>
                        <a:lnTo>
                          <a:pt x="343" y="151"/>
                        </a:lnTo>
                        <a:lnTo>
                          <a:pt x="345" y="153"/>
                        </a:lnTo>
                        <a:lnTo>
                          <a:pt x="347" y="160"/>
                        </a:lnTo>
                        <a:lnTo>
                          <a:pt x="346" y="162"/>
                        </a:lnTo>
                        <a:lnTo>
                          <a:pt x="346" y="166"/>
                        </a:lnTo>
                        <a:lnTo>
                          <a:pt x="343" y="168"/>
                        </a:lnTo>
                        <a:lnTo>
                          <a:pt x="343" y="175"/>
                        </a:lnTo>
                        <a:lnTo>
                          <a:pt x="343" y="179"/>
                        </a:lnTo>
                        <a:lnTo>
                          <a:pt x="345" y="179"/>
                        </a:lnTo>
                        <a:lnTo>
                          <a:pt x="347" y="181"/>
                        </a:lnTo>
                        <a:lnTo>
                          <a:pt x="350" y="181"/>
                        </a:lnTo>
                        <a:lnTo>
                          <a:pt x="351" y="179"/>
                        </a:lnTo>
                        <a:lnTo>
                          <a:pt x="354" y="179"/>
                        </a:lnTo>
                        <a:lnTo>
                          <a:pt x="357" y="179"/>
                        </a:lnTo>
                        <a:lnTo>
                          <a:pt x="358" y="181"/>
                        </a:lnTo>
                        <a:lnTo>
                          <a:pt x="358" y="178"/>
                        </a:lnTo>
                        <a:lnTo>
                          <a:pt x="358" y="175"/>
                        </a:lnTo>
                        <a:lnTo>
                          <a:pt x="357" y="174"/>
                        </a:lnTo>
                        <a:lnTo>
                          <a:pt x="355" y="171"/>
                        </a:lnTo>
                        <a:lnTo>
                          <a:pt x="357" y="168"/>
                        </a:lnTo>
                        <a:lnTo>
                          <a:pt x="358" y="163"/>
                        </a:lnTo>
                        <a:lnTo>
                          <a:pt x="358" y="159"/>
                        </a:lnTo>
                        <a:lnTo>
                          <a:pt x="357" y="157"/>
                        </a:lnTo>
                        <a:lnTo>
                          <a:pt x="360" y="153"/>
                        </a:lnTo>
                        <a:lnTo>
                          <a:pt x="360" y="149"/>
                        </a:lnTo>
                        <a:lnTo>
                          <a:pt x="360" y="145"/>
                        </a:lnTo>
                        <a:lnTo>
                          <a:pt x="357" y="144"/>
                        </a:lnTo>
                        <a:lnTo>
                          <a:pt x="357" y="143"/>
                        </a:lnTo>
                        <a:lnTo>
                          <a:pt x="361" y="140"/>
                        </a:lnTo>
                        <a:lnTo>
                          <a:pt x="362" y="138"/>
                        </a:lnTo>
                        <a:lnTo>
                          <a:pt x="365" y="138"/>
                        </a:lnTo>
                        <a:lnTo>
                          <a:pt x="368" y="138"/>
                        </a:lnTo>
                        <a:lnTo>
                          <a:pt x="368" y="140"/>
                        </a:lnTo>
                        <a:lnTo>
                          <a:pt x="369" y="143"/>
                        </a:lnTo>
                        <a:lnTo>
                          <a:pt x="369" y="145"/>
                        </a:lnTo>
                        <a:lnTo>
                          <a:pt x="366" y="148"/>
                        </a:lnTo>
                        <a:lnTo>
                          <a:pt x="365" y="151"/>
                        </a:lnTo>
                        <a:lnTo>
                          <a:pt x="368" y="153"/>
                        </a:lnTo>
                        <a:lnTo>
                          <a:pt x="369" y="153"/>
                        </a:lnTo>
                        <a:lnTo>
                          <a:pt x="370" y="156"/>
                        </a:lnTo>
                        <a:lnTo>
                          <a:pt x="375" y="157"/>
                        </a:lnTo>
                        <a:lnTo>
                          <a:pt x="375" y="160"/>
                        </a:lnTo>
                        <a:lnTo>
                          <a:pt x="373" y="160"/>
                        </a:lnTo>
                        <a:lnTo>
                          <a:pt x="373" y="166"/>
                        </a:lnTo>
                        <a:lnTo>
                          <a:pt x="375" y="168"/>
                        </a:lnTo>
                        <a:lnTo>
                          <a:pt x="376" y="170"/>
                        </a:lnTo>
                        <a:lnTo>
                          <a:pt x="377" y="168"/>
                        </a:lnTo>
                        <a:lnTo>
                          <a:pt x="380" y="170"/>
                        </a:lnTo>
                        <a:lnTo>
                          <a:pt x="383" y="170"/>
                        </a:lnTo>
                        <a:lnTo>
                          <a:pt x="383" y="168"/>
                        </a:lnTo>
                        <a:lnTo>
                          <a:pt x="381" y="167"/>
                        </a:lnTo>
                        <a:lnTo>
                          <a:pt x="384" y="164"/>
                        </a:lnTo>
                        <a:lnTo>
                          <a:pt x="387" y="164"/>
                        </a:lnTo>
                        <a:lnTo>
                          <a:pt x="391" y="162"/>
                        </a:lnTo>
                        <a:lnTo>
                          <a:pt x="395" y="162"/>
                        </a:lnTo>
                        <a:lnTo>
                          <a:pt x="396" y="160"/>
                        </a:lnTo>
                        <a:lnTo>
                          <a:pt x="398" y="162"/>
                        </a:lnTo>
                        <a:lnTo>
                          <a:pt x="399" y="162"/>
                        </a:lnTo>
                        <a:lnTo>
                          <a:pt x="400" y="159"/>
                        </a:lnTo>
                        <a:lnTo>
                          <a:pt x="400" y="157"/>
                        </a:lnTo>
                        <a:lnTo>
                          <a:pt x="396" y="157"/>
                        </a:lnTo>
                        <a:lnTo>
                          <a:pt x="395" y="157"/>
                        </a:lnTo>
                        <a:lnTo>
                          <a:pt x="394" y="157"/>
                        </a:lnTo>
                        <a:lnTo>
                          <a:pt x="391" y="157"/>
                        </a:lnTo>
                        <a:lnTo>
                          <a:pt x="391" y="156"/>
                        </a:lnTo>
                        <a:lnTo>
                          <a:pt x="389" y="156"/>
                        </a:lnTo>
                        <a:lnTo>
                          <a:pt x="389" y="155"/>
                        </a:lnTo>
                        <a:lnTo>
                          <a:pt x="388" y="153"/>
                        </a:lnTo>
                        <a:lnTo>
                          <a:pt x="387" y="155"/>
                        </a:lnTo>
                        <a:lnTo>
                          <a:pt x="387" y="153"/>
                        </a:lnTo>
                        <a:lnTo>
                          <a:pt x="385" y="152"/>
                        </a:lnTo>
                        <a:lnTo>
                          <a:pt x="384" y="151"/>
                        </a:lnTo>
                        <a:lnTo>
                          <a:pt x="385" y="149"/>
                        </a:lnTo>
                        <a:lnTo>
                          <a:pt x="387" y="148"/>
                        </a:lnTo>
                        <a:lnTo>
                          <a:pt x="387" y="148"/>
                        </a:lnTo>
                        <a:lnTo>
                          <a:pt x="387" y="147"/>
                        </a:lnTo>
                        <a:lnTo>
                          <a:pt x="388" y="147"/>
                        </a:lnTo>
                        <a:lnTo>
                          <a:pt x="388" y="145"/>
                        </a:lnTo>
                        <a:lnTo>
                          <a:pt x="387" y="144"/>
                        </a:lnTo>
                        <a:lnTo>
                          <a:pt x="385" y="143"/>
                        </a:lnTo>
                        <a:lnTo>
                          <a:pt x="385" y="141"/>
                        </a:lnTo>
                        <a:lnTo>
                          <a:pt x="385" y="140"/>
                        </a:lnTo>
                        <a:lnTo>
                          <a:pt x="383" y="138"/>
                        </a:lnTo>
                        <a:lnTo>
                          <a:pt x="381" y="138"/>
                        </a:lnTo>
                        <a:lnTo>
                          <a:pt x="381" y="136"/>
                        </a:lnTo>
                        <a:lnTo>
                          <a:pt x="377" y="132"/>
                        </a:lnTo>
                        <a:lnTo>
                          <a:pt x="375" y="129"/>
                        </a:lnTo>
                        <a:lnTo>
                          <a:pt x="373" y="128"/>
                        </a:lnTo>
                        <a:lnTo>
                          <a:pt x="373" y="126"/>
                        </a:lnTo>
                        <a:lnTo>
                          <a:pt x="375" y="126"/>
                        </a:lnTo>
                        <a:lnTo>
                          <a:pt x="375" y="128"/>
                        </a:lnTo>
                        <a:lnTo>
                          <a:pt x="377" y="128"/>
                        </a:lnTo>
                        <a:lnTo>
                          <a:pt x="380" y="126"/>
                        </a:lnTo>
                        <a:lnTo>
                          <a:pt x="380" y="124"/>
                        </a:lnTo>
                        <a:lnTo>
                          <a:pt x="387" y="122"/>
                        </a:lnTo>
                        <a:lnTo>
                          <a:pt x="391" y="118"/>
                        </a:lnTo>
                        <a:lnTo>
                          <a:pt x="392" y="115"/>
                        </a:lnTo>
                        <a:lnTo>
                          <a:pt x="395" y="114"/>
                        </a:lnTo>
                        <a:lnTo>
                          <a:pt x="395" y="113"/>
                        </a:lnTo>
                        <a:lnTo>
                          <a:pt x="398" y="111"/>
                        </a:lnTo>
                        <a:lnTo>
                          <a:pt x="400" y="113"/>
                        </a:lnTo>
                        <a:lnTo>
                          <a:pt x="403" y="113"/>
                        </a:lnTo>
                        <a:lnTo>
                          <a:pt x="404" y="110"/>
                        </a:lnTo>
                        <a:lnTo>
                          <a:pt x="404" y="107"/>
                        </a:lnTo>
                        <a:lnTo>
                          <a:pt x="402" y="106"/>
                        </a:lnTo>
                        <a:lnTo>
                          <a:pt x="396" y="107"/>
                        </a:lnTo>
                        <a:lnTo>
                          <a:pt x="394" y="109"/>
                        </a:lnTo>
                        <a:lnTo>
                          <a:pt x="388" y="109"/>
                        </a:lnTo>
                        <a:lnTo>
                          <a:pt x="387" y="110"/>
                        </a:lnTo>
                        <a:lnTo>
                          <a:pt x="384" y="113"/>
                        </a:lnTo>
                        <a:lnTo>
                          <a:pt x="381" y="111"/>
                        </a:lnTo>
                        <a:lnTo>
                          <a:pt x="380" y="113"/>
                        </a:lnTo>
                        <a:lnTo>
                          <a:pt x="377" y="111"/>
                        </a:lnTo>
                        <a:lnTo>
                          <a:pt x="375" y="110"/>
                        </a:lnTo>
                        <a:lnTo>
                          <a:pt x="372" y="114"/>
                        </a:lnTo>
                        <a:lnTo>
                          <a:pt x="369" y="118"/>
                        </a:lnTo>
                        <a:lnTo>
                          <a:pt x="366" y="119"/>
                        </a:lnTo>
                        <a:lnTo>
                          <a:pt x="364" y="119"/>
                        </a:lnTo>
                        <a:lnTo>
                          <a:pt x="364" y="118"/>
                        </a:lnTo>
                        <a:lnTo>
                          <a:pt x="360" y="114"/>
                        </a:lnTo>
                        <a:lnTo>
                          <a:pt x="355" y="111"/>
                        </a:lnTo>
                        <a:lnTo>
                          <a:pt x="354" y="106"/>
                        </a:lnTo>
                        <a:lnTo>
                          <a:pt x="354" y="100"/>
                        </a:lnTo>
                        <a:lnTo>
                          <a:pt x="357" y="95"/>
                        </a:lnTo>
                        <a:lnTo>
                          <a:pt x="360" y="92"/>
                        </a:lnTo>
                        <a:lnTo>
                          <a:pt x="360" y="92"/>
                        </a:lnTo>
                        <a:close/>
                        <a:moveTo>
                          <a:pt x="362" y="0"/>
                        </a:moveTo>
                        <a:lnTo>
                          <a:pt x="360" y="3"/>
                        </a:lnTo>
                        <a:lnTo>
                          <a:pt x="362" y="3"/>
                        </a:lnTo>
                        <a:lnTo>
                          <a:pt x="362" y="1"/>
                        </a:lnTo>
                        <a:lnTo>
                          <a:pt x="362" y="0"/>
                        </a:lnTo>
                        <a:lnTo>
                          <a:pt x="362" y="0"/>
                        </a:lnTo>
                        <a:close/>
                        <a:moveTo>
                          <a:pt x="365" y="9"/>
                        </a:moveTo>
                        <a:lnTo>
                          <a:pt x="368" y="9"/>
                        </a:lnTo>
                        <a:lnTo>
                          <a:pt x="369" y="9"/>
                        </a:lnTo>
                        <a:lnTo>
                          <a:pt x="370" y="9"/>
                        </a:lnTo>
                        <a:lnTo>
                          <a:pt x="372" y="8"/>
                        </a:lnTo>
                        <a:lnTo>
                          <a:pt x="372" y="8"/>
                        </a:lnTo>
                        <a:lnTo>
                          <a:pt x="369" y="7"/>
                        </a:lnTo>
                        <a:lnTo>
                          <a:pt x="365" y="8"/>
                        </a:lnTo>
                        <a:lnTo>
                          <a:pt x="365" y="9"/>
                        </a:lnTo>
                        <a:lnTo>
                          <a:pt x="365" y="9"/>
                        </a:lnTo>
                        <a:lnTo>
                          <a:pt x="365" y="9"/>
                        </a:lnTo>
                        <a:close/>
                        <a:moveTo>
                          <a:pt x="343" y="24"/>
                        </a:moveTo>
                        <a:lnTo>
                          <a:pt x="343" y="26"/>
                        </a:lnTo>
                        <a:lnTo>
                          <a:pt x="345" y="28"/>
                        </a:lnTo>
                        <a:lnTo>
                          <a:pt x="345" y="27"/>
                        </a:lnTo>
                        <a:lnTo>
                          <a:pt x="343" y="24"/>
                        </a:lnTo>
                        <a:lnTo>
                          <a:pt x="343" y="24"/>
                        </a:lnTo>
                        <a:close/>
                        <a:moveTo>
                          <a:pt x="349" y="22"/>
                        </a:moveTo>
                        <a:lnTo>
                          <a:pt x="353" y="18"/>
                        </a:lnTo>
                        <a:lnTo>
                          <a:pt x="355" y="18"/>
                        </a:lnTo>
                        <a:lnTo>
                          <a:pt x="355" y="19"/>
                        </a:lnTo>
                        <a:lnTo>
                          <a:pt x="353" y="22"/>
                        </a:lnTo>
                        <a:lnTo>
                          <a:pt x="350" y="22"/>
                        </a:lnTo>
                        <a:lnTo>
                          <a:pt x="349" y="22"/>
                        </a:lnTo>
                        <a:lnTo>
                          <a:pt x="349" y="22"/>
                        </a:lnTo>
                        <a:close/>
                        <a:moveTo>
                          <a:pt x="319" y="37"/>
                        </a:moveTo>
                        <a:lnTo>
                          <a:pt x="320" y="38"/>
                        </a:lnTo>
                        <a:lnTo>
                          <a:pt x="319" y="38"/>
                        </a:lnTo>
                        <a:lnTo>
                          <a:pt x="319" y="37"/>
                        </a:lnTo>
                        <a:lnTo>
                          <a:pt x="319" y="37"/>
                        </a:lnTo>
                        <a:close/>
                        <a:moveTo>
                          <a:pt x="320" y="35"/>
                        </a:moveTo>
                        <a:lnTo>
                          <a:pt x="319" y="37"/>
                        </a:lnTo>
                        <a:lnTo>
                          <a:pt x="320" y="38"/>
                        </a:lnTo>
                        <a:lnTo>
                          <a:pt x="323" y="38"/>
                        </a:lnTo>
                        <a:lnTo>
                          <a:pt x="323" y="37"/>
                        </a:lnTo>
                        <a:lnTo>
                          <a:pt x="320" y="35"/>
                        </a:lnTo>
                        <a:lnTo>
                          <a:pt x="320" y="35"/>
                        </a:lnTo>
                        <a:close/>
                        <a:moveTo>
                          <a:pt x="322" y="43"/>
                        </a:moveTo>
                        <a:lnTo>
                          <a:pt x="319" y="43"/>
                        </a:lnTo>
                        <a:lnTo>
                          <a:pt x="320" y="45"/>
                        </a:lnTo>
                        <a:lnTo>
                          <a:pt x="322" y="43"/>
                        </a:lnTo>
                        <a:lnTo>
                          <a:pt x="322" y="43"/>
                        </a:lnTo>
                        <a:close/>
                        <a:moveTo>
                          <a:pt x="317" y="46"/>
                        </a:moveTo>
                        <a:lnTo>
                          <a:pt x="319" y="47"/>
                        </a:lnTo>
                        <a:lnTo>
                          <a:pt x="319" y="49"/>
                        </a:lnTo>
                        <a:lnTo>
                          <a:pt x="319" y="49"/>
                        </a:lnTo>
                        <a:lnTo>
                          <a:pt x="317" y="46"/>
                        </a:lnTo>
                        <a:lnTo>
                          <a:pt x="317" y="46"/>
                        </a:lnTo>
                        <a:close/>
                        <a:moveTo>
                          <a:pt x="300" y="149"/>
                        </a:moveTo>
                        <a:lnTo>
                          <a:pt x="301" y="149"/>
                        </a:lnTo>
                        <a:lnTo>
                          <a:pt x="301" y="153"/>
                        </a:lnTo>
                        <a:lnTo>
                          <a:pt x="300" y="153"/>
                        </a:lnTo>
                        <a:lnTo>
                          <a:pt x="300" y="149"/>
                        </a:lnTo>
                        <a:lnTo>
                          <a:pt x="300" y="149"/>
                        </a:lnTo>
                        <a:lnTo>
                          <a:pt x="300" y="149"/>
                        </a:lnTo>
                        <a:close/>
                        <a:moveTo>
                          <a:pt x="298" y="149"/>
                        </a:moveTo>
                        <a:lnTo>
                          <a:pt x="300" y="153"/>
                        </a:lnTo>
                        <a:lnTo>
                          <a:pt x="298" y="156"/>
                        </a:lnTo>
                        <a:lnTo>
                          <a:pt x="296" y="159"/>
                        </a:lnTo>
                        <a:lnTo>
                          <a:pt x="296" y="157"/>
                        </a:lnTo>
                        <a:lnTo>
                          <a:pt x="296" y="153"/>
                        </a:lnTo>
                        <a:lnTo>
                          <a:pt x="297" y="148"/>
                        </a:lnTo>
                        <a:lnTo>
                          <a:pt x="298" y="148"/>
                        </a:lnTo>
                        <a:lnTo>
                          <a:pt x="298" y="149"/>
                        </a:lnTo>
                        <a:lnTo>
                          <a:pt x="298" y="149"/>
                        </a:lnTo>
                        <a:close/>
                        <a:moveTo>
                          <a:pt x="201" y="104"/>
                        </a:moveTo>
                        <a:lnTo>
                          <a:pt x="205" y="104"/>
                        </a:lnTo>
                        <a:lnTo>
                          <a:pt x="205" y="106"/>
                        </a:lnTo>
                        <a:lnTo>
                          <a:pt x="203" y="107"/>
                        </a:lnTo>
                        <a:lnTo>
                          <a:pt x="201" y="106"/>
                        </a:lnTo>
                        <a:lnTo>
                          <a:pt x="201" y="104"/>
                        </a:lnTo>
                        <a:lnTo>
                          <a:pt x="201" y="104"/>
                        </a:lnTo>
                        <a:lnTo>
                          <a:pt x="201" y="104"/>
                        </a:lnTo>
                        <a:close/>
                        <a:moveTo>
                          <a:pt x="202" y="110"/>
                        </a:moveTo>
                        <a:lnTo>
                          <a:pt x="206" y="111"/>
                        </a:lnTo>
                        <a:lnTo>
                          <a:pt x="207" y="113"/>
                        </a:lnTo>
                        <a:lnTo>
                          <a:pt x="209" y="113"/>
                        </a:lnTo>
                        <a:lnTo>
                          <a:pt x="209" y="114"/>
                        </a:lnTo>
                        <a:lnTo>
                          <a:pt x="205" y="114"/>
                        </a:lnTo>
                        <a:lnTo>
                          <a:pt x="203" y="114"/>
                        </a:lnTo>
                        <a:lnTo>
                          <a:pt x="202" y="111"/>
                        </a:lnTo>
                        <a:lnTo>
                          <a:pt x="202" y="110"/>
                        </a:lnTo>
                        <a:lnTo>
                          <a:pt x="202" y="110"/>
                        </a:lnTo>
                        <a:close/>
                        <a:moveTo>
                          <a:pt x="205" y="114"/>
                        </a:moveTo>
                        <a:lnTo>
                          <a:pt x="209" y="115"/>
                        </a:lnTo>
                        <a:lnTo>
                          <a:pt x="210" y="117"/>
                        </a:lnTo>
                        <a:lnTo>
                          <a:pt x="207" y="119"/>
                        </a:lnTo>
                        <a:lnTo>
                          <a:pt x="206" y="119"/>
                        </a:lnTo>
                        <a:lnTo>
                          <a:pt x="205" y="118"/>
                        </a:lnTo>
                        <a:lnTo>
                          <a:pt x="205" y="117"/>
                        </a:lnTo>
                        <a:lnTo>
                          <a:pt x="205" y="117"/>
                        </a:lnTo>
                        <a:lnTo>
                          <a:pt x="205" y="114"/>
                        </a:lnTo>
                        <a:lnTo>
                          <a:pt x="205" y="114"/>
                        </a:lnTo>
                        <a:close/>
                        <a:moveTo>
                          <a:pt x="198" y="80"/>
                        </a:moveTo>
                        <a:lnTo>
                          <a:pt x="201" y="77"/>
                        </a:lnTo>
                        <a:lnTo>
                          <a:pt x="203" y="72"/>
                        </a:lnTo>
                        <a:lnTo>
                          <a:pt x="205" y="71"/>
                        </a:lnTo>
                        <a:lnTo>
                          <a:pt x="207" y="69"/>
                        </a:lnTo>
                        <a:lnTo>
                          <a:pt x="210" y="75"/>
                        </a:lnTo>
                        <a:lnTo>
                          <a:pt x="216" y="77"/>
                        </a:lnTo>
                        <a:lnTo>
                          <a:pt x="216" y="79"/>
                        </a:lnTo>
                        <a:lnTo>
                          <a:pt x="218" y="81"/>
                        </a:lnTo>
                        <a:lnTo>
                          <a:pt x="220" y="84"/>
                        </a:lnTo>
                        <a:lnTo>
                          <a:pt x="222" y="84"/>
                        </a:lnTo>
                        <a:lnTo>
                          <a:pt x="226" y="84"/>
                        </a:lnTo>
                        <a:lnTo>
                          <a:pt x="226" y="81"/>
                        </a:lnTo>
                        <a:lnTo>
                          <a:pt x="231" y="83"/>
                        </a:lnTo>
                        <a:lnTo>
                          <a:pt x="232" y="81"/>
                        </a:lnTo>
                        <a:lnTo>
                          <a:pt x="240" y="81"/>
                        </a:lnTo>
                        <a:lnTo>
                          <a:pt x="248" y="79"/>
                        </a:lnTo>
                        <a:lnTo>
                          <a:pt x="250" y="76"/>
                        </a:lnTo>
                        <a:lnTo>
                          <a:pt x="256" y="76"/>
                        </a:lnTo>
                        <a:lnTo>
                          <a:pt x="260" y="79"/>
                        </a:lnTo>
                        <a:lnTo>
                          <a:pt x="262" y="80"/>
                        </a:lnTo>
                        <a:lnTo>
                          <a:pt x="264" y="80"/>
                        </a:lnTo>
                        <a:lnTo>
                          <a:pt x="271" y="76"/>
                        </a:lnTo>
                        <a:lnTo>
                          <a:pt x="278" y="76"/>
                        </a:lnTo>
                        <a:lnTo>
                          <a:pt x="277" y="73"/>
                        </a:lnTo>
                        <a:lnTo>
                          <a:pt x="282" y="65"/>
                        </a:lnTo>
                        <a:lnTo>
                          <a:pt x="285" y="58"/>
                        </a:lnTo>
                        <a:lnTo>
                          <a:pt x="289" y="53"/>
                        </a:lnTo>
                        <a:lnTo>
                          <a:pt x="292" y="41"/>
                        </a:lnTo>
                        <a:lnTo>
                          <a:pt x="292" y="39"/>
                        </a:lnTo>
                        <a:lnTo>
                          <a:pt x="293" y="37"/>
                        </a:lnTo>
                        <a:lnTo>
                          <a:pt x="293" y="35"/>
                        </a:lnTo>
                        <a:lnTo>
                          <a:pt x="297" y="31"/>
                        </a:lnTo>
                        <a:lnTo>
                          <a:pt x="298" y="32"/>
                        </a:lnTo>
                        <a:lnTo>
                          <a:pt x="304" y="32"/>
                        </a:lnTo>
                        <a:lnTo>
                          <a:pt x="309" y="32"/>
                        </a:lnTo>
                        <a:lnTo>
                          <a:pt x="311" y="32"/>
                        </a:lnTo>
                        <a:lnTo>
                          <a:pt x="315" y="32"/>
                        </a:lnTo>
                        <a:lnTo>
                          <a:pt x="319" y="34"/>
                        </a:lnTo>
                        <a:lnTo>
                          <a:pt x="317" y="35"/>
                        </a:lnTo>
                        <a:lnTo>
                          <a:pt x="316" y="35"/>
                        </a:lnTo>
                        <a:lnTo>
                          <a:pt x="317" y="37"/>
                        </a:lnTo>
                        <a:lnTo>
                          <a:pt x="316" y="38"/>
                        </a:lnTo>
                        <a:lnTo>
                          <a:pt x="319" y="39"/>
                        </a:lnTo>
                        <a:lnTo>
                          <a:pt x="322" y="42"/>
                        </a:lnTo>
                        <a:lnTo>
                          <a:pt x="319" y="43"/>
                        </a:lnTo>
                        <a:lnTo>
                          <a:pt x="315" y="42"/>
                        </a:lnTo>
                        <a:lnTo>
                          <a:pt x="313" y="43"/>
                        </a:lnTo>
                        <a:lnTo>
                          <a:pt x="316" y="46"/>
                        </a:lnTo>
                        <a:lnTo>
                          <a:pt x="317" y="46"/>
                        </a:lnTo>
                        <a:lnTo>
                          <a:pt x="317" y="49"/>
                        </a:lnTo>
                        <a:lnTo>
                          <a:pt x="316" y="49"/>
                        </a:lnTo>
                        <a:lnTo>
                          <a:pt x="316" y="50"/>
                        </a:lnTo>
                        <a:lnTo>
                          <a:pt x="317" y="53"/>
                        </a:lnTo>
                        <a:lnTo>
                          <a:pt x="319" y="56"/>
                        </a:lnTo>
                        <a:lnTo>
                          <a:pt x="323" y="61"/>
                        </a:lnTo>
                        <a:lnTo>
                          <a:pt x="326" y="62"/>
                        </a:lnTo>
                        <a:lnTo>
                          <a:pt x="324" y="65"/>
                        </a:lnTo>
                        <a:lnTo>
                          <a:pt x="320" y="66"/>
                        </a:lnTo>
                        <a:lnTo>
                          <a:pt x="320" y="68"/>
                        </a:lnTo>
                        <a:lnTo>
                          <a:pt x="322" y="69"/>
                        </a:lnTo>
                        <a:lnTo>
                          <a:pt x="322" y="72"/>
                        </a:lnTo>
                        <a:lnTo>
                          <a:pt x="324" y="72"/>
                        </a:lnTo>
                        <a:lnTo>
                          <a:pt x="330" y="79"/>
                        </a:lnTo>
                        <a:lnTo>
                          <a:pt x="332" y="79"/>
                        </a:lnTo>
                        <a:lnTo>
                          <a:pt x="334" y="81"/>
                        </a:lnTo>
                        <a:lnTo>
                          <a:pt x="335" y="83"/>
                        </a:lnTo>
                        <a:lnTo>
                          <a:pt x="338" y="83"/>
                        </a:lnTo>
                        <a:lnTo>
                          <a:pt x="336" y="85"/>
                        </a:lnTo>
                        <a:lnTo>
                          <a:pt x="335" y="87"/>
                        </a:lnTo>
                        <a:lnTo>
                          <a:pt x="334" y="85"/>
                        </a:lnTo>
                        <a:lnTo>
                          <a:pt x="331" y="87"/>
                        </a:lnTo>
                        <a:lnTo>
                          <a:pt x="328" y="87"/>
                        </a:lnTo>
                        <a:lnTo>
                          <a:pt x="323" y="83"/>
                        </a:lnTo>
                        <a:lnTo>
                          <a:pt x="324" y="85"/>
                        </a:lnTo>
                        <a:lnTo>
                          <a:pt x="323" y="87"/>
                        </a:lnTo>
                        <a:lnTo>
                          <a:pt x="322" y="85"/>
                        </a:lnTo>
                        <a:lnTo>
                          <a:pt x="319" y="88"/>
                        </a:lnTo>
                        <a:lnTo>
                          <a:pt x="319" y="91"/>
                        </a:lnTo>
                        <a:lnTo>
                          <a:pt x="317" y="92"/>
                        </a:lnTo>
                        <a:lnTo>
                          <a:pt x="317" y="98"/>
                        </a:lnTo>
                        <a:lnTo>
                          <a:pt x="316" y="99"/>
                        </a:lnTo>
                        <a:lnTo>
                          <a:pt x="315" y="104"/>
                        </a:lnTo>
                        <a:lnTo>
                          <a:pt x="311" y="107"/>
                        </a:lnTo>
                        <a:lnTo>
                          <a:pt x="312" y="111"/>
                        </a:lnTo>
                        <a:lnTo>
                          <a:pt x="311" y="114"/>
                        </a:lnTo>
                        <a:lnTo>
                          <a:pt x="308" y="117"/>
                        </a:lnTo>
                        <a:lnTo>
                          <a:pt x="307" y="114"/>
                        </a:lnTo>
                        <a:lnTo>
                          <a:pt x="305" y="113"/>
                        </a:lnTo>
                        <a:lnTo>
                          <a:pt x="307" y="115"/>
                        </a:lnTo>
                        <a:lnTo>
                          <a:pt x="307" y="118"/>
                        </a:lnTo>
                        <a:lnTo>
                          <a:pt x="304" y="121"/>
                        </a:lnTo>
                        <a:lnTo>
                          <a:pt x="304" y="124"/>
                        </a:lnTo>
                        <a:lnTo>
                          <a:pt x="301" y="124"/>
                        </a:lnTo>
                        <a:lnTo>
                          <a:pt x="298" y="124"/>
                        </a:lnTo>
                        <a:lnTo>
                          <a:pt x="300" y="125"/>
                        </a:lnTo>
                        <a:lnTo>
                          <a:pt x="298" y="126"/>
                        </a:lnTo>
                        <a:lnTo>
                          <a:pt x="301" y="126"/>
                        </a:lnTo>
                        <a:lnTo>
                          <a:pt x="303" y="128"/>
                        </a:lnTo>
                        <a:lnTo>
                          <a:pt x="303" y="130"/>
                        </a:lnTo>
                        <a:lnTo>
                          <a:pt x="300" y="130"/>
                        </a:lnTo>
                        <a:lnTo>
                          <a:pt x="301" y="132"/>
                        </a:lnTo>
                        <a:lnTo>
                          <a:pt x="303" y="132"/>
                        </a:lnTo>
                        <a:lnTo>
                          <a:pt x="303" y="133"/>
                        </a:lnTo>
                        <a:lnTo>
                          <a:pt x="303" y="136"/>
                        </a:lnTo>
                        <a:lnTo>
                          <a:pt x="300" y="134"/>
                        </a:lnTo>
                        <a:lnTo>
                          <a:pt x="300" y="134"/>
                        </a:lnTo>
                        <a:lnTo>
                          <a:pt x="300" y="136"/>
                        </a:lnTo>
                        <a:lnTo>
                          <a:pt x="301" y="137"/>
                        </a:lnTo>
                        <a:lnTo>
                          <a:pt x="301" y="137"/>
                        </a:lnTo>
                        <a:lnTo>
                          <a:pt x="300" y="143"/>
                        </a:lnTo>
                        <a:lnTo>
                          <a:pt x="298" y="143"/>
                        </a:lnTo>
                        <a:lnTo>
                          <a:pt x="297" y="141"/>
                        </a:lnTo>
                        <a:lnTo>
                          <a:pt x="297" y="144"/>
                        </a:lnTo>
                        <a:lnTo>
                          <a:pt x="297" y="147"/>
                        </a:lnTo>
                        <a:lnTo>
                          <a:pt x="293" y="152"/>
                        </a:lnTo>
                        <a:lnTo>
                          <a:pt x="289" y="155"/>
                        </a:lnTo>
                        <a:lnTo>
                          <a:pt x="285" y="156"/>
                        </a:lnTo>
                        <a:lnTo>
                          <a:pt x="279" y="159"/>
                        </a:lnTo>
                        <a:lnTo>
                          <a:pt x="275" y="159"/>
                        </a:lnTo>
                        <a:lnTo>
                          <a:pt x="275" y="155"/>
                        </a:lnTo>
                        <a:lnTo>
                          <a:pt x="275" y="153"/>
                        </a:lnTo>
                        <a:lnTo>
                          <a:pt x="274" y="151"/>
                        </a:lnTo>
                        <a:lnTo>
                          <a:pt x="274" y="149"/>
                        </a:lnTo>
                        <a:lnTo>
                          <a:pt x="273" y="151"/>
                        </a:lnTo>
                        <a:lnTo>
                          <a:pt x="271" y="148"/>
                        </a:lnTo>
                        <a:lnTo>
                          <a:pt x="270" y="149"/>
                        </a:lnTo>
                        <a:lnTo>
                          <a:pt x="267" y="148"/>
                        </a:lnTo>
                        <a:lnTo>
                          <a:pt x="266" y="147"/>
                        </a:lnTo>
                        <a:lnTo>
                          <a:pt x="264" y="148"/>
                        </a:lnTo>
                        <a:lnTo>
                          <a:pt x="266" y="151"/>
                        </a:lnTo>
                        <a:lnTo>
                          <a:pt x="263" y="149"/>
                        </a:lnTo>
                        <a:lnTo>
                          <a:pt x="262" y="148"/>
                        </a:lnTo>
                        <a:lnTo>
                          <a:pt x="262" y="145"/>
                        </a:lnTo>
                        <a:lnTo>
                          <a:pt x="260" y="144"/>
                        </a:lnTo>
                        <a:lnTo>
                          <a:pt x="259" y="145"/>
                        </a:lnTo>
                        <a:lnTo>
                          <a:pt x="256" y="144"/>
                        </a:lnTo>
                        <a:lnTo>
                          <a:pt x="255" y="144"/>
                        </a:lnTo>
                        <a:lnTo>
                          <a:pt x="252" y="147"/>
                        </a:lnTo>
                        <a:lnTo>
                          <a:pt x="250" y="147"/>
                        </a:lnTo>
                        <a:lnTo>
                          <a:pt x="248" y="148"/>
                        </a:lnTo>
                        <a:lnTo>
                          <a:pt x="247" y="149"/>
                        </a:lnTo>
                        <a:lnTo>
                          <a:pt x="245" y="148"/>
                        </a:lnTo>
                        <a:lnTo>
                          <a:pt x="244" y="148"/>
                        </a:lnTo>
                        <a:lnTo>
                          <a:pt x="240" y="152"/>
                        </a:lnTo>
                        <a:lnTo>
                          <a:pt x="239" y="152"/>
                        </a:lnTo>
                        <a:lnTo>
                          <a:pt x="239" y="149"/>
                        </a:lnTo>
                        <a:lnTo>
                          <a:pt x="239" y="145"/>
                        </a:lnTo>
                        <a:lnTo>
                          <a:pt x="237" y="141"/>
                        </a:lnTo>
                        <a:lnTo>
                          <a:pt x="237" y="138"/>
                        </a:lnTo>
                        <a:lnTo>
                          <a:pt x="236" y="137"/>
                        </a:lnTo>
                        <a:lnTo>
                          <a:pt x="237" y="138"/>
                        </a:lnTo>
                        <a:lnTo>
                          <a:pt x="236" y="141"/>
                        </a:lnTo>
                        <a:lnTo>
                          <a:pt x="233" y="143"/>
                        </a:lnTo>
                        <a:lnTo>
                          <a:pt x="232" y="141"/>
                        </a:lnTo>
                        <a:lnTo>
                          <a:pt x="229" y="143"/>
                        </a:lnTo>
                        <a:lnTo>
                          <a:pt x="226" y="144"/>
                        </a:lnTo>
                        <a:lnTo>
                          <a:pt x="224" y="143"/>
                        </a:lnTo>
                        <a:lnTo>
                          <a:pt x="221" y="143"/>
                        </a:lnTo>
                        <a:lnTo>
                          <a:pt x="220" y="140"/>
                        </a:lnTo>
                        <a:lnTo>
                          <a:pt x="218" y="143"/>
                        </a:lnTo>
                        <a:lnTo>
                          <a:pt x="216" y="143"/>
                        </a:lnTo>
                        <a:lnTo>
                          <a:pt x="214" y="138"/>
                        </a:lnTo>
                        <a:lnTo>
                          <a:pt x="214" y="134"/>
                        </a:lnTo>
                        <a:lnTo>
                          <a:pt x="214" y="129"/>
                        </a:lnTo>
                        <a:lnTo>
                          <a:pt x="211" y="128"/>
                        </a:lnTo>
                        <a:lnTo>
                          <a:pt x="210" y="125"/>
                        </a:lnTo>
                        <a:lnTo>
                          <a:pt x="211" y="124"/>
                        </a:lnTo>
                        <a:lnTo>
                          <a:pt x="214" y="121"/>
                        </a:lnTo>
                        <a:lnTo>
                          <a:pt x="214" y="118"/>
                        </a:lnTo>
                        <a:lnTo>
                          <a:pt x="213" y="115"/>
                        </a:lnTo>
                        <a:lnTo>
                          <a:pt x="209" y="111"/>
                        </a:lnTo>
                        <a:lnTo>
                          <a:pt x="205" y="110"/>
                        </a:lnTo>
                        <a:lnTo>
                          <a:pt x="202" y="109"/>
                        </a:lnTo>
                        <a:lnTo>
                          <a:pt x="202" y="107"/>
                        </a:lnTo>
                        <a:lnTo>
                          <a:pt x="203" y="107"/>
                        </a:lnTo>
                        <a:lnTo>
                          <a:pt x="206" y="106"/>
                        </a:lnTo>
                        <a:lnTo>
                          <a:pt x="211" y="104"/>
                        </a:lnTo>
                        <a:lnTo>
                          <a:pt x="214" y="102"/>
                        </a:lnTo>
                        <a:lnTo>
                          <a:pt x="217" y="102"/>
                        </a:lnTo>
                        <a:lnTo>
                          <a:pt x="214" y="100"/>
                        </a:lnTo>
                        <a:lnTo>
                          <a:pt x="210" y="103"/>
                        </a:lnTo>
                        <a:lnTo>
                          <a:pt x="206" y="104"/>
                        </a:lnTo>
                        <a:lnTo>
                          <a:pt x="205" y="104"/>
                        </a:lnTo>
                        <a:lnTo>
                          <a:pt x="202" y="103"/>
                        </a:lnTo>
                        <a:lnTo>
                          <a:pt x="199" y="100"/>
                        </a:lnTo>
                        <a:lnTo>
                          <a:pt x="201" y="99"/>
                        </a:lnTo>
                        <a:lnTo>
                          <a:pt x="202" y="100"/>
                        </a:lnTo>
                        <a:lnTo>
                          <a:pt x="201" y="98"/>
                        </a:lnTo>
                        <a:lnTo>
                          <a:pt x="197" y="92"/>
                        </a:lnTo>
                        <a:lnTo>
                          <a:pt x="197" y="87"/>
                        </a:lnTo>
                        <a:lnTo>
                          <a:pt x="198" y="87"/>
                        </a:lnTo>
                        <a:lnTo>
                          <a:pt x="199" y="84"/>
                        </a:lnTo>
                        <a:lnTo>
                          <a:pt x="198" y="83"/>
                        </a:lnTo>
                        <a:lnTo>
                          <a:pt x="198" y="80"/>
                        </a:lnTo>
                        <a:lnTo>
                          <a:pt x="198" y="80"/>
                        </a:lnTo>
                        <a:close/>
                        <a:moveTo>
                          <a:pt x="566" y="111"/>
                        </a:moveTo>
                        <a:lnTo>
                          <a:pt x="565" y="111"/>
                        </a:lnTo>
                        <a:lnTo>
                          <a:pt x="566" y="114"/>
                        </a:lnTo>
                        <a:lnTo>
                          <a:pt x="569" y="113"/>
                        </a:lnTo>
                        <a:lnTo>
                          <a:pt x="566" y="111"/>
                        </a:lnTo>
                        <a:lnTo>
                          <a:pt x="566" y="111"/>
                        </a:lnTo>
                        <a:close/>
                        <a:moveTo>
                          <a:pt x="573" y="121"/>
                        </a:moveTo>
                        <a:lnTo>
                          <a:pt x="569" y="121"/>
                        </a:lnTo>
                        <a:lnTo>
                          <a:pt x="572" y="121"/>
                        </a:lnTo>
                        <a:lnTo>
                          <a:pt x="573" y="121"/>
                        </a:lnTo>
                        <a:lnTo>
                          <a:pt x="573" y="121"/>
                        </a:lnTo>
                        <a:close/>
                        <a:moveTo>
                          <a:pt x="574" y="121"/>
                        </a:moveTo>
                        <a:lnTo>
                          <a:pt x="574" y="121"/>
                        </a:lnTo>
                        <a:lnTo>
                          <a:pt x="576" y="122"/>
                        </a:lnTo>
                        <a:lnTo>
                          <a:pt x="580" y="124"/>
                        </a:lnTo>
                        <a:lnTo>
                          <a:pt x="586" y="125"/>
                        </a:lnTo>
                        <a:lnTo>
                          <a:pt x="593" y="124"/>
                        </a:lnTo>
                        <a:lnTo>
                          <a:pt x="595" y="124"/>
                        </a:lnTo>
                        <a:lnTo>
                          <a:pt x="589" y="122"/>
                        </a:lnTo>
                        <a:lnTo>
                          <a:pt x="588" y="122"/>
                        </a:lnTo>
                        <a:lnTo>
                          <a:pt x="582" y="122"/>
                        </a:lnTo>
                        <a:lnTo>
                          <a:pt x="580" y="124"/>
                        </a:lnTo>
                        <a:lnTo>
                          <a:pt x="574" y="121"/>
                        </a:lnTo>
                        <a:lnTo>
                          <a:pt x="574" y="121"/>
                        </a:lnTo>
                        <a:close/>
                        <a:moveTo>
                          <a:pt x="574" y="107"/>
                        </a:moveTo>
                        <a:lnTo>
                          <a:pt x="577" y="110"/>
                        </a:lnTo>
                        <a:lnTo>
                          <a:pt x="577" y="109"/>
                        </a:lnTo>
                        <a:lnTo>
                          <a:pt x="578" y="109"/>
                        </a:lnTo>
                        <a:lnTo>
                          <a:pt x="581" y="111"/>
                        </a:lnTo>
                        <a:lnTo>
                          <a:pt x="581" y="114"/>
                        </a:lnTo>
                        <a:lnTo>
                          <a:pt x="582" y="114"/>
                        </a:lnTo>
                        <a:lnTo>
                          <a:pt x="584" y="114"/>
                        </a:lnTo>
                        <a:lnTo>
                          <a:pt x="585" y="114"/>
                        </a:lnTo>
                        <a:lnTo>
                          <a:pt x="588" y="114"/>
                        </a:lnTo>
                        <a:lnTo>
                          <a:pt x="586" y="113"/>
                        </a:lnTo>
                        <a:lnTo>
                          <a:pt x="585" y="111"/>
                        </a:lnTo>
                        <a:lnTo>
                          <a:pt x="582" y="109"/>
                        </a:lnTo>
                        <a:lnTo>
                          <a:pt x="581" y="107"/>
                        </a:lnTo>
                        <a:lnTo>
                          <a:pt x="578" y="107"/>
                        </a:lnTo>
                        <a:lnTo>
                          <a:pt x="574" y="106"/>
                        </a:lnTo>
                        <a:lnTo>
                          <a:pt x="574" y="107"/>
                        </a:lnTo>
                        <a:lnTo>
                          <a:pt x="574" y="107"/>
                        </a:lnTo>
                        <a:close/>
                        <a:moveTo>
                          <a:pt x="533" y="179"/>
                        </a:moveTo>
                        <a:lnTo>
                          <a:pt x="535" y="182"/>
                        </a:lnTo>
                        <a:lnTo>
                          <a:pt x="535" y="183"/>
                        </a:lnTo>
                        <a:lnTo>
                          <a:pt x="535" y="185"/>
                        </a:lnTo>
                        <a:lnTo>
                          <a:pt x="536" y="182"/>
                        </a:lnTo>
                        <a:lnTo>
                          <a:pt x="533" y="179"/>
                        </a:lnTo>
                        <a:lnTo>
                          <a:pt x="533" y="179"/>
                        </a:lnTo>
                        <a:close/>
                        <a:moveTo>
                          <a:pt x="542" y="177"/>
                        </a:moveTo>
                        <a:lnTo>
                          <a:pt x="539" y="178"/>
                        </a:lnTo>
                        <a:lnTo>
                          <a:pt x="538" y="183"/>
                        </a:lnTo>
                        <a:lnTo>
                          <a:pt x="536" y="185"/>
                        </a:lnTo>
                        <a:lnTo>
                          <a:pt x="538" y="185"/>
                        </a:lnTo>
                        <a:lnTo>
                          <a:pt x="540" y="178"/>
                        </a:lnTo>
                        <a:lnTo>
                          <a:pt x="542" y="177"/>
                        </a:lnTo>
                        <a:lnTo>
                          <a:pt x="542" y="177"/>
                        </a:lnTo>
                        <a:close/>
                        <a:moveTo>
                          <a:pt x="563" y="196"/>
                        </a:moveTo>
                        <a:lnTo>
                          <a:pt x="562" y="197"/>
                        </a:lnTo>
                        <a:lnTo>
                          <a:pt x="563" y="197"/>
                        </a:lnTo>
                        <a:lnTo>
                          <a:pt x="563" y="196"/>
                        </a:lnTo>
                        <a:lnTo>
                          <a:pt x="563" y="196"/>
                        </a:lnTo>
                        <a:lnTo>
                          <a:pt x="563" y="196"/>
                        </a:lnTo>
                        <a:close/>
                        <a:moveTo>
                          <a:pt x="555" y="190"/>
                        </a:moveTo>
                        <a:lnTo>
                          <a:pt x="554" y="189"/>
                        </a:lnTo>
                        <a:lnTo>
                          <a:pt x="554" y="190"/>
                        </a:lnTo>
                        <a:lnTo>
                          <a:pt x="554" y="193"/>
                        </a:lnTo>
                        <a:lnTo>
                          <a:pt x="555" y="194"/>
                        </a:lnTo>
                        <a:lnTo>
                          <a:pt x="557" y="196"/>
                        </a:lnTo>
                        <a:lnTo>
                          <a:pt x="555" y="196"/>
                        </a:lnTo>
                        <a:lnTo>
                          <a:pt x="554" y="194"/>
                        </a:lnTo>
                        <a:lnTo>
                          <a:pt x="554" y="197"/>
                        </a:lnTo>
                        <a:lnTo>
                          <a:pt x="555" y="198"/>
                        </a:lnTo>
                        <a:lnTo>
                          <a:pt x="557" y="198"/>
                        </a:lnTo>
                        <a:lnTo>
                          <a:pt x="559" y="196"/>
                        </a:lnTo>
                        <a:lnTo>
                          <a:pt x="561" y="196"/>
                        </a:lnTo>
                        <a:lnTo>
                          <a:pt x="559" y="194"/>
                        </a:lnTo>
                        <a:lnTo>
                          <a:pt x="558" y="191"/>
                        </a:lnTo>
                        <a:lnTo>
                          <a:pt x="555" y="190"/>
                        </a:lnTo>
                        <a:lnTo>
                          <a:pt x="555" y="190"/>
                        </a:lnTo>
                        <a:close/>
                        <a:moveTo>
                          <a:pt x="561" y="191"/>
                        </a:moveTo>
                        <a:lnTo>
                          <a:pt x="561" y="191"/>
                        </a:lnTo>
                        <a:lnTo>
                          <a:pt x="559" y="191"/>
                        </a:lnTo>
                        <a:lnTo>
                          <a:pt x="559" y="193"/>
                        </a:lnTo>
                        <a:lnTo>
                          <a:pt x="561" y="194"/>
                        </a:lnTo>
                        <a:lnTo>
                          <a:pt x="562" y="194"/>
                        </a:lnTo>
                        <a:lnTo>
                          <a:pt x="562" y="191"/>
                        </a:lnTo>
                        <a:lnTo>
                          <a:pt x="561" y="191"/>
                        </a:lnTo>
                        <a:lnTo>
                          <a:pt x="561" y="191"/>
                        </a:lnTo>
                        <a:close/>
                        <a:moveTo>
                          <a:pt x="557" y="186"/>
                        </a:moveTo>
                        <a:lnTo>
                          <a:pt x="555" y="186"/>
                        </a:lnTo>
                        <a:lnTo>
                          <a:pt x="555" y="187"/>
                        </a:lnTo>
                        <a:lnTo>
                          <a:pt x="557" y="190"/>
                        </a:lnTo>
                        <a:lnTo>
                          <a:pt x="558" y="191"/>
                        </a:lnTo>
                        <a:lnTo>
                          <a:pt x="559" y="190"/>
                        </a:lnTo>
                        <a:lnTo>
                          <a:pt x="557" y="189"/>
                        </a:lnTo>
                        <a:lnTo>
                          <a:pt x="557" y="186"/>
                        </a:lnTo>
                        <a:lnTo>
                          <a:pt x="557" y="186"/>
                        </a:lnTo>
                        <a:close/>
                        <a:moveTo>
                          <a:pt x="562" y="185"/>
                        </a:moveTo>
                        <a:lnTo>
                          <a:pt x="559" y="186"/>
                        </a:lnTo>
                        <a:lnTo>
                          <a:pt x="558" y="187"/>
                        </a:lnTo>
                        <a:lnTo>
                          <a:pt x="558" y="187"/>
                        </a:lnTo>
                        <a:lnTo>
                          <a:pt x="561" y="190"/>
                        </a:lnTo>
                        <a:lnTo>
                          <a:pt x="562" y="190"/>
                        </a:lnTo>
                        <a:lnTo>
                          <a:pt x="563" y="189"/>
                        </a:lnTo>
                        <a:lnTo>
                          <a:pt x="563" y="187"/>
                        </a:lnTo>
                        <a:lnTo>
                          <a:pt x="563" y="187"/>
                        </a:lnTo>
                        <a:lnTo>
                          <a:pt x="563" y="186"/>
                        </a:lnTo>
                        <a:lnTo>
                          <a:pt x="562" y="185"/>
                        </a:lnTo>
                        <a:lnTo>
                          <a:pt x="562" y="185"/>
                        </a:lnTo>
                        <a:lnTo>
                          <a:pt x="562" y="185"/>
                        </a:lnTo>
                        <a:close/>
                        <a:moveTo>
                          <a:pt x="557" y="182"/>
                        </a:moveTo>
                        <a:lnTo>
                          <a:pt x="555" y="182"/>
                        </a:lnTo>
                        <a:lnTo>
                          <a:pt x="555" y="182"/>
                        </a:lnTo>
                        <a:lnTo>
                          <a:pt x="557" y="182"/>
                        </a:lnTo>
                        <a:lnTo>
                          <a:pt x="557" y="182"/>
                        </a:lnTo>
                        <a:lnTo>
                          <a:pt x="557" y="182"/>
                        </a:lnTo>
                        <a:close/>
                        <a:moveTo>
                          <a:pt x="561" y="178"/>
                        </a:moveTo>
                        <a:lnTo>
                          <a:pt x="562" y="179"/>
                        </a:lnTo>
                        <a:lnTo>
                          <a:pt x="563" y="179"/>
                        </a:lnTo>
                        <a:lnTo>
                          <a:pt x="562" y="178"/>
                        </a:lnTo>
                        <a:lnTo>
                          <a:pt x="561" y="178"/>
                        </a:lnTo>
                        <a:lnTo>
                          <a:pt x="561" y="178"/>
                        </a:lnTo>
                        <a:close/>
                        <a:moveTo>
                          <a:pt x="561" y="178"/>
                        </a:moveTo>
                        <a:lnTo>
                          <a:pt x="559" y="178"/>
                        </a:lnTo>
                        <a:lnTo>
                          <a:pt x="558" y="181"/>
                        </a:lnTo>
                        <a:lnTo>
                          <a:pt x="557" y="181"/>
                        </a:lnTo>
                        <a:lnTo>
                          <a:pt x="558" y="181"/>
                        </a:lnTo>
                        <a:lnTo>
                          <a:pt x="558" y="182"/>
                        </a:lnTo>
                        <a:lnTo>
                          <a:pt x="559" y="182"/>
                        </a:lnTo>
                        <a:lnTo>
                          <a:pt x="558" y="183"/>
                        </a:lnTo>
                        <a:lnTo>
                          <a:pt x="558" y="185"/>
                        </a:lnTo>
                        <a:lnTo>
                          <a:pt x="559" y="185"/>
                        </a:lnTo>
                        <a:lnTo>
                          <a:pt x="561" y="183"/>
                        </a:lnTo>
                        <a:lnTo>
                          <a:pt x="562" y="183"/>
                        </a:lnTo>
                        <a:lnTo>
                          <a:pt x="563" y="182"/>
                        </a:lnTo>
                        <a:lnTo>
                          <a:pt x="563" y="179"/>
                        </a:lnTo>
                        <a:lnTo>
                          <a:pt x="562" y="179"/>
                        </a:lnTo>
                        <a:lnTo>
                          <a:pt x="561" y="178"/>
                        </a:lnTo>
                        <a:lnTo>
                          <a:pt x="561" y="178"/>
                        </a:lnTo>
                        <a:close/>
                        <a:moveTo>
                          <a:pt x="523" y="201"/>
                        </a:moveTo>
                        <a:lnTo>
                          <a:pt x="525" y="200"/>
                        </a:lnTo>
                        <a:lnTo>
                          <a:pt x="524" y="200"/>
                        </a:lnTo>
                        <a:lnTo>
                          <a:pt x="523" y="201"/>
                        </a:lnTo>
                        <a:lnTo>
                          <a:pt x="523" y="201"/>
                        </a:lnTo>
                        <a:close/>
                        <a:moveTo>
                          <a:pt x="520" y="202"/>
                        </a:moveTo>
                        <a:lnTo>
                          <a:pt x="524" y="204"/>
                        </a:lnTo>
                        <a:lnTo>
                          <a:pt x="523" y="202"/>
                        </a:lnTo>
                        <a:lnTo>
                          <a:pt x="520" y="202"/>
                        </a:lnTo>
                        <a:lnTo>
                          <a:pt x="520" y="202"/>
                        </a:lnTo>
                        <a:close/>
                        <a:moveTo>
                          <a:pt x="508" y="208"/>
                        </a:moveTo>
                        <a:lnTo>
                          <a:pt x="506" y="209"/>
                        </a:lnTo>
                        <a:lnTo>
                          <a:pt x="508" y="209"/>
                        </a:lnTo>
                        <a:lnTo>
                          <a:pt x="508" y="209"/>
                        </a:lnTo>
                        <a:lnTo>
                          <a:pt x="508" y="208"/>
                        </a:lnTo>
                        <a:lnTo>
                          <a:pt x="508" y="208"/>
                        </a:lnTo>
                        <a:close/>
                        <a:moveTo>
                          <a:pt x="512" y="206"/>
                        </a:moveTo>
                        <a:lnTo>
                          <a:pt x="508" y="206"/>
                        </a:lnTo>
                        <a:lnTo>
                          <a:pt x="510" y="208"/>
                        </a:lnTo>
                        <a:lnTo>
                          <a:pt x="512" y="206"/>
                        </a:lnTo>
                        <a:lnTo>
                          <a:pt x="512" y="206"/>
                        </a:lnTo>
                        <a:lnTo>
                          <a:pt x="512" y="206"/>
                        </a:lnTo>
                        <a:close/>
                        <a:moveTo>
                          <a:pt x="512" y="216"/>
                        </a:moveTo>
                        <a:lnTo>
                          <a:pt x="510" y="216"/>
                        </a:lnTo>
                        <a:lnTo>
                          <a:pt x="508" y="219"/>
                        </a:lnTo>
                        <a:lnTo>
                          <a:pt x="508" y="219"/>
                        </a:lnTo>
                        <a:lnTo>
                          <a:pt x="509" y="219"/>
                        </a:lnTo>
                        <a:lnTo>
                          <a:pt x="512" y="217"/>
                        </a:lnTo>
                        <a:lnTo>
                          <a:pt x="512" y="216"/>
                        </a:lnTo>
                        <a:lnTo>
                          <a:pt x="512" y="216"/>
                        </a:lnTo>
                        <a:close/>
                        <a:moveTo>
                          <a:pt x="517" y="205"/>
                        </a:moveTo>
                        <a:lnTo>
                          <a:pt x="513" y="208"/>
                        </a:lnTo>
                        <a:lnTo>
                          <a:pt x="513" y="209"/>
                        </a:lnTo>
                        <a:lnTo>
                          <a:pt x="513" y="210"/>
                        </a:lnTo>
                        <a:lnTo>
                          <a:pt x="512" y="212"/>
                        </a:lnTo>
                        <a:lnTo>
                          <a:pt x="512" y="215"/>
                        </a:lnTo>
                        <a:lnTo>
                          <a:pt x="513" y="216"/>
                        </a:lnTo>
                        <a:lnTo>
                          <a:pt x="516" y="216"/>
                        </a:lnTo>
                        <a:lnTo>
                          <a:pt x="519" y="212"/>
                        </a:lnTo>
                        <a:lnTo>
                          <a:pt x="520" y="208"/>
                        </a:lnTo>
                        <a:lnTo>
                          <a:pt x="519" y="205"/>
                        </a:lnTo>
                        <a:lnTo>
                          <a:pt x="520" y="204"/>
                        </a:lnTo>
                        <a:lnTo>
                          <a:pt x="520" y="204"/>
                        </a:lnTo>
                        <a:lnTo>
                          <a:pt x="519" y="202"/>
                        </a:lnTo>
                        <a:lnTo>
                          <a:pt x="517" y="204"/>
                        </a:lnTo>
                        <a:lnTo>
                          <a:pt x="517" y="205"/>
                        </a:lnTo>
                        <a:lnTo>
                          <a:pt x="517" y="205"/>
                        </a:lnTo>
                        <a:close/>
                        <a:moveTo>
                          <a:pt x="495" y="191"/>
                        </a:moveTo>
                        <a:lnTo>
                          <a:pt x="497" y="190"/>
                        </a:lnTo>
                        <a:lnTo>
                          <a:pt x="495" y="189"/>
                        </a:lnTo>
                        <a:lnTo>
                          <a:pt x="495" y="191"/>
                        </a:lnTo>
                        <a:lnTo>
                          <a:pt x="495" y="191"/>
                        </a:lnTo>
                        <a:close/>
                        <a:moveTo>
                          <a:pt x="489" y="196"/>
                        </a:moveTo>
                        <a:lnTo>
                          <a:pt x="487" y="197"/>
                        </a:lnTo>
                        <a:lnTo>
                          <a:pt x="489" y="197"/>
                        </a:lnTo>
                        <a:lnTo>
                          <a:pt x="489" y="196"/>
                        </a:lnTo>
                        <a:lnTo>
                          <a:pt x="489" y="196"/>
                        </a:lnTo>
                        <a:close/>
                        <a:moveTo>
                          <a:pt x="494" y="217"/>
                        </a:moveTo>
                        <a:lnTo>
                          <a:pt x="491" y="219"/>
                        </a:lnTo>
                        <a:lnTo>
                          <a:pt x="493" y="219"/>
                        </a:lnTo>
                        <a:lnTo>
                          <a:pt x="494" y="217"/>
                        </a:lnTo>
                        <a:lnTo>
                          <a:pt x="494" y="217"/>
                        </a:lnTo>
                        <a:close/>
                        <a:moveTo>
                          <a:pt x="489" y="213"/>
                        </a:moveTo>
                        <a:lnTo>
                          <a:pt x="490" y="212"/>
                        </a:lnTo>
                        <a:lnTo>
                          <a:pt x="493" y="213"/>
                        </a:lnTo>
                        <a:lnTo>
                          <a:pt x="493" y="215"/>
                        </a:lnTo>
                        <a:lnTo>
                          <a:pt x="491" y="216"/>
                        </a:lnTo>
                        <a:lnTo>
                          <a:pt x="489" y="215"/>
                        </a:lnTo>
                        <a:lnTo>
                          <a:pt x="489" y="213"/>
                        </a:lnTo>
                        <a:lnTo>
                          <a:pt x="489" y="213"/>
                        </a:lnTo>
                        <a:close/>
                        <a:moveTo>
                          <a:pt x="474" y="202"/>
                        </a:moveTo>
                        <a:lnTo>
                          <a:pt x="475" y="202"/>
                        </a:lnTo>
                        <a:lnTo>
                          <a:pt x="476" y="202"/>
                        </a:lnTo>
                        <a:lnTo>
                          <a:pt x="475" y="204"/>
                        </a:lnTo>
                        <a:lnTo>
                          <a:pt x="474" y="204"/>
                        </a:lnTo>
                        <a:lnTo>
                          <a:pt x="474" y="202"/>
                        </a:lnTo>
                        <a:lnTo>
                          <a:pt x="474" y="202"/>
                        </a:lnTo>
                        <a:close/>
                        <a:moveTo>
                          <a:pt x="476" y="220"/>
                        </a:moveTo>
                        <a:lnTo>
                          <a:pt x="479" y="219"/>
                        </a:lnTo>
                        <a:lnTo>
                          <a:pt x="480" y="220"/>
                        </a:lnTo>
                        <a:lnTo>
                          <a:pt x="478" y="220"/>
                        </a:lnTo>
                        <a:lnTo>
                          <a:pt x="476" y="220"/>
                        </a:lnTo>
                        <a:lnTo>
                          <a:pt x="476" y="220"/>
                        </a:lnTo>
                        <a:close/>
                        <a:moveTo>
                          <a:pt x="455" y="209"/>
                        </a:moveTo>
                        <a:lnTo>
                          <a:pt x="457" y="208"/>
                        </a:lnTo>
                        <a:lnTo>
                          <a:pt x="456" y="206"/>
                        </a:lnTo>
                        <a:lnTo>
                          <a:pt x="455" y="208"/>
                        </a:lnTo>
                        <a:lnTo>
                          <a:pt x="455" y="209"/>
                        </a:lnTo>
                        <a:lnTo>
                          <a:pt x="455" y="209"/>
                        </a:lnTo>
                        <a:close/>
                        <a:moveTo>
                          <a:pt x="463" y="217"/>
                        </a:moveTo>
                        <a:lnTo>
                          <a:pt x="467" y="219"/>
                        </a:lnTo>
                        <a:lnTo>
                          <a:pt x="470" y="217"/>
                        </a:lnTo>
                        <a:lnTo>
                          <a:pt x="470" y="219"/>
                        </a:lnTo>
                        <a:lnTo>
                          <a:pt x="466" y="220"/>
                        </a:lnTo>
                        <a:lnTo>
                          <a:pt x="463" y="219"/>
                        </a:lnTo>
                        <a:lnTo>
                          <a:pt x="463" y="217"/>
                        </a:lnTo>
                        <a:lnTo>
                          <a:pt x="463" y="217"/>
                        </a:lnTo>
                        <a:close/>
                        <a:moveTo>
                          <a:pt x="459" y="219"/>
                        </a:moveTo>
                        <a:lnTo>
                          <a:pt x="460" y="219"/>
                        </a:lnTo>
                        <a:lnTo>
                          <a:pt x="460" y="220"/>
                        </a:lnTo>
                        <a:lnTo>
                          <a:pt x="459" y="219"/>
                        </a:lnTo>
                        <a:lnTo>
                          <a:pt x="459" y="219"/>
                        </a:lnTo>
                        <a:close/>
                        <a:moveTo>
                          <a:pt x="452" y="219"/>
                        </a:moveTo>
                        <a:lnTo>
                          <a:pt x="453" y="217"/>
                        </a:lnTo>
                        <a:lnTo>
                          <a:pt x="455" y="219"/>
                        </a:lnTo>
                        <a:lnTo>
                          <a:pt x="453" y="219"/>
                        </a:lnTo>
                        <a:lnTo>
                          <a:pt x="452" y="219"/>
                        </a:lnTo>
                        <a:lnTo>
                          <a:pt x="452" y="219"/>
                        </a:lnTo>
                        <a:close/>
                        <a:moveTo>
                          <a:pt x="399" y="249"/>
                        </a:moveTo>
                        <a:lnTo>
                          <a:pt x="398" y="251"/>
                        </a:lnTo>
                        <a:lnTo>
                          <a:pt x="399" y="253"/>
                        </a:lnTo>
                        <a:lnTo>
                          <a:pt x="404" y="251"/>
                        </a:lnTo>
                        <a:lnTo>
                          <a:pt x="408" y="249"/>
                        </a:lnTo>
                        <a:lnTo>
                          <a:pt x="411" y="249"/>
                        </a:lnTo>
                        <a:lnTo>
                          <a:pt x="413" y="249"/>
                        </a:lnTo>
                        <a:lnTo>
                          <a:pt x="415" y="247"/>
                        </a:lnTo>
                        <a:lnTo>
                          <a:pt x="418" y="244"/>
                        </a:lnTo>
                        <a:lnTo>
                          <a:pt x="423" y="240"/>
                        </a:lnTo>
                        <a:lnTo>
                          <a:pt x="425" y="238"/>
                        </a:lnTo>
                        <a:lnTo>
                          <a:pt x="426" y="238"/>
                        </a:lnTo>
                        <a:lnTo>
                          <a:pt x="422" y="235"/>
                        </a:lnTo>
                        <a:lnTo>
                          <a:pt x="419" y="231"/>
                        </a:lnTo>
                        <a:lnTo>
                          <a:pt x="418" y="232"/>
                        </a:lnTo>
                        <a:lnTo>
                          <a:pt x="415" y="232"/>
                        </a:lnTo>
                        <a:lnTo>
                          <a:pt x="415" y="236"/>
                        </a:lnTo>
                        <a:lnTo>
                          <a:pt x="413" y="236"/>
                        </a:lnTo>
                        <a:lnTo>
                          <a:pt x="410" y="238"/>
                        </a:lnTo>
                        <a:lnTo>
                          <a:pt x="407" y="235"/>
                        </a:lnTo>
                        <a:lnTo>
                          <a:pt x="407" y="236"/>
                        </a:lnTo>
                        <a:lnTo>
                          <a:pt x="404" y="238"/>
                        </a:lnTo>
                        <a:lnTo>
                          <a:pt x="403" y="240"/>
                        </a:lnTo>
                        <a:lnTo>
                          <a:pt x="400" y="246"/>
                        </a:lnTo>
                        <a:lnTo>
                          <a:pt x="400" y="246"/>
                        </a:lnTo>
                        <a:lnTo>
                          <a:pt x="402" y="247"/>
                        </a:lnTo>
                        <a:lnTo>
                          <a:pt x="402" y="249"/>
                        </a:lnTo>
                        <a:lnTo>
                          <a:pt x="400" y="249"/>
                        </a:lnTo>
                        <a:lnTo>
                          <a:pt x="399" y="249"/>
                        </a:lnTo>
                        <a:lnTo>
                          <a:pt x="399" y="249"/>
                        </a:lnTo>
                        <a:close/>
                        <a:moveTo>
                          <a:pt x="396" y="251"/>
                        </a:moveTo>
                        <a:lnTo>
                          <a:pt x="398" y="249"/>
                        </a:lnTo>
                        <a:lnTo>
                          <a:pt x="396" y="249"/>
                        </a:lnTo>
                        <a:lnTo>
                          <a:pt x="395" y="250"/>
                        </a:lnTo>
                        <a:lnTo>
                          <a:pt x="396" y="251"/>
                        </a:lnTo>
                        <a:lnTo>
                          <a:pt x="396" y="251"/>
                        </a:lnTo>
                        <a:close/>
                        <a:moveTo>
                          <a:pt x="396" y="253"/>
                        </a:moveTo>
                        <a:lnTo>
                          <a:pt x="394" y="254"/>
                        </a:lnTo>
                        <a:lnTo>
                          <a:pt x="395" y="255"/>
                        </a:lnTo>
                        <a:lnTo>
                          <a:pt x="389" y="257"/>
                        </a:lnTo>
                        <a:lnTo>
                          <a:pt x="388" y="259"/>
                        </a:lnTo>
                        <a:lnTo>
                          <a:pt x="389" y="259"/>
                        </a:lnTo>
                        <a:lnTo>
                          <a:pt x="396" y="257"/>
                        </a:lnTo>
                        <a:lnTo>
                          <a:pt x="398" y="255"/>
                        </a:lnTo>
                        <a:lnTo>
                          <a:pt x="396" y="253"/>
                        </a:lnTo>
                        <a:lnTo>
                          <a:pt x="396" y="253"/>
                        </a:lnTo>
                        <a:close/>
                        <a:moveTo>
                          <a:pt x="376" y="253"/>
                        </a:moveTo>
                        <a:lnTo>
                          <a:pt x="377" y="254"/>
                        </a:lnTo>
                        <a:lnTo>
                          <a:pt x="377" y="255"/>
                        </a:lnTo>
                        <a:lnTo>
                          <a:pt x="376" y="255"/>
                        </a:lnTo>
                        <a:lnTo>
                          <a:pt x="373" y="255"/>
                        </a:lnTo>
                        <a:lnTo>
                          <a:pt x="375" y="254"/>
                        </a:lnTo>
                        <a:lnTo>
                          <a:pt x="376" y="253"/>
                        </a:lnTo>
                        <a:lnTo>
                          <a:pt x="376" y="253"/>
                        </a:lnTo>
                        <a:close/>
                        <a:moveTo>
                          <a:pt x="334" y="238"/>
                        </a:moveTo>
                        <a:lnTo>
                          <a:pt x="341" y="234"/>
                        </a:lnTo>
                        <a:lnTo>
                          <a:pt x="345" y="238"/>
                        </a:lnTo>
                        <a:lnTo>
                          <a:pt x="347" y="238"/>
                        </a:lnTo>
                        <a:lnTo>
                          <a:pt x="349" y="236"/>
                        </a:lnTo>
                        <a:lnTo>
                          <a:pt x="353" y="238"/>
                        </a:lnTo>
                        <a:lnTo>
                          <a:pt x="354" y="240"/>
                        </a:lnTo>
                        <a:lnTo>
                          <a:pt x="357" y="240"/>
                        </a:lnTo>
                        <a:lnTo>
                          <a:pt x="358" y="243"/>
                        </a:lnTo>
                        <a:lnTo>
                          <a:pt x="361" y="246"/>
                        </a:lnTo>
                        <a:lnTo>
                          <a:pt x="361" y="247"/>
                        </a:lnTo>
                        <a:lnTo>
                          <a:pt x="358" y="250"/>
                        </a:lnTo>
                        <a:lnTo>
                          <a:pt x="354" y="250"/>
                        </a:lnTo>
                        <a:lnTo>
                          <a:pt x="350" y="249"/>
                        </a:lnTo>
                        <a:lnTo>
                          <a:pt x="347" y="244"/>
                        </a:lnTo>
                        <a:lnTo>
                          <a:pt x="346" y="244"/>
                        </a:lnTo>
                        <a:lnTo>
                          <a:pt x="343" y="242"/>
                        </a:lnTo>
                        <a:lnTo>
                          <a:pt x="341" y="242"/>
                        </a:lnTo>
                        <a:lnTo>
                          <a:pt x="336" y="242"/>
                        </a:lnTo>
                        <a:lnTo>
                          <a:pt x="334" y="239"/>
                        </a:lnTo>
                        <a:lnTo>
                          <a:pt x="334" y="238"/>
                        </a:lnTo>
                        <a:lnTo>
                          <a:pt x="334" y="238"/>
                        </a:lnTo>
                        <a:close/>
                        <a:moveTo>
                          <a:pt x="290" y="205"/>
                        </a:moveTo>
                        <a:lnTo>
                          <a:pt x="292" y="205"/>
                        </a:lnTo>
                        <a:lnTo>
                          <a:pt x="293" y="205"/>
                        </a:lnTo>
                        <a:lnTo>
                          <a:pt x="293" y="205"/>
                        </a:lnTo>
                        <a:lnTo>
                          <a:pt x="290" y="205"/>
                        </a:lnTo>
                        <a:lnTo>
                          <a:pt x="290" y="205"/>
                        </a:lnTo>
                        <a:lnTo>
                          <a:pt x="290" y="205"/>
                        </a:lnTo>
                        <a:close/>
                        <a:moveTo>
                          <a:pt x="282" y="201"/>
                        </a:moveTo>
                        <a:lnTo>
                          <a:pt x="283" y="202"/>
                        </a:lnTo>
                        <a:lnTo>
                          <a:pt x="286" y="200"/>
                        </a:lnTo>
                        <a:lnTo>
                          <a:pt x="288" y="201"/>
                        </a:lnTo>
                        <a:lnTo>
                          <a:pt x="288" y="201"/>
                        </a:lnTo>
                        <a:lnTo>
                          <a:pt x="288" y="200"/>
                        </a:lnTo>
                        <a:lnTo>
                          <a:pt x="286" y="198"/>
                        </a:lnTo>
                        <a:lnTo>
                          <a:pt x="283" y="198"/>
                        </a:lnTo>
                        <a:lnTo>
                          <a:pt x="282" y="200"/>
                        </a:lnTo>
                        <a:lnTo>
                          <a:pt x="282" y="201"/>
                        </a:lnTo>
                        <a:lnTo>
                          <a:pt x="282" y="201"/>
                        </a:lnTo>
                        <a:close/>
                        <a:moveTo>
                          <a:pt x="434" y="215"/>
                        </a:moveTo>
                        <a:lnTo>
                          <a:pt x="438" y="213"/>
                        </a:lnTo>
                        <a:lnTo>
                          <a:pt x="442" y="215"/>
                        </a:lnTo>
                        <a:lnTo>
                          <a:pt x="444" y="215"/>
                        </a:lnTo>
                        <a:lnTo>
                          <a:pt x="445" y="213"/>
                        </a:lnTo>
                        <a:lnTo>
                          <a:pt x="447" y="212"/>
                        </a:lnTo>
                        <a:lnTo>
                          <a:pt x="449" y="210"/>
                        </a:lnTo>
                        <a:lnTo>
                          <a:pt x="448" y="209"/>
                        </a:lnTo>
                        <a:lnTo>
                          <a:pt x="447" y="209"/>
                        </a:lnTo>
                        <a:lnTo>
                          <a:pt x="444" y="210"/>
                        </a:lnTo>
                        <a:lnTo>
                          <a:pt x="438" y="210"/>
                        </a:lnTo>
                        <a:lnTo>
                          <a:pt x="437" y="209"/>
                        </a:lnTo>
                        <a:lnTo>
                          <a:pt x="436" y="210"/>
                        </a:lnTo>
                        <a:lnTo>
                          <a:pt x="434" y="213"/>
                        </a:lnTo>
                        <a:lnTo>
                          <a:pt x="434" y="215"/>
                        </a:lnTo>
                        <a:lnTo>
                          <a:pt x="434" y="215"/>
                        </a:lnTo>
                        <a:close/>
                        <a:moveTo>
                          <a:pt x="430" y="219"/>
                        </a:moveTo>
                        <a:lnTo>
                          <a:pt x="429" y="220"/>
                        </a:lnTo>
                        <a:lnTo>
                          <a:pt x="430" y="220"/>
                        </a:lnTo>
                        <a:lnTo>
                          <a:pt x="432" y="220"/>
                        </a:lnTo>
                        <a:lnTo>
                          <a:pt x="430" y="219"/>
                        </a:lnTo>
                        <a:lnTo>
                          <a:pt x="430" y="219"/>
                        </a:lnTo>
                        <a:close/>
                        <a:moveTo>
                          <a:pt x="417" y="219"/>
                        </a:moveTo>
                        <a:lnTo>
                          <a:pt x="414" y="220"/>
                        </a:lnTo>
                        <a:lnTo>
                          <a:pt x="415" y="220"/>
                        </a:lnTo>
                        <a:lnTo>
                          <a:pt x="415" y="221"/>
                        </a:lnTo>
                        <a:lnTo>
                          <a:pt x="415" y="223"/>
                        </a:lnTo>
                        <a:lnTo>
                          <a:pt x="418" y="223"/>
                        </a:lnTo>
                        <a:lnTo>
                          <a:pt x="422" y="221"/>
                        </a:lnTo>
                        <a:lnTo>
                          <a:pt x="423" y="220"/>
                        </a:lnTo>
                        <a:lnTo>
                          <a:pt x="422" y="219"/>
                        </a:lnTo>
                        <a:lnTo>
                          <a:pt x="418" y="219"/>
                        </a:lnTo>
                        <a:lnTo>
                          <a:pt x="417" y="219"/>
                        </a:lnTo>
                        <a:lnTo>
                          <a:pt x="417" y="219"/>
                        </a:lnTo>
                        <a:close/>
                        <a:moveTo>
                          <a:pt x="407" y="224"/>
                        </a:moveTo>
                        <a:lnTo>
                          <a:pt x="408" y="224"/>
                        </a:lnTo>
                        <a:lnTo>
                          <a:pt x="410" y="225"/>
                        </a:lnTo>
                        <a:lnTo>
                          <a:pt x="413" y="223"/>
                        </a:lnTo>
                        <a:lnTo>
                          <a:pt x="413" y="221"/>
                        </a:lnTo>
                        <a:lnTo>
                          <a:pt x="411" y="223"/>
                        </a:lnTo>
                        <a:lnTo>
                          <a:pt x="408" y="223"/>
                        </a:lnTo>
                        <a:lnTo>
                          <a:pt x="407" y="224"/>
                        </a:lnTo>
                        <a:lnTo>
                          <a:pt x="407" y="224"/>
                        </a:lnTo>
                        <a:close/>
                        <a:moveTo>
                          <a:pt x="398" y="224"/>
                        </a:moveTo>
                        <a:lnTo>
                          <a:pt x="402" y="223"/>
                        </a:lnTo>
                        <a:lnTo>
                          <a:pt x="400" y="221"/>
                        </a:lnTo>
                        <a:lnTo>
                          <a:pt x="402" y="220"/>
                        </a:lnTo>
                        <a:lnTo>
                          <a:pt x="403" y="221"/>
                        </a:lnTo>
                        <a:lnTo>
                          <a:pt x="406" y="220"/>
                        </a:lnTo>
                        <a:lnTo>
                          <a:pt x="407" y="220"/>
                        </a:lnTo>
                        <a:lnTo>
                          <a:pt x="404" y="223"/>
                        </a:lnTo>
                        <a:lnTo>
                          <a:pt x="403" y="225"/>
                        </a:lnTo>
                        <a:lnTo>
                          <a:pt x="399" y="225"/>
                        </a:lnTo>
                        <a:lnTo>
                          <a:pt x="398" y="224"/>
                        </a:lnTo>
                        <a:lnTo>
                          <a:pt x="398" y="224"/>
                        </a:lnTo>
                        <a:close/>
                        <a:moveTo>
                          <a:pt x="396" y="224"/>
                        </a:moveTo>
                        <a:lnTo>
                          <a:pt x="394" y="224"/>
                        </a:lnTo>
                        <a:lnTo>
                          <a:pt x="392" y="227"/>
                        </a:lnTo>
                        <a:lnTo>
                          <a:pt x="394" y="224"/>
                        </a:lnTo>
                        <a:lnTo>
                          <a:pt x="396" y="224"/>
                        </a:lnTo>
                        <a:lnTo>
                          <a:pt x="396" y="224"/>
                        </a:lnTo>
                        <a:close/>
                        <a:moveTo>
                          <a:pt x="398" y="220"/>
                        </a:moveTo>
                        <a:lnTo>
                          <a:pt x="395" y="221"/>
                        </a:lnTo>
                        <a:lnTo>
                          <a:pt x="396" y="221"/>
                        </a:lnTo>
                        <a:lnTo>
                          <a:pt x="398" y="220"/>
                        </a:lnTo>
                        <a:lnTo>
                          <a:pt x="398" y="220"/>
                        </a:lnTo>
                        <a:lnTo>
                          <a:pt x="398" y="220"/>
                        </a:lnTo>
                        <a:close/>
                        <a:moveTo>
                          <a:pt x="347" y="225"/>
                        </a:moveTo>
                        <a:lnTo>
                          <a:pt x="347" y="225"/>
                        </a:lnTo>
                        <a:lnTo>
                          <a:pt x="347" y="223"/>
                        </a:lnTo>
                        <a:lnTo>
                          <a:pt x="351" y="220"/>
                        </a:lnTo>
                        <a:lnTo>
                          <a:pt x="358" y="219"/>
                        </a:lnTo>
                        <a:lnTo>
                          <a:pt x="362" y="220"/>
                        </a:lnTo>
                        <a:lnTo>
                          <a:pt x="364" y="220"/>
                        </a:lnTo>
                        <a:lnTo>
                          <a:pt x="368" y="221"/>
                        </a:lnTo>
                        <a:lnTo>
                          <a:pt x="372" y="224"/>
                        </a:lnTo>
                        <a:lnTo>
                          <a:pt x="375" y="223"/>
                        </a:lnTo>
                        <a:lnTo>
                          <a:pt x="379" y="223"/>
                        </a:lnTo>
                        <a:lnTo>
                          <a:pt x="381" y="224"/>
                        </a:lnTo>
                        <a:lnTo>
                          <a:pt x="384" y="224"/>
                        </a:lnTo>
                        <a:lnTo>
                          <a:pt x="385" y="221"/>
                        </a:lnTo>
                        <a:lnTo>
                          <a:pt x="388" y="221"/>
                        </a:lnTo>
                        <a:lnTo>
                          <a:pt x="389" y="219"/>
                        </a:lnTo>
                        <a:lnTo>
                          <a:pt x="388" y="217"/>
                        </a:lnTo>
                        <a:lnTo>
                          <a:pt x="391" y="216"/>
                        </a:lnTo>
                        <a:lnTo>
                          <a:pt x="394" y="217"/>
                        </a:lnTo>
                        <a:lnTo>
                          <a:pt x="395" y="220"/>
                        </a:lnTo>
                        <a:lnTo>
                          <a:pt x="394" y="223"/>
                        </a:lnTo>
                        <a:lnTo>
                          <a:pt x="391" y="223"/>
                        </a:lnTo>
                        <a:lnTo>
                          <a:pt x="389" y="225"/>
                        </a:lnTo>
                        <a:lnTo>
                          <a:pt x="385" y="227"/>
                        </a:lnTo>
                        <a:lnTo>
                          <a:pt x="385" y="228"/>
                        </a:lnTo>
                        <a:lnTo>
                          <a:pt x="383" y="227"/>
                        </a:lnTo>
                        <a:lnTo>
                          <a:pt x="379" y="227"/>
                        </a:lnTo>
                        <a:lnTo>
                          <a:pt x="375" y="228"/>
                        </a:lnTo>
                        <a:lnTo>
                          <a:pt x="370" y="228"/>
                        </a:lnTo>
                        <a:lnTo>
                          <a:pt x="366" y="229"/>
                        </a:lnTo>
                        <a:lnTo>
                          <a:pt x="366" y="229"/>
                        </a:lnTo>
                        <a:lnTo>
                          <a:pt x="364" y="229"/>
                        </a:lnTo>
                        <a:lnTo>
                          <a:pt x="362" y="229"/>
                        </a:lnTo>
                        <a:lnTo>
                          <a:pt x="360" y="229"/>
                        </a:lnTo>
                        <a:lnTo>
                          <a:pt x="358" y="228"/>
                        </a:lnTo>
                        <a:lnTo>
                          <a:pt x="355" y="228"/>
                        </a:lnTo>
                        <a:lnTo>
                          <a:pt x="354" y="228"/>
                        </a:lnTo>
                        <a:lnTo>
                          <a:pt x="351" y="228"/>
                        </a:lnTo>
                        <a:lnTo>
                          <a:pt x="350" y="228"/>
                        </a:lnTo>
                        <a:lnTo>
                          <a:pt x="347" y="228"/>
                        </a:lnTo>
                        <a:lnTo>
                          <a:pt x="347" y="225"/>
                        </a:lnTo>
                        <a:lnTo>
                          <a:pt x="347" y="225"/>
                        </a:lnTo>
                        <a:close/>
                        <a:moveTo>
                          <a:pt x="345" y="225"/>
                        </a:moveTo>
                        <a:lnTo>
                          <a:pt x="343" y="228"/>
                        </a:lnTo>
                        <a:lnTo>
                          <a:pt x="346" y="228"/>
                        </a:lnTo>
                        <a:lnTo>
                          <a:pt x="346" y="225"/>
                        </a:lnTo>
                        <a:lnTo>
                          <a:pt x="345" y="225"/>
                        </a:lnTo>
                        <a:lnTo>
                          <a:pt x="345" y="225"/>
                        </a:lnTo>
                        <a:close/>
                        <a:moveTo>
                          <a:pt x="343" y="224"/>
                        </a:moveTo>
                        <a:lnTo>
                          <a:pt x="341" y="223"/>
                        </a:lnTo>
                        <a:lnTo>
                          <a:pt x="341" y="225"/>
                        </a:lnTo>
                        <a:lnTo>
                          <a:pt x="342" y="228"/>
                        </a:lnTo>
                        <a:lnTo>
                          <a:pt x="342" y="224"/>
                        </a:lnTo>
                        <a:lnTo>
                          <a:pt x="343" y="224"/>
                        </a:lnTo>
                        <a:lnTo>
                          <a:pt x="343" y="224"/>
                        </a:lnTo>
                        <a:close/>
                        <a:moveTo>
                          <a:pt x="303" y="225"/>
                        </a:moveTo>
                        <a:lnTo>
                          <a:pt x="303" y="227"/>
                        </a:lnTo>
                        <a:lnTo>
                          <a:pt x="304" y="228"/>
                        </a:lnTo>
                        <a:lnTo>
                          <a:pt x="303" y="229"/>
                        </a:lnTo>
                        <a:lnTo>
                          <a:pt x="304" y="231"/>
                        </a:lnTo>
                        <a:lnTo>
                          <a:pt x="307" y="232"/>
                        </a:lnTo>
                        <a:lnTo>
                          <a:pt x="311" y="231"/>
                        </a:lnTo>
                        <a:lnTo>
                          <a:pt x="312" y="232"/>
                        </a:lnTo>
                        <a:lnTo>
                          <a:pt x="315" y="231"/>
                        </a:lnTo>
                        <a:lnTo>
                          <a:pt x="316" y="229"/>
                        </a:lnTo>
                        <a:lnTo>
                          <a:pt x="319" y="231"/>
                        </a:lnTo>
                        <a:lnTo>
                          <a:pt x="323" y="229"/>
                        </a:lnTo>
                        <a:lnTo>
                          <a:pt x="326" y="229"/>
                        </a:lnTo>
                        <a:lnTo>
                          <a:pt x="328" y="227"/>
                        </a:lnTo>
                        <a:lnTo>
                          <a:pt x="330" y="229"/>
                        </a:lnTo>
                        <a:lnTo>
                          <a:pt x="332" y="228"/>
                        </a:lnTo>
                        <a:lnTo>
                          <a:pt x="335" y="229"/>
                        </a:lnTo>
                        <a:lnTo>
                          <a:pt x="334" y="227"/>
                        </a:lnTo>
                        <a:lnTo>
                          <a:pt x="338" y="227"/>
                        </a:lnTo>
                        <a:lnTo>
                          <a:pt x="338" y="224"/>
                        </a:lnTo>
                        <a:lnTo>
                          <a:pt x="336" y="225"/>
                        </a:lnTo>
                        <a:lnTo>
                          <a:pt x="336" y="223"/>
                        </a:lnTo>
                        <a:lnTo>
                          <a:pt x="336" y="221"/>
                        </a:lnTo>
                        <a:lnTo>
                          <a:pt x="334" y="220"/>
                        </a:lnTo>
                        <a:lnTo>
                          <a:pt x="334" y="223"/>
                        </a:lnTo>
                        <a:lnTo>
                          <a:pt x="332" y="223"/>
                        </a:lnTo>
                        <a:lnTo>
                          <a:pt x="332" y="220"/>
                        </a:lnTo>
                        <a:lnTo>
                          <a:pt x="330" y="219"/>
                        </a:lnTo>
                        <a:lnTo>
                          <a:pt x="327" y="220"/>
                        </a:lnTo>
                        <a:lnTo>
                          <a:pt x="324" y="219"/>
                        </a:lnTo>
                        <a:lnTo>
                          <a:pt x="322" y="217"/>
                        </a:lnTo>
                        <a:lnTo>
                          <a:pt x="317" y="219"/>
                        </a:lnTo>
                        <a:lnTo>
                          <a:pt x="317" y="221"/>
                        </a:lnTo>
                        <a:lnTo>
                          <a:pt x="324" y="223"/>
                        </a:lnTo>
                        <a:lnTo>
                          <a:pt x="326" y="225"/>
                        </a:lnTo>
                        <a:lnTo>
                          <a:pt x="322" y="225"/>
                        </a:lnTo>
                        <a:lnTo>
                          <a:pt x="320" y="227"/>
                        </a:lnTo>
                        <a:lnTo>
                          <a:pt x="316" y="224"/>
                        </a:lnTo>
                        <a:lnTo>
                          <a:pt x="316" y="223"/>
                        </a:lnTo>
                        <a:lnTo>
                          <a:pt x="313" y="221"/>
                        </a:lnTo>
                        <a:lnTo>
                          <a:pt x="312" y="223"/>
                        </a:lnTo>
                        <a:lnTo>
                          <a:pt x="309" y="221"/>
                        </a:lnTo>
                        <a:lnTo>
                          <a:pt x="305" y="223"/>
                        </a:lnTo>
                        <a:lnTo>
                          <a:pt x="305" y="223"/>
                        </a:lnTo>
                        <a:lnTo>
                          <a:pt x="303" y="225"/>
                        </a:lnTo>
                        <a:lnTo>
                          <a:pt x="303" y="225"/>
                        </a:lnTo>
                        <a:close/>
                        <a:moveTo>
                          <a:pt x="294" y="221"/>
                        </a:moveTo>
                        <a:lnTo>
                          <a:pt x="297" y="220"/>
                        </a:lnTo>
                        <a:lnTo>
                          <a:pt x="303" y="221"/>
                        </a:lnTo>
                        <a:lnTo>
                          <a:pt x="301" y="224"/>
                        </a:lnTo>
                        <a:lnTo>
                          <a:pt x="300" y="227"/>
                        </a:lnTo>
                        <a:lnTo>
                          <a:pt x="300" y="229"/>
                        </a:lnTo>
                        <a:lnTo>
                          <a:pt x="298" y="228"/>
                        </a:lnTo>
                        <a:lnTo>
                          <a:pt x="296" y="229"/>
                        </a:lnTo>
                        <a:lnTo>
                          <a:pt x="292" y="228"/>
                        </a:lnTo>
                        <a:lnTo>
                          <a:pt x="290" y="227"/>
                        </a:lnTo>
                        <a:lnTo>
                          <a:pt x="292" y="225"/>
                        </a:lnTo>
                        <a:lnTo>
                          <a:pt x="294" y="225"/>
                        </a:lnTo>
                        <a:lnTo>
                          <a:pt x="294" y="221"/>
                        </a:lnTo>
                        <a:lnTo>
                          <a:pt x="294" y="221"/>
                        </a:lnTo>
                        <a:close/>
                        <a:moveTo>
                          <a:pt x="285" y="227"/>
                        </a:moveTo>
                        <a:lnTo>
                          <a:pt x="286" y="225"/>
                        </a:lnTo>
                        <a:lnTo>
                          <a:pt x="288" y="227"/>
                        </a:lnTo>
                        <a:lnTo>
                          <a:pt x="286" y="227"/>
                        </a:lnTo>
                        <a:lnTo>
                          <a:pt x="285" y="227"/>
                        </a:lnTo>
                        <a:lnTo>
                          <a:pt x="285" y="227"/>
                        </a:lnTo>
                        <a:close/>
                        <a:moveTo>
                          <a:pt x="271" y="217"/>
                        </a:moveTo>
                        <a:lnTo>
                          <a:pt x="271" y="220"/>
                        </a:lnTo>
                        <a:lnTo>
                          <a:pt x="273" y="221"/>
                        </a:lnTo>
                        <a:lnTo>
                          <a:pt x="277" y="223"/>
                        </a:lnTo>
                        <a:lnTo>
                          <a:pt x="281" y="225"/>
                        </a:lnTo>
                        <a:lnTo>
                          <a:pt x="281" y="227"/>
                        </a:lnTo>
                        <a:lnTo>
                          <a:pt x="282" y="225"/>
                        </a:lnTo>
                        <a:lnTo>
                          <a:pt x="285" y="224"/>
                        </a:lnTo>
                        <a:lnTo>
                          <a:pt x="286" y="223"/>
                        </a:lnTo>
                        <a:lnTo>
                          <a:pt x="289" y="223"/>
                        </a:lnTo>
                        <a:lnTo>
                          <a:pt x="289" y="221"/>
                        </a:lnTo>
                        <a:lnTo>
                          <a:pt x="286" y="217"/>
                        </a:lnTo>
                        <a:lnTo>
                          <a:pt x="282" y="216"/>
                        </a:lnTo>
                        <a:lnTo>
                          <a:pt x="278" y="217"/>
                        </a:lnTo>
                        <a:lnTo>
                          <a:pt x="275" y="217"/>
                        </a:lnTo>
                        <a:lnTo>
                          <a:pt x="271" y="217"/>
                        </a:lnTo>
                        <a:lnTo>
                          <a:pt x="271" y="217"/>
                        </a:lnTo>
                        <a:close/>
                        <a:moveTo>
                          <a:pt x="618" y="220"/>
                        </a:moveTo>
                        <a:lnTo>
                          <a:pt x="619" y="220"/>
                        </a:lnTo>
                        <a:lnTo>
                          <a:pt x="622" y="221"/>
                        </a:lnTo>
                        <a:lnTo>
                          <a:pt x="622" y="220"/>
                        </a:lnTo>
                        <a:lnTo>
                          <a:pt x="620" y="217"/>
                        </a:lnTo>
                        <a:lnTo>
                          <a:pt x="620" y="217"/>
                        </a:lnTo>
                        <a:lnTo>
                          <a:pt x="619" y="217"/>
                        </a:lnTo>
                        <a:lnTo>
                          <a:pt x="618" y="220"/>
                        </a:lnTo>
                        <a:lnTo>
                          <a:pt x="618" y="220"/>
                        </a:lnTo>
                        <a:close/>
                        <a:moveTo>
                          <a:pt x="603" y="220"/>
                        </a:moveTo>
                        <a:lnTo>
                          <a:pt x="603" y="220"/>
                        </a:lnTo>
                        <a:lnTo>
                          <a:pt x="608" y="220"/>
                        </a:lnTo>
                        <a:lnTo>
                          <a:pt x="610" y="220"/>
                        </a:lnTo>
                        <a:lnTo>
                          <a:pt x="614" y="220"/>
                        </a:lnTo>
                        <a:lnTo>
                          <a:pt x="616" y="219"/>
                        </a:lnTo>
                        <a:lnTo>
                          <a:pt x="618" y="216"/>
                        </a:lnTo>
                        <a:lnTo>
                          <a:pt x="620" y="216"/>
                        </a:lnTo>
                        <a:lnTo>
                          <a:pt x="622" y="215"/>
                        </a:lnTo>
                        <a:lnTo>
                          <a:pt x="622" y="213"/>
                        </a:lnTo>
                        <a:lnTo>
                          <a:pt x="622" y="212"/>
                        </a:lnTo>
                        <a:lnTo>
                          <a:pt x="623" y="210"/>
                        </a:lnTo>
                        <a:lnTo>
                          <a:pt x="623" y="209"/>
                        </a:lnTo>
                        <a:lnTo>
                          <a:pt x="622" y="208"/>
                        </a:lnTo>
                        <a:lnTo>
                          <a:pt x="620" y="206"/>
                        </a:lnTo>
                        <a:lnTo>
                          <a:pt x="615" y="206"/>
                        </a:lnTo>
                        <a:lnTo>
                          <a:pt x="612" y="208"/>
                        </a:lnTo>
                        <a:lnTo>
                          <a:pt x="611" y="212"/>
                        </a:lnTo>
                        <a:lnTo>
                          <a:pt x="610" y="215"/>
                        </a:lnTo>
                        <a:lnTo>
                          <a:pt x="603" y="220"/>
                        </a:lnTo>
                        <a:lnTo>
                          <a:pt x="603" y="220"/>
                        </a:lnTo>
                        <a:close/>
                        <a:moveTo>
                          <a:pt x="251" y="198"/>
                        </a:moveTo>
                        <a:lnTo>
                          <a:pt x="248" y="202"/>
                        </a:lnTo>
                        <a:lnTo>
                          <a:pt x="251" y="205"/>
                        </a:lnTo>
                        <a:lnTo>
                          <a:pt x="254" y="205"/>
                        </a:lnTo>
                        <a:lnTo>
                          <a:pt x="255" y="204"/>
                        </a:lnTo>
                        <a:lnTo>
                          <a:pt x="260" y="204"/>
                        </a:lnTo>
                        <a:lnTo>
                          <a:pt x="262" y="202"/>
                        </a:lnTo>
                        <a:lnTo>
                          <a:pt x="266" y="202"/>
                        </a:lnTo>
                        <a:lnTo>
                          <a:pt x="267" y="201"/>
                        </a:lnTo>
                        <a:lnTo>
                          <a:pt x="266" y="200"/>
                        </a:lnTo>
                        <a:lnTo>
                          <a:pt x="262" y="201"/>
                        </a:lnTo>
                        <a:lnTo>
                          <a:pt x="259" y="200"/>
                        </a:lnTo>
                        <a:lnTo>
                          <a:pt x="252" y="200"/>
                        </a:lnTo>
                        <a:lnTo>
                          <a:pt x="251" y="198"/>
                        </a:lnTo>
                        <a:lnTo>
                          <a:pt x="251" y="198"/>
                        </a:lnTo>
                        <a:close/>
                        <a:moveTo>
                          <a:pt x="144" y="194"/>
                        </a:moveTo>
                        <a:lnTo>
                          <a:pt x="144" y="196"/>
                        </a:lnTo>
                        <a:lnTo>
                          <a:pt x="145" y="196"/>
                        </a:lnTo>
                        <a:lnTo>
                          <a:pt x="145" y="194"/>
                        </a:lnTo>
                        <a:lnTo>
                          <a:pt x="144" y="194"/>
                        </a:lnTo>
                        <a:lnTo>
                          <a:pt x="144" y="194"/>
                        </a:lnTo>
                        <a:close/>
                        <a:moveTo>
                          <a:pt x="145" y="196"/>
                        </a:moveTo>
                        <a:lnTo>
                          <a:pt x="146" y="197"/>
                        </a:lnTo>
                        <a:lnTo>
                          <a:pt x="149" y="197"/>
                        </a:lnTo>
                        <a:lnTo>
                          <a:pt x="149" y="194"/>
                        </a:lnTo>
                        <a:lnTo>
                          <a:pt x="152" y="193"/>
                        </a:lnTo>
                        <a:lnTo>
                          <a:pt x="153" y="190"/>
                        </a:lnTo>
                        <a:lnTo>
                          <a:pt x="153" y="187"/>
                        </a:lnTo>
                        <a:lnTo>
                          <a:pt x="156" y="183"/>
                        </a:lnTo>
                        <a:lnTo>
                          <a:pt x="157" y="185"/>
                        </a:lnTo>
                        <a:lnTo>
                          <a:pt x="160" y="185"/>
                        </a:lnTo>
                        <a:lnTo>
                          <a:pt x="165" y="186"/>
                        </a:lnTo>
                        <a:lnTo>
                          <a:pt x="167" y="187"/>
                        </a:lnTo>
                        <a:lnTo>
                          <a:pt x="168" y="186"/>
                        </a:lnTo>
                        <a:lnTo>
                          <a:pt x="169" y="185"/>
                        </a:lnTo>
                        <a:lnTo>
                          <a:pt x="173" y="186"/>
                        </a:lnTo>
                        <a:lnTo>
                          <a:pt x="176" y="187"/>
                        </a:lnTo>
                        <a:lnTo>
                          <a:pt x="182" y="189"/>
                        </a:lnTo>
                        <a:lnTo>
                          <a:pt x="188" y="190"/>
                        </a:lnTo>
                        <a:lnTo>
                          <a:pt x="190" y="193"/>
                        </a:lnTo>
                        <a:lnTo>
                          <a:pt x="190" y="196"/>
                        </a:lnTo>
                        <a:lnTo>
                          <a:pt x="190" y="197"/>
                        </a:lnTo>
                        <a:lnTo>
                          <a:pt x="195" y="198"/>
                        </a:lnTo>
                        <a:lnTo>
                          <a:pt x="203" y="198"/>
                        </a:lnTo>
                        <a:lnTo>
                          <a:pt x="211" y="200"/>
                        </a:lnTo>
                        <a:lnTo>
                          <a:pt x="218" y="198"/>
                        </a:lnTo>
                        <a:lnTo>
                          <a:pt x="220" y="197"/>
                        </a:lnTo>
                        <a:lnTo>
                          <a:pt x="220" y="190"/>
                        </a:lnTo>
                        <a:lnTo>
                          <a:pt x="222" y="190"/>
                        </a:lnTo>
                        <a:lnTo>
                          <a:pt x="226" y="194"/>
                        </a:lnTo>
                        <a:lnTo>
                          <a:pt x="229" y="194"/>
                        </a:lnTo>
                        <a:lnTo>
                          <a:pt x="232" y="194"/>
                        </a:lnTo>
                        <a:lnTo>
                          <a:pt x="233" y="196"/>
                        </a:lnTo>
                        <a:lnTo>
                          <a:pt x="236" y="198"/>
                        </a:lnTo>
                        <a:lnTo>
                          <a:pt x="239" y="197"/>
                        </a:lnTo>
                        <a:lnTo>
                          <a:pt x="240" y="200"/>
                        </a:lnTo>
                        <a:lnTo>
                          <a:pt x="243" y="198"/>
                        </a:lnTo>
                        <a:lnTo>
                          <a:pt x="247" y="198"/>
                        </a:lnTo>
                        <a:lnTo>
                          <a:pt x="247" y="202"/>
                        </a:lnTo>
                        <a:lnTo>
                          <a:pt x="250" y="206"/>
                        </a:lnTo>
                        <a:lnTo>
                          <a:pt x="250" y="208"/>
                        </a:lnTo>
                        <a:lnTo>
                          <a:pt x="251" y="210"/>
                        </a:lnTo>
                        <a:lnTo>
                          <a:pt x="255" y="212"/>
                        </a:lnTo>
                        <a:lnTo>
                          <a:pt x="258" y="210"/>
                        </a:lnTo>
                        <a:lnTo>
                          <a:pt x="260" y="212"/>
                        </a:lnTo>
                        <a:lnTo>
                          <a:pt x="262" y="212"/>
                        </a:lnTo>
                        <a:lnTo>
                          <a:pt x="264" y="210"/>
                        </a:lnTo>
                        <a:lnTo>
                          <a:pt x="266" y="210"/>
                        </a:lnTo>
                        <a:lnTo>
                          <a:pt x="267" y="212"/>
                        </a:lnTo>
                        <a:lnTo>
                          <a:pt x="270" y="212"/>
                        </a:lnTo>
                        <a:lnTo>
                          <a:pt x="271" y="215"/>
                        </a:lnTo>
                        <a:lnTo>
                          <a:pt x="270" y="220"/>
                        </a:lnTo>
                        <a:lnTo>
                          <a:pt x="269" y="221"/>
                        </a:lnTo>
                        <a:lnTo>
                          <a:pt x="270" y="223"/>
                        </a:lnTo>
                        <a:lnTo>
                          <a:pt x="271" y="227"/>
                        </a:lnTo>
                        <a:lnTo>
                          <a:pt x="270" y="228"/>
                        </a:lnTo>
                        <a:lnTo>
                          <a:pt x="267" y="225"/>
                        </a:lnTo>
                        <a:lnTo>
                          <a:pt x="264" y="225"/>
                        </a:lnTo>
                        <a:lnTo>
                          <a:pt x="260" y="223"/>
                        </a:lnTo>
                        <a:lnTo>
                          <a:pt x="258" y="223"/>
                        </a:lnTo>
                        <a:lnTo>
                          <a:pt x="255" y="220"/>
                        </a:lnTo>
                        <a:lnTo>
                          <a:pt x="252" y="219"/>
                        </a:lnTo>
                        <a:lnTo>
                          <a:pt x="248" y="221"/>
                        </a:lnTo>
                        <a:lnTo>
                          <a:pt x="244" y="221"/>
                        </a:lnTo>
                        <a:lnTo>
                          <a:pt x="241" y="220"/>
                        </a:lnTo>
                        <a:lnTo>
                          <a:pt x="237" y="219"/>
                        </a:lnTo>
                        <a:lnTo>
                          <a:pt x="233" y="221"/>
                        </a:lnTo>
                        <a:lnTo>
                          <a:pt x="231" y="219"/>
                        </a:lnTo>
                        <a:lnTo>
                          <a:pt x="225" y="219"/>
                        </a:lnTo>
                        <a:lnTo>
                          <a:pt x="222" y="220"/>
                        </a:lnTo>
                        <a:lnTo>
                          <a:pt x="214" y="217"/>
                        </a:lnTo>
                        <a:lnTo>
                          <a:pt x="207" y="213"/>
                        </a:lnTo>
                        <a:lnTo>
                          <a:pt x="203" y="213"/>
                        </a:lnTo>
                        <a:lnTo>
                          <a:pt x="199" y="210"/>
                        </a:lnTo>
                        <a:lnTo>
                          <a:pt x="198" y="210"/>
                        </a:lnTo>
                        <a:lnTo>
                          <a:pt x="197" y="213"/>
                        </a:lnTo>
                        <a:lnTo>
                          <a:pt x="194" y="212"/>
                        </a:lnTo>
                        <a:lnTo>
                          <a:pt x="191" y="210"/>
                        </a:lnTo>
                        <a:lnTo>
                          <a:pt x="190" y="210"/>
                        </a:lnTo>
                        <a:lnTo>
                          <a:pt x="187" y="213"/>
                        </a:lnTo>
                        <a:lnTo>
                          <a:pt x="180" y="212"/>
                        </a:lnTo>
                        <a:lnTo>
                          <a:pt x="176" y="208"/>
                        </a:lnTo>
                        <a:lnTo>
                          <a:pt x="172" y="208"/>
                        </a:lnTo>
                        <a:lnTo>
                          <a:pt x="169" y="206"/>
                        </a:lnTo>
                        <a:lnTo>
                          <a:pt x="167" y="208"/>
                        </a:lnTo>
                        <a:lnTo>
                          <a:pt x="164" y="208"/>
                        </a:lnTo>
                        <a:lnTo>
                          <a:pt x="160" y="206"/>
                        </a:lnTo>
                        <a:lnTo>
                          <a:pt x="158" y="205"/>
                        </a:lnTo>
                        <a:lnTo>
                          <a:pt x="161" y="202"/>
                        </a:lnTo>
                        <a:lnTo>
                          <a:pt x="161" y="201"/>
                        </a:lnTo>
                        <a:lnTo>
                          <a:pt x="160" y="201"/>
                        </a:lnTo>
                        <a:lnTo>
                          <a:pt x="158" y="201"/>
                        </a:lnTo>
                        <a:lnTo>
                          <a:pt x="156" y="200"/>
                        </a:lnTo>
                        <a:lnTo>
                          <a:pt x="154" y="198"/>
                        </a:lnTo>
                        <a:lnTo>
                          <a:pt x="152" y="200"/>
                        </a:lnTo>
                        <a:lnTo>
                          <a:pt x="146" y="198"/>
                        </a:lnTo>
                        <a:lnTo>
                          <a:pt x="145" y="198"/>
                        </a:lnTo>
                        <a:lnTo>
                          <a:pt x="144" y="196"/>
                        </a:lnTo>
                        <a:lnTo>
                          <a:pt x="145" y="196"/>
                        </a:lnTo>
                        <a:lnTo>
                          <a:pt x="145" y="196"/>
                        </a:lnTo>
                        <a:close/>
                        <a:moveTo>
                          <a:pt x="182" y="37"/>
                        </a:moveTo>
                        <a:lnTo>
                          <a:pt x="184" y="39"/>
                        </a:lnTo>
                        <a:lnTo>
                          <a:pt x="187" y="39"/>
                        </a:lnTo>
                        <a:lnTo>
                          <a:pt x="186" y="41"/>
                        </a:lnTo>
                        <a:lnTo>
                          <a:pt x="188" y="41"/>
                        </a:lnTo>
                        <a:lnTo>
                          <a:pt x="190" y="37"/>
                        </a:lnTo>
                        <a:lnTo>
                          <a:pt x="186" y="32"/>
                        </a:lnTo>
                        <a:lnTo>
                          <a:pt x="183" y="34"/>
                        </a:lnTo>
                        <a:lnTo>
                          <a:pt x="182" y="37"/>
                        </a:lnTo>
                        <a:lnTo>
                          <a:pt x="182" y="37"/>
                        </a:lnTo>
                        <a:close/>
                        <a:moveTo>
                          <a:pt x="158" y="53"/>
                        </a:moveTo>
                        <a:lnTo>
                          <a:pt x="158" y="56"/>
                        </a:lnTo>
                        <a:lnTo>
                          <a:pt x="160" y="56"/>
                        </a:lnTo>
                        <a:lnTo>
                          <a:pt x="158" y="53"/>
                        </a:lnTo>
                        <a:lnTo>
                          <a:pt x="158" y="53"/>
                        </a:lnTo>
                        <a:close/>
                        <a:moveTo>
                          <a:pt x="158" y="47"/>
                        </a:moveTo>
                        <a:lnTo>
                          <a:pt x="160" y="46"/>
                        </a:lnTo>
                        <a:lnTo>
                          <a:pt x="158" y="45"/>
                        </a:lnTo>
                        <a:lnTo>
                          <a:pt x="158" y="47"/>
                        </a:lnTo>
                        <a:lnTo>
                          <a:pt x="158" y="47"/>
                        </a:lnTo>
                        <a:close/>
                        <a:moveTo>
                          <a:pt x="158" y="49"/>
                        </a:moveTo>
                        <a:lnTo>
                          <a:pt x="158" y="50"/>
                        </a:lnTo>
                        <a:lnTo>
                          <a:pt x="160" y="50"/>
                        </a:lnTo>
                        <a:lnTo>
                          <a:pt x="158" y="49"/>
                        </a:lnTo>
                        <a:lnTo>
                          <a:pt x="158" y="49"/>
                        </a:lnTo>
                        <a:close/>
                        <a:moveTo>
                          <a:pt x="150" y="52"/>
                        </a:moveTo>
                        <a:lnTo>
                          <a:pt x="149" y="54"/>
                        </a:lnTo>
                        <a:lnTo>
                          <a:pt x="152" y="56"/>
                        </a:lnTo>
                        <a:lnTo>
                          <a:pt x="154" y="52"/>
                        </a:lnTo>
                        <a:lnTo>
                          <a:pt x="152" y="52"/>
                        </a:lnTo>
                        <a:lnTo>
                          <a:pt x="150" y="52"/>
                        </a:lnTo>
                        <a:lnTo>
                          <a:pt x="150" y="52"/>
                        </a:lnTo>
                        <a:close/>
                        <a:moveTo>
                          <a:pt x="126" y="83"/>
                        </a:moveTo>
                        <a:lnTo>
                          <a:pt x="129" y="84"/>
                        </a:lnTo>
                        <a:lnTo>
                          <a:pt x="130" y="81"/>
                        </a:lnTo>
                        <a:lnTo>
                          <a:pt x="130" y="79"/>
                        </a:lnTo>
                        <a:lnTo>
                          <a:pt x="126" y="83"/>
                        </a:lnTo>
                        <a:lnTo>
                          <a:pt x="126" y="83"/>
                        </a:lnTo>
                        <a:close/>
                        <a:moveTo>
                          <a:pt x="133" y="80"/>
                        </a:moveTo>
                        <a:lnTo>
                          <a:pt x="131" y="83"/>
                        </a:lnTo>
                        <a:lnTo>
                          <a:pt x="134" y="84"/>
                        </a:lnTo>
                        <a:lnTo>
                          <a:pt x="135" y="87"/>
                        </a:lnTo>
                        <a:lnTo>
                          <a:pt x="137" y="87"/>
                        </a:lnTo>
                        <a:lnTo>
                          <a:pt x="138" y="83"/>
                        </a:lnTo>
                        <a:lnTo>
                          <a:pt x="137" y="81"/>
                        </a:lnTo>
                        <a:lnTo>
                          <a:pt x="138" y="79"/>
                        </a:lnTo>
                        <a:lnTo>
                          <a:pt x="135" y="79"/>
                        </a:lnTo>
                        <a:lnTo>
                          <a:pt x="134" y="80"/>
                        </a:lnTo>
                        <a:lnTo>
                          <a:pt x="133" y="80"/>
                        </a:lnTo>
                        <a:lnTo>
                          <a:pt x="133" y="80"/>
                        </a:lnTo>
                        <a:close/>
                        <a:moveTo>
                          <a:pt x="195" y="122"/>
                        </a:moveTo>
                        <a:lnTo>
                          <a:pt x="195" y="124"/>
                        </a:lnTo>
                        <a:lnTo>
                          <a:pt x="198" y="125"/>
                        </a:lnTo>
                        <a:lnTo>
                          <a:pt x="199" y="124"/>
                        </a:lnTo>
                        <a:lnTo>
                          <a:pt x="198" y="122"/>
                        </a:lnTo>
                        <a:lnTo>
                          <a:pt x="195" y="122"/>
                        </a:lnTo>
                        <a:lnTo>
                          <a:pt x="195" y="122"/>
                        </a:lnTo>
                        <a:close/>
                        <a:moveTo>
                          <a:pt x="176" y="136"/>
                        </a:moveTo>
                        <a:lnTo>
                          <a:pt x="178" y="138"/>
                        </a:lnTo>
                        <a:lnTo>
                          <a:pt x="178" y="140"/>
                        </a:lnTo>
                        <a:lnTo>
                          <a:pt x="175" y="141"/>
                        </a:lnTo>
                        <a:lnTo>
                          <a:pt x="173" y="143"/>
                        </a:lnTo>
                        <a:lnTo>
                          <a:pt x="176" y="143"/>
                        </a:lnTo>
                        <a:lnTo>
                          <a:pt x="176" y="141"/>
                        </a:lnTo>
                        <a:lnTo>
                          <a:pt x="178" y="140"/>
                        </a:lnTo>
                        <a:lnTo>
                          <a:pt x="178" y="144"/>
                        </a:lnTo>
                        <a:lnTo>
                          <a:pt x="180" y="147"/>
                        </a:lnTo>
                        <a:lnTo>
                          <a:pt x="183" y="143"/>
                        </a:lnTo>
                        <a:lnTo>
                          <a:pt x="184" y="145"/>
                        </a:lnTo>
                        <a:lnTo>
                          <a:pt x="186" y="145"/>
                        </a:lnTo>
                        <a:lnTo>
                          <a:pt x="187" y="144"/>
                        </a:lnTo>
                        <a:lnTo>
                          <a:pt x="190" y="143"/>
                        </a:lnTo>
                        <a:lnTo>
                          <a:pt x="188" y="140"/>
                        </a:lnTo>
                        <a:lnTo>
                          <a:pt x="183" y="137"/>
                        </a:lnTo>
                        <a:lnTo>
                          <a:pt x="179" y="136"/>
                        </a:lnTo>
                        <a:lnTo>
                          <a:pt x="176" y="136"/>
                        </a:lnTo>
                        <a:lnTo>
                          <a:pt x="176" y="136"/>
                        </a:lnTo>
                        <a:close/>
                        <a:moveTo>
                          <a:pt x="168" y="141"/>
                        </a:moveTo>
                        <a:lnTo>
                          <a:pt x="167" y="144"/>
                        </a:lnTo>
                        <a:lnTo>
                          <a:pt x="169" y="143"/>
                        </a:lnTo>
                        <a:lnTo>
                          <a:pt x="168" y="141"/>
                        </a:lnTo>
                        <a:lnTo>
                          <a:pt x="168" y="141"/>
                        </a:lnTo>
                        <a:close/>
                        <a:moveTo>
                          <a:pt x="148" y="124"/>
                        </a:moveTo>
                        <a:lnTo>
                          <a:pt x="148" y="125"/>
                        </a:lnTo>
                        <a:lnTo>
                          <a:pt x="145" y="128"/>
                        </a:lnTo>
                        <a:lnTo>
                          <a:pt x="146" y="130"/>
                        </a:lnTo>
                        <a:lnTo>
                          <a:pt x="152" y="130"/>
                        </a:lnTo>
                        <a:lnTo>
                          <a:pt x="153" y="132"/>
                        </a:lnTo>
                        <a:lnTo>
                          <a:pt x="153" y="134"/>
                        </a:lnTo>
                        <a:lnTo>
                          <a:pt x="154" y="136"/>
                        </a:lnTo>
                        <a:lnTo>
                          <a:pt x="156" y="140"/>
                        </a:lnTo>
                        <a:lnTo>
                          <a:pt x="158" y="141"/>
                        </a:lnTo>
                        <a:lnTo>
                          <a:pt x="161" y="141"/>
                        </a:lnTo>
                        <a:lnTo>
                          <a:pt x="163" y="144"/>
                        </a:lnTo>
                        <a:lnTo>
                          <a:pt x="164" y="145"/>
                        </a:lnTo>
                        <a:lnTo>
                          <a:pt x="165" y="143"/>
                        </a:lnTo>
                        <a:lnTo>
                          <a:pt x="164" y="140"/>
                        </a:lnTo>
                        <a:lnTo>
                          <a:pt x="165" y="136"/>
                        </a:lnTo>
                        <a:lnTo>
                          <a:pt x="161" y="136"/>
                        </a:lnTo>
                        <a:lnTo>
                          <a:pt x="158" y="132"/>
                        </a:lnTo>
                        <a:lnTo>
                          <a:pt x="157" y="126"/>
                        </a:lnTo>
                        <a:lnTo>
                          <a:pt x="156" y="125"/>
                        </a:lnTo>
                        <a:lnTo>
                          <a:pt x="156" y="122"/>
                        </a:lnTo>
                        <a:lnTo>
                          <a:pt x="153" y="121"/>
                        </a:lnTo>
                        <a:lnTo>
                          <a:pt x="152" y="121"/>
                        </a:lnTo>
                        <a:lnTo>
                          <a:pt x="152" y="124"/>
                        </a:lnTo>
                        <a:lnTo>
                          <a:pt x="153" y="125"/>
                        </a:lnTo>
                        <a:lnTo>
                          <a:pt x="150" y="125"/>
                        </a:lnTo>
                        <a:lnTo>
                          <a:pt x="148" y="122"/>
                        </a:lnTo>
                        <a:lnTo>
                          <a:pt x="148" y="124"/>
                        </a:lnTo>
                        <a:lnTo>
                          <a:pt x="148" y="124"/>
                        </a:lnTo>
                        <a:close/>
                        <a:moveTo>
                          <a:pt x="134" y="106"/>
                        </a:moveTo>
                        <a:lnTo>
                          <a:pt x="133" y="107"/>
                        </a:lnTo>
                        <a:lnTo>
                          <a:pt x="134" y="110"/>
                        </a:lnTo>
                        <a:lnTo>
                          <a:pt x="137" y="109"/>
                        </a:lnTo>
                        <a:lnTo>
                          <a:pt x="135" y="106"/>
                        </a:lnTo>
                        <a:lnTo>
                          <a:pt x="134" y="106"/>
                        </a:lnTo>
                        <a:lnTo>
                          <a:pt x="134" y="106"/>
                        </a:lnTo>
                        <a:close/>
                        <a:moveTo>
                          <a:pt x="135" y="99"/>
                        </a:moveTo>
                        <a:lnTo>
                          <a:pt x="134" y="102"/>
                        </a:lnTo>
                        <a:lnTo>
                          <a:pt x="135" y="104"/>
                        </a:lnTo>
                        <a:lnTo>
                          <a:pt x="138" y="103"/>
                        </a:lnTo>
                        <a:lnTo>
                          <a:pt x="141" y="104"/>
                        </a:lnTo>
                        <a:lnTo>
                          <a:pt x="142" y="104"/>
                        </a:lnTo>
                        <a:lnTo>
                          <a:pt x="138" y="100"/>
                        </a:lnTo>
                        <a:lnTo>
                          <a:pt x="135" y="99"/>
                        </a:lnTo>
                        <a:lnTo>
                          <a:pt x="135" y="99"/>
                        </a:lnTo>
                        <a:close/>
                        <a:moveTo>
                          <a:pt x="107" y="80"/>
                        </a:moveTo>
                        <a:lnTo>
                          <a:pt x="106" y="84"/>
                        </a:lnTo>
                        <a:lnTo>
                          <a:pt x="106" y="87"/>
                        </a:lnTo>
                        <a:lnTo>
                          <a:pt x="111" y="87"/>
                        </a:lnTo>
                        <a:lnTo>
                          <a:pt x="114" y="90"/>
                        </a:lnTo>
                        <a:lnTo>
                          <a:pt x="115" y="88"/>
                        </a:lnTo>
                        <a:lnTo>
                          <a:pt x="114" y="84"/>
                        </a:lnTo>
                        <a:lnTo>
                          <a:pt x="111" y="81"/>
                        </a:lnTo>
                        <a:lnTo>
                          <a:pt x="107" y="80"/>
                        </a:lnTo>
                        <a:lnTo>
                          <a:pt x="107" y="80"/>
                        </a:lnTo>
                        <a:close/>
                        <a:moveTo>
                          <a:pt x="99" y="76"/>
                        </a:moveTo>
                        <a:lnTo>
                          <a:pt x="101" y="76"/>
                        </a:lnTo>
                        <a:lnTo>
                          <a:pt x="104" y="77"/>
                        </a:lnTo>
                        <a:lnTo>
                          <a:pt x="106" y="80"/>
                        </a:lnTo>
                        <a:lnTo>
                          <a:pt x="104" y="83"/>
                        </a:lnTo>
                        <a:lnTo>
                          <a:pt x="103" y="81"/>
                        </a:lnTo>
                        <a:lnTo>
                          <a:pt x="99" y="76"/>
                        </a:lnTo>
                        <a:lnTo>
                          <a:pt x="99" y="76"/>
                        </a:lnTo>
                        <a:close/>
                        <a:moveTo>
                          <a:pt x="89" y="69"/>
                        </a:moveTo>
                        <a:lnTo>
                          <a:pt x="91" y="73"/>
                        </a:lnTo>
                        <a:lnTo>
                          <a:pt x="93" y="73"/>
                        </a:lnTo>
                        <a:lnTo>
                          <a:pt x="96" y="71"/>
                        </a:lnTo>
                        <a:lnTo>
                          <a:pt x="93" y="68"/>
                        </a:lnTo>
                        <a:lnTo>
                          <a:pt x="92" y="69"/>
                        </a:lnTo>
                        <a:lnTo>
                          <a:pt x="89" y="69"/>
                        </a:lnTo>
                        <a:lnTo>
                          <a:pt x="89" y="69"/>
                        </a:lnTo>
                        <a:close/>
                        <a:moveTo>
                          <a:pt x="99" y="175"/>
                        </a:moveTo>
                        <a:lnTo>
                          <a:pt x="103" y="178"/>
                        </a:lnTo>
                        <a:lnTo>
                          <a:pt x="103" y="177"/>
                        </a:lnTo>
                        <a:lnTo>
                          <a:pt x="101" y="175"/>
                        </a:lnTo>
                        <a:lnTo>
                          <a:pt x="99" y="175"/>
                        </a:lnTo>
                        <a:lnTo>
                          <a:pt x="99" y="175"/>
                        </a:lnTo>
                        <a:close/>
                        <a:moveTo>
                          <a:pt x="73" y="140"/>
                        </a:moveTo>
                        <a:lnTo>
                          <a:pt x="72" y="143"/>
                        </a:lnTo>
                        <a:lnTo>
                          <a:pt x="77" y="147"/>
                        </a:lnTo>
                        <a:lnTo>
                          <a:pt x="76" y="144"/>
                        </a:lnTo>
                        <a:lnTo>
                          <a:pt x="76" y="143"/>
                        </a:lnTo>
                        <a:lnTo>
                          <a:pt x="73" y="140"/>
                        </a:lnTo>
                        <a:lnTo>
                          <a:pt x="73" y="140"/>
                        </a:lnTo>
                        <a:close/>
                        <a:moveTo>
                          <a:pt x="69" y="137"/>
                        </a:moveTo>
                        <a:lnTo>
                          <a:pt x="72" y="138"/>
                        </a:lnTo>
                        <a:lnTo>
                          <a:pt x="69" y="140"/>
                        </a:lnTo>
                        <a:lnTo>
                          <a:pt x="69" y="137"/>
                        </a:lnTo>
                        <a:lnTo>
                          <a:pt x="69" y="137"/>
                        </a:lnTo>
                        <a:close/>
                        <a:moveTo>
                          <a:pt x="63" y="128"/>
                        </a:moveTo>
                        <a:lnTo>
                          <a:pt x="62" y="130"/>
                        </a:lnTo>
                        <a:lnTo>
                          <a:pt x="63" y="132"/>
                        </a:lnTo>
                        <a:lnTo>
                          <a:pt x="67" y="133"/>
                        </a:lnTo>
                        <a:lnTo>
                          <a:pt x="63" y="128"/>
                        </a:lnTo>
                        <a:lnTo>
                          <a:pt x="63" y="128"/>
                        </a:lnTo>
                        <a:close/>
                        <a:moveTo>
                          <a:pt x="48" y="115"/>
                        </a:moveTo>
                        <a:lnTo>
                          <a:pt x="48" y="118"/>
                        </a:lnTo>
                        <a:lnTo>
                          <a:pt x="51" y="118"/>
                        </a:lnTo>
                        <a:lnTo>
                          <a:pt x="55" y="124"/>
                        </a:lnTo>
                        <a:lnTo>
                          <a:pt x="58" y="125"/>
                        </a:lnTo>
                        <a:lnTo>
                          <a:pt x="58" y="119"/>
                        </a:lnTo>
                        <a:lnTo>
                          <a:pt x="54" y="114"/>
                        </a:lnTo>
                        <a:lnTo>
                          <a:pt x="51" y="113"/>
                        </a:lnTo>
                        <a:lnTo>
                          <a:pt x="48" y="115"/>
                        </a:lnTo>
                        <a:lnTo>
                          <a:pt x="48" y="115"/>
                        </a:lnTo>
                        <a:close/>
                        <a:moveTo>
                          <a:pt x="46" y="104"/>
                        </a:moveTo>
                        <a:lnTo>
                          <a:pt x="44" y="107"/>
                        </a:lnTo>
                        <a:lnTo>
                          <a:pt x="47" y="110"/>
                        </a:lnTo>
                        <a:lnTo>
                          <a:pt x="48" y="107"/>
                        </a:lnTo>
                        <a:lnTo>
                          <a:pt x="48" y="106"/>
                        </a:lnTo>
                        <a:lnTo>
                          <a:pt x="46" y="104"/>
                        </a:lnTo>
                        <a:lnTo>
                          <a:pt x="46" y="104"/>
                        </a:lnTo>
                        <a:close/>
                        <a:moveTo>
                          <a:pt x="48" y="96"/>
                        </a:moveTo>
                        <a:lnTo>
                          <a:pt x="51" y="96"/>
                        </a:lnTo>
                        <a:lnTo>
                          <a:pt x="53" y="98"/>
                        </a:lnTo>
                        <a:lnTo>
                          <a:pt x="53" y="96"/>
                        </a:lnTo>
                        <a:lnTo>
                          <a:pt x="50" y="95"/>
                        </a:lnTo>
                        <a:lnTo>
                          <a:pt x="48" y="96"/>
                        </a:lnTo>
                        <a:lnTo>
                          <a:pt x="48" y="96"/>
                        </a:lnTo>
                        <a:close/>
                        <a:moveTo>
                          <a:pt x="28" y="77"/>
                        </a:moveTo>
                        <a:lnTo>
                          <a:pt x="31" y="77"/>
                        </a:lnTo>
                        <a:lnTo>
                          <a:pt x="32" y="76"/>
                        </a:lnTo>
                        <a:lnTo>
                          <a:pt x="34" y="77"/>
                        </a:lnTo>
                        <a:lnTo>
                          <a:pt x="36" y="81"/>
                        </a:lnTo>
                        <a:lnTo>
                          <a:pt x="39" y="83"/>
                        </a:lnTo>
                        <a:lnTo>
                          <a:pt x="39" y="85"/>
                        </a:lnTo>
                        <a:lnTo>
                          <a:pt x="38" y="90"/>
                        </a:lnTo>
                        <a:lnTo>
                          <a:pt x="36" y="90"/>
                        </a:lnTo>
                        <a:lnTo>
                          <a:pt x="34" y="84"/>
                        </a:lnTo>
                        <a:lnTo>
                          <a:pt x="32" y="84"/>
                        </a:lnTo>
                        <a:lnTo>
                          <a:pt x="31" y="81"/>
                        </a:lnTo>
                        <a:lnTo>
                          <a:pt x="28" y="77"/>
                        </a:lnTo>
                        <a:lnTo>
                          <a:pt x="28" y="77"/>
                        </a:lnTo>
                        <a:close/>
                        <a:moveTo>
                          <a:pt x="28" y="66"/>
                        </a:moveTo>
                        <a:lnTo>
                          <a:pt x="31" y="68"/>
                        </a:lnTo>
                        <a:lnTo>
                          <a:pt x="29" y="66"/>
                        </a:lnTo>
                        <a:lnTo>
                          <a:pt x="28" y="66"/>
                        </a:lnTo>
                        <a:lnTo>
                          <a:pt x="28" y="66"/>
                        </a:lnTo>
                        <a:close/>
                        <a:moveTo>
                          <a:pt x="8" y="54"/>
                        </a:moveTo>
                        <a:lnTo>
                          <a:pt x="8" y="56"/>
                        </a:lnTo>
                        <a:lnTo>
                          <a:pt x="6" y="57"/>
                        </a:lnTo>
                        <a:lnTo>
                          <a:pt x="9" y="60"/>
                        </a:lnTo>
                        <a:lnTo>
                          <a:pt x="13" y="58"/>
                        </a:lnTo>
                        <a:lnTo>
                          <a:pt x="10" y="56"/>
                        </a:lnTo>
                        <a:lnTo>
                          <a:pt x="8" y="54"/>
                        </a:lnTo>
                        <a:lnTo>
                          <a:pt x="8" y="54"/>
                        </a:lnTo>
                        <a:close/>
                        <a:moveTo>
                          <a:pt x="1" y="15"/>
                        </a:moveTo>
                        <a:lnTo>
                          <a:pt x="0" y="16"/>
                        </a:lnTo>
                        <a:lnTo>
                          <a:pt x="1" y="20"/>
                        </a:lnTo>
                        <a:lnTo>
                          <a:pt x="4" y="28"/>
                        </a:lnTo>
                        <a:lnTo>
                          <a:pt x="6" y="28"/>
                        </a:lnTo>
                        <a:lnTo>
                          <a:pt x="12" y="35"/>
                        </a:lnTo>
                        <a:lnTo>
                          <a:pt x="14" y="35"/>
                        </a:lnTo>
                        <a:lnTo>
                          <a:pt x="19" y="41"/>
                        </a:lnTo>
                        <a:lnTo>
                          <a:pt x="20" y="41"/>
                        </a:lnTo>
                        <a:lnTo>
                          <a:pt x="21" y="41"/>
                        </a:lnTo>
                        <a:lnTo>
                          <a:pt x="27" y="45"/>
                        </a:lnTo>
                        <a:lnTo>
                          <a:pt x="32" y="53"/>
                        </a:lnTo>
                        <a:lnTo>
                          <a:pt x="36" y="57"/>
                        </a:lnTo>
                        <a:lnTo>
                          <a:pt x="38" y="57"/>
                        </a:lnTo>
                        <a:lnTo>
                          <a:pt x="38" y="61"/>
                        </a:lnTo>
                        <a:lnTo>
                          <a:pt x="39" y="62"/>
                        </a:lnTo>
                        <a:lnTo>
                          <a:pt x="40" y="65"/>
                        </a:lnTo>
                        <a:lnTo>
                          <a:pt x="42" y="68"/>
                        </a:lnTo>
                        <a:lnTo>
                          <a:pt x="44" y="68"/>
                        </a:lnTo>
                        <a:lnTo>
                          <a:pt x="48" y="72"/>
                        </a:lnTo>
                        <a:lnTo>
                          <a:pt x="50" y="73"/>
                        </a:lnTo>
                        <a:lnTo>
                          <a:pt x="53" y="73"/>
                        </a:lnTo>
                        <a:lnTo>
                          <a:pt x="53" y="75"/>
                        </a:lnTo>
                        <a:lnTo>
                          <a:pt x="51" y="76"/>
                        </a:lnTo>
                        <a:lnTo>
                          <a:pt x="54" y="79"/>
                        </a:lnTo>
                        <a:lnTo>
                          <a:pt x="55" y="81"/>
                        </a:lnTo>
                        <a:lnTo>
                          <a:pt x="54" y="83"/>
                        </a:lnTo>
                        <a:lnTo>
                          <a:pt x="58" y="91"/>
                        </a:lnTo>
                        <a:lnTo>
                          <a:pt x="59" y="95"/>
                        </a:lnTo>
                        <a:lnTo>
                          <a:pt x="62" y="96"/>
                        </a:lnTo>
                        <a:lnTo>
                          <a:pt x="66" y="99"/>
                        </a:lnTo>
                        <a:lnTo>
                          <a:pt x="66" y="100"/>
                        </a:lnTo>
                        <a:lnTo>
                          <a:pt x="70" y="107"/>
                        </a:lnTo>
                        <a:lnTo>
                          <a:pt x="73" y="110"/>
                        </a:lnTo>
                        <a:lnTo>
                          <a:pt x="74" y="117"/>
                        </a:lnTo>
                        <a:lnTo>
                          <a:pt x="80" y="126"/>
                        </a:lnTo>
                        <a:lnTo>
                          <a:pt x="78" y="130"/>
                        </a:lnTo>
                        <a:lnTo>
                          <a:pt x="80" y="134"/>
                        </a:lnTo>
                        <a:lnTo>
                          <a:pt x="85" y="138"/>
                        </a:lnTo>
                        <a:lnTo>
                          <a:pt x="91" y="144"/>
                        </a:lnTo>
                        <a:lnTo>
                          <a:pt x="92" y="148"/>
                        </a:lnTo>
                        <a:lnTo>
                          <a:pt x="96" y="149"/>
                        </a:lnTo>
                        <a:lnTo>
                          <a:pt x="97" y="151"/>
                        </a:lnTo>
                        <a:lnTo>
                          <a:pt x="101" y="152"/>
                        </a:lnTo>
                        <a:lnTo>
                          <a:pt x="101" y="156"/>
                        </a:lnTo>
                        <a:lnTo>
                          <a:pt x="104" y="159"/>
                        </a:lnTo>
                        <a:lnTo>
                          <a:pt x="108" y="163"/>
                        </a:lnTo>
                        <a:lnTo>
                          <a:pt x="115" y="167"/>
                        </a:lnTo>
                        <a:lnTo>
                          <a:pt x="116" y="170"/>
                        </a:lnTo>
                        <a:lnTo>
                          <a:pt x="120" y="171"/>
                        </a:lnTo>
                        <a:lnTo>
                          <a:pt x="129" y="178"/>
                        </a:lnTo>
                        <a:lnTo>
                          <a:pt x="130" y="182"/>
                        </a:lnTo>
                        <a:lnTo>
                          <a:pt x="131" y="182"/>
                        </a:lnTo>
                        <a:lnTo>
                          <a:pt x="133" y="186"/>
                        </a:lnTo>
                        <a:lnTo>
                          <a:pt x="134" y="185"/>
                        </a:lnTo>
                        <a:lnTo>
                          <a:pt x="134" y="182"/>
                        </a:lnTo>
                        <a:lnTo>
                          <a:pt x="133" y="181"/>
                        </a:lnTo>
                        <a:lnTo>
                          <a:pt x="133" y="178"/>
                        </a:lnTo>
                        <a:lnTo>
                          <a:pt x="135" y="179"/>
                        </a:lnTo>
                        <a:lnTo>
                          <a:pt x="141" y="185"/>
                        </a:lnTo>
                        <a:lnTo>
                          <a:pt x="142" y="183"/>
                        </a:lnTo>
                        <a:lnTo>
                          <a:pt x="142" y="179"/>
                        </a:lnTo>
                        <a:lnTo>
                          <a:pt x="144" y="178"/>
                        </a:lnTo>
                        <a:lnTo>
                          <a:pt x="146" y="178"/>
                        </a:lnTo>
                        <a:lnTo>
                          <a:pt x="149" y="182"/>
                        </a:lnTo>
                        <a:lnTo>
                          <a:pt x="150" y="183"/>
                        </a:lnTo>
                        <a:lnTo>
                          <a:pt x="152" y="181"/>
                        </a:lnTo>
                        <a:lnTo>
                          <a:pt x="152" y="174"/>
                        </a:lnTo>
                        <a:lnTo>
                          <a:pt x="153" y="167"/>
                        </a:lnTo>
                        <a:lnTo>
                          <a:pt x="152" y="162"/>
                        </a:lnTo>
                        <a:lnTo>
                          <a:pt x="154" y="156"/>
                        </a:lnTo>
                        <a:lnTo>
                          <a:pt x="153" y="153"/>
                        </a:lnTo>
                        <a:lnTo>
                          <a:pt x="153" y="149"/>
                        </a:lnTo>
                        <a:lnTo>
                          <a:pt x="156" y="148"/>
                        </a:lnTo>
                        <a:lnTo>
                          <a:pt x="157" y="147"/>
                        </a:lnTo>
                        <a:lnTo>
                          <a:pt x="157" y="144"/>
                        </a:lnTo>
                        <a:lnTo>
                          <a:pt x="154" y="143"/>
                        </a:lnTo>
                        <a:lnTo>
                          <a:pt x="152" y="140"/>
                        </a:lnTo>
                        <a:lnTo>
                          <a:pt x="150" y="137"/>
                        </a:lnTo>
                        <a:lnTo>
                          <a:pt x="149" y="136"/>
                        </a:lnTo>
                        <a:lnTo>
                          <a:pt x="148" y="134"/>
                        </a:lnTo>
                        <a:lnTo>
                          <a:pt x="145" y="133"/>
                        </a:lnTo>
                        <a:lnTo>
                          <a:pt x="141" y="133"/>
                        </a:lnTo>
                        <a:lnTo>
                          <a:pt x="138" y="133"/>
                        </a:lnTo>
                        <a:lnTo>
                          <a:pt x="138" y="129"/>
                        </a:lnTo>
                        <a:lnTo>
                          <a:pt x="135" y="126"/>
                        </a:lnTo>
                        <a:lnTo>
                          <a:pt x="134" y="126"/>
                        </a:lnTo>
                        <a:lnTo>
                          <a:pt x="135" y="124"/>
                        </a:lnTo>
                        <a:lnTo>
                          <a:pt x="134" y="121"/>
                        </a:lnTo>
                        <a:lnTo>
                          <a:pt x="134" y="114"/>
                        </a:lnTo>
                        <a:lnTo>
                          <a:pt x="130" y="115"/>
                        </a:lnTo>
                        <a:lnTo>
                          <a:pt x="129" y="114"/>
                        </a:lnTo>
                        <a:lnTo>
                          <a:pt x="123" y="114"/>
                        </a:lnTo>
                        <a:lnTo>
                          <a:pt x="119" y="111"/>
                        </a:lnTo>
                        <a:lnTo>
                          <a:pt x="119" y="109"/>
                        </a:lnTo>
                        <a:lnTo>
                          <a:pt x="122" y="107"/>
                        </a:lnTo>
                        <a:lnTo>
                          <a:pt x="125" y="104"/>
                        </a:lnTo>
                        <a:lnTo>
                          <a:pt x="123" y="104"/>
                        </a:lnTo>
                        <a:lnTo>
                          <a:pt x="119" y="104"/>
                        </a:lnTo>
                        <a:lnTo>
                          <a:pt x="118" y="103"/>
                        </a:lnTo>
                        <a:lnTo>
                          <a:pt x="115" y="104"/>
                        </a:lnTo>
                        <a:lnTo>
                          <a:pt x="118" y="103"/>
                        </a:lnTo>
                        <a:lnTo>
                          <a:pt x="120" y="100"/>
                        </a:lnTo>
                        <a:lnTo>
                          <a:pt x="125" y="100"/>
                        </a:lnTo>
                        <a:lnTo>
                          <a:pt x="125" y="96"/>
                        </a:lnTo>
                        <a:lnTo>
                          <a:pt x="119" y="92"/>
                        </a:lnTo>
                        <a:lnTo>
                          <a:pt x="116" y="92"/>
                        </a:lnTo>
                        <a:lnTo>
                          <a:pt x="114" y="94"/>
                        </a:lnTo>
                        <a:lnTo>
                          <a:pt x="111" y="96"/>
                        </a:lnTo>
                        <a:lnTo>
                          <a:pt x="107" y="96"/>
                        </a:lnTo>
                        <a:lnTo>
                          <a:pt x="110" y="95"/>
                        </a:lnTo>
                        <a:lnTo>
                          <a:pt x="111" y="94"/>
                        </a:lnTo>
                        <a:lnTo>
                          <a:pt x="112" y="94"/>
                        </a:lnTo>
                        <a:lnTo>
                          <a:pt x="114" y="92"/>
                        </a:lnTo>
                        <a:lnTo>
                          <a:pt x="112" y="90"/>
                        </a:lnTo>
                        <a:lnTo>
                          <a:pt x="110" y="88"/>
                        </a:lnTo>
                        <a:lnTo>
                          <a:pt x="104" y="88"/>
                        </a:lnTo>
                        <a:lnTo>
                          <a:pt x="101" y="85"/>
                        </a:lnTo>
                        <a:lnTo>
                          <a:pt x="101" y="84"/>
                        </a:lnTo>
                        <a:lnTo>
                          <a:pt x="100" y="80"/>
                        </a:lnTo>
                        <a:lnTo>
                          <a:pt x="95" y="75"/>
                        </a:lnTo>
                        <a:lnTo>
                          <a:pt x="92" y="75"/>
                        </a:lnTo>
                        <a:lnTo>
                          <a:pt x="91" y="75"/>
                        </a:lnTo>
                        <a:lnTo>
                          <a:pt x="88" y="73"/>
                        </a:lnTo>
                        <a:lnTo>
                          <a:pt x="88" y="68"/>
                        </a:lnTo>
                        <a:lnTo>
                          <a:pt x="84" y="64"/>
                        </a:lnTo>
                        <a:lnTo>
                          <a:pt x="78" y="61"/>
                        </a:lnTo>
                        <a:lnTo>
                          <a:pt x="74" y="60"/>
                        </a:lnTo>
                        <a:lnTo>
                          <a:pt x="74" y="61"/>
                        </a:lnTo>
                        <a:lnTo>
                          <a:pt x="73" y="61"/>
                        </a:lnTo>
                        <a:lnTo>
                          <a:pt x="72" y="57"/>
                        </a:lnTo>
                        <a:lnTo>
                          <a:pt x="70" y="58"/>
                        </a:lnTo>
                        <a:lnTo>
                          <a:pt x="69" y="57"/>
                        </a:lnTo>
                        <a:lnTo>
                          <a:pt x="69" y="53"/>
                        </a:lnTo>
                        <a:lnTo>
                          <a:pt x="66" y="49"/>
                        </a:lnTo>
                        <a:lnTo>
                          <a:pt x="62" y="49"/>
                        </a:lnTo>
                        <a:lnTo>
                          <a:pt x="62" y="46"/>
                        </a:lnTo>
                        <a:lnTo>
                          <a:pt x="53" y="41"/>
                        </a:lnTo>
                        <a:lnTo>
                          <a:pt x="50" y="41"/>
                        </a:lnTo>
                        <a:lnTo>
                          <a:pt x="47" y="37"/>
                        </a:lnTo>
                        <a:lnTo>
                          <a:pt x="43" y="37"/>
                        </a:lnTo>
                        <a:lnTo>
                          <a:pt x="43" y="34"/>
                        </a:lnTo>
                        <a:lnTo>
                          <a:pt x="42" y="30"/>
                        </a:lnTo>
                        <a:lnTo>
                          <a:pt x="39" y="28"/>
                        </a:lnTo>
                        <a:lnTo>
                          <a:pt x="38" y="24"/>
                        </a:lnTo>
                        <a:lnTo>
                          <a:pt x="36" y="24"/>
                        </a:lnTo>
                        <a:lnTo>
                          <a:pt x="35" y="20"/>
                        </a:lnTo>
                        <a:lnTo>
                          <a:pt x="31" y="19"/>
                        </a:lnTo>
                        <a:lnTo>
                          <a:pt x="28" y="19"/>
                        </a:lnTo>
                        <a:lnTo>
                          <a:pt x="27" y="20"/>
                        </a:lnTo>
                        <a:lnTo>
                          <a:pt x="24" y="19"/>
                        </a:lnTo>
                        <a:lnTo>
                          <a:pt x="21" y="19"/>
                        </a:lnTo>
                        <a:lnTo>
                          <a:pt x="17" y="20"/>
                        </a:lnTo>
                        <a:lnTo>
                          <a:pt x="14" y="19"/>
                        </a:lnTo>
                        <a:lnTo>
                          <a:pt x="8" y="15"/>
                        </a:lnTo>
                        <a:lnTo>
                          <a:pt x="2" y="13"/>
                        </a:lnTo>
                        <a:lnTo>
                          <a:pt x="1" y="15"/>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77" name="Freeform 1067"/>
                <p:cNvSpPr>
                  <a:spLocks noEditPoints="1"/>
                </p:cNvSpPr>
                <p:nvPr/>
              </p:nvSpPr>
              <p:spPr bwMode="auto">
                <a:xfrm>
                  <a:off x="8951984" y="5190358"/>
                  <a:ext cx="105077" cy="75055"/>
                </a:xfrm>
                <a:custGeom>
                  <a:avLst/>
                  <a:gdLst/>
                  <a:ahLst/>
                  <a:cxnLst>
                    <a:cxn ang="0">
                      <a:pos x="4" y="5"/>
                    </a:cxn>
                    <a:cxn ang="0">
                      <a:pos x="7" y="5"/>
                    </a:cxn>
                    <a:cxn ang="0">
                      <a:pos x="11" y="9"/>
                    </a:cxn>
                    <a:cxn ang="0">
                      <a:pos x="15" y="12"/>
                    </a:cxn>
                    <a:cxn ang="0">
                      <a:pos x="22" y="25"/>
                    </a:cxn>
                    <a:cxn ang="0">
                      <a:pos x="27" y="25"/>
                    </a:cxn>
                    <a:cxn ang="0">
                      <a:pos x="35" y="36"/>
                    </a:cxn>
                    <a:cxn ang="0">
                      <a:pos x="38" y="40"/>
                    </a:cxn>
                    <a:cxn ang="0">
                      <a:pos x="34" y="40"/>
                    </a:cxn>
                    <a:cxn ang="0">
                      <a:pos x="29" y="39"/>
                    </a:cxn>
                    <a:cxn ang="0">
                      <a:pos x="26" y="34"/>
                    </a:cxn>
                    <a:cxn ang="0">
                      <a:pos x="21" y="29"/>
                    </a:cxn>
                    <a:cxn ang="0">
                      <a:pos x="18" y="29"/>
                    </a:cxn>
                    <a:cxn ang="0">
                      <a:pos x="12" y="23"/>
                    </a:cxn>
                    <a:cxn ang="0">
                      <a:pos x="10" y="21"/>
                    </a:cxn>
                    <a:cxn ang="0">
                      <a:pos x="8" y="16"/>
                    </a:cxn>
                    <a:cxn ang="0">
                      <a:pos x="1" y="6"/>
                    </a:cxn>
                    <a:cxn ang="0">
                      <a:pos x="0" y="2"/>
                    </a:cxn>
                    <a:cxn ang="0">
                      <a:pos x="0" y="0"/>
                    </a:cxn>
                    <a:cxn ang="0">
                      <a:pos x="54" y="24"/>
                    </a:cxn>
                    <a:cxn ang="0">
                      <a:pos x="56" y="28"/>
                    </a:cxn>
                    <a:cxn ang="0">
                      <a:pos x="53" y="29"/>
                    </a:cxn>
                    <a:cxn ang="0">
                      <a:pos x="50" y="24"/>
                    </a:cxn>
                    <a:cxn ang="0">
                      <a:pos x="45" y="10"/>
                    </a:cxn>
                    <a:cxn ang="0">
                      <a:pos x="42" y="13"/>
                    </a:cxn>
                    <a:cxn ang="0">
                      <a:pos x="44" y="17"/>
                    </a:cxn>
                    <a:cxn ang="0">
                      <a:pos x="48" y="17"/>
                    </a:cxn>
                    <a:cxn ang="0">
                      <a:pos x="46" y="13"/>
                    </a:cxn>
                    <a:cxn ang="0">
                      <a:pos x="45" y="10"/>
                    </a:cxn>
                    <a:cxn ang="0">
                      <a:pos x="35" y="6"/>
                    </a:cxn>
                    <a:cxn ang="0">
                      <a:pos x="34" y="10"/>
                    </a:cxn>
                    <a:cxn ang="0">
                      <a:pos x="38" y="8"/>
                    </a:cxn>
                    <a:cxn ang="0">
                      <a:pos x="35" y="6"/>
                    </a:cxn>
                  </a:cxnLst>
                  <a:rect l="0" t="0" r="r" b="b"/>
                  <a:pathLst>
                    <a:path w="56" h="40">
                      <a:moveTo>
                        <a:pt x="0" y="0"/>
                      </a:moveTo>
                      <a:lnTo>
                        <a:pt x="4" y="5"/>
                      </a:lnTo>
                      <a:lnTo>
                        <a:pt x="6" y="2"/>
                      </a:lnTo>
                      <a:lnTo>
                        <a:pt x="7" y="5"/>
                      </a:lnTo>
                      <a:lnTo>
                        <a:pt x="8" y="6"/>
                      </a:lnTo>
                      <a:lnTo>
                        <a:pt x="11" y="9"/>
                      </a:lnTo>
                      <a:lnTo>
                        <a:pt x="12" y="12"/>
                      </a:lnTo>
                      <a:lnTo>
                        <a:pt x="15" y="12"/>
                      </a:lnTo>
                      <a:lnTo>
                        <a:pt x="21" y="20"/>
                      </a:lnTo>
                      <a:lnTo>
                        <a:pt x="22" y="25"/>
                      </a:lnTo>
                      <a:lnTo>
                        <a:pt x="25" y="24"/>
                      </a:lnTo>
                      <a:lnTo>
                        <a:pt x="27" y="25"/>
                      </a:lnTo>
                      <a:lnTo>
                        <a:pt x="30" y="32"/>
                      </a:lnTo>
                      <a:lnTo>
                        <a:pt x="35" y="36"/>
                      </a:lnTo>
                      <a:lnTo>
                        <a:pt x="37" y="36"/>
                      </a:lnTo>
                      <a:lnTo>
                        <a:pt x="38" y="40"/>
                      </a:lnTo>
                      <a:lnTo>
                        <a:pt x="35" y="39"/>
                      </a:lnTo>
                      <a:lnTo>
                        <a:pt x="34" y="40"/>
                      </a:lnTo>
                      <a:lnTo>
                        <a:pt x="31" y="38"/>
                      </a:lnTo>
                      <a:lnTo>
                        <a:pt x="29" y="39"/>
                      </a:lnTo>
                      <a:lnTo>
                        <a:pt x="26" y="36"/>
                      </a:lnTo>
                      <a:lnTo>
                        <a:pt x="26" y="34"/>
                      </a:lnTo>
                      <a:lnTo>
                        <a:pt x="22" y="34"/>
                      </a:lnTo>
                      <a:lnTo>
                        <a:pt x="21" y="29"/>
                      </a:lnTo>
                      <a:lnTo>
                        <a:pt x="19" y="29"/>
                      </a:lnTo>
                      <a:lnTo>
                        <a:pt x="18" y="29"/>
                      </a:lnTo>
                      <a:lnTo>
                        <a:pt x="16" y="25"/>
                      </a:lnTo>
                      <a:lnTo>
                        <a:pt x="12" y="23"/>
                      </a:lnTo>
                      <a:lnTo>
                        <a:pt x="12" y="21"/>
                      </a:lnTo>
                      <a:lnTo>
                        <a:pt x="10" y="21"/>
                      </a:lnTo>
                      <a:lnTo>
                        <a:pt x="8" y="19"/>
                      </a:lnTo>
                      <a:lnTo>
                        <a:pt x="8" y="16"/>
                      </a:lnTo>
                      <a:lnTo>
                        <a:pt x="6" y="14"/>
                      </a:lnTo>
                      <a:lnTo>
                        <a:pt x="1" y="6"/>
                      </a:lnTo>
                      <a:lnTo>
                        <a:pt x="1" y="4"/>
                      </a:lnTo>
                      <a:lnTo>
                        <a:pt x="0" y="2"/>
                      </a:lnTo>
                      <a:lnTo>
                        <a:pt x="0" y="0"/>
                      </a:lnTo>
                      <a:lnTo>
                        <a:pt x="0" y="0"/>
                      </a:lnTo>
                      <a:close/>
                      <a:moveTo>
                        <a:pt x="50" y="24"/>
                      </a:moveTo>
                      <a:lnTo>
                        <a:pt x="54" y="24"/>
                      </a:lnTo>
                      <a:lnTo>
                        <a:pt x="56" y="25"/>
                      </a:lnTo>
                      <a:lnTo>
                        <a:pt x="56" y="28"/>
                      </a:lnTo>
                      <a:lnTo>
                        <a:pt x="54" y="28"/>
                      </a:lnTo>
                      <a:lnTo>
                        <a:pt x="53" y="29"/>
                      </a:lnTo>
                      <a:lnTo>
                        <a:pt x="50" y="27"/>
                      </a:lnTo>
                      <a:lnTo>
                        <a:pt x="50" y="24"/>
                      </a:lnTo>
                      <a:lnTo>
                        <a:pt x="50" y="24"/>
                      </a:lnTo>
                      <a:close/>
                      <a:moveTo>
                        <a:pt x="45" y="10"/>
                      </a:moveTo>
                      <a:lnTo>
                        <a:pt x="42" y="12"/>
                      </a:lnTo>
                      <a:lnTo>
                        <a:pt x="42" y="13"/>
                      </a:lnTo>
                      <a:lnTo>
                        <a:pt x="42" y="14"/>
                      </a:lnTo>
                      <a:lnTo>
                        <a:pt x="44" y="17"/>
                      </a:lnTo>
                      <a:lnTo>
                        <a:pt x="46" y="19"/>
                      </a:lnTo>
                      <a:lnTo>
                        <a:pt x="48" y="17"/>
                      </a:lnTo>
                      <a:lnTo>
                        <a:pt x="45" y="16"/>
                      </a:lnTo>
                      <a:lnTo>
                        <a:pt x="46" y="13"/>
                      </a:lnTo>
                      <a:lnTo>
                        <a:pt x="46" y="10"/>
                      </a:lnTo>
                      <a:lnTo>
                        <a:pt x="45" y="10"/>
                      </a:lnTo>
                      <a:lnTo>
                        <a:pt x="45" y="10"/>
                      </a:lnTo>
                      <a:close/>
                      <a:moveTo>
                        <a:pt x="35" y="6"/>
                      </a:moveTo>
                      <a:lnTo>
                        <a:pt x="35" y="9"/>
                      </a:lnTo>
                      <a:lnTo>
                        <a:pt x="34" y="10"/>
                      </a:lnTo>
                      <a:lnTo>
                        <a:pt x="37" y="10"/>
                      </a:lnTo>
                      <a:lnTo>
                        <a:pt x="38" y="8"/>
                      </a:lnTo>
                      <a:lnTo>
                        <a:pt x="37" y="6"/>
                      </a:lnTo>
                      <a:lnTo>
                        <a:pt x="35" y="6"/>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1068"/>
                <p:cNvSpPr>
                  <a:spLocks noEditPoints="1"/>
                </p:cNvSpPr>
                <p:nvPr/>
              </p:nvSpPr>
              <p:spPr bwMode="auto">
                <a:xfrm>
                  <a:off x="8951985" y="5190355"/>
                  <a:ext cx="105077" cy="75055"/>
                </a:xfrm>
                <a:custGeom>
                  <a:avLst/>
                  <a:gdLst/>
                  <a:ahLst/>
                  <a:cxnLst>
                    <a:cxn ang="0">
                      <a:pos x="4" y="5"/>
                    </a:cxn>
                    <a:cxn ang="0">
                      <a:pos x="7" y="5"/>
                    </a:cxn>
                    <a:cxn ang="0">
                      <a:pos x="11" y="9"/>
                    </a:cxn>
                    <a:cxn ang="0">
                      <a:pos x="15" y="12"/>
                    </a:cxn>
                    <a:cxn ang="0">
                      <a:pos x="22" y="25"/>
                    </a:cxn>
                    <a:cxn ang="0">
                      <a:pos x="27" y="25"/>
                    </a:cxn>
                    <a:cxn ang="0">
                      <a:pos x="35" y="36"/>
                    </a:cxn>
                    <a:cxn ang="0">
                      <a:pos x="38" y="40"/>
                    </a:cxn>
                    <a:cxn ang="0">
                      <a:pos x="34" y="40"/>
                    </a:cxn>
                    <a:cxn ang="0">
                      <a:pos x="29" y="39"/>
                    </a:cxn>
                    <a:cxn ang="0">
                      <a:pos x="26" y="34"/>
                    </a:cxn>
                    <a:cxn ang="0">
                      <a:pos x="21" y="29"/>
                    </a:cxn>
                    <a:cxn ang="0">
                      <a:pos x="18" y="29"/>
                    </a:cxn>
                    <a:cxn ang="0">
                      <a:pos x="12" y="23"/>
                    </a:cxn>
                    <a:cxn ang="0">
                      <a:pos x="10" y="21"/>
                    </a:cxn>
                    <a:cxn ang="0">
                      <a:pos x="8" y="16"/>
                    </a:cxn>
                    <a:cxn ang="0">
                      <a:pos x="1" y="6"/>
                    </a:cxn>
                    <a:cxn ang="0">
                      <a:pos x="0" y="2"/>
                    </a:cxn>
                    <a:cxn ang="0">
                      <a:pos x="0" y="0"/>
                    </a:cxn>
                    <a:cxn ang="0">
                      <a:pos x="54" y="24"/>
                    </a:cxn>
                    <a:cxn ang="0">
                      <a:pos x="56" y="28"/>
                    </a:cxn>
                    <a:cxn ang="0">
                      <a:pos x="53" y="29"/>
                    </a:cxn>
                    <a:cxn ang="0">
                      <a:pos x="50" y="24"/>
                    </a:cxn>
                    <a:cxn ang="0">
                      <a:pos x="45" y="10"/>
                    </a:cxn>
                    <a:cxn ang="0">
                      <a:pos x="42" y="13"/>
                    </a:cxn>
                    <a:cxn ang="0">
                      <a:pos x="44" y="17"/>
                    </a:cxn>
                    <a:cxn ang="0">
                      <a:pos x="48" y="17"/>
                    </a:cxn>
                    <a:cxn ang="0">
                      <a:pos x="46" y="13"/>
                    </a:cxn>
                    <a:cxn ang="0">
                      <a:pos x="45" y="10"/>
                    </a:cxn>
                    <a:cxn ang="0">
                      <a:pos x="35" y="6"/>
                    </a:cxn>
                    <a:cxn ang="0">
                      <a:pos x="34" y="10"/>
                    </a:cxn>
                    <a:cxn ang="0">
                      <a:pos x="38" y="8"/>
                    </a:cxn>
                    <a:cxn ang="0">
                      <a:pos x="35" y="6"/>
                    </a:cxn>
                  </a:cxnLst>
                  <a:rect l="0" t="0" r="r" b="b"/>
                  <a:pathLst>
                    <a:path w="56" h="40">
                      <a:moveTo>
                        <a:pt x="0" y="0"/>
                      </a:moveTo>
                      <a:lnTo>
                        <a:pt x="4" y="5"/>
                      </a:lnTo>
                      <a:lnTo>
                        <a:pt x="6" y="2"/>
                      </a:lnTo>
                      <a:lnTo>
                        <a:pt x="7" y="5"/>
                      </a:lnTo>
                      <a:lnTo>
                        <a:pt x="8" y="6"/>
                      </a:lnTo>
                      <a:lnTo>
                        <a:pt x="11" y="9"/>
                      </a:lnTo>
                      <a:lnTo>
                        <a:pt x="12" y="12"/>
                      </a:lnTo>
                      <a:lnTo>
                        <a:pt x="15" y="12"/>
                      </a:lnTo>
                      <a:lnTo>
                        <a:pt x="21" y="20"/>
                      </a:lnTo>
                      <a:lnTo>
                        <a:pt x="22" y="25"/>
                      </a:lnTo>
                      <a:lnTo>
                        <a:pt x="25" y="24"/>
                      </a:lnTo>
                      <a:lnTo>
                        <a:pt x="27" y="25"/>
                      </a:lnTo>
                      <a:lnTo>
                        <a:pt x="30" y="32"/>
                      </a:lnTo>
                      <a:lnTo>
                        <a:pt x="35" y="36"/>
                      </a:lnTo>
                      <a:lnTo>
                        <a:pt x="37" y="36"/>
                      </a:lnTo>
                      <a:lnTo>
                        <a:pt x="38" y="40"/>
                      </a:lnTo>
                      <a:lnTo>
                        <a:pt x="35" y="39"/>
                      </a:lnTo>
                      <a:lnTo>
                        <a:pt x="34" y="40"/>
                      </a:lnTo>
                      <a:lnTo>
                        <a:pt x="31" y="38"/>
                      </a:lnTo>
                      <a:lnTo>
                        <a:pt x="29" y="39"/>
                      </a:lnTo>
                      <a:lnTo>
                        <a:pt x="26" y="36"/>
                      </a:lnTo>
                      <a:lnTo>
                        <a:pt x="26" y="34"/>
                      </a:lnTo>
                      <a:lnTo>
                        <a:pt x="22" y="34"/>
                      </a:lnTo>
                      <a:lnTo>
                        <a:pt x="21" y="29"/>
                      </a:lnTo>
                      <a:lnTo>
                        <a:pt x="19" y="29"/>
                      </a:lnTo>
                      <a:lnTo>
                        <a:pt x="18" y="29"/>
                      </a:lnTo>
                      <a:lnTo>
                        <a:pt x="16" y="25"/>
                      </a:lnTo>
                      <a:lnTo>
                        <a:pt x="12" y="23"/>
                      </a:lnTo>
                      <a:lnTo>
                        <a:pt x="12" y="21"/>
                      </a:lnTo>
                      <a:lnTo>
                        <a:pt x="10" y="21"/>
                      </a:lnTo>
                      <a:lnTo>
                        <a:pt x="8" y="19"/>
                      </a:lnTo>
                      <a:lnTo>
                        <a:pt x="8" y="16"/>
                      </a:lnTo>
                      <a:lnTo>
                        <a:pt x="6" y="14"/>
                      </a:lnTo>
                      <a:lnTo>
                        <a:pt x="1" y="6"/>
                      </a:lnTo>
                      <a:lnTo>
                        <a:pt x="1" y="4"/>
                      </a:lnTo>
                      <a:lnTo>
                        <a:pt x="0" y="2"/>
                      </a:lnTo>
                      <a:lnTo>
                        <a:pt x="0" y="0"/>
                      </a:lnTo>
                      <a:lnTo>
                        <a:pt x="0" y="0"/>
                      </a:lnTo>
                      <a:close/>
                      <a:moveTo>
                        <a:pt x="50" y="24"/>
                      </a:moveTo>
                      <a:lnTo>
                        <a:pt x="54" y="24"/>
                      </a:lnTo>
                      <a:lnTo>
                        <a:pt x="56" y="25"/>
                      </a:lnTo>
                      <a:lnTo>
                        <a:pt x="56" y="28"/>
                      </a:lnTo>
                      <a:lnTo>
                        <a:pt x="54" y="28"/>
                      </a:lnTo>
                      <a:lnTo>
                        <a:pt x="53" y="29"/>
                      </a:lnTo>
                      <a:lnTo>
                        <a:pt x="50" y="27"/>
                      </a:lnTo>
                      <a:lnTo>
                        <a:pt x="50" y="24"/>
                      </a:lnTo>
                      <a:lnTo>
                        <a:pt x="50" y="24"/>
                      </a:lnTo>
                      <a:close/>
                      <a:moveTo>
                        <a:pt x="45" y="10"/>
                      </a:moveTo>
                      <a:lnTo>
                        <a:pt x="42" y="12"/>
                      </a:lnTo>
                      <a:lnTo>
                        <a:pt x="42" y="13"/>
                      </a:lnTo>
                      <a:lnTo>
                        <a:pt x="42" y="14"/>
                      </a:lnTo>
                      <a:lnTo>
                        <a:pt x="44" y="17"/>
                      </a:lnTo>
                      <a:lnTo>
                        <a:pt x="46" y="19"/>
                      </a:lnTo>
                      <a:lnTo>
                        <a:pt x="48" y="17"/>
                      </a:lnTo>
                      <a:lnTo>
                        <a:pt x="45" y="16"/>
                      </a:lnTo>
                      <a:lnTo>
                        <a:pt x="46" y="13"/>
                      </a:lnTo>
                      <a:lnTo>
                        <a:pt x="46" y="10"/>
                      </a:lnTo>
                      <a:lnTo>
                        <a:pt x="45" y="10"/>
                      </a:lnTo>
                      <a:lnTo>
                        <a:pt x="45" y="10"/>
                      </a:lnTo>
                      <a:close/>
                      <a:moveTo>
                        <a:pt x="35" y="6"/>
                      </a:moveTo>
                      <a:lnTo>
                        <a:pt x="35" y="9"/>
                      </a:lnTo>
                      <a:lnTo>
                        <a:pt x="34" y="10"/>
                      </a:lnTo>
                      <a:lnTo>
                        <a:pt x="37" y="10"/>
                      </a:lnTo>
                      <a:lnTo>
                        <a:pt x="38" y="8"/>
                      </a:lnTo>
                      <a:lnTo>
                        <a:pt x="37" y="6"/>
                      </a:lnTo>
                      <a:lnTo>
                        <a:pt x="35" y="6"/>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1069"/>
                <p:cNvSpPr>
                  <a:spLocks noEditPoints="1"/>
                </p:cNvSpPr>
                <p:nvPr/>
              </p:nvSpPr>
              <p:spPr bwMode="auto">
                <a:xfrm>
                  <a:off x="7648015" y="4462662"/>
                  <a:ext cx="18764" cy="3753"/>
                </a:xfrm>
                <a:custGeom>
                  <a:avLst/>
                  <a:gdLst/>
                  <a:ahLst/>
                  <a:cxnLst>
                    <a:cxn ang="0">
                      <a:pos x="1" y="0"/>
                    </a:cxn>
                    <a:cxn ang="0">
                      <a:pos x="1" y="0"/>
                    </a:cxn>
                    <a:cxn ang="0">
                      <a:pos x="1" y="0"/>
                    </a:cxn>
                    <a:cxn ang="0">
                      <a:pos x="1" y="0"/>
                    </a:cxn>
                    <a:cxn ang="0">
                      <a:pos x="1" y="0"/>
                    </a:cxn>
                    <a:cxn ang="0">
                      <a:pos x="1" y="2"/>
                    </a:cxn>
                    <a:cxn ang="0">
                      <a:pos x="1" y="2"/>
                    </a:cxn>
                    <a:cxn ang="0">
                      <a:pos x="1" y="2"/>
                    </a:cxn>
                    <a:cxn ang="0">
                      <a:pos x="0" y="2"/>
                    </a:cxn>
                    <a:cxn ang="0">
                      <a:pos x="1" y="0"/>
                    </a:cxn>
                    <a:cxn ang="0">
                      <a:pos x="1" y="0"/>
                    </a:cxn>
                    <a:cxn ang="0">
                      <a:pos x="1" y="0"/>
                    </a:cxn>
                    <a:cxn ang="0">
                      <a:pos x="1" y="0"/>
                    </a:cxn>
                    <a:cxn ang="0">
                      <a:pos x="1" y="0"/>
                    </a:cxn>
                    <a:cxn ang="0">
                      <a:pos x="1" y="2"/>
                    </a:cxn>
                    <a:cxn ang="0">
                      <a:pos x="1" y="2"/>
                    </a:cxn>
                    <a:cxn ang="0">
                      <a:pos x="1" y="2"/>
                    </a:cxn>
                    <a:cxn ang="0">
                      <a:pos x="1" y="2"/>
                    </a:cxn>
                    <a:cxn ang="0">
                      <a:pos x="1" y="0"/>
                    </a:cxn>
                    <a:cxn ang="0">
                      <a:pos x="1" y="0"/>
                    </a:cxn>
                    <a:cxn ang="0">
                      <a:pos x="1" y="2"/>
                    </a:cxn>
                    <a:cxn ang="0">
                      <a:pos x="2" y="0"/>
                    </a:cxn>
                    <a:cxn ang="0">
                      <a:pos x="4" y="0"/>
                    </a:cxn>
                    <a:cxn ang="0">
                      <a:pos x="4" y="0"/>
                    </a:cxn>
                    <a:cxn ang="0">
                      <a:pos x="4" y="0"/>
                    </a:cxn>
                    <a:cxn ang="0">
                      <a:pos x="4" y="0"/>
                    </a:cxn>
                    <a:cxn ang="0">
                      <a:pos x="4" y="2"/>
                    </a:cxn>
                    <a:cxn ang="0">
                      <a:pos x="4" y="2"/>
                    </a:cxn>
                    <a:cxn ang="0">
                      <a:pos x="2" y="0"/>
                    </a:cxn>
                    <a:cxn ang="0">
                      <a:pos x="2" y="0"/>
                    </a:cxn>
                    <a:cxn ang="0">
                      <a:pos x="2" y="2"/>
                    </a:cxn>
                    <a:cxn ang="0">
                      <a:pos x="2" y="0"/>
                    </a:cxn>
                    <a:cxn ang="0">
                      <a:pos x="4" y="0"/>
                    </a:cxn>
                    <a:cxn ang="0">
                      <a:pos x="4" y="0"/>
                    </a:cxn>
                    <a:cxn ang="0">
                      <a:pos x="4" y="0"/>
                    </a:cxn>
                    <a:cxn ang="0">
                      <a:pos x="2" y="0"/>
                    </a:cxn>
                    <a:cxn ang="0">
                      <a:pos x="5" y="0"/>
                    </a:cxn>
                    <a:cxn ang="0">
                      <a:pos x="5" y="0"/>
                    </a:cxn>
                    <a:cxn ang="0">
                      <a:pos x="5" y="2"/>
                    </a:cxn>
                    <a:cxn ang="0">
                      <a:pos x="5" y="2"/>
                    </a:cxn>
                    <a:cxn ang="0">
                      <a:pos x="4" y="2"/>
                    </a:cxn>
                    <a:cxn ang="0">
                      <a:pos x="4" y="0"/>
                    </a:cxn>
                    <a:cxn ang="0">
                      <a:pos x="4" y="0"/>
                    </a:cxn>
                    <a:cxn ang="0">
                      <a:pos x="5" y="2"/>
                    </a:cxn>
                    <a:cxn ang="0">
                      <a:pos x="5" y="2"/>
                    </a:cxn>
                    <a:cxn ang="0">
                      <a:pos x="5" y="0"/>
                    </a:cxn>
                    <a:cxn ang="0">
                      <a:pos x="6" y="2"/>
                    </a:cxn>
                    <a:cxn ang="0">
                      <a:pos x="8" y="2"/>
                    </a:cxn>
                    <a:cxn ang="0">
                      <a:pos x="8" y="2"/>
                    </a:cxn>
                    <a:cxn ang="0">
                      <a:pos x="6" y="2"/>
                    </a:cxn>
                    <a:cxn ang="0">
                      <a:pos x="8" y="2"/>
                    </a:cxn>
                    <a:cxn ang="0">
                      <a:pos x="9" y="0"/>
                    </a:cxn>
                    <a:cxn ang="0">
                      <a:pos x="9" y="0"/>
                    </a:cxn>
                    <a:cxn ang="0">
                      <a:pos x="8" y="2"/>
                    </a:cxn>
                    <a:cxn ang="0">
                      <a:pos x="8" y="2"/>
                    </a:cxn>
                    <a:cxn ang="0">
                      <a:pos x="10" y="0"/>
                    </a:cxn>
                    <a:cxn ang="0">
                      <a:pos x="10" y="2"/>
                    </a:cxn>
                  </a:cxnLst>
                  <a:rect l="0" t="0" r="r" b="b"/>
                  <a:pathLst>
                    <a:path w="10" h="2">
                      <a:moveTo>
                        <a:pt x="0" y="2"/>
                      </a:moveTo>
                      <a:lnTo>
                        <a:pt x="0"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2"/>
                      </a:lnTo>
                      <a:lnTo>
                        <a:pt x="1" y="2"/>
                      </a:lnTo>
                      <a:lnTo>
                        <a:pt x="1" y="2"/>
                      </a:lnTo>
                      <a:lnTo>
                        <a:pt x="1" y="2"/>
                      </a:lnTo>
                      <a:lnTo>
                        <a:pt x="1" y="2"/>
                      </a:lnTo>
                      <a:lnTo>
                        <a:pt x="1" y="2"/>
                      </a:lnTo>
                      <a:lnTo>
                        <a:pt x="1" y="2"/>
                      </a:lnTo>
                      <a:lnTo>
                        <a:pt x="1" y="2"/>
                      </a:lnTo>
                      <a:lnTo>
                        <a:pt x="1" y="2"/>
                      </a:lnTo>
                      <a:lnTo>
                        <a:pt x="0" y="2"/>
                      </a:lnTo>
                      <a:lnTo>
                        <a:pt x="0" y="2"/>
                      </a:lnTo>
                      <a:close/>
                      <a:moveTo>
                        <a:pt x="1" y="0"/>
                      </a:move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close/>
                      <a:moveTo>
                        <a:pt x="1" y="2"/>
                      </a:moveTo>
                      <a:lnTo>
                        <a:pt x="1" y="2"/>
                      </a:lnTo>
                      <a:lnTo>
                        <a:pt x="1" y="2"/>
                      </a:lnTo>
                      <a:lnTo>
                        <a:pt x="1" y="2"/>
                      </a:lnTo>
                      <a:lnTo>
                        <a:pt x="1" y="2"/>
                      </a:lnTo>
                      <a:lnTo>
                        <a:pt x="1" y="2"/>
                      </a:lnTo>
                      <a:lnTo>
                        <a:pt x="1" y="2"/>
                      </a:lnTo>
                      <a:lnTo>
                        <a:pt x="1" y="2"/>
                      </a:lnTo>
                      <a:lnTo>
                        <a:pt x="1" y="2"/>
                      </a:lnTo>
                      <a:lnTo>
                        <a:pt x="1" y="2"/>
                      </a:lnTo>
                      <a:lnTo>
                        <a:pt x="1" y="2"/>
                      </a:lnTo>
                      <a:lnTo>
                        <a:pt x="1" y="0"/>
                      </a:lnTo>
                      <a:lnTo>
                        <a:pt x="1" y="0"/>
                      </a:lnTo>
                      <a:lnTo>
                        <a:pt x="1" y="0"/>
                      </a:lnTo>
                      <a:lnTo>
                        <a:pt x="1" y="0"/>
                      </a:lnTo>
                      <a:lnTo>
                        <a:pt x="1" y="0"/>
                      </a:lnTo>
                      <a:lnTo>
                        <a:pt x="1" y="0"/>
                      </a:lnTo>
                      <a:lnTo>
                        <a:pt x="1" y="2"/>
                      </a:lnTo>
                      <a:lnTo>
                        <a:pt x="1" y="2"/>
                      </a:lnTo>
                      <a:close/>
                      <a:moveTo>
                        <a:pt x="2" y="2"/>
                      </a:moveTo>
                      <a:lnTo>
                        <a:pt x="2" y="0"/>
                      </a:lnTo>
                      <a:lnTo>
                        <a:pt x="2" y="0"/>
                      </a:lnTo>
                      <a:lnTo>
                        <a:pt x="2"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2"/>
                      </a:lnTo>
                      <a:lnTo>
                        <a:pt x="4" y="2"/>
                      </a:lnTo>
                      <a:lnTo>
                        <a:pt x="4" y="2"/>
                      </a:lnTo>
                      <a:lnTo>
                        <a:pt x="4" y="2"/>
                      </a:lnTo>
                      <a:lnTo>
                        <a:pt x="4" y="2"/>
                      </a:lnTo>
                      <a:lnTo>
                        <a:pt x="2" y="0"/>
                      </a:lnTo>
                      <a:lnTo>
                        <a:pt x="2" y="0"/>
                      </a:lnTo>
                      <a:lnTo>
                        <a:pt x="2" y="0"/>
                      </a:lnTo>
                      <a:lnTo>
                        <a:pt x="2" y="0"/>
                      </a:lnTo>
                      <a:lnTo>
                        <a:pt x="2" y="0"/>
                      </a:lnTo>
                      <a:lnTo>
                        <a:pt x="2" y="0"/>
                      </a:lnTo>
                      <a:lnTo>
                        <a:pt x="2" y="0"/>
                      </a:lnTo>
                      <a:lnTo>
                        <a:pt x="2" y="0"/>
                      </a:lnTo>
                      <a:lnTo>
                        <a:pt x="2" y="2"/>
                      </a:lnTo>
                      <a:lnTo>
                        <a:pt x="2" y="2"/>
                      </a:lnTo>
                      <a:lnTo>
                        <a:pt x="2" y="2"/>
                      </a:lnTo>
                      <a:close/>
                      <a:moveTo>
                        <a:pt x="2" y="0"/>
                      </a:moveTo>
                      <a:lnTo>
                        <a:pt x="2" y="0"/>
                      </a:lnTo>
                      <a:lnTo>
                        <a:pt x="2" y="0"/>
                      </a:lnTo>
                      <a:lnTo>
                        <a:pt x="4" y="0"/>
                      </a:lnTo>
                      <a:lnTo>
                        <a:pt x="4" y="0"/>
                      </a:lnTo>
                      <a:lnTo>
                        <a:pt x="4" y="0"/>
                      </a:lnTo>
                      <a:lnTo>
                        <a:pt x="4" y="0"/>
                      </a:lnTo>
                      <a:lnTo>
                        <a:pt x="4" y="0"/>
                      </a:lnTo>
                      <a:lnTo>
                        <a:pt x="4" y="0"/>
                      </a:lnTo>
                      <a:lnTo>
                        <a:pt x="4" y="0"/>
                      </a:lnTo>
                      <a:lnTo>
                        <a:pt x="4" y="0"/>
                      </a:lnTo>
                      <a:lnTo>
                        <a:pt x="2" y="0"/>
                      </a:lnTo>
                      <a:lnTo>
                        <a:pt x="2" y="0"/>
                      </a:lnTo>
                      <a:lnTo>
                        <a:pt x="2" y="0"/>
                      </a:lnTo>
                      <a:lnTo>
                        <a:pt x="2" y="0"/>
                      </a:lnTo>
                      <a:close/>
                      <a:moveTo>
                        <a:pt x="5" y="0"/>
                      </a:moveTo>
                      <a:lnTo>
                        <a:pt x="5" y="0"/>
                      </a:lnTo>
                      <a:lnTo>
                        <a:pt x="5" y="0"/>
                      </a:lnTo>
                      <a:lnTo>
                        <a:pt x="5" y="0"/>
                      </a:lnTo>
                      <a:lnTo>
                        <a:pt x="5" y="2"/>
                      </a:lnTo>
                      <a:lnTo>
                        <a:pt x="5" y="2"/>
                      </a:lnTo>
                      <a:lnTo>
                        <a:pt x="5" y="2"/>
                      </a:lnTo>
                      <a:lnTo>
                        <a:pt x="5" y="2"/>
                      </a:lnTo>
                      <a:lnTo>
                        <a:pt x="5" y="2"/>
                      </a:lnTo>
                      <a:lnTo>
                        <a:pt x="5" y="2"/>
                      </a:lnTo>
                      <a:lnTo>
                        <a:pt x="4" y="2"/>
                      </a:lnTo>
                      <a:lnTo>
                        <a:pt x="4" y="2"/>
                      </a:lnTo>
                      <a:lnTo>
                        <a:pt x="4" y="2"/>
                      </a:lnTo>
                      <a:lnTo>
                        <a:pt x="4" y="2"/>
                      </a:lnTo>
                      <a:lnTo>
                        <a:pt x="4" y="0"/>
                      </a:lnTo>
                      <a:lnTo>
                        <a:pt x="4" y="0"/>
                      </a:lnTo>
                      <a:lnTo>
                        <a:pt x="4" y="0"/>
                      </a:lnTo>
                      <a:lnTo>
                        <a:pt x="4" y="0"/>
                      </a:lnTo>
                      <a:lnTo>
                        <a:pt x="4" y="0"/>
                      </a:lnTo>
                      <a:lnTo>
                        <a:pt x="4" y="2"/>
                      </a:lnTo>
                      <a:lnTo>
                        <a:pt x="4" y="2"/>
                      </a:lnTo>
                      <a:lnTo>
                        <a:pt x="5" y="2"/>
                      </a:lnTo>
                      <a:lnTo>
                        <a:pt x="5" y="2"/>
                      </a:lnTo>
                      <a:lnTo>
                        <a:pt x="5" y="2"/>
                      </a:lnTo>
                      <a:lnTo>
                        <a:pt x="5" y="2"/>
                      </a:lnTo>
                      <a:lnTo>
                        <a:pt x="5" y="2"/>
                      </a:lnTo>
                      <a:lnTo>
                        <a:pt x="5" y="2"/>
                      </a:lnTo>
                      <a:lnTo>
                        <a:pt x="5" y="0"/>
                      </a:lnTo>
                      <a:lnTo>
                        <a:pt x="5" y="0"/>
                      </a:lnTo>
                      <a:lnTo>
                        <a:pt x="5" y="0"/>
                      </a:lnTo>
                      <a:close/>
                      <a:moveTo>
                        <a:pt x="6" y="2"/>
                      </a:moveTo>
                      <a:lnTo>
                        <a:pt x="6" y="0"/>
                      </a:lnTo>
                      <a:lnTo>
                        <a:pt x="6" y="0"/>
                      </a:lnTo>
                      <a:lnTo>
                        <a:pt x="8" y="2"/>
                      </a:lnTo>
                      <a:lnTo>
                        <a:pt x="8" y="0"/>
                      </a:lnTo>
                      <a:lnTo>
                        <a:pt x="8" y="0"/>
                      </a:lnTo>
                      <a:lnTo>
                        <a:pt x="8" y="2"/>
                      </a:lnTo>
                      <a:lnTo>
                        <a:pt x="8" y="2"/>
                      </a:lnTo>
                      <a:lnTo>
                        <a:pt x="6" y="0"/>
                      </a:lnTo>
                      <a:lnTo>
                        <a:pt x="6" y="2"/>
                      </a:lnTo>
                      <a:lnTo>
                        <a:pt x="6" y="2"/>
                      </a:lnTo>
                      <a:lnTo>
                        <a:pt x="6" y="2"/>
                      </a:lnTo>
                      <a:close/>
                      <a:moveTo>
                        <a:pt x="8" y="2"/>
                      </a:moveTo>
                      <a:lnTo>
                        <a:pt x="8" y="0"/>
                      </a:lnTo>
                      <a:lnTo>
                        <a:pt x="9" y="0"/>
                      </a:lnTo>
                      <a:lnTo>
                        <a:pt x="9" y="0"/>
                      </a:lnTo>
                      <a:lnTo>
                        <a:pt x="8" y="0"/>
                      </a:lnTo>
                      <a:lnTo>
                        <a:pt x="8" y="0"/>
                      </a:lnTo>
                      <a:lnTo>
                        <a:pt x="9" y="0"/>
                      </a:lnTo>
                      <a:lnTo>
                        <a:pt x="9" y="0"/>
                      </a:lnTo>
                      <a:lnTo>
                        <a:pt x="8" y="0"/>
                      </a:lnTo>
                      <a:lnTo>
                        <a:pt x="8" y="2"/>
                      </a:lnTo>
                      <a:lnTo>
                        <a:pt x="9" y="2"/>
                      </a:lnTo>
                      <a:lnTo>
                        <a:pt x="9" y="2"/>
                      </a:lnTo>
                      <a:lnTo>
                        <a:pt x="8" y="2"/>
                      </a:lnTo>
                      <a:lnTo>
                        <a:pt x="8" y="2"/>
                      </a:lnTo>
                      <a:close/>
                      <a:moveTo>
                        <a:pt x="10" y="2"/>
                      </a:moveTo>
                      <a:lnTo>
                        <a:pt x="10" y="0"/>
                      </a:lnTo>
                      <a:lnTo>
                        <a:pt x="10" y="0"/>
                      </a:lnTo>
                      <a:lnTo>
                        <a:pt x="10" y="2"/>
                      </a:lnTo>
                      <a:lnTo>
                        <a:pt x="10" y="2"/>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256" name="Freeform 8"/>
            <p:cNvSpPr>
              <a:spLocks/>
            </p:cNvSpPr>
            <p:nvPr/>
          </p:nvSpPr>
          <p:spPr bwMode="auto">
            <a:xfrm>
              <a:off x="6309212" y="3522965"/>
              <a:ext cx="781886" cy="875060"/>
            </a:xfrm>
            <a:custGeom>
              <a:avLst/>
              <a:gdLst/>
              <a:ahLst/>
              <a:cxnLst>
                <a:cxn ang="0">
                  <a:pos x="1348" y="816"/>
                </a:cxn>
                <a:cxn ang="0">
                  <a:pos x="1388" y="840"/>
                </a:cxn>
                <a:cxn ang="0">
                  <a:pos x="1461" y="880"/>
                </a:cxn>
                <a:cxn ang="0">
                  <a:pos x="1497" y="816"/>
                </a:cxn>
                <a:cxn ang="0">
                  <a:pos x="1537" y="640"/>
                </a:cxn>
                <a:cxn ang="0">
                  <a:pos x="1645" y="536"/>
                </a:cxn>
                <a:cxn ang="0">
                  <a:pos x="1593" y="520"/>
                </a:cxn>
                <a:cxn ang="0">
                  <a:pos x="1577" y="480"/>
                </a:cxn>
                <a:cxn ang="0">
                  <a:pos x="1573" y="448"/>
                </a:cxn>
                <a:cxn ang="0">
                  <a:pos x="1397" y="564"/>
                </a:cxn>
                <a:cxn ang="0">
                  <a:pos x="1368" y="608"/>
                </a:cxn>
                <a:cxn ang="0">
                  <a:pos x="1192" y="584"/>
                </a:cxn>
                <a:cxn ang="0">
                  <a:pos x="1152" y="584"/>
                </a:cxn>
                <a:cxn ang="0">
                  <a:pos x="1096" y="680"/>
                </a:cxn>
                <a:cxn ang="0">
                  <a:pos x="1016" y="664"/>
                </a:cxn>
                <a:cxn ang="0">
                  <a:pos x="932" y="624"/>
                </a:cxn>
                <a:cxn ang="0">
                  <a:pos x="856" y="616"/>
                </a:cxn>
                <a:cxn ang="0">
                  <a:pos x="704" y="544"/>
                </a:cxn>
                <a:cxn ang="0">
                  <a:pos x="656" y="380"/>
                </a:cxn>
                <a:cxn ang="0">
                  <a:pos x="616" y="300"/>
                </a:cxn>
                <a:cxn ang="0">
                  <a:pos x="640" y="316"/>
                </a:cxn>
                <a:cxn ang="0">
                  <a:pos x="652" y="200"/>
                </a:cxn>
                <a:cxn ang="0">
                  <a:pos x="708" y="156"/>
                </a:cxn>
                <a:cxn ang="0">
                  <a:pos x="564" y="112"/>
                </a:cxn>
                <a:cxn ang="0">
                  <a:pos x="452" y="4"/>
                </a:cxn>
                <a:cxn ang="0">
                  <a:pos x="372" y="24"/>
                </a:cxn>
                <a:cxn ang="0">
                  <a:pos x="300" y="76"/>
                </a:cxn>
                <a:cxn ang="0">
                  <a:pos x="380" y="124"/>
                </a:cxn>
                <a:cxn ang="0">
                  <a:pos x="400" y="284"/>
                </a:cxn>
                <a:cxn ang="0">
                  <a:pos x="396" y="356"/>
                </a:cxn>
                <a:cxn ang="0">
                  <a:pos x="324" y="476"/>
                </a:cxn>
                <a:cxn ang="0">
                  <a:pos x="160" y="584"/>
                </a:cxn>
                <a:cxn ang="0">
                  <a:pos x="132" y="676"/>
                </a:cxn>
                <a:cxn ang="0">
                  <a:pos x="152" y="732"/>
                </a:cxn>
                <a:cxn ang="0">
                  <a:pos x="36" y="840"/>
                </a:cxn>
                <a:cxn ang="0">
                  <a:pos x="4" y="864"/>
                </a:cxn>
                <a:cxn ang="0">
                  <a:pos x="16" y="868"/>
                </a:cxn>
                <a:cxn ang="0">
                  <a:pos x="40" y="944"/>
                </a:cxn>
                <a:cxn ang="0">
                  <a:pos x="244" y="960"/>
                </a:cxn>
                <a:cxn ang="0">
                  <a:pos x="272" y="1000"/>
                </a:cxn>
                <a:cxn ang="0">
                  <a:pos x="260" y="1164"/>
                </a:cxn>
                <a:cxn ang="0">
                  <a:pos x="264" y="1188"/>
                </a:cxn>
                <a:cxn ang="0">
                  <a:pos x="368" y="1500"/>
                </a:cxn>
                <a:cxn ang="0">
                  <a:pos x="428" y="1628"/>
                </a:cxn>
                <a:cxn ang="0">
                  <a:pos x="592" y="1792"/>
                </a:cxn>
                <a:cxn ang="0">
                  <a:pos x="664" y="1708"/>
                </a:cxn>
                <a:cxn ang="0">
                  <a:pos x="700" y="1604"/>
                </a:cxn>
                <a:cxn ang="0">
                  <a:pos x="716" y="1504"/>
                </a:cxn>
                <a:cxn ang="0">
                  <a:pos x="772" y="1372"/>
                </a:cxn>
                <a:cxn ang="0">
                  <a:pos x="908" y="1256"/>
                </a:cxn>
                <a:cxn ang="0">
                  <a:pos x="984" y="1176"/>
                </a:cxn>
                <a:cxn ang="0">
                  <a:pos x="1116" y="1052"/>
                </a:cxn>
                <a:cxn ang="0">
                  <a:pos x="1172" y="972"/>
                </a:cxn>
                <a:cxn ang="0">
                  <a:pos x="1216" y="896"/>
                </a:cxn>
                <a:cxn ang="0">
                  <a:pos x="1188" y="856"/>
                </a:cxn>
                <a:cxn ang="0">
                  <a:pos x="1160" y="796"/>
                </a:cxn>
                <a:cxn ang="0">
                  <a:pos x="1156" y="716"/>
                </a:cxn>
                <a:cxn ang="0">
                  <a:pos x="1208" y="684"/>
                </a:cxn>
                <a:cxn ang="0">
                  <a:pos x="1240" y="692"/>
                </a:cxn>
                <a:cxn ang="0">
                  <a:pos x="1397" y="756"/>
                </a:cxn>
              </a:cxnLst>
              <a:rect l="0" t="0" r="r" b="b"/>
              <a:pathLst>
                <a:path w="1645" h="1841">
                  <a:moveTo>
                    <a:pt x="1397" y="756"/>
                  </a:moveTo>
                  <a:cubicBezTo>
                    <a:pt x="1390" y="783"/>
                    <a:pt x="1387" y="808"/>
                    <a:pt x="1348" y="816"/>
                  </a:cubicBezTo>
                  <a:cubicBezTo>
                    <a:pt x="1326" y="844"/>
                    <a:pt x="1342" y="872"/>
                    <a:pt x="1364" y="892"/>
                  </a:cubicBezTo>
                  <a:cubicBezTo>
                    <a:pt x="1380" y="883"/>
                    <a:pt x="1374" y="851"/>
                    <a:pt x="1388" y="840"/>
                  </a:cubicBezTo>
                  <a:cubicBezTo>
                    <a:pt x="1430" y="878"/>
                    <a:pt x="1396" y="933"/>
                    <a:pt x="1445" y="960"/>
                  </a:cubicBezTo>
                  <a:cubicBezTo>
                    <a:pt x="1464" y="931"/>
                    <a:pt x="1433" y="895"/>
                    <a:pt x="1461" y="880"/>
                  </a:cubicBezTo>
                  <a:cubicBezTo>
                    <a:pt x="1453" y="857"/>
                    <a:pt x="1468" y="838"/>
                    <a:pt x="1449" y="812"/>
                  </a:cubicBezTo>
                  <a:cubicBezTo>
                    <a:pt x="1470" y="816"/>
                    <a:pt x="1473" y="814"/>
                    <a:pt x="1497" y="816"/>
                  </a:cubicBezTo>
                  <a:cubicBezTo>
                    <a:pt x="1504" y="788"/>
                    <a:pt x="1528" y="764"/>
                    <a:pt x="1513" y="736"/>
                  </a:cubicBezTo>
                  <a:cubicBezTo>
                    <a:pt x="1532" y="714"/>
                    <a:pt x="1540" y="674"/>
                    <a:pt x="1537" y="640"/>
                  </a:cubicBezTo>
                  <a:cubicBezTo>
                    <a:pt x="1568" y="624"/>
                    <a:pt x="1604" y="554"/>
                    <a:pt x="1633" y="596"/>
                  </a:cubicBezTo>
                  <a:cubicBezTo>
                    <a:pt x="1637" y="580"/>
                    <a:pt x="1614" y="559"/>
                    <a:pt x="1645" y="536"/>
                  </a:cubicBezTo>
                  <a:cubicBezTo>
                    <a:pt x="1645" y="529"/>
                    <a:pt x="1640" y="527"/>
                    <a:pt x="1641" y="520"/>
                  </a:cubicBezTo>
                  <a:cubicBezTo>
                    <a:pt x="1619" y="521"/>
                    <a:pt x="1616" y="509"/>
                    <a:pt x="1593" y="520"/>
                  </a:cubicBezTo>
                  <a:cubicBezTo>
                    <a:pt x="1587" y="513"/>
                    <a:pt x="1595" y="496"/>
                    <a:pt x="1601" y="488"/>
                  </a:cubicBezTo>
                  <a:cubicBezTo>
                    <a:pt x="1595" y="475"/>
                    <a:pt x="1592" y="478"/>
                    <a:pt x="1577" y="480"/>
                  </a:cubicBezTo>
                  <a:cubicBezTo>
                    <a:pt x="1578" y="472"/>
                    <a:pt x="1585" y="470"/>
                    <a:pt x="1585" y="460"/>
                  </a:cubicBezTo>
                  <a:cubicBezTo>
                    <a:pt x="1577" y="468"/>
                    <a:pt x="1574" y="457"/>
                    <a:pt x="1573" y="448"/>
                  </a:cubicBezTo>
                  <a:cubicBezTo>
                    <a:pt x="1541" y="471"/>
                    <a:pt x="1523" y="494"/>
                    <a:pt x="1493" y="464"/>
                  </a:cubicBezTo>
                  <a:cubicBezTo>
                    <a:pt x="1472" y="506"/>
                    <a:pt x="1407" y="525"/>
                    <a:pt x="1397" y="564"/>
                  </a:cubicBezTo>
                  <a:cubicBezTo>
                    <a:pt x="1383" y="568"/>
                    <a:pt x="1366" y="584"/>
                    <a:pt x="1340" y="580"/>
                  </a:cubicBezTo>
                  <a:cubicBezTo>
                    <a:pt x="1335" y="604"/>
                    <a:pt x="1361" y="597"/>
                    <a:pt x="1368" y="608"/>
                  </a:cubicBezTo>
                  <a:cubicBezTo>
                    <a:pt x="1362" y="619"/>
                    <a:pt x="1370" y="628"/>
                    <a:pt x="1372" y="636"/>
                  </a:cubicBezTo>
                  <a:cubicBezTo>
                    <a:pt x="1300" y="649"/>
                    <a:pt x="1169" y="688"/>
                    <a:pt x="1192" y="584"/>
                  </a:cubicBezTo>
                  <a:cubicBezTo>
                    <a:pt x="1189" y="582"/>
                    <a:pt x="1185" y="580"/>
                    <a:pt x="1184" y="576"/>
                  </a:cubicBezTo>
                  <a:cubicBezTo>
                    <a:pt x="1166" y="571"/>
                    <a:pt x="1169" y="587"/>
                    <a:pt x="1152" y="584"/>
                  </a:cubicBezTo>
                  <a:cubicBezTo>
                    <a:pt x="1154" y="612"/>
                    <a:pt x="1147" y="653"/>
                    <a:pt x="1156" y="676"/>
                  </a:cubicBezTo>
                  <a:cubicBezTo>
                    <a:pt x="1154" y="693"/>
                    <a:pt x="1104" y="693"/>
                    <a:pt x="1096" y="680"/>
                  </a:cubicBezTo>
                  <a:cubicBezTo>
                    <a:pt x="1073" y="699"/>
                    <a:pt x="1048" y="668"/>
                    <a:pt x="1028" y="680"/>
                  </a:cubicBezTo>
                  <a:cubicBezTo>
                    <a:pt x="1027" y="674"/>
                    <a:pt x="1023" y="673"/>
                    <a:pt x="1016" y="664"/>
                  </a:cubicBezTo>
                  <a:cubicBezTo>
                    <a:pt x="1010" y="664"/>
                    <a:pt x="1006" y="667"/>
                    <a:pt x="1004" y="672"/>
                  </a:cubicBezTo>
                  <a:cubicBezTo>
                    <a:pt x="978" y="661"/>
                    <a:pt x="961" y="628"/>
                    <a:pt x="932" y="624"/>
                  </a:cubicBezTo>
                  <a:cubicBezTo>
                    <a:pt x="906" y="620"/>
                    <a:pt x="889" y="645"/>
                    <a:pt x="868" y="632"/>
                  </a:cubicBezTo>
                  <a:cubicBezTo>
                    <a:pt x="864" y="629"/>
                    <a:pt x="862" y="618"/>
                    <a:pt x="856" y="616"/>
                  </a:cubicBezTo>
                  <a:cubicBezTo>
                    <a:pt x="843" y="610"/>
                    <a:pt x="823" y="612"/>
                    <a:pt x="812" y="608"/>
                  </a:cubicBezTo>
                  <a:cubicBezTo>
                    <a:pt x="776" y="592"/>
                    <a:pt x="753" y="561"/>
                    <a:pt x="704" y="544"/>
                  </a:cubicBezTo>
                  <a:cubicBezTo>
                    <a:pt x="725" y="503"/>
                    <a:pt x="718" y="473"/>
                    <a:pt x="760" y="456"/>
                  </a:cubicBezTo>
                  <a:cubicBezTo>
                    <a:pt x="721" y="430"/>
                    <a:pt x="691" y="420"/>
                    <a:pt x="656" y="380"/>
                  </a:cubicBezTo>
                  <a:cubicBezTo>
                    <a:pt x="647" y="378"/>
                    <a:pt x="648" y="387"/>
                    <a:pt x="636" y="384"/>
                  </a:cubicBezTo>
                  <a:cubicBezTo>
                    <a:pt x="638" y="367"/>
                    <a:pt x="618" y="315"/>
                    <a:pt x="616" y="300"/>
                  </a:cubicBezTo>
                  <a:cubicBezTo>
                    <a:pt x="622" y="300"/>
                    <a:pt x="628" y="301"/>
                    <a:pt x="628" y="296"/>
                  </a:cubicBezTo>
                  <a:cubicBezTo>
                    <a:pt x="639" y="296"/>
                    <a:pt x="635" y="311"/>
                    <a:pt x="640" y="316"/>
                  </a:cubicBezTo>
                  <a:cubicBezTo>
                    <a:pt x="659" y="317"/>
                    <a:pt x="657" y="298"/>
                    <a:pt x="676" y="300"/>
                  </a:cubicBezTo>
                  <a:cubicBezTo>
                    <a:pt x="674" y="249"/>
                    <a:pt x="622" y="243"/>
                    <a:pt x="652" y="200"/>
                  </a:cubicBezTo>
                  <a:cubicBezTo>
                    <a:pt x="657" y="203"/>
                    <a:pt x="663" y="205"/>
                    <a:pt x="672" y="204"/>
                  </a:cubicBezTo>
                  <a:cubicBezTo>
                    <a:pt x="670" y="174"/>
                    <a:pt x="695" y="175"/>
                    <a:pt x="708" y="156"/>
                  </a:cubicBezTo>
                  <a:cubicBezTo>
                    <a:pt x="727" y="129"/>
                    <a:pt x="724" y="86"/>
                    <a:pt x="668" y="80"/>
                  </a:cubicBezTo>
                  <a:cubicBezTo>
                    <a:pt x="641" y="77"/>
                    <a:pt x="594" y="113"/>
                    <a:pt x="564" y="112"/>
                  </a:cubicBezTo>
                  <a:cubicBezTo>
                    <a:pt x="567" y="105"/>
                    <a:pt x="552" y="83"/>
                    <a:pt x="536" y="96"/>
                  </a:cubicBezTo>
                  <a:cubicBezTo>
                    <a:pt x="529" y="61"/>
                    <a:pt x="470" y="43"/>
                    <a:pt x="452" y="4"/>
                  </a:cubicBezTo>
                  <a:cubicBezTo>
                    <a:pt x="419" y="0"/>
                    <a:pt x="395" y="15"/>
                    <a:pt x="368" y="12"/>
                  </a:cubicBezTo>
                  <a:cubicBezTo>
                    <a:pt x="370" y="15"/>
                    <a:pt x="372" y="18"/>
                    <a:pt x="372" y="24"/>
                  </a:cubicBezTo>
                  <a:cubicBezTo>
                    <a:pt x="357" y="27"/>
                    <a:pt x="353" y="19"/>
                    <a:pt x="340" y="20"/>
                  </a:cubicBezTo>
                  <a:cubicBezTo>
                    <a:pt x="330" y="41"/>
                    <a:pt x="299" y="42"/>
                    <a:pt x="300" y="76"/>
                  </a:cubicBezTo>
                  <a:cubicBezTo>
                    <a:pt x="326" y="79"/>
                    <a:pt x="333" y="102"/>
                    <a:pt x="360" y="104"/>
                  </a:cubicBezTo>
                  <a:cubicBezTo>
                    <a:pt x="360" y="113"/>
                    <a:pt x="365" y="133"/>
                    <a:pt x="380" y="124"/>
                  </a:cubicBezTo>
                  <a:cubicBezTo>
                    <a:pt x="384" y="143"/>
                    <a:pt x="366" y="155"/>
                    <a:pt x="344" y="168"/>
                  </a:cubicBezTo>
                  <a:cubicBezTo>
                    <a:pt x="350" y="210"/>
                    <a:pt x="328" y="270"/>
                    <a:pt x="400" y="284"/>
                  </a:cubicBezTo>
                  <a:cubicBezTo>
                    <a:pt x="411" y="298"/>
                    <a:pt x="420" y="315"/>
                    <a:pt x="444" y="316"/>
                  </a:cubicBezTo>
                  <a:cubicBezTo>
                    <a:pt x="448" y="343"/>
                    <a:pt x="407" y="328"/>
                    <a:pt x="396" y="356"/>
                  </a:cubicBezTo>
                  <a:cubicBezTo>
                    <a:pt x="407" y="376"/>
                    <a:pt x="393" y="377"/>
                    <a:pt x="400" y="396"/>
                  </a:cubicBezTo>
                  <a:cubicBezTo>
                    <a:pt x="371" y="419"/>
                    <a:pt x="362" y="461"/>
                    <a:pt x="324" y="476"/>
                  </a:cubicBezTo>
                  <a:cubicBezTo>
                    <a:pt x="328" y="497"/>
                    <a:pt x="311" y="497"/>
                    <a:pt x="316" y="512"/>
                  </a:cubicBezTo>
                  <a:cubicBezTo>
                    <a:pt x="275" y="534"/>
                    <a:pt x="211" y="651"/>
                    <a:pt x="160" y="584"/>
                  </a:cubicBezTo>
                  <a:cubicBezTo>
                    <a:pt x="130" y="601"/>
                    <a:pt x="100" y="620"/>
                    <a:pt x="96" y="664"/>
                  </a:cubicBezTo>
                  <a:cubicBezTo>
                    <a:pt x="108" y="668"/>
                    <a:pt x="114" y="678"/>
                    <a:pt x="132" y="676"/>
                  </a:cubicBezTo>
                  <a:cubicBezTo>
                    <a:pt x="130" y="700"/>
                    <a:pt x="130" y="694"/>
                    <a:pt x="128" y="724"/>
                  </a:cubicBezTo>
                  <a:cubicBezTo>
                    <a:pt x="135" y="726"/>
                    <a:pt x="146" y="743"/>
                    <a:pt x="152" y="732"/>
                  </a:cubicBezTo>
                  <a:cubicBezTo>
                    <a:pt x="160" y="749"/>
                    <a:pt x="178" y="797"/>
                    <a:pt x="180" y="820"/>
                  </a:cubicBezTo>
                  <a:cubicBezTo>
                    <a:pt x="148" y="847"/>
                    <a:pt x="49" y="806"/>
                    <a:pt x="36" y="840"/>
                  </a:cubicBezTo>
                  <a:cubicBezTo>
                    <a:pt x="20" y="839"/>
                    <a:pt x="7" y="840"/>
                    <a:pt x="0" y="848"/>
                  </a:cubicBezTo>
                  <a:cubicBezTo>
                    <a:pt x="3" y="852"/>
                    <a:pt x="4" y="857"/>
                    <a:pt x="4" y="864"/>
                  </a:cubicBezTo>
                  <a:cubicBezTo>
                    <a:pt x="11" y="858"/>
                    <a:pt x="20" y="853"/>
                    <a:pt x="28" y="848"/>
                  </a:cubicBezTo>
                  <a:cubicBezTo>
                    <a:pt x="38" y="853"/>
                    <a:pt x="16" y="860"/>
                    <a:pt x="16" y="868"/>
                  </a:cubicBezTo>
                  <a:cubicBezTo>
                    <a:pt x="34" y="918"/>
                    <a:pt x="100" y="933"/>
                    <a:pt x="132" y="908"/>
                  </a:cubicBezTo>
                  <a:cubicBezTo>
                    <a:pt x="119" y="950"/>
                    <a:pt x="67" y="947"/>
                    <a:pt x="40" y="944"/>
                  </a:cubicBezTo>
                  <a:cubicBezTo>
                    <a:pt x="69" y="990"/>
                    <a:pt x="104" y="1033"/>
                    <a:pt x="136" y="1056"/>
                  </a:cubicBezTo>
                  <a:cubicBezTo>
                    <a:pt x="194" y="1068"/>
                    <a:pt x="256" y="1017"/>
                    <a:pt x="244" y="960"/>
                  </a:cubicBezTo>
                  <a:cubicBezTo>
                    <a:pt x="258" y="968"/>
                    <a:pt x="256" y="985"/>
                    <a:pt x="256" y="1000"/>
                  </a:cubicBezTo>
                  <a:cubicBezTo>
                    <a:pt x="267" y="1000"/>
                    <a:pt x="264" y="1007"/>
                    <a:pt x="272" y="1000"/>
                  </a:cubicBezTo>
                  <a:cubicBezTo>
                    <a:pt x="248" y="1029"/>
                    <a:pt x="263" y="1038"/>
                    <a:pt x="272" y="1068"/>
                  </a:cubicBezTo>
                  <a:cubicBezTo>
                    <a:pt x="253" y="1103"/>
                    <a:pt x="261" y="1141"/>
                    <a:pt x="260" y="1164"/>
                  </a:cubicBezTo>
                  <a:cubicBezTo>
                    <a:pt x="261" y="1169"/>
                    <a:pt x="268" y="1167"/>
                    <a:pt x="272" y="1168"/>
                  </a:cubicBezTo>
                  <a:cubicBezTo>
                    <a:pt x="276" y="1181"/>
                    <a:pt x="266" y="1180"/>
                    <a:pt x="264" y="1188"/>
                  </a:cubicBezTo>
                  <a:cubicBezTo>
                    <a:pt x="288" y="1257"/>
                    <a:pt x="288" y="1338"/>
                    <a:pt x="320" y="1400"/>
                  </a:cubicBezTo>
                  <a:cubicBezTo>
                    <a:pt x="336" y="1430"/>
                    <a:pt x="360" y="1461"/>
                    <a:pt x="368" y="1500"/>
                  </a:cubicBezTo>
                  <a:cubicBezTo>
                    <a:pt x="370" y="1508"/>
                    <a:pt x="366" y="1517"/>
                    <a:pt x="368" y="1524"/>
                  </a:cubicBezTo>
                  <a:cubicBezTo>
                    <a:pt x="378" y="1560"/>
                    <a:pt x="408" y="1590"/>
                    <a:pt x="428" y="1628"/>
                  </a:cubicBezTo>
                  <a:cubicBezTo>
                    <a:pt x="460" y="1686"/>
                    <a:pt x="465" y="1836"/>
                    <a:pt x="544" y="1840"/>
                  </a:cubicBezTo>
                  <a:cubicBezTo>
                    <a:pt x="566" y="1841"/>
                    <a:pt x="595" y="1825"/>
                    <a:pt x="592" y="1792"/>
                  </a:cubicBezTo>
                  <a:cubicBezTo>
                    <a:pt x="609" y="1779"/>
                    <a:pt x="625" y="1774"/>
                    <a:pt x="644" y="1772"/>
                  </a:cubicBezTo>
                  <a:cubicBezTo>
                    <a:pt x="632" y="1753"/>
                    <a:pt x="669" y="1729"/>
                    <a:pt x="664" y="1708"/>
                  </a:cubicBezTo>
                  <a:cubicBezTo>
                    <a:pt x="687" y="1705"/>
                    <a:pt x="681" y="1708"/>
                    <a:pt x="704" y="1704"/>
                  </a:cubicBezTo>
                  <a:cubicBezTo>
                    <a:pt x="705" y="1662"/>
                    <a:pt x="690" y="1634"/>
                    <a:pt x="700" y="1604"/>
                  </a:cubicBezTo>
                  <a:cubicBezTo>
                    <a:pt x="703" y="1595"/>
                    <a:pt x="729" y="1572"/>
                    <a:pt x="712" y="1568"/>
                  </a:cubicBezTo>
                  <a:cubicBezTo>
                    <a:pt x="730" y="1563"/>
                    <a:pt x="745" y="1507"/>
                    <a:pt x="716" y="1504"/>
                  </a:cubicBezTo>
                  <a:cubicBezTo>
                    <a:pt x="717" y="1499"/>
                    <a:pt x="724" y="1501"/>
                    <a:pt x="728" y="1500"/>
                  </a:cubicBezTo>
                  <a:cubicBezTo>
                    <a:pt x="712" y="1458"/>
                    <a:pt x="705" y="1347"/>
                    <a:pt x="772" y="1372"/>
                  </a:cubicBezTo>
                  <a:cubicBezTo>
                    <a:pt x="784" y="1327"/>
                    <a:pt x="827" y="1337"/>
                    <a:pt x="860" y="1316"/>
                  </a:cubicBezTo>
                  <a:cubicBezTo>
                    <a:pt x="841" y="1283"/>
                    <a:pt x="884" y="1280"/>
                    <a:pt x="908" y="1256"/>
                  </a:cubicBezTo>
                  <a:cubicBezTo>
                    <a:pt x="919" y="1246"/>
                    <a:pt x="924" y="1229"/>
                    <a:pt x="928" y="1224"/>
                  </a:cubicBezTo>
                  <a:cubicBezTo>
                    <a:pt x="947" y="1206"/>
                    <a:pt x="968" y="1197"/>
                    <a:pt x="984" y="1176"/>
                  </a:cubicBezTo>
                  <a:cubicBezTo>
                    <a:pt x="1015" y="1138"/>
                    <a:pt x="1017" y="1115"/>
                    <a:pt x="1032" y="1112"/>
                  </a:cubicBezTo>
                  <a:cubicBezTo>
                    <a:pt x="1060" y="1106"/>
                    <a:pt x="1113" y="1100"/>
                    <a:pt x="1116" y="1052"/>
                  </a:cubicBezTo>
                  <a:cubicBezTo>
                    <a:pt x="1117" y="1042"/>
                    <a:pt x="1106" y="1033"/>
                    <a:pt x="1108" y="1020"/>
                  </a:cubicBezTo>
                  <a:cubicBezTo>
                    <a:pt x="1132" y="993"/>
                    <a:pt x="1158" y="1009"/>
                    <a:pt x="1172" y="972"/>
                  </a:cubicBezTo>
                  <a:cubicBezTo>
                    <a:pt x="1189" y="992"/>
                    <a:pt x="1206" y="972"/>
                    <a:pt x="1224" y="972"/>
                  </a:cubicBezTo>
                  <a:cubicBezTo>
                    <a:pt x="1224" y="937"/>
                    <a:pt x="1204" y="918"/>
                    <a:pt x="1216" y="896"/>
                  </a:cubicBezTo>
                  <a:cubicBezTo>
                    <a:pt x="1215" y="889"/>
                    <a:pt x="1210" y="887"/>
                    <a:pt x="1200" y="888"/>
                  </a:cubicBezTo>
                  <a:cubicBezTo>
                    <a:pt x="1205" y="869"/>
                    <a:pt x="1194" y="865"/>
                    <a:pt x="1188" y="856"/>
                  </a:cubicBezTo>
                  <a:cubicBezTo>
                    <a:pt x="1190" y="843"/>
                    <a:pt x="1200" y="838"/>
                    <a:pt x="1196" y="820"/>
                  </a:cubicBezTo>
                  <a:cubicBezTo>
                    <a:pt x="1181" y="816"/>
                    <a:pt x="1167" y="810"/>
                    <a:pt x="1160" y="796"/>
                  </a:cubicBezTo>
                  <a:cubicBezTo>
                    <a:pt x="1168" y="775"/>
                    <a:pt x="1185" y="765"/>
                    <a:pt x="1204" y="756"/>
                  </a:cubicBezTo>
                  <a:cubicBezTo>
                    <a:pt x="1190" y="735"/>
                    <a:pt x="1174" y="737"/>
                    <a:pt x="1156" y="716"/>
                  </a:cubicBezTo>
                  <a:cubicBezTo>
                    <a:pt x="1157" y="700"/>
                    <a:pt x="1181" y="692"/>
                    <a:pt x="1168" y="676"/>
                  </a:cubicBezTo>
                  <a:cubicBezTo>
                    <a:pt x="1185" y="681"/>
                    <a:pt x="1189" y="696"/>
                    <a:pt x="1208" y="684"/>
                  </a:cubicBezTo>
                  <a:cubicBezTo>
                    <a:pt x="1214" y="692"/>
                    <a:pt x="1221" y="698"/>
                    <a:pt x="1228" y="704"/>
                  </a:cubicBezTo>
                  <a:cubicBezTo>
                    <a:pt x="1237" y="705"/>
                    <a:pt x="1241" y="701"/>
                    <a:pt x="1240" y="692"/>
                  </a:cubicBezTo>
                  <a:cubicBezTo>
                    <a:pt x="1257" y="701"/>
                    <a:pt x="1253" y="728"/>
                    <a:pt x="1252" y="740"/>
                  </a:cubicBezTo>
                  <a:cubicBezTo>
                    <a:pt x="1316" y="772"/>
                    <a:pt x="1339" y="740"/>
                    <a:pt x="1397" y="756"/>
                  </a:cubicBez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55" name="TextBox 254">
            <a:extLst>
              <a:ext uri="{FF2B5EF4-FFF2-40B4-BE49-F238E27FC236}">
                <a16:creationId xmlns:a16="http://schemas.microsoft.com/office/drawing/2014/main" id="{5E5F72EA-81C7-4196-997D-5069E1C3C5DA}"/>
              </a:ext>
            </a:extLst>
          </p:cNvPr>
          <p:cNvSpPr txBox="1"/>
          <p:nvPr/>
        </p:nvSpPr>
        <p:spPr>
          <a:xfrm>
            <a:off x="3164657" y="2479396"/>
            <a:ext cx="1759974" cy="215444"/>
          </a:xfrm>
          <a:prstGeom prst="rect">
            <a:avLst/>
          </a:prstGeom>
          <a:noFill/>
        </p:spPr>
        <p:txBody>
          <a:bodyPr wrap="square" lIns="36000" rtlCol="0">
            <a:spAutoFit/>
          </a:bodyPr>
          <a:lstStyle/>
          <a:p>
            <a:r>
              <a:rPr lang="en-GB" sz="800" b="1"/>
              <a:t>US and Canada</a:t>
            </a:r>
          </a:p>
        </p:txBody>
      </p:sp>
      <p:cxnSp>
        <p:nvCxnSpPr>
          <p:cNvPr id="258" name="Straight Connector 257">
            <a:extLst>
              <a:ext uri="{FF2B5EF4-FFF2-40B4-BE49-F238E27FC236}">
                <a16:creationId xmlns:a16="http://schemas.microsoft.com/office/drawing/2014/main" id="{0890F299-D277-4BD9-990E-4B3E9991F55D}"/>
              </a:ext>
            </a:extLst>
          </p:cNvPr>
          <p:cNvCxnSpPr>
            <a:cxnSpLocks/>
            <a:stCxn id="255" idx="1"/>
          </p:cNvCxnSpPr>
          <p:nvPr/>
        </p:nvCxnSpPr>
        <p:spPr>
          <a:xfrm flipH="1">
            <a:off x="2977844" y="2587118"/>
            <a:ext cx="186813" cy="0"/>
          </a:xfrm>
          <a:prstGeom prst="line">
            <a:avLst/>
          </a:prstGeom>
        </p:spPr>
        <p:style>
          <a:lnRef idx="3">
            <a:schemeClr val="dk1"/>
          </a:lnRef>
          <a:fillRef idx="0">
            <a:schemeClr val="dk1"/>
          </a:fillRef>
          <a:effectRef idx="2">
            <a:schemeClr val="dk1"/>
          </a:effectRef>
          <a:fontRef idx="minor">
            <a:schemeClr val="tx1"/>
          </a:fontRef>
        </p:style>
      </p:cxnSp>
      <p:cxnSp>
        <p:nvCxnSpPr>
          <p:cNvPr id="259" name="Straight Connector 258">
            <a:extLst>
              <a:ext uri="{FF2B5EF4-FFF2-40B4-BE49-F238E27FC236}">
                <a16:creationId xmlns:a16="http://schemas.microsoft.com/office/drawing/2014/main" id="{1D171A55-FEFB-4C9F-BC48-1A5F8DEF3A1F}"/>
              </a:ext>
            </a:extLst>
          </p:cNvPr>
          <p:cNvCxnSpPr>
            <a:cxnSpLocks/>
          </p:cNvCxnSpPr>
          <p:nvPr/>
        </p:nvCxnSpPr>
        <p:spPr>
          <a:xfrm>
            <a:off x="2984035" y="2585485"/>
            <a:ext cx="0" cy="381472"/>
          </a:xfrm>
          <a:prstGeom prst="line">
            <a:avLst/>
          </a:prstGeom>
        </p:spPr>
        <p:style>
          <a:lnRef idx="3">
            <a:schemeClr val="dk1"/>
          </a:lnRef>
          <a:fillRef idx="0">
            <a:schemeClr val="dk1"/>
          </a:fillRef>
          <a:effectRef idx="2">
            <a:schemeClr val="dk1"/>
          </a:effectRef>
          <a:fontRef idx="minor">
            <a:schemeClr val="tx1"/>
          </a:fontRef>
        </p:style>
      </p:cxnSp>
      <p:sp>
        <p:nvSpPr>
          <p:cNvPr id="251" name="TextBox 250">
            <a:extLst>
              <a:ext uri="{FF2B5EF4-FFF2-40B4-BE49-F238E27FC236}">
                <a16:creationId xmlns:a16="http://schemas.microsoft.com/office/drawing/2014/main" id="{63B60A63-ACD1-4130-BB7F-2EBC64078367}"/>
              </a:ext>
            </a:extLst>
          </p:cNvPr>
          <p:cNvSpPr txBox="1"/>
          <p:nvPr/>
        </p:nvSpPr>
        <p:spPr>
          <a:xfrm>
            <a:off x="3071250" y="2636114"/>
            <a:ext cx="1356851" cy="338554"/>
          </a:xfrm>
          <a:prstGeom prst="rect">
            <a:avLst/>
          </a:prstGeom>
          <a:noFill/>
        </p:spPr>
        <p:txBody>
          <a:bodyPr wrap="square" rtlCol="0">
            <a:spAutoFit/>
          </a:bodyPr>
          <a:lstStyle/>
          <a:p>
            <a:r>
              <a:rPr lang="en-GB" sz="1600" b="1">
                <a:solidFill>
                  <a:srgbClr val="0070AD"/>
                </a:solidFill>
              </a:rPr>
              <a:t>52%</a:t>
            </a:r>
          </a:p>
        </p:txBody>
      </p:sp>
      <p:graphicFrame>
        <p:nvGraphicFramePr>
          <p:cNvPr id="260" name="Table 13">
            <a:extLst>
              <a:ext uri="{FF2B5EF4-FFF2-40B4-BE49-F238E27FC236}">
                <a16:creationId xmlns:a16="http://schemas.microsoft.com/office/drawing/2014/main" id="{65A5AB39-4DFA-4978-B1FE-DFD73B221EA7}"/>
              </a:ext>
            </a:extLst>
          </p:cNvPr>
          <p:cNvGraphicFramePr>
            <a:graphicFrameLocks noGrp="1"/>
          </p:cNvGraphicFramePr>
          <p:nvPr/>
        </p:nvGraphicFramePr>
        <p:xfrm>
          <a:off x="2786202" y="2960066"/>
          <a:ext cx="2354683" cy="947520"/>
        </p:xfrm>
        <a:graphic>
          <a:graphicData uri="http://schemas.openxmlformats.org/drawingml/2006/table">
            <a:tbl>
              <a:tblPr firstRow="1" bandRow="1">
                <a:tableStyleId>{2D5ABB26-0587-4C30-8999-92F81FD0307C}</a:tableStyleId>
              </a:tblPr>
              <a:tblGrid>
                <a:gridCol w="524468">
                  <a:extLst>
                    <a:ext uri="{9D8B030D-6E8A-4147-A177-3AD203B41FA5}">
                      <a16:colId xmlns:a16="http://schemas.microsoft.com/office/drawing/2014/main" val="31533375"/>
                    </a:ext>
                  </a:extLst>
                </a:gridCol>
                <a:gridCol w="1830215">
                  <a:extLst>
                    <a:ext uri="{9D8B030D-6E8A-4147-A177-3AD203B41FA5}">
                      <a16:colId xmlns:a16="http://schemas.microsoft.com/office/drawing/2014/main" val="542574644"/>
                    </a:ext>
                  </a:extLst>
                </a:gridCol>
              </a:tblGrid>
              <a:tr h="0">
                <a:tc>
                  <a:txBody>
                    <a:bodyPr/>
                    <a:lstStyle/>
                    <a:p>
                      <a:pPr algn="r"/>
                      <a:r>
                        <a:rPr lang="en-GB" sz="800"/>
                        <a:t>21%</a:t>
                      </a:r>
                    </a:p>
                  </a:txBody>
                  <a:tcPr marT="18000" marB="18000" anchor="ctr"/>
                </a:tc>
                <a:tc>
                  <a:txBody>
                    <a:bodyPr/>
                    <a:lstStyle/>
                    <a:p>
                      <a:r>
                        <a:rPr lang="en-GB" sz="800"/>
                        <a:t>Reinsurance</a:t>
                      </a:r>
                    </a:p>
                  </a:txBody>
                  <a:tcPr marT="18000" marB="18000" anchor="ctr"/>
                </a:tc>
                <a:extLst>
                  <a:ext uri="{0D108BD9-81ED-4DB2-BD59-A6C34878D82A}">
                    <a16:rowId xmlns:a16="http://schemas.microsoft.com/office/drawing/2014/main" val="4266957124"/>
                  </a:ext>
                </a:extLst>
              </a:tr>
              <a:tr h="0">
                <a:tc>
                  <a:txBody>
                    <a:bodyPr/>
                    <a:lstStyle/>
                    <a:p>
                      <a:pPr algn="r"/>
                      <a:r>
                        <a:rPr lang="en-GB" sz="800"/>
                        <a:t>35%</a:t>
                      </a:r>
                    </a:p>
                  </a:txBody>
                  <a:tcPr marT="18000" marB="18000" anchor="ctr"/>
                </a:tc>
                <a:tc>
                  <a:txBody>
                    <a:bodyPr/>
                    <a:lstStyle/>
                    <a:p>
                      <a:r>
                        <a:rPr lang="en-GB" sz="800"/>
                        <a:t>Property</a:t>
                      </a:r>
                    </a:p>
                  </a:txBody>
                  <a:tcPr marT="18000" marB="18000" anchor="ctr"/>
                </a:tc>
                <a:extLst>
                  <a:ext uri="{0D108BD9-81ED-4DB2-BD59-A6C34878D82A}">
                    <a16:rowId xmlns:a16="http://schemas.microsoft.com/office/drawing/2014/main" val="2971514503"/>
                  </a:ext>
                </a:extLst>
              </a:tr>
              <a:tr h="0">
                <a:tc>
                  <a:txBody>
                    <a:bodyPr/>
                    <a:lstStyle/>
                    <a:p>
                      <a:pPr algn="r"/>
                      <a:r>
                        <a:rPr lang="en-GB" sz="800"/>
                        <a:t>29%</a:t>
                      </a:r>
                    </a:p>
                  </a:txBody>
                  <a:tcPr marT="18000" marB="18000" anchor="ctr"/>
                </a:tc>
                <a:tc>
                  <a:txBody>
                    <a:bodyPr/>
                    <a:lstStyle/>
                    <a:p>
                      <a:r>
                        <a:rPr lang="en-GB" sz="800"/>
                        <a:t>Casualty</a:t>
                      </a:r>
                    </a:p>
                  </a:txBody>
                  <a:tcPr marT="18000" marB="18000" anchor="ctr"/>
                </a:tc>
                <a:extLst>
                  <a:ext uri="{0D108BD9-81ED-4DB2-BD59-A6C34878D82A}">
                    <a16:rowId xmlns:a16="http://schemas.microsoft.com/office/drawing/2014/main" val="1552987282"/>
                  </a:ext>
                </a:extLst>
              </a:tr>
              <a:tr h="0">
                <a:tc>
                  <a:txBody>
                    <a:bodyPr/>
                    <a:lstStyle/>
                    <a:p>
                      <a:pPr algn="r"/>
                      <a:r>
                        <a:rPr lang="en-GB" sz="800"/>
                        <a:t>7%</a:t>
                      </a:r>
                    </a:p>
                  </a:txBody>
                  <a:tcPr marT="18000" marB="18000" anchor="ctr"/>
                </a:tc>
                <a:tc>
                  <a:txBody>
                    <a:bodyPr/>
                    <a:lstStyle/>
                    <a:p>
                      <a:r>
                        <a:rPr lang="en-GB" sz="800"/>
                        <a:t>MAT</a:t>
                      </a:r>
                    </a:p>
                  </a:txBody>
                  <a:tcPr marT="18000" marB="18000" anchor="ctr"/>
                </a:tc>
                <a:extLst>
                  <a:ext uri="{0D108BD9-81ED-4DB2-BD59-A6C34878D82A}">
                    <a16:rowId xmlns:a16="http://schemas.microsoft.com/office/drawing/2014/main" val="331108972"/>
                  </a:ext>
                </a:extLst>
              </a:tr>
              <a:tr h="0">
                <a:tc>
                  <a:txBody>
                    <a:bodyPr/>
                    <a:lstStyle/>
                    <a:p>
                      <a:pPr algn="r"/>
                      <a:r>
                        <a:rPr lang="en-GB" sz="800"/>
                        <a:t>6%</a:t>
                      </a:r>
                    </a:p>
                  </a:txBody>
                  <a:tcPr marT="18000" marB="18000" anchor="ctr"/>
                </a:tc>
                <a:tc>
                  <a:txBody>
                    <a:bodyPr/>
                    <a:lstStyle/>
                    <a:p>
                      <a:r>
                        <a:rPr lang="en-GB" sz="800"/>
                        <a:t>Energy</a:t>
                      </a:r>
                    </a:p>
                  </a:txBody>
                  <a:tcPr marT="18000" marB="18000" anchor="ctr"/>
                </a:tc>
                <a:extLst>
                  <a:ext uri="{0D108BD9-81ED-4DB2-BD59-A6C34878D82A}">
                    <a16:rowId xmlns:a16="http://schemas.microsoft.com/office/drawing/2014/main" val="87253815"/>
                  </a:ext>
                </a:extLst>
              </a:tr>
              <a:tr h="0">
                <a:tc>
                  <a:txBody>
                    <a:bodyPr/>
                    <a:lstStyle/>
                    <a:p>
                      <a:pPr algn="r"/>
                      <a:r>
                        <a:rPr lang="en-GB" sz="800"/>
                        <a:t>2%</a:t>
                      </a:r>
                    </a:p>
                  </a:txBody>
                  <a:tcPr marT="18000" marB="18000" anchor="ctr"/>
                </a:tc>
                <a:tc>
                  <a:txBody>
                    <a:bodyPr/>
                    <a:lstStyle/>
                    <a:p>
                      <a:r>
                        <a:rPr lang="en-GB" sz="800"/>
                        <a:t>Motor</a:t>
                      </a:r>
                    </a:p>
                  </a:txBody>
                  <a:tcPr marT="18000" marB="18000" anchor="ctr"/>
                </a:tc>
                <a:extLst>
                  <a:ext uri="{0D108BD9-81ED-4DB2-BD59-A6C34878D82A}">
                    <a16:rowId xmlns:a16="http://schemas.microsoft.com/office/drawing/2014/main" val="3486291690"/>
                  </a:ext>
                </a:extLst>
              </a:tr>
            </a:tbl>
          </a:graphicData>
        </a:graphic>
      </p:graphicFrame>
      <p:graphicFrame>
        <p:nvGraphicFramePr>
          <p:cNvPr id="421" name="Table 13">
            <a:extLst>
              <a:ext uri="{FF2B5EF4-FFF2-40B4-BE49-F238E27FC236}">
                <a16:creationId xmlns:a16="http://schemas.microsoft.com/office/drawing/2014/main" id="{23FD3EEA-04B9-4FBC-BCB8-526FD40EC79B}"/>
              </a:ext>
            </a:extLst>
          </p:cNvPr>
          <p:cNvGraphicFramePr>
            <a:graphicFrameLocks noGrp="1"/>
          </p:cNvGraphicFramePr>
          <p:nvPr/>
        </p:nvGraphicFramePr>
        <p:xfrm>
          <a:off x="5214064" y="3385337"/>
          <a:ext cx="1318395" cy="947520"/>
        </p:xfrm>
        <a:graphic>
          <a:graphicData uri="http://schemas.openxmlformats.org/drawingml/2006/table">
            <a:tbl>
              <a:tblPr firstRow="1" bandRow="1">
                <a:tableStyleId>{2D5ABB26-0587-4C30-8999-92F81FD0307C}</a:tableStyleId>
              </a:tblPr>
              <a:tblGrid>
                <a:gridCol w="490395">
                  <a:extLst>
                    <a:ext uri="{9D8B030D-6E8A-4147-A177-3AD203B41FA5}">
                      <a16:colId xmlns:a16="http://schemas.microsoft.com/office/drawing/2014/main" val="31533375"/>
                    </a:ext>
                  </a:extLst>
                </a:gridCol>
                <a:gridCol w="828000">
                  <a:extLst>
                    <a:ext uri="{9D8B030D-6E8A-4147-A177-3AD203B41FA5}">
                      <a16:colId xmlns:a16="http://schemas.microsoft.com/office/drawing/2014/main" val="542574644"/>
                    </a:ext>
                  </a:extLst>
                </a:gridCol>
              </a:tblGrid>
              <a:tr h="0">
                <a:tc>
                  <a:txBody>
                    <a:bodyPr/>
                    <a:lstStyle/>
                    <a:p>
                      <a:pPr algn="r"/>
                      <a:r>
                        <a:rPr lang="en-GB" sz="800"/>
                        <a:t>29%</a:t>
                      </a:r>
                    </a:p>
                  </a:txBody>
                  <a:tcPr marT="18000" marB="18000" anchor="ctr"/>
                </a:tc>
                <a:tc>
                  <a:txBody>
                    <a:bodyPr/>
                    <a:lstStyle/>
                    <a:p>
                      <a:r>
                        <a:rPr lang="en-GB" sz="800"/>
                        <a:t>Reinsurance</a:t>
                      </a:r>
                    </a:p>
                  </a:txBody>
                  <a:tcPr marT="18000" marB="18000" anchor="ctr"/>
                </a:tc>
                <a:extLst>
                  <a:ext uri="{0D108BD9-81ED-4DB2-BD59-A6C34878D82A}">
                    <a16:rowId xmlns:a16="http://schemas.microsoft.com/office/drawing/2014/main" val="4266957124"/>
                  </a:ext>
                </a:extLst>
              </a:tr>
              <a:tr h="0">
                <a:tc>
                  <a:txBody>
                    <a:bodyPr/>
                    <a:lstStyle/>
                    <a:p>
                      <a:pPr algn="r"/>
                      <a:r>
                        <a:rPr lang="en-GB" sz="800"/>
                        <a:t>25%</a:t>
                      </a:r>
                    </a:p>
                  </a:txBody>
                  <a:tcPr marT="18000" marB="18000" anchor="ctr"/>
                </a:tc>
                <a:tc>
                  <a:txBody>
                    <a:bodyPr/>
                    <a:lstStyle/>
                    <a:p>
                      <a:r>
                        <a:rPr lang="en-GB" sz="800"/>
                        <a:t>Property</a:t>
                      </a:r>
                    </a:p>
                  </a:txBody>
                  <a:tcPr marT="18000" marB="18000" anchor="ctr"/>
                </a:tc>
                <a:extLst>
                  <a:ext uri="{0D108BD9-81ED-4DB2-BD59-A6C34878D82A}">
                    <a16:rowId xmlns:a16="http://schemas.microsoft.com/office/drawing/2014/main" val="2971514503"/>
                  </a:ext>
                </a:extLst>
              </a:tr>
              <a:tr h="0">
                <a:tc>
                  <a:txBody>
                    <a:bodyPr/>
                    <a:lstStyle/>
                    <a:p>
                      <a:pPr algn="r"/>
                      <a:r>
                        <a:rPr lang="en-GB" sz="800"/>
                        <a:t>27%</a:t>
                      </a:r>
                    </a:p>
                  </a:txBody>
                  <a:tcPr marT="18000" marB="18000" anchor="ctr"/>
                </a:tc>
                <a:tc>
                  <a:txBody>
                    <a:bodyPr/>
                    <a:lstStyle/>
                    <a:p>
                      <a:r>
                        <a:rPr lang="en-GB" sz="800"/>
                        <a:t>Casualty</a:t>
                      </a:r>
                    </a:p>
                  </a:txBody>
                  <a:tcPr marT="18000" marB="18000" anchor="ctr"/>
                </a:tc>
                <a:extLst>
                  <a:ext uri="{0D108BD9-81ED-4DB2-BD59-A6C34878D82A}">
                    <a16:rowId xmlns:a16="http://schemas.microsoft.com/office/drawing/2014/main" val="1552987282"/>
                  </a:ext>
                </a:extLst>
              </a:tr>
              <a:tr h="0">
                <a:tc>
                  <a:txBody>
                    <a:bodyPr/>
                    <a:lstStyle/>
                    <a:p>
                      <a:pPr algn="r"/>
                      <a:r>
                        <a:rPr lang="en-GB" sz="800"/>
                        <a:t>6%</a:t>
                      </a:r>
                    </a:p>
                  </a:txBody>
                  <a:tcPr marT="18000" marB="18000" anchor="ctr"/>
                </a:tc>
                <a:tc>
                  <a:txBody>
                    <a:bodyPr/>
                    <a:lstStyle/>
                    <a:p>
                      <a:r>
                        <a:rPr lang="en-GB" sz="800"/>
                        <a:t>MAT</a:t>
                      </a:r>
                    </a:p>
                  </a:txBody>
                  <a:tcPr marT="18000" marB="18000" anchor="ctr"/>
                </a:tc>
                <a:extLst>
                  <a:ext uri="{0D108BD9-81ED-4DB2-BD59-A6C34878D82A}">
                    <a16:rowId xmlns:a16="http://schemas.microsoft.com/office/drawing/2014/main" val="331108972"/>
                  </a:ext>
                </a:extLst>
              </a:tr>
              <a:tr h="0">
                <a:tc>
                  <a:txBody>
                    <a:bodyPr/>
                    <a:lstStyle/>
                    <a:p>
                      <a:pPr algn="r"/>
                      <a:r>
                        <a:rPr lang="en-GB" sz="800"/>
                        <a:t>3%</a:t>
                      </a:r>
                    </a:p>
                  </a:txBody>
                  <a:tcPr marT="18000" marB="18000" anchor="ctr"/>
                </a:tc>
                <a:tc>
                  <a:txBody>
                    <a:bodyPr/>
                    <a:lstStyle/>
                    <a:p>
                      <a:r>
                        <a:rPr lang="en-GB" sz="800"/>
                        <a:t>Energy</a:t>
                      </a:r>
                    </a:p>
                  </a:txBody>
                  <a:tcPr marT="18000" marB="18000" anchor="ctr"/>
                </a:tc>
                <a:extLst>
                  <a:ext uri="{0D108BD9-81ED-4DB2-BD59-A6C34878D82A}">
                    <a16:rowId xmlns:a16="http://schemas.microsoft.com/office/drawing/2014/main" val="87253815"/>
                  </a:ext>
                </a:extLst>
              </a:tr>
              <a:tr h="0">
                <a:tc>
                  <a:txBody>
                    <a:bodyPr/>
                    <a:lstStyle/>
                    <a:p>
                      <a:pPr algn="r"/>
                      <a:r>
                        <a:rPr lang="en-GB" sz="800"/>
                        <a:t>10%</a:t>
                      </a:r>
                    </a:p>
                  </a:txBody>
                  <a:tcPr marT="18000" marB="18000" anchor="ctr"/>
                </a:tc>
                <a:tc>
                  <a:txBody>
                    <a:bodyPr/>
                    <a:lstStyle/>
                    <a:p>
                      <a:r>
                        <a:rPr lang="en-GB" sz="800"/>
                        <a:t>Motor</a:t>
                      </a:r>
                    </a:p>
                  </a:txBody>
                  <a:tcPr marT="18000" marB="18000" anchor="ctr"/>
                </a:tc>
                <a:extLst>
                  <a:ext uri="{0D108BD9-81ED-4DB2-BD59-A6C34878D82A}">
                    <a16:rowId xmlns:a16="http://schemas.microsoft.com/office/drawing/2014/main" val="3486291690"/>
                  </a:ext>
                </a:extLst>
              </a:tr>
            </a:tbl>
          </a:graphicData>
        </a:graphic>
      </p:graphicFrame>
      <p:sp>
        <p:nvSpPr>
          <p:cNvPr id="429" name="TextBox 428">
            <a:extLst>
              <a:ext uri="{FF2B5EF4-FFF2-40B4-BE49-F238E27FC236}">
                <a16:creationId xmlns:a16="http://schemas.microsoft.com/office/drawing/2014/main" id="{99C78A3B-F908-4622-92FF-CB571F932D1F}"/>
              </a:ext>
            </a:extLst>
          </p:cNvPr>
          <p:cNvSpPr txBox="1"/>
          <p:nvPr/>
        </p:nvSpPr>
        <p:spPr>
          <a:xfrm>
            <a:off x="5546685" y="2921820"/>
            <a:ext cx="1759974" cy="215444"/>
          </a:xfrm>
          <a:prstGeom prst="rect">
            <a:avLst/>
          </a:prstGeom>
          <a:noFill/>
        </p:spPr>
        <p:txBody>
          <a:bodyPr wrap="square" lIns="36000" rtlCol="0">
            <a:spAutoFit/>
          </a:bodyPr>
          <a:lstStyle/>
          <a:p>
            <a:r>
              <a:rPr lang="en-GB" sz="800" b="1"/>
              <a:t>UK</a:t>
            </a:r>
          </a:p>
        </p:txBody>
      </p:sp>
      <p:cxnSp>
        <p:nvCxnSpPr>
          <p:cNvPr id="430" name="Straight Connector 429">
            <a:extLst>
              <a:ext uri="{FF2B5EF4-FFF2-40B4-BE49-F238E27FC236}">
                <a16:creationId xmlns:a16="http://schemas.microsoft.com/office/drawing/2014/main" id="{C723DE70-D71D-4A1B-8858-213706A8CCB2}"/>
              </a:ext>
            </a:extLst>
          </p:cNvPr>
          <p:cNvCxnSpPr>
            <a:cxnSpLocks/>
            <a:stCxn id="429" idx="1"/>
          </p:cNvCxnSpPr>
          <p:nvPr/>
        </p:nvCxnSpPr>
        <p:spPr>
          <a:xfrm flipH="1">
            <a:off x="5359872" y="3029542"/>
            <a:ext cx="186813" cy="0"/>
          </a:xfrm>
          <a:prstGeom prst="line">
            <a:avLst/>
          </a:prstGeom>
        </p:spPr>
        <p:style>
          <a:lnRef idx="3">
            <a:schemeClr val="dk1"/>
          </a:lnRef>
          <a:fillRef idx="0">
            <a:schemeClr val="dk1"/>
          </a:fillRef>
          <a:effectRef idx="2">
            <a:schemeClr val="dk1"/>
          </a:effectRef>
          <a:fontRef idx="minor">
            <a:schemeClr val="tx1"/>
          </a:fontRef>
        </p:style>
      </p:cxnSp>
      <p:cxnSp>
        <p:nvCxnSpPr>
          <p:cNvPr id="460" name="Straight Connector 459">
            <a:extLst>
              <a:ext uri="{FF2B5EF4-FFF2-40B4-BE49-F238E27FC236}">
                <a16:creationId xmlns:a16="http://schemas.microsoft.com/office/drawing/2014/main" id="{B28BDD1D-C58C-4CA3-B385-2C07DCD3EEC0}"/>
              </a:ext>
            </a:extLst>
          </p:cNvPr>
          <p:cNvCxnSpPr>
            <a:cxnSpLocks/>
          </p:cNvCxnSpPr>
          <p:nvPr/>
        </p:nvCxnSpPr>
        <p:spPr>
          <a:xfrm>
            <a:off x="5366062" y="3027909"/>
            <a:ext cx="4519" cy="336738"/>
          </a:xfrm>
          <a:prstGeom prst="line">
            <a:avLst/>
          </a:prstGeom>
        </p:spPr>
        <p:style>
          <a:lnRef idx="3">
            <a:schemeClr val="dk1"/>
          </a:lnRef>
          <a:fillRef idx="0">
            <a:schemeClr val="dk1"/>
          </a:fillRef>
          <a:effectRef idx="2">
            <a:schemeClr val="dk1"/>
          </a:effectRef>
          <a:fontRef idx="minor">
            <a:schemeClr val="tx1"/>
          </a:fontRef>
        </p:style>
      </p:cxnSp>
      <p:sp>
        <p:nvSpPr>
          <p:cNvPr id="461" name="TextBox 460">
            <a:extLst>
              <a:ext uri="{FF2B5EF4-FFF2-40B4-BE49-F238E27FC236}">
                <a16:creationId xmlns:a16="http://schemas.microsoft.com/office/drawing/2014/main" id="{E3542544-7FF7-4ADC-A669-632B7766DE5A}"/>
              </a:ext>
            </a:extLst>
          </p:cNvPr>
          <p:cNvSpPr txBox="1"/>
          <p:nvPr/>
        </p:nvSpPr>
        <p:spPr>
          <a:xfrm>
            <a:off x="5453278" y="3078538"/>
            <a:ext cx="1356851" cy="338554"/>
          </a:xfrm>
          <a:prstGeom prst="rect">
            <a:avLst/>
          </a:prstGeom>
          <a:noFill/>
        </p:spPr>
        <p:txBody>
          <a:bodyPr wrap="square" rtlCol="0">
            <a:spAutoFit/>
          </a:bodyPr>
          <a:lstStyle/>
          <a:p>
            <a:r>
              <a:rPr lang="en-GB" sz="1600" b="1">
                <a:solidFill>
                  <a:srgbClr val="0070AD"/>
                </a:solidFill>
              </a:rPr>
              <a:t>14%</a:t>
            </a:r>
          </a:p>
        </p:txBody>
      </p:sp>
      <p:cxnSp>
        <p:nvCxnSpPr>
          <p:cNvPr id="462" name="Straight Connector 461">
            <a:extLst>
              <a:ext uri="{FF2B5EF4-FFF2-40B4-BE49-F238E27FC236}">
                <a16:creationId xmlns:a16="http://schemas.microsoft.com/office/drawing/2014/main" id="{F4478D42-CD0B-451E-9A60-4D7BCB5847F4}"/>
              </a:ext>
            </a:extLst>
          </p:cNvPr>
          <p:cNvCxnSpPr>
            <a:cxnSpLocks/>
          </p:cNvCxnSpPr>
          <p:nvPr/>
        </p:nvCxnSpPr>
        <p:spPr>
          <a:xfrm flipH="1">
            <a:off x="6511309" y="3047538"/>
            <a:ext cx="186813" cy="0"/>
          </a:xfrm>
          <a:prstGeom prst="line">
            <a:avLst/>
          </a:prstGeom>
        </p:spPr>
        <p:style>
          <a:lnRef idx="3">
            <a:schemeClr val="dk1"/>
          </a:lnRef>
          <a:fillRef idx="0">
            <a:schemeClr val="dk1"/>
          </a:fillRef>
          <a:effectRef idx="2">
            <a:schemeClr val="dk1"/>
          </a:effectRef>
          <a:fontRef idx="minor">
            <a:schemeClr val="tx1"/>
          </a:fontRef>
        </p:style>
      </p:cxnSp>
      <p:cxnSp>
        <p:nvCxnSpPr>
          <p:cNvPr id="463" name="Straight Connector 462">
            <a:extLst>
              <a:ext uri="{FF2B5EF4-FFF2-40B4-BE49-F238E27FC236}">
                <a16:creationId xmlns:a16="http://schemas.microsoft.com/office/drawing/2014/main" id="{DC7CE400-9261-42FF-9459-02CB9575AC9F}"/>
              </a:ext>
            </a:extLst>
          </p:cNvPr>
          <p:cNvCxnSpPr>
            <a:cxnSpLocks/>
          </p:cNvCxnSpPr>
          <p:nvPr/>
        </p:nvCxnSpPr>
        <p:spPr>
          <a:xfrm>
            <a:off x="6517499" y="3045905"/>
            <a:ext cx="0" cy="313872"/>
          </a:xfrm>
          <a:prstGeom prst="line">
            <a:avLst/>
          </a:prstGeom>
        </p:spPr>
        <p:style>
          <a:lnRef idx="3">
            <a:schemeClr val="dk1"/>
          </a:lnRef>
          <a:fillRef idx="0">
            <a:schemeClr val="dk1"/>
          </a:fillRef>
          <a:effectRef idx="2">
            <a:schemeClr val="dk1"/>
          </a:effectRef>
          <a:fontRef idx="minor">
            <a:schemeClr val="tx1"/>
          </a:fontRef>
        </p:style>
      </p:cxnSp>
      <p:sp>
        <p:nvSpPr>
          <p:cNvPr id="464" name="TextBox 463">
            <a:extLst>
              <a:ext uri="{FF2B5EF4-FFF2-40B4-BE49-F238E27FC236}">
                <a16:creationId xmlns:a16="http://schemas.microsoft.com/office/drawing/2014/main" id="{93734EBB-6062-4B71-9DA0-CC3913694BB6}"/>
              </a:ext>
            </a:extLst>
          </p:cNvPr>
          <p:cNvSpPr txBox="1"/>
          <p:nvPr/>
        </p:nvSpPr>
        <p:spPr>
          <a:xfrm>
            <a:off x="6604715" y="3096534"/>
            <a:ext cx="1356851" cy="338554"/>
          </a:xfrm>
          <a:prstGeom prst="rect">
            <a:avLst/>
          </a:prstGeom>
          <a:noFill/>
        </p:spPr>
        <p:txBody>
          <a:bodyPr wrap="square" rtlCol="0">
            <a:spAutoFit/>
          </a:bodyPr>
          <a:lstStyle/>
          <a:p>
            <a:r>
              <a:rPr lang="en-GB" sz="1600" b="1">
                <a:solidFill>
                  <a:srgbClr val="0070AD"/>
                </a:solidFill>
              </a:rPr>
              <a:t>14%</a:t>
            </a:r>
          </a:p>
        </p:txBody>
      </p:sp>
      <p:graphicFrame>
        <p:nvGraphicFramePr>
          <p:cNvPr id="465" name="Table 13">
            <a:extLst>
              <a:ext uri="{FF2B5EF4-FFF2-40B4-BE49-F238E27FC236}">
                <a16:creationId xmlns:a16="http://schemas.microsoft.com/office/drawing/2014/main" id="{EF2F7078-8731-4596-AEAB-F8B6AD3F2A26}"/>
              </a:ext>
            </a:extLst>
          </p:cNvPr>
          <p:cNvGraphicFramePr>
            <a:graphicFrameLocks noGrp="1"/>
          </p:cNvGraphicFramePr>
          <p:nvPr/>
        </p:nvGraphicFramePr>
        <p:xfrm>
          <a:off x="6333702" y="3363697"/>
          <a:ext cx="1341611" cy="947520"/>
        </p:xfrm>
        <a:graphic>
          <a:graphicData uri="http://schemas.openxmlformats.org/drawingml/2006/table">
            <a:tbl>
              <a:tblPr firstRow="1" bandRow="1">
                <a:tableStyleId>{2D5ABB26-0587-4C30-8999-92F81FD0307C}</a:tableStyleId>
              </a:tblPr>
              <a:tblGrid>
                <a:gridCol w="512619">
                  <a:extLst>
                    <a:ext uri="{9D8B030D-6E8A-4147-A177-3AD203B41FA5}">
                      <a16:colId xmlns:a16="http://schemas.microsoft.com/office/drawing/2014/main" val="31533375"/>
                    </a:ext>
                  </a:extLst>
                </a:gridCol>
                <a:gridCol w="828992">
                  <a:extLst>
                    <a:ext uri="{9D8B030D-6E8A-4147-A177-3AD203B41FA5}">
                      <a16:colId xmlns:a16="http://schemas.microsoft.com/office/drawing/2014/main" val="542574644"/>
                    </a:ext>
                  </a:extLst>
                </a:gridCol>
              </a:tblGrid>
              <a:tr h="0">
                <a:tc>
                  <a:txBody>
                    <a:bodyPr/>
                    <a:lstStyle/>
                    <a:p>
                      <a:pPr algn="r"/>
                      <a:r>
                        <a:rPr lang="en-GB" sz="800"/>
                        <a:t>43%</a:t>
                      </a:r>
                    </a:p>
                  </a:txBody>
                  <a:tcPr marT="18000" marB="18000" anchor="ctr"/>
                </a:tc>
                <a:tc>
                  <a:txBody>
                    <a:bodyPr/>
                    <a:lstStyle/>
                    <a:p>
                      <a:r>
                        <a:rPr lang="en-GB" sz="800"/>
                        <a:t>Reinsurance</a:t>
                      </a:r>
                    </a:p>
                  </a:txBody>
                  <a:tcPr marT="18000" marB="18000" anchor="ctr"/>
                </a:tc>
                <a:extLst>
                  <a:ext uri="{0D108BD9-81ED-4DB2-BD59-A6C34878D82A}">
                    <a16:rowId xmlns:a16="http://schemas.microsoft.com/office/drawing/2014/main" val="4266957124"/>
                  </a:ext>
                </a:extLst>
              </a:tr>
              <a:tr h="0">
                <a:tc>
                  <a:txBody>
                    <a:bodyPr/>
                    <a:lstStyle/>
                    <a:p>
                      <a:pPr algn="r"/>
                      <a:r>
                        <a:rPr lang="en-GB" sz="800"/>
                        <a:t>16%</a:t>
                      </a:r>
                    </a:p>
                  </a:txBody>
                  <a:tcPr marT="18000" marB="18000" anchor="ctr"/>
                </a:tc>
                <a:tc>
                  <a:txBody>
                    <a:bodyPr/>
                    <a:lstStyle/>
                    <a:p>
                      <a:r>
                        <a:rPr lang="en-GB" sz="800"/>
                        <a:t>Property</a:t>
                      </a:r>
                    </a:p>
                  </a:txBody>
                  <a:tcPr marT="18000" marB="18000" anchor="ctr"/>
                </a:tc>
                <a:extLst>
                  <a:ext uri="{0D108BD9-81ED-4DB2-BD59-A6C34878D82A}">
                    <a16:rowId xmlns:a16="http://schemas.microsoft.com/office/drawing/2014/main" val="2971514503"/>
                  </a:ext>
                </a:extLst>
              </a:tr>
              <a:tr h="0">
                <a:tc>
                  <a:txBody>
                    <a:bodyPr/>
                    <a:lstStyle/>
                    <a:p>
                      <a:pPr algn="r"/>
                      <a:r>
                        <a:rPr lang="en-GB" sz="800"/>
                        <a:t>23%</a:t>
                      </a:r>
                    </a:p>
                  </a:txBody>
                  <a:tcPr marT="18000" marB="18000" anchor="ctr"/>
                </a:tc>
                <a:tc>
                  <a:txBody>
                    <a:bodyPr/>
                    <a:lstStyle/>
                    <a:p>
                      <a:r>
                        <a:rPr lang="en-GB" sz="800"/>
                        <a:t>Casualty</a:t>
                      </a:r>
                    </a:p>
                  </a:txBody>
                  <a:tcPr marT="18000" marB="18000" anchor="ctr"/>
                </a:tc>
                <a:extLst>
                  <a:ext uri="{0D108BD9-81ED-4DB2-BD59-A6C34878D82A}">
                    <a16:rowId xmlns:a16="http://schemas.microsoft.com/office/drawing/2014/main" val="1552987282"/>
                  </a:ext>
                </a:extLst>
              </a:tr>
              <a:tr h="0">
                <a:tc>
                  <a:txBody>
                    <a:bodyPr/>
                    <a:lstStyle/>
                    <a:p>
                      <a:pPr algn="r"/>
                      <a:r>
                        <a:rPr lang="en-GB" sz="800"/>
                        <a:t>13%</a:t>
                      </a:r>
                    </a:p>
                  </a:txBody>
                  <a:tcPr marT="18000" marB="18000" anchor="ctr"/>
                </a:tc>
                <a:tc>
                  <a:txBody>
                    <a:bodyPr/>
                    <a:lstStyle/>
                    <a:p>
                      <a:r>
                        <a:rPr lang="en-GB" sz="800"/>
                        <a:t>MAT</a:t>
                      </a:r>
                    </a:p>
                  </a:txBody>
                  <a:tcPr marT="18000" marB="18000" anchor="ctr"/>
                </a:tc>
                <a:extLst>
                  <a:ext uri="{0D108BD9-81ED-4DB2-BD59-A6C34878D82A}">
                    <a16:rowId xmlns:a16="http://schemas.microsoft.com/office/drawing/2014/main" val="331108972"/>
                  </a:ext>
                </a:extLst>
              </a:tr>
              <a:tr h="0">
                <a:tc>
                  <a:txBody>
                    <a:bodyPr/>
                    <a:lstStyle/>
                    <a:p>
                      <a:pPr algn="r"/>
                      <a:r>
                        <a:rPr lang="en-GB" sz="800"/>
                        <a:t>4%</a:t>
                      </a:r>
                    </a:p>
                  </a:txBody>
                  <a:tcPr marT="18000" marB="18000" anchor="ctr"/>
                </a:tc>
                <a:tc>
                  <a:txBody>
                    <a:bodyPr/>
                    <a:lstStyle/>
                    <a:p>
                      <a:r>
                        <a:rPr lang="en-GB" sz="800"/>
                        <a:t>Energy</a:t>
                      </a:r>
                    </a:p>
                  </a:txBody>
                  <a:tcPr marT="18000" marB="18000" anchor="ctr"/>
                </a:tc>
                <a:extLst>
                  <a:ext uri="{0D108BD9-81ED-4DB2-BD59-A6C34878D82A}">
                    <a16:rowId xmlns:a16="http://schemas.microsoft.com/office/drawing/2014/main" val="87253815"/>
                  </a:ext>
                </a:extLst>
              </a:tr>
              <a:tr h="0">
                <a:tc>
                  <a:txBody>
                    <a:bodyPr/>
                    <a:lstStyle/>
                    <a:p>
                      <a:pPr algn="r"/>
                      <a:r>
                        <a:rPr lang="en-GB" sz="800"/>
                        <a:t>1%</a:t>
                      </a:r>
                    </a:p>
                  </a:txBody>
                  <a:tcPr marT="18000" marB="18000" anchor="ctr"/>
                </a:tc>
                <a:tc>
                  <a:txBody>
                    <a:bodyPr/>
                    <a:lstStyle/>
                    <a:p>
                      <a:r>
                        <a:rPr lang="en-GB" sz="800"/>
                        <a:t>Motor</a:t>
                      </a:r>
                    </a:p>
                  </a:txBody>
                  <a:tcPr marT="18000" marB="18000" anchor="ctr"/>
                </a:tc>
                <a:extLst>
                  <a:ext uri="{0D108BD9-81ED-4DB2-BD59-A6C34878D82A}">
                    <a16:rowId xmlns:a16="http://schemas.microsoft.com/office/drawing/2014/main" val="3486291690"/>
                  </a:ext>
                </a:extLst>
              </a:tr>
            </a:tbl>
          </a:graphicData>
        </a:graphic>
      </p:graphicFrame>
      <p:sp>
        <p:nvSpPr>
          <p:cNvPr id="466" name="TextBox 465">
            <a:extLst>
              <a:ext uri="{FF2B5EF4-FFF2-40B4-BE49-F238E27FC236}">
                <a16:creationId xmlns:a16="http://schemas.microsoft.com/office/drawing/2014/main" id="{87D9ED42-7340-4681-9EEB-9DF37ED0FE45}"/>
              </a:ext>
            </a:extLst>
          </p:cNvPr>
          <p:cNvSpPr txBox="1"/>
          <p:nvPr/>
        </p:nvSpPr>
        <p:spPr>
          <a:xfrm>
            <a:off x="6673512" y="2938658"/>
            <a:ext cx="977191" cy="215444"/>
          </a:xfrm>
          <a:prstGeom prst="rect">
            <a:avLst/>
          </a:prstGeom>
          <a:noFill/>
        </p:spPr>
        <p:txBody>
          <a:bodyPr wrap="square" lIns="36000" rtlCol="0">
            <a:spAutoFit/>
          </a:bodyPr>
          <a:lstStyle/>
          <a:p>
            <a:r>
              <a:rPr lang="en-GB" sz="800" b="1"/>
              <a:t>Rest of Europe</a:t>
            </a:r>
          </a:p>
        </p:txBody>
      </p:sp>
      <p:sp>
        <p:nvSpPr>
          <p:cNvPr id="467" name="TextBox 466">
            <a:extLst>
              <a:ext uri="{FF2B5EF4-FFF2-40B4-BE49-F238E27FC236}">
                <a16:creationId xmlns:a16="http://schemas.microsoft.com/office/drawing/2014/main" id="{19B9D24E-9460-4874-9730-5383F9C7D162}"/>
              </a:ext>
            </a:extLst>
          </p:cNvPr>
          <p:cNvSpPr txBox="1"/>
          <p:nvPr/>
        </p:nvSpPr>
        <p:spPr>
          <a:xfrm>
            <a:off x="4078603" y="4496101"/>
            <a:ext cx="1049221" cy="215444"/>
          </a:xfrm>
          <a:prstGeom prst="rect">
            <a:avLst/>
          </a:prstGeom>
          <a:noFill/>
        </p:spPr>
        <p:txBody>
          <a:bodyPr wrap="square" lIns="36000" rtlCol="0">
            <a:spAutoFit/>
          </a:bodyPr>
          <a:lstStyle/>
          <a:p>
            <a:r>
              <a:rPr lang="en-GB" sz="800" b="1"/>
              <a:t>Other Americas</a:t>
            </a:r>
          </a:p>
        </p:txBody>
      </p:sp>
      <p:cxnSp>
        <p:nvCxnSpPr>
          <p:cNvPr id="468" name="Straight Connector 467">
            <a:extLst>
              <a:ext uri="{FF2B5EF4-FFF2-40B4-BE49-F238E27FC236}">
                <a16:creationId xmlns:a16="http://schemas.microsoft.com/office/drawing/2014/main" id="{5192EA92-875E-4AB7-8EF7-F1F4081A8AC0}"/>
              </a:ext>
            </a:extLst>
          </p:cNvPr>
          <p:cNvCxnSpPr>
            <a:cxnSpLocks/>
            <a:stCxn id="467" idx="1"/>
          </p:cNvCxnSpPr>
          <p:nvPr/>
        </p:nvCxnSpPr>
        <p:spPr>
          <a:xfrm flipH="1">
            <a:off x="3891791" y="4603823"/>
            <a:ext cx="186812" cy="0"/>
          </a:xfrm>
          <a:prstGeom prst="line">
            <a:avLst/>
          </a:prstGeom>
        </p:spPr>
        <p:style>
          <a:lnRef idx="3">
            <a:schemeClr val="dk1"/>
          </a:lnRef>
          <a:fillRef idx="0">
            <a:schemeClr val="dk1"/>
          </a:fillRef>
          <a:effectRef idx="2">
            <a:schemeClr val="dk1"/>
          </a:effectRef>
          <a:fontRef idx="minor">
            <a:schemeClr val="tx1"/>
          </a:fontRef>
        </p:style>
      </p:cxnSp>
      <p:cxnSp>
        <p:nvCxnSpPr>
          <p:cNvPr id="469" name="Straight Connector 468">
            <a:extLst>
              <a:ext uri="{FF2B5EF4-FFF2-40B4-BE49-F238E27FC236}">
                <a16:creationId xmlns:a16="http://schemas.microsoft.com/office/drawing/2014/main" id="{65A7FE56-8A2B-42EC-B335-3D30ACC68D09}"/>
              </a:ext>
            </a:extLst>
          </p:cNvPr>
          <p:cNvCxnSpPr>
            <a:cxnSpLocks/>
          </p:cNvCxnSpPr>
          <p:nvPr/>
        </p:nvCxnSpPr>
        <p:spPr>
          <a:xfrm>
            <a:off x="3897980" y="4602190"/>
            <a:ext cx="0" cy="389183"/>
          </a:xfrm>
          <a:prstGeom prst="line">
            <a:avLst/>
          </a:prstGeom>
        </p:spPr>
        <p:style>
          <a:lnRef idx="3">
            <a:schemeClr val="dk1"/>
          </a:lnRef>
          <a:fillRef idx="0">
            <a:schemeClr val="dk1"/>
          </a:fillRef>
          <a:effectRef idx="2">
            <a:schemeClr val="dk1"/>
          </a:effectRef>
          <a:fontRef idx="minor">
            <a:schemeClr val="tx1"/>
          </a:fontRef>
        </p:style>
      </p:cxnSp>
      <p:sp>
        <p:nvSpPr>
          <p:cNvPr id="470" name="TextBox 469">
            <a:extLst>
              <a:ext uri="{FF2B5EF4-FFF2-40B4-BE49-F238E27FC236}">
                <a16:creationId xmlns:a16="http://schemas.microsoft.com/office/drawing/2014/main" id="{2EFCC9CD-0005-4B00-9ECC-E6388C4D2B70}"/>
              </a:ext>
            </a:extLst>
          </p:cNvPr>
          <p:cNvSpPr txBox="1"/>
          <p:nvPr/>
        </p:nvSpPr>
        <p:spPr>
          <a:xfrm>
            <a:off x="3985196" y="4652819"/>
            <a:ext cx="1356851" cy="338554"/>
          </a:xfrm>
          <a:prstGeom prst="rect">
            <a:avLst/>
          </a:prstGeom>
          <a:noFill/>
        </p:spPr>
        <p:txBody>
          <a:bodyPr wrap="square" rtlCol="0">
            <a:spAutoFit/>
          </a:bodyPr>
          <a:lstStyle/>
          <a:p>
            <a:r>
              <a:rPr lang="en-GB" sz="1600" b="1">
                <a:solidFill>
                  <a:srgbClr val="0070AD"/>
                </a:solidFill>
              </a:rPr>
              <a:t>6%</a:t>
            </a:r>
          </a:p>
        </p:txBody>
      </p:sp>
      <p:graphicFrame>
        <p:nvGraphicFramePr>
          <p:cNvPr id="471" name="Table 13">
            <a:extLst>
              <a:ext uri="{FF2B5EF4-FFF2-40B4-BE49-F238E27FC236}">
                <a16:creationId xmlns:a16="http://schemas.microsoft.com/office/drawing/2014/main" id="{DB0B85A7-50E0-4199-BACC-1A097B392B53}"/>
              </a:ext>
            </a:extLst>
          </p:cNvPr>
          <p:cNvGraphicFramePr>
            <a:graphicFrameLocks noGrp="1"/>
          </p:cNvGraphicFramePr>
          <p:nvPr/>
        </p:nvGraphicFramePr>
        <p:xfrm>
          <a:off x="3726018" y="5000851"/>
          <a:ext cx="1362074" cy="947520"/>
        </p:xfrm>
        <a:graphic>
          <a:graphicData uri="http://schemas.openxmlformats.org/drawingml/2006/table">
            <a:tbl>
              <a:tblPr firstRow="1" bandRow="1">
                <a:tableStyleId>{2D5ABB26-0587-4C30-8999-92F81FD0307C}</a:tableStyleId>
              </a:tblPr>
              <a:tblGrid>
                <a:gridCol w="538081">
                  <a:extLst>
                    <a:ext uri="{9D8B030D-6E8A-4147-A177-3AD203B41FA5}">
                      <a16:colId xmlns:a16="http://schemas.microsoft.com/office/drawing/2014/main" val="31533375"/>
                    </a:ext>
                  </a:extLst>
                </a:gridCol>
                <a:gridCol w="823993">
                  <a:extLst>
                    <a:ext uri="{9D8B030D-6E8A-4147-A177-3AD203B41FA5}">
                      <a16:colId xmlns:a16="http://schemas.microsoft.com/office/drawing/2014/main" val="542574644"/>
                    </a:ext>
                  </a:extLst>
                </a:gridCol>
              </a:tblGrid>
              <a:tr h="0">
                <a:tc>
                  <a:txBody>
                    <a:bodyPr/>
                    <a:lstStyle/>
                    <a:p>
                      <a:pPr marL="0" algn="r" defTabSz="914400" rtl="0" eaLnBrk="1" latinLnBrk="0" hangingPunct="1"/>
                      <a:r>
                        <a:rPr lang="en-GB" sz="800" kern="1200">
                          <a:solidFill>
                            <a:schemeClr val="tx1"/>
                          </a:solidFill>
                          <a:latin typeface="+mn-lt"/>
                          <a:ea typeface="+mn-ea"/>
                          <a:cs typeface="+mn-cs"/>
                        </a:rPr>
                        <a:t>69%</a:t>
                      </a:r>
                    </a:p>
                  </a:txBody>
                  <a:tcPr marT="18000" marB="18000" anchor="ctr"/>
                </a:tc>
                <a:tc>
                  <a:txBody>
                    <a:bodyPr/>
                    <a:lstStyle/>
                    <a:p>
                      <a:pPr marL="0" algn="l" defTabSz="914400" rtl="0" eaLnBrk="1" latinLnBrk="0" hangingPunct="1"/>
                      <a:r>
                        <a:rPr lang="en-GB" sz="800" kern="1200">
                          <a:solidFill>
                            <a:schemeClr val="tx1"/>
                          </a:solidFill>
                          <a:latin typeface="+mn-lt"/>
                          <a:ea typeface="+mn-ea"/>
                          <a:cs typeface="+mn-cs"/>
                        </a:rPr>
                        <a:t>Reinsurance</a:t>
                      </a:r>
                    </a:p>
                  </a:txBody>
                  <a:tcPr marT="18000" marB="18000" anchor="ctr"/>
                </a:tc>
                <a:extLst>
                  <a:ext uri="{0D108BD9-81ED-4DB2-BD59-A6C34878D82A}">
                    <a16:rowId xmlns:a16="http://schemas.microsoft.com/office/drawing/2014/main" val="4266957124"/>
                  </a:ext>
                </a:extLst>
              </a:tr>
              <a:tr h="0">
                <a:tc>
                  <a:txBody>
                    <a:bodyPr/>
                    <a:lstStyle/>
                    <a:p>
                      <a:pPr marL="0" algn="r" defTabSz="914400" rtl="0" eaLnBrk="1" latinLnBrk="0" hangingPunct="1"/>
                      <a:r>
                        <a:rPr lang="en-GB" sz="800" kern="1200">
                          <a:solidFill>
                            <a:schemeClr val="tx1"/>
                          </a:solidFill>
                          <a:latin typeface="+mn-lt"/>
                          <a:ea typeface="+mn-ea"/>
                          <a:cs typeface="+mn-cs"/>
                        </a:rPr>
                        <a:t>10%</a:t>
                      </a:r>
                    </a:p>
                  </a:txBody>
                  <a:tcPr marT="18000" marB="18000" anchor="ctr"/>
                </a:tc>
                <a:tc>
                  <a:txBody>
                    <a:bodyPr/>
                    <a:lstStyle/>
                    <a:p>
                      <a:pPr marL="0" algn="l" defTabSz="914400" rtl="0" eaLnBrk="1" latinLnBrk="0" hangingPunct="1"/>
                      <a:r>
                        <a:rPr lang="en-GB" sz="800" kern="1200">
                          <a:solidFill>
                            <a:schemeClr val="tx1"/>
                          </a:solidFill>
                          <a:latin typeface="+mn-lt"/>
                          <a:ea typeface="+mn-ea"/>
                          <a:cs typeface="+mn-cs"/>
                        </a:rPr>
                        <a:t>Property</a:t>
                      </a:r>
                    </a:p>
                  </a:txBody>
                  <a:tcPr marT="18000" marB="18000" anchor="ctr"/>
                </a:tc>
                <a:extLst>
                  <a:ext uri="{0D108BD9-81ED-4DB2-BD59-A6C34878D82A}">
                    <a16:rowId xmlns:a16="http://schemas.microsoft.com/office/drawing/2014/main" val="2971514503"/>
                  </a:ext>
                </a:extLst>
              </a:tr>
              <a:tr h="0">
                <a:tc>
                  <a:txBody>
                    <a:bodyPr/>
                    <a:lstStyle/>
                    <a:p>
                      <a:pPr marL="0" algn="r" defTabSz="914400" rtl="0" eaLnBrk="1" latinLnBrk="0" hangingPunct="1"/>
                      <a:r>
                        <a:rPr lang="en-GB" sz="800" kern="1200">
                          <a:solidFill>
                            <a:schemeClr val="tx1"/>
                          </a:solidFill>
                          <a:latin typeface="+mn-lt"/>
                          <a:ea typeface="+mn-ea"/>
                          <a:cs typeface="+mn-cs"/>
                        </a:rPr>
                        <a:t>12%</a:t>
                      </a:r>
                    </a:p>
                  </a:txBody>
                  <a:tcPr marT="18000" marB="18000" anchor="ctr"/>
                </a:tc>
                <a:tc>
                  <a:txBody>
                    <a:bodyPr/>
                    <a:lstStyle/>
                    <a:p>
                      <a:pPr marL="0" algn="l" defTabSz="914400" rtl="0" eaLnBrk="1" latinLnBrk="0" hangingPunct="1"/>
                      <a:r>
                        <a:rPr lang="en-GB" sz="800" kern="1200">
                          <a:solidFill>
                            <a:schemeClr val="tx1"/>
                          </a:solidFill>
                          <a:latin typeface="+mn-lt"/>
                          <a:ea typeface="+mn-ea"/>
                          <a:cs typeface="+mn-cs"/>
                        </a:rPr>
                        <a:t>Casualty</a:t>
                      </a:r>
                    </a:p>
                  </a:txBody>
                  <a:tcPr marT="18000" marB="18000" anchor="ctr"/>
                </a:tc>
                <a:extLst>
                  <a:ext uri="{0D108BD9-81ED-4DB2-BD59-A6C34878D82A}">
                    <a16:rowId xmlns:a16="http://schemas.microsoft.com/office/drawing/2014/main" val="1552987282"/>
                  </a:ext>
                </a:extLst>
              </a:tr>
              <a:tr h="0">
                <a:tc>
                  <a:txBody>
                    <a:bodyPr/>
                    <a:lstStyle/>
                    <a:p>
                      <a:pPr marL="0" algn="r" defTabSz="914400" rtl="0" eaLnBrk="1" latinLnBrk="0" hangingPunct="1"/>
                      <a:r>
                        <a:rPr lang="en-GB" sz="800" kern="1200">
                          <a:solidFill>
                            <a:schemeClr val="tx1"/>
                          </a:solidFill>
                          <a:latin typeface="+mn-lt"/>
                          <a:ea typeface="+mn-ea"/>
                          <a:cs typeface="+mn-cs"/>
                        </a:rPr>
                        <a:t>7%</a:t>
                      </a:r>
                    </a:p>
                  </a:txBody>
                  <a:tcPr marT="18000" marB="18000" anchor="ctr"/>
                </a:tc>
                <a:tc>
                  <a:txBody>
                    <a:bodyPr/>
                    <a:lstStyle/>
                    <a:p>
                      <a:pPr marL="0" algn="l" defTabSz="914400" rtl="0" eaLnBrk="1" latinLnBrk="0" hangingPunct="1"/>
                      <a:r>
                        <a:rPr lang="en-GB" sz="800" kern="1200">
                          <a:solidFill>
                            <a:schemeClr val="tx1"/>
                          </a:solidFill>
                          <a:latin typeface="+mn-lt"/>
                          <a:ea typeface="+mn-ea"/>
                          <a:cs typeface="+mn-cs"/>
                        </a:rPr>
                        <a:t>MAT</a:t>
                      </a:r>
                    </a:p>
                  </a:txBody>
                  <a:tcPr marT="18000" marB="18000" anchor="ctr"/>
                </a:tc>
                <a:extLst>
                  <a:ext uri="{0D108BD9-81ED-4DB2-BD59-A6C34878D82A}">
                    <a16:rowId xmlns:a16="http://schemas.microsoft.com/office/drawing/2014/main" val="331108972"/>
                  </a:ext>
                </a:extLst>
              </a:tr>
              <a:tr h="0">
                <a:tc>
                  <a:txBody>
                    <a:bodyPr/>
                    <a:lstStyle/>
                    <a:p>
                      <a:pPr marL="0" algn="r" defTabSz="914400" rtl="0" eaLnBrk="1" latinLnBrk="0" hangingPunct="1"/>
                      <a:r>
                        <a:rPr lang="en-GB" sz="800" kern="1200">
                          <a:solidFill>
                            <a:schemeClr val="tx1"/>
                          </a:solidFill>
                          <a:latin typeface="+mn-lt"/>
                          <a:ea typeface="+mn-ea"/>
                          <a:cs typeface="+mn-cs"/>
                        </a:rPr>
                        <a:t>1%</a:t>
                      </a:r>
                    </a:p>
                  </a:txBody>
                  <a:tcPr marT="18000" marB="18000" anchor="ctr"/>
                </a:tc>
                <a:tc>
                  <a:txBody>
                    <a:bodyPr/>
                    <a:lstStyle/>
                    <a:p>
                      <a:pPr marL="0" algn="l" defTabSz="914400" rtl="0" eaLnBrk="1" latinLnBrk="0" hangingPunct="1"/>
                      <a:r>
                        <a:rPr lang="en-GB" sz="800" kern="1200">
                          <a:solidFill>
                            <a:schemeClr val="tx1"/>
                          </a:solidFill>
                          <a:latin typeface="+mn-lt"/>
                          <a:ea typeface="+mn-ea"/>
                          <a:cs typeface="+mn-cs"/>
                        </a:rPr>
                        <a:t>Energy</a:t>
                      </a:r>
                    </a:p>
                  </a:txBody>
                  <a:tcPr marT="18000" marB="18000" anchor="ctr"/>
                </a:tc>
                <a:extLst>
                  <a:ext uri="{0D108BD9-81ED-4DB2-BD59-A6C34878D82A}">
                    <a16:rowId xmlns:a16="http://schemas.microsoft.com/office/drawing/2014/main" val="87253815"/>
                  </a:ext>
                </a:extLst>
              </a:tr>
              <a:tr h="0">
                <a:tc>
                  <a:txBody>
                    <a:bodyPr/>
                    <a:lstStyle/>
                    <a:p>
                      <a:pPr marL="0" algn="r" defTabSz="914400" rtl="0" eaLnBrk="1" latinLnBrk="0" hangingPunct="1"/>
                      <a:r>
                        <a:rPr lang="en-GB" sz="800" kern="1200">
                          <a:solidFill>
                            <a:schemeClr val="tx1"/>
                          </a:solidFill>
                          <a:latin typeface="+mn-lt"/>
                          <a:ea typeface="+mn-ea"/>
                          <a:cs typeface="+mn-cs"/>
                        </a:rPr>
                        <a:t>1%</a:t>
                      </a:r>
                    </a:p>
                  </a:txBody>
                  <a:tcPr marT="18000" marB="18000" anchor="ctr"/>
                </a:tc>
                <a:tc>
                  <a:txBody>
                    <a:bodyPr/>
                    <a:lstStyle/>
                    <a:p>
                      <a:pPr marL="0" algn="l" defTabSz="914400" rtl="0" eaLnBrk="1" latinLnBrk="0" hangingPunct="1"/>
                      <a:r>
                        <a:rPr lang="en-GB" sz="800" kern="1200">
                          <a:solidFill>
                            <a:schemeClr val="tx1"/>
                          </a:solidFill>
                          <a:latin typeface="+mn-lt"/>
                          <a:ea typeface="+mn-ea"/>
                          <a:cs typeface="+mn-cs"/>
                        </a:rPr>
                        <a:t>Motor</a:t>
                      </a:r>
                    </a:p>
                  </a:txBody>
                  <a:tcPr marT="18000" marB="18000" anchor="ctr"/>
                </a:tc>
                <a:extLst>
                  <a:ext uri="{0D108BD9-81ED-4DB2-BD59-A6C34878D82A}">
                    <a16:rowId xmlns:a16="http://schemas.microsoft.com/office/drawing/2014/main" val="3486291690"/>
                  </a:ext>
                </a:extLst>
              </a:tr>
            </a:tbl>
          </a:graphicData>
        </a:graphic>
      </p:graphicFrame>
      <p:sp>
        <p:nvSpPr>
          <p:cNvPr id="472" name="TextBox 471">
            <a:extLst>
              <a:ext uri="{FF2B5EF4-FFF2-40B4-BE49-F238E27FC236}">
                <a16:creationId xmlns:a16="http://schemas.microsoft.com/office/drawing/2014/main" id="{F4154F34-4F47-458C-AE6B-2BF8F91B6218}"/>
              </a:ext>
            </a:extLst>
          </p:cNvPr>
          <p:cNvSpPr txBox="1"/>
          <p:nvPr/>
        </p:nvSpPr>
        <p:spPr>
          <a:xfrm>
            <a:off x="7896383" y="3476852"/>
            <a:ext cx="1673598" cy="338554"/>
          </a:xfrm>
          <a:prstGeom prst="rect">
            <a:avLst/>
          </a:prstGeom>
          <a:noFill/>
        </p:spPr>
        <p:txBody>
          <a:bodyPr wrap="square" lIns="36000" rtlCol="0">
            <a:spAutoFit/>
          </a:bodyPr>
          <a:lstStyle/>
          <a:p>
            <a:r>
              <a:rPr lang="en-GB" sz="800" b="1"/>
              <a:t>Central Asia &amp;</a:t>
            </a:r>
          </a:p>
          <a:p>
            <a:r>
              <a:rPr lang="en-GB" sz="800" b="1"/>
              <a:t> Asia Pacific</a:t>
            </a:r>
          </a:p>
        </p:txBody>
      </p:sp>
      <p:cxnSp>
        <p:nvCxnSpPr>
          <p:cNvPr id="473" name="Straight Connector 472">
            <a:extLst>
              <a:ext uri="{FF2B5EF4-FFF2-40B4-BE49-F238E27FC236}">
                <a16:creationId xmlns:a16="http://schemas.microsoft.com/office/drawing/2014/main" id="{067C8EBC-6F34-440E-931E-612E64BF2962}"/>
              </a:ext>
            </a:extLst>
          </p:cNvPr>
          <p:cNvCxnSpPr>
            <a:cxnSpLocks/>
            <a:stCxn id="472" idx="1"/>
          </p:cNvCxnSpPr>
          <p:nvPr/>
        </p:nvCxnSpPr>
        <p:spPr>
          <a:xfrm flipH="1">
            <a:off x="7691351" y="3646129"/>
            <a:ext cx="205032" cy="0"/>
          </a:xfrm>
          <a:prstGeom prst="line">
            <a:avLst/>
          </a:prstGeom>
        </p:spPr>
        <p:style>
          <a:lnRef idx="3">
            <a:schemeClr val="dk1"/>
          </a:lnRef>
          <a:fillRef idx="0">
            <a:schemeClr val="dk1"/>
          </a:fillRef>
          <a:effectRef idx="2">
            <a:schemeClr val="dk1"/>
          </a:effectRef>
          <a:fontRef idx="minor">
            <a:schemeClr val="tx1"/>
          </a:fontRef>
        </p:style>
      </p:cxnSp>
      <p:cxnSp>
        <p:nvCxnSpPr>
          <p:cNvPr id="474" name="Straight Connector 473">
            <a:extLst>
              <a:ext uri="{FF2B5EF4-FFF2-40B4-BE49-F238E27FC236}">
                <a16:creationId xmlns:a16="http://schemas.microsoft.com/office/drawing/2014/main" id="{7D68C7C8-680F-4835-A7AE-345A7D56F4B9}"/>
              </a:ext>
            </a:extLst>
          </p:cNvPr>
          <p:cNvCxnSpPr>
            <a:cxnSpLocks/>
          </p:cNvCxnSpPr>
          <p:nvPr/>
        </p:nvCxnSpPr>
        <p:spPr>
          <a:xfrm>
            <a:off x="7715760" y="3648402"/>
            <a:ext cx="0" cy="359757"/>
          </a:xfrm>
          <a:prstGeom prst="line">
            <a:avLst/>
          </a:prstGeom>
        </p:spPr>
        <p:style>
          <a:lnRef idx="3">
            <a:schemeClr val="dk1"/>
          </a:lnRef>
          <a:fillRef idx="0">
            <a:schemeClr val="dk1"/>
          </a:fillRef>
          <a:effectRef idx="2">
            <a:schemeClr val="dk1"/>
          </a:effectRef>
          <a:fontRef idx="minor">
            <a:schemeClr val="tx1"/>
          </a:fontRef>
        </p:style>
      </p:cxnSp>
      <p:sp>
        <p:nvSpPr>
          <p:cNvPr id="475" name="TextBox 474">
            <a:extLst>
              <a:ext uri="{FF2B5EF4-FFF2-40B4-BE49-F238E27FC236}">
                <a16:creationId xmlns:a16="http://schemas.microsoft.com/office/drawing/2014/main" id="{E0AC9FA7-3829-499C-B0C1-BFE1AE7D2F9F}"/>
              </a:ext>
            </a:extLst>
          </p:cNvPr>
          <p:cNvSpPr txBox="1"/>
          <p:nvPr/>
        </p:nvSpPr>
        <p:spPr>
          <a:xfrm>
            <a:off x="7802976" y="3746694"/>
            <a:ext cx="1356851" cy="338554"/>
          </a:xfrm>
          <a:prstGeom prst="rect">
            <a:avLst/>
          </a:prstGeom>
          <a:noFill/>
        </p:spPr>
        <p:txBody>
          <a:bodyPr wrap="square" rtlCol="0">
            <a:spAutoFit/>
          </a:bodyPr>
          <a:lstStyle/>
          <a:p>
            <a:r>
              <a:rPr lang="en-GB" sz="1600" b="1">
                <a:solidFill>
                  <a:srgbClr val="0070AD"/>
                </a:solidFill>
              </a:rPr>
              <a:t>10%</a:t>
            </a:r>
          </a:p>
        </p:txBody>
      </p:sp>
      <p:graphicFrame>
        <p:nvGraphicFramePr>
          <p:cNvPr id="476" name="Table 13">
            <a:extLst>
              <a:ext uri="{FF2B5EF4-FFF2-40B4-BE49-F238E27FC236}">
                <a16:creationId xmlns:a16="http://schemas.microsoft.com/office/drawing/2014/main" id="{B125101E-5E7B-4023-BF4B-DBB251752A24}"/>
              </a:ext>
            </a:extLst>
          </p:cNvPr>
          <p:cNvGraphicFramePr>
            <a:graphicFrameLocks noGrp="1"/>
          </p:cNvGraphicFramePr>
          <p:nvPr/>
        </p:nvGraphicFramePr>
        <p:xfrm>
          <a:off x="7574901" y="4045771"/>
          <a:ext cx="1318395" cy="947520"/>
        </p:xfrm>
        <a:graphic>
          <a:graphicData uri="http://schemas.openxmlformats.org/drawingml/2006/table">
            <a:tbl>
              <a:tblPr firstRow="1" bandRow="1">
                <a:tableStyleId>{2D5ABB26-0587-4C30-8999-92F81FD0307C}</a:tableStyleId>
              </a:tblPr>
              <a:tblGrid>
                <a:gridCol w="490395">
                  <a:extLst>
                    <a:ext uri="{9D8B030D-6E8A-4147-A177-3AD203B41FA5}">
                      <a16:colId xmlns:a16="http://schemas.microsoft.com/office/drawing/2014/main" val="31533375"/>
                    </a:ext>
                  </a:extLst>
                </a:gridCol>
                <a:gridCol w="828000">
                  <a:extLst>
                    <a:ext uri="{9D8B030D-6E8A-4147-A177-3AD203B41FA5}">
                      <a16:colId xmlns:a16="http://schemas.microsoft.com/office/drawing/2014/main" val="542574644"/>
                    </a:ext>
                  </a:extLst>
                </a:gridCol>
              </a:tblGrid>
              <a:tr h="0">
                <a:tc>
                  <a:txBody>
                    <a:bodyPr/>
                    <a:lstStyle/>
                    <a:p>
                      <a:pPr algn="r"/>
                      <a:r>
                        <a:rPr lang="en-GB" sz="800"/>
                        <a:t>39%</a:t>
                      </a:r>
                    </a:p>
                  </a:txBody>
                  <a:tcPr marT="18000" marB="18000" anchor="ctr"/>
                </a:tc>
                <a:tc>
                  <a:txBody>
                    <a:bodyPr/>
                    <a:lstStyle/>
                    <a:p>
                      <a:r>
                        <a:rPr lang="en-GB" sz="800"/>
                        <a:t>Reinsurance</a:t>
                      </a:r>
                    </a:p>
                  </a:txBody>
                  <a:tcPr marT="18000" marB="18000" anchor="ctr"/>
                </a:tc>
                <a:extLst>
                  <a:ext uri="{0D108BD9-81ED-4DB2-BD59-A6C34878D82A}">
                    <a16:rowId xmlns:a16="http://schemas.microsoft.com/office/drawing/2014/main" val="4266957124"/>
                  </a:ext>
                </a:extLst>
              </a:tr>
              <a:tr h="0">
                <a:tc>
                  <a:txBody>
                    <a:bodyPr/>
                    <a:lstStyle/>
                    <a:p>
                      <a:pPr algn="r"/>
                      <a:r>
                        <a:rPr lang="en-GB" sz="800"/>
                        <a:t>20%</a:t>
                      </a:r>
                    </a:p>
                  </a:txBody>
                  <a:tcPr marT="18000" marB="18000" anchor="ctr"/>
                </a:tc>
                <a:tc>
                  <a:txBody>
                    <a:bodyPr/>
                    <a:lstStyle/>
                    <a:p>
                      <a:r>
                        <a:rPr lang="en-GB" sz="800"/>
                        <a:t>Property</a:t>
                      </a:r>
                    </a:p>
                  </a:txBody>
                  <a:tcPr marT="18000" marB="18000" anchor="ctr"/>
                </a:tc>
                <a:extLst>
                  <a:ext uri="{0D108BD9-81ED-4DB2-BD59-A6C34878D82A}">
                    <a16:rowId xmlns:a16="http://schemas.microsoft.com/office/drawing/2014/main" val="2971514503"/>
                  </a:ext>
                </a:extLst>
              </a:tr>
              <a:tr h="107685">
                <a:tc>
                  <a:txBody>
                    <a:bodyPr/>
                    <a:lstStyle/>
                    <a:p>
                      <a:pPr algn="r"/>
                      <a:r>
                        <a:rPr lang="en-GB" sz="800"/>
                        <a:t>31%</a:t>
                      </a:r>
                    </a:p>
                  </a:txBody>
                  <a:tcPr marT="18000" marB="18000" anchor="ctr"/>
                </a:tc>
                <a:tc>
                  <a:txBody>
                    <a:bodyPr/>
                    <a:lstStyle/>
                    <a:p>
                      <a:r>
                        <a:rPr lang="en-GB" sz="800"/>
                        <a:t>Casualty</a:t>
                      </a:r>
                    </a:p>
                  </a:txBody>
                  <a:tcPr marT="18000" marB="18000" anchor="ctr"/>
                </a:tc>
                <a:extLst>
                  <a:ext uri="{0D108BD9-81ED-4DB2-BD59-A6C34878D82A}">
                    <a16:rowId xmlns:a16="http://schemas.microsoft.com/office/drawing/2014/main" val="1552987282"/>
                  </a:ext>
                </a:extLst>
              </a:tr>
              <a:tr h="0">
                <a:tc>
                  <a:txBody>
                    <a:bodyPr/>
                    <a:lstStyle/>
                    <a:p>
                      <a:pPr algn="r"/>
                      <a:r>
                        <a:rPr lang="en-GB" sz="800"/>
                        <a:t>7%</a:t>
                      </a:r>
                    </a:p>
                  </a:txBody>
                  <a:tcPr marT="18000" marB="18000" anchor="ctr"/>
                </a:tc>
                <a:tc>
                  <a:txBody>
                    <a:bodyPr/>
                    <a:lstStyle/>
                    <a:p>
                      <a:r>
                        <a:rPr lang="en-GB" sz="800"/>
                        <a:t>MAT</a:t>
                      </a:r>
                    </a:p>
                  </a:txBody>
                  <a:tcPr marT="18000" marB="18000" anchor="ctr"/>
                </a:tc>
                <a:extLst>
                  <a:ext uri="{0D108BD9-81ED-4DB2-BD59-A6C34878D82A}">
                    <a16:rowId xmlns:a16="http://schemas.microsoft.com/office/drawing/2014/main" val="331108972"/>
                  </a:ext>
                </a:extLst>
              </a:tr>
              <a:tr h="0">
                <a:tc>
                  <a:txBody>
                    <a:bodyPr/>
                    <a:lstStyle/>
                    <a:p>
                      <a:pPr algn="r"/>
                      <a:r>
                        <a:rPr lang="en-GB" sz="800"/>
                        <a:t>2%</a:t>
                      </a:r>
                    </a:p>
                  </a:txBody>
                  <a:tcPr marT="18000" marB="18000" anchor="ctr"/>
                </a:tc>
                <a:tc>
                  <a:txBody>
                    <a:bodyPr/>
                    <a:lstStyle/>
                    <a:p>
                      <a:r>
                        <a:rPr lang="en-GB" sz="800"/>
                        <a:t>Energy</a:t>
                      </a:r>
                    </a:p>
                  </a:txBody>
                  <a:tcPr marT="18000" marB="18000" anchor="ctr"/>
                </a:tc>
                <a:extLst>
                  <a:ext uri="{0D108BD9-81ED-4DB2-BD59-A6C34878D82A}">
                    <a16:rowId xmlns:a16="http://schemas.microsoft.com/office/drawing/2014/main" val="87253815"/>
                  </a:ext>
                </a:extLst>
              </a:tr>
              <a:tr h="0">
                <a:tc>
                  <a:txBody>
                    <a:bodyPr/>
                    <a:lstStyle/>
                    <a:p>
                      <a:pPr algn="r"/>
                      <a:r>
                        <a:rPr lang="en-GB" sz="800"/>
                        <a:t>1%</a:t>
                      </a:r>
                    </a:p>
                  </a:txBody>
                  <a:tcPr marT="18000" marB="18000" anchor="ctr"/>
                </a:tc>
                <a:tc>
                  <a:txBody>
                    <a:bodyPr/>
                    <a:lstStyle/>
                    <a:p>
                      <a:r>
                        <a:rPr lang="en-GB" sz="800"/>
                        <a:t>Motor</a:t>
                      </a:r>
                    </a:p>
                  </a:txBody>
                  <a:tcPr marT="18000" marB="18000" anchor="ctr"/>
                </a:tc>
                <a:extLst>
                  <a:ext uri="{0D108BD9-81ED-4DB2-BD59-A6C34878D82A}">
                    <a16:rowId xmlns:a16="http://schemas.microsoft.com/office/drawing/2014/main" val="3486291690"/>
                  </a:ext>
                </a:extLst>
              </a:tr>
            </a:tbl>
          </a:graphicData>
        </a:graphic>
      </p:graphicFrame>
      <p:sp>
        <p:nvSpPr>
          <p:cNvPr id="477" name="TextBox 476">
            <a:extLst>
              <a:ext uri="{FF2B5EF4-FFF2-40B4-BE49-F238E27FC236}">
                <a16:creationId xmlns:a16="http://schemas.microsoft.com/office/drawing/2014/main" id="{BB0514DD-5619-4CF9-828B-8D0F83E78FF7}"/>
              </a:ext>
            </a:extLst>
          </p:cNvPr>
          <p:cNvSpPr txBox="1"/>
          <p:nvPr/>
        </p:nvSpPr>
        <p:spPr>
          <a:xfrm>
            <a:off x="9302645" y="2875744"/>
            <a:ext cx="1167415" cy="215444"/>
          </a:xfrm>
          <a:prstGeom prst="rect">
            <a:avLst/>
          </a:prstGeom>
          <a:noFill/>
        </p:spPr>
        <p:txBody>
          <a:bodyPr wrap="square" lIns="36000" rtlCol="0">
            <a:spAutoFit/>
          </a:bodyPr>
          <a:lstStyle/>
          <a:p>
            <a:r>
              <a:rPr lang="en-GB" sz="800" b="1"/>
              <a:t>Rest of the World</a:t>
            </a:r>
          </a:p>
        </p:txBody>
      </p:sp>
      <p:cxnSp>
        <p:nvCxnSpPr>
          <p:cNvPr id="478" name="Straight Connector 477">
            <a:extLst>
              <a:ext uri="{FF2B5EF4-FFF2-40B4-BE49-F238E27FC236}">
                <a16:creationId xmlns:a16="http://schemas.microsoft.com/office/drawing/2014/main" id="{527299E1-CDD3-4E8B-B36B-6B0F5DAE741C}"/>
              </a:ext>
            </a:extLst>
          </p:cNvPr>
          <p:cNvCxnSpPr>
            <a:cxnSpLocks/>
            <a:stCxn id="477" idx="1"/>
          </p:cNvCxnSpPr>
          <p:nvPr/>
        </p:nvCxnSpPr>
        <p:spPr>
          <a:xfrm flipH="1">
            <a:off x="9115833" y="2983466"/>
            <a:ext cx="186812" cy="0"/>
          </a:xfrm>
          <a:prstGeom prst="line">
            <a:avLst/>
          </a:prstGeom>
        </p:spPr>
        <p:style>
          <a:lnRef idx="3">
            <a:schemeClr val="dk1"/>
          </a:lnRef>
          <a:fillRef idx="0">
            <a:schemeClr val="dk1"/>
          </a:fillRef>
          <a:effectRef idx="2">
            <a:schemeClr val="dk1"/>
          </a:effectRef>
          <a:fontRef idx="minor">
            <a:schemeClr val="tx1"/>
          </a:fontRef>
        </p:style>
      </p:cxnSp>
      <p:cxnSp>
        <p:nvCxnSpPr>
          <p:cNvPr id="479" name="Straight Connector 478">
            <a:extLst>
              <a:ext uri="{FF2B5EF4-FFF2-40B4-BE49-F238E27FC236}">
                <a16:creationId xmlns:a16="http://schemas.microsoft.com/office/drawing/2014/main" id="{3CA9246F-CFE5-40A6-91BE-7755EEDDE79C}"/>
              </a:ext>
            </a:extLst>
          </p:cNvPr>
          <p:cNvCxnSpPr>
            <a:cxnSpLocks/>
          </p:cNvCxnSpPr>
          <p:nvPr/>
        </p:nvCxnSpPr>
        <p:spPr>
          <a:xfrm>
            <a:off x="9122022" y="2981833"/>
            <a:ext cx="0" cy="389183"/>
          </a:xfrm>
          <a:prstGeom prst="line">
            <a:avLst/>
          </a:prstGeom>
        </p:spPr>
        <p:style>
          <a:lnRef idx="3">
            <a:schemeClr val="dk1"/>
          </a:lnRef>
          <a:fillRef idx="0">
            <a:schemeClr val="dk1"/>
          </a:fillRef>
          <a:effectRef idx="2">
            <a:schemeClr val="dk1"/>
          </a:effectRef>
          <a:fontRef idx="minor">
            <a:schemeClr val="tx1"/>
          </a:fontRef>
        </p:style>
      </p:cxnSp>
      <p:sp>
        <p:nvSpPr>
          <p:cNvPr id="480" name="TextBox 479">
            <a:extLst>
              <a:ext uri="{FF2B5EF4-FFF2-40B4-BE49-F238E27FC236}">
                <a16:creationId xmlns:a16="http://schemas.microsoft.com/office/drawing/2014/main" id="{344E6A56-C7B1-4918-BC57-ED5BB510E64E}"/>
              </a:ext>
            </a:extLst>
          </p:cNvPr>
          <p:cNvSpPr txBox="1"/>
          <p:nvPr/>
        </p:nvSpPr>
        <p:spPr>
          <a:xfrm>
            <a:off x="9209238" y="3032462"/>
            <a:ext cx="1356851" cy="338554"/>
          </a:xfrm>
          <a:prstGeom prst="rect">
            <a:avLst/>
          </a:prstGeom>
          <a:noFill/>
        </p:spPr>
        <p:txBody>
          <a:bodyPr wrap="square" rtlCol="0">
            <a:spAutoFit/>
          </a:bodyPr>
          <a:lstStyle/>
          <a:p>
            <a:r>
              <a:rPr lang="en-GB" sz="1600" b="1">
                <a:solidFill>
                  <a:srgbClr val="0070AD"/>
                </a:solidFill>
              </a:rPr>
              <a:t>4%</a:t>
            </a:r>
          </a:p>
        </p:txBody>
      </p:sp>
      <p:graphicFrame>
        <p:nvGraphicFramePr>
          <p:cNvPr id="481" name="Table 13">
            <a:extLst>
              <a:ext uri="{FF2B5EF4-FFF2-40B4-BE49-F238E27FC236}">
                <a16:creationId xmlns:a16="http://schemas.microsoft.com/office/drawing/2014/main" id="{42E0EE4E-8541-4ADB-BE38-66F2AF8C7B8D}"/>
              </a:ext>
            </a:extLst>
          </p:cNvPr>
          <p:cNvGraphicFramePr>
            <a:graphicFrameLocks noGrp="1"/>
          </p:cNvGraphicFramePr>
          <p:nvPr/>
        </p:nvGraphicFramePr>
        <p:xfrm>
          <a:off x="8974038" y="3359777"/>
          <a:ext cx="1318395" cy="947520"/>
        </p:xfrm>
        <a:graphic>
          <a:graphicData uri="http://schemas.openxmlformats.org/drawingml/2006/table">
            <a:tbl>
              <a:tblPr firstRow="1" bandRow="1">
                <a:tableStyleId>{2D5ABB26-0587-4C30-8999-92F81FD0307C}</a:tableStyleId>
              </a:tblPr>
              <a:tblGrid>
                <a:gridCol w="490395">
                  <a:extLst>
                    <a:ext uri="{9D8B030D-6E8A-4147-A177-3AD203B41FA5}">
                      <a16:colId xmlns:a16="http://schemas.microsoft.com/office/drawing/2014/main" val="31533375"/>
                    </a:ext>
                  </a:extLst>
                </a:gridCol>
                <a:gridCol w="828000">
                  <a:extLst>
                    <a:ext uri="{9D8B030D-6E8A-4147-A177-3AD203B41FA5}">
                      <a16:colId xmlns:a16="http://schemas.microsoft.com/office/drawing/2014/main" val="542574644"/>
                    </a:ext>
                  </a:extLst>
                </a:gridCol>
              </a:tblGrid>
              <a:tr h="0">
                <a:tc>
                  <a:txBody>
                    <a:bodyPr/>
                    <a:lstStyle/>
                    <a:p>
                      <a:pPr algn="r"/>
                      <a:r>
                        <a:rPr lang="en-GB" sz="800"/>
                        <a:t>61%</a:t>
                      </a:r>
                    </a:p>
                  </a:txBody>
                  <a:tcPr marT="18000" marB="18000" anchor="ctr"/>
                </a:tc>
                <a:tc>
                  <a:txBody>
                    <a:bodyPr/>
                    <a:lstStyle/>
                    <a:p>
                      <a:r>
                        <a:rPr lang="en-GB" sz="800"/>
                        <a:t>Reinsurance</a:t>
                      </a:r>
                    </a:p>
                  </a:txBody>
                  <a:tcPr marT="18000" marB="18000" anchor="ctr"/>
                </a:tc>
                <a:extLst>
                  <a:ext uri="{0D108BD9-81ED-4DB2-BD59-A6C34878D82A}">
                    <a16:rowId xmlns:a16="http://schemas.microsoft.com/office/drawing/2014/main" val="4266957124"/>
                  </a:ext>
                </a:extLst>
              </a:tr>
              <a:tr h="0">
                <a:tc>
                  <a:txBody>
                    <a:bodyPr/>
                    <a:lstStyle/>
                    <a:p>
                      <a:pPr algn="r"/>
                      <a:r>
                        <a:rPr lang="en-GB" sz="800"/>
                        <a:t>10%</a:t>
                      </a:r>
                    </a:p>
                  </a:txBody>
                  <a:tcPr marT="18000" marB="18000" anchor="ctr"/>
                </a:tc>
                <a:tc>
                  <a:txBody>
                    <a:bodyPr/>
                    <a:lstStyle/>
                    <a:p>
                      <a:r>
                        <a:rPr lang="en-GB" sz="800"/>
                        <a:t>Property</a:t>
                      </a:r>
                    </a:p>
                  </a:txBody>
                  <a:tcPr marT="18000" marB="18000" anchor="ctr"/>
                </a:tc>
                <a:extLst>
                  <a:ext uri="{0D108BD9-81ED-4DB2-BD59-A6C34878D82A}">
                    <a16:rowId xmlns:a16="http://schemas.microsoft.com/office/drawing/2014/main" val="2971514503"/>
                  </a:ext>
                </a:extLst>
              </a:tr>
              <a:tr h="0">
                <a:tc>
                  <a:txBody>
                    <a:bodyPr/>
                    <a:lstStyle/>
                    <a:p>
                      <a:pPr algn="r"/>
                      <a:r>
                        <a:rPr lang="en-GB" sz="800"/>
                        <a:t>13%</a:t>
                      </a:r>
                    </a:p>
                  </a:txBody>
                  <a:tcPr marT="18000" marB="18000" anchor="ctr"/>
                </a:tc>
                <a:tc>
                  <a:txBody>
                    <a:bodyPr/>
                    <a:lstStyle/>
                    <a:p>
                      <a:r>
                        <a:rPr lang="en-GB" sz="800"/>
                        <a:t>Casualty</a:t>
                      </a:r>
                    </a:p>
                  </a:txBody>
                  <a:tcPr marT="18000" marB="18000" anchor="ctr"/>
                </a:tc>
                <a:extLst>
                  <a:ext uri="{0D108BD9-81ED-4DB2-BD59-A6C34878D82A}">
                    <a16:rowId xmlns:a16="http://schemas.microsoft.com/office/drawing/2014/main" val="1552987282"/>
                  </a:ext>
                </a:extLst>
              </a:tr>
              <a:tr h="0">
                <a:tc>
                  <a:txBody>
                    <a:bodyPr/>
                    <a:lstStyle/>
                    <a:p>
                      <a:pPr algn="r"/>
                      <a:r>
                        <a:rPr lang="en-GB" sz="800"/>
                        <a:t>9%</a:t>
                      </a:r>
                    </a:p>
                  </a:txBody>
                  <a:tcPr marT="18000" marB="18000" anchor="ctr"/>
                </a:tc>
                <a:tc>
                  <a:txBody>
                    <a:bodyPr/>
                    <a:lstStyle/>
                    <a:p>
                      <a:r>
                        <a:rPr lang="en-GB" sz="800"/>
                        <a:t>MAT</a:t>
                      </a:r>
                    </a:p>
                  </a:txBody>
                  <a:tcPr marT="18000" marB="18000" anchor="ctr"/>
                </a:tc>
                <a:extLst>
                  <a:ext uri="{0D108BD9-81ED-4DB2-BD59-A6C34878D82A}">
                    <a16:rowId xmlns:a16="http://schemas.microsoft.com/office/drawing/2014/main" val="331108972"/>
                  </a:ext>
                </a:extLst>
              </a:tr>
              <a:tr h="0">
                <a:tc>
                  <a:txBody>
                    <a:bodyPr/>
                    <a:lstStyle/>
                    <a:p>
                      <a:pPr algn="r"/>
                      <a:r>
                        <a:rPr lang="en-GB" sz="800"/>
                        <a:t>4%</a:t>
                      </a:r>
                    </a:p>
                  </a:txBody>
                  <a:tcPr marT="18000" marB="18000" anchor="ctr"/>
                </a:tc>
                <a:tc>
                  <a:txBody>
                    <a:bodyPr/>
                    <a:lstStyle/>
                    <a:p>
                      <a:r>
                        <a:rPr lang="en-GB" sz="800"/>
                        <a:t>Energy</a:t>
                      </a:r>
                    </a:p>
                  </a:txBody>
                  <a:tcPr marT="18000" marB="18000" anchor="ctr"/>
                </a:tc>
                <a:extLst>
                  <a:ext uri="{0D108BD9-81ED-4DB2-BD59-A6C34878D82A}">
                    <a16:rowId xmlns:a16="http://schemas.microsoft.com/office/drawing/2014/main" val="87253815"/>
                  </a:ext>
                </a:extLst>
              </a:tr>
              <a:tr h="0">
                <a:tc>
                  <a:txBody>
                    <a:bodyPr/>
                    <a:lstStyle/>
                    <a:p>
                      <a:pPr algn="r"/>
                      <a:r>
                        <a:rPr lang="en-GB" sz="800"/>
                        <a:t>3%</a:t>
                      </a:r>
                    </a:p>
                  </a:txBody>
                  <a:tcPr marT="18000" marB="18000" anchor="ctr"/>
                </a:tc>
                <a:tc>
                  <a:txBody>
                    <a:bodyPr/>
                    <a:lstStyle/>
                    <a:p>
                      <a:r>
                        <a:rPr lang="en-GB" sz="800"/>
                        <a:t>Motor</a:t>
                      </a:r>
                    </a:p>
                  </a:txBody>
                  <a:tcPr marT="18000" marB="18000" anchor="ctr"/>
                </a:tc>
                <a:extLst>
                  <a:ext uri="{0D108BD9-81ED-4DB2-BD59-A6C34878D82A}">
                    <a16:rowId xmlns:a16="http://schemas.microsoft.com/office/drawing/2014/main" val="3486291690"/>
                  </a:ext>
                </a:extLst>
              </a:tr>
            </a:tbl>
          </a:graphicData>
        </a:graphic>
      </p:graphicFrame>
      <p:sp>
        <p:nvSpPr>
          <p:cNvPr id="482" name="TextBox 481">
            <a:extLst>
              <a:ext uri="{FF2B5EF4-FFF2-40B4-BE49-F238E27FC236}">
                <a16:creationId xmlns:a16="http://schemas.microsoft.com/office/drawing/2014/main" id="{18FA6279-2052-4C7E-A3B2-2101359A16D1}"/>
              </a:ext>
            </a:extLst>
          </p:cNvPr>
          <p:cNvSpPr txBox="1"/>
          <p:nvPr/>
        </p:nvSpPr>
        <p:spPr>
          <a:xfrm>
            <a:off x="8084304" y="1609289"/>
            <a:ext cx="979591" cy="159462"/>
          </a:xfrm>
          <a:prstGeom prst="rect">
            <a:avLst/>
          </a:prstGeom>
          <a:noFill/>
        </p:spPr>
        <p:txBody>
          <a:bodyPr wrap="square" lIns="36000" tIns="18000" bIns="18000" rtlCol="0">
            <a:spAutoFit/>
          </a:bodyPr>
          <a:lstStyle/>
          <a:p>
            <a:r>
              <a:rPr lang="en-GB" sz="800" b="1"/>
              <a:t>Global Total</a:t>
            </a:r>
          </a:p>
        </p:txBody>
      </p:sp>
      <p:graphicFrame>
        <p:nvGraphicFramePr>
          <p:cNvPr id="483" name="Table 13">
            <a:extLst>
              <a:ext uri="{FF2B5EF4-FFF2-40B4-BE49-F238E27FC236}">
                <a16:creationId xmlns:a16="http://schemas.microsoft.com/office/drawing/2014/main" id="{7998D20D-004D-46FB-8820-E4238A0D3AE6}"/>
              </a:ext>
            </a:extLst>
          </p:cNvPr>
          <p:cNvGraphicFramePr>
            <a:graphicFrameLocks noGrp="1"/>
          </p:cNvGraphicFramePr>
          <p:nvPr/>
        </p:nvGraphicFramePr>
        <p:xfrm>
          <a:off x="8774600" y="1609289"/>
          <a:ext cx="2201705" cy="947520"/>
        </p:xfrm>
        <a:graphic>
          <a:graphicData uri="http://schemas.openxmlformats.org/drawingml/2006/table">
            <a:tbl>
              <a:tblPr firstRow="1" bandRow="1">
                <a:tableStyleId>{2D5ABB26-0587-4C30-8999-92F81FD0307C}</a:tableStyleId>
              </a:tblPr>
              <a:tblGrid>
                <a:gridCol w="490395">
                  <a:extLst>
                    <a:ext uri="{9D8B030D-6E8A-4147-A177-3AD203B41FA5}">
                      <a16:colId xmlns:a16="http://schemas.microsoft.com/office/drawing/2014/main" val="31533375"/>
                    </a:ext>
                  </a:extLst>
                </a:gridCol>
                <a:gridCol w="1711310">
                  <a:extLst>
                    <a:ext uri="{9D8B030D-6E8A-4147-A177-3AD203B41FA5}">
                      <a16:colId xmlns:a16="http://schemas.microsoft.com/office/drawing/2014/main" val="542574644"/>
                    </a:ext>
                  </a:extLst>
                </a:gridCol>
              </a:tblGrid>
              <a:tr h="0">
                <a:tc>
                  <a:txBody>
                    <a:bodyPr/>
                    <a:lstStyle/>
                    <a:p>
                      <a:pPr algn="r"/>
                      <a:r>
                        <a:rPr lang="en-GB" sz="800">
                          <a:solidFill>
                            <a:srgbClr val="0070AD"/>
                          </a:solidFill>
                        </a:rPr>
                        <a:t>32%</a:t>
                      </a:r>
                    </a:p>
                  </a:txBody>
                  <a:tcPr marT="18000" marB="18000" anchor="ctr"/>
                </a:tc>
                <a:tc>
                  <a:txBody>
                    <a:bodyPr/>
                    <a:lstStyle/>
                    <a:p>
                      <a:r>
                        <a:rPr lang="en-GB" sz="800"/>
                        <a:t>Reinsurance</a:t>
                      </a:r>
                    </a:p>
                  </a:txBody>
                  <a:tcPr marT="18000" marB="18000" anchor="ctr"/>
                </a:tc>
                <a:extLst>
                  <a:ext uri="{0D108BD9-81ED-4DB2-BD59-A6C34878D82A}">
                    <a16:rowId xmlns:a16="http://schemas.microsoft.com/office/drawing/2014/main" val="4266957124"/>
                  </a:ext>
                </a:extLst>
              </a:tr>
              <a:tr h="0">
                <a:tc>
                  <a:txBody>
                    <a:bodyPr/>
                    <a:lstStyle/>
                    <a:p>
                      <a:pPr algn="r"/>
                      <a:r>
                        <a:rPr lang="en-GB" sz="800">
                          <a:solidFill>
                            <a:srgbClr val="0070AD"/>
                          </a:solidFill>
                        </a:rPr>
                        <a:t>27%</a:t>
                      </a:r>
                    </a:p>
                  </a:txBody>
                  <a:tcPr marT="18000" marB="18000" anchor="ctr"/>
                </a:tc>
                <a:tc>
                  <a:txBody>
                    <a:bodyPr/>
                    <a:lstStyle/>
                    <a:p>
                      <a:r>
                        <a:rPr lang="en-GB" sz="800"/>
                        <a:t>Property</a:t>
                      </a:r>
                    </a:p>
                  </a:txBody>
                  <a:tcPr marT="18000" marB="18000" anchor="ctr"/>
                </a:tc>
                <a:extLst>
                  <a:ext uri="{0D108BD9-81ED-4DB2-BD59-A6C34878D82A}">
                    <a16:rowId xmlns:a16="http://schemas.microsoft.com/office/drawing/2014/main" val="2971514503"/>
                  </a:ext>
                </a:extLst>
              </a:tr>
              <a:tr h="0">
                <a:tc>
                  <a:txBody>
                    <a:bodyPr/>
                    <a:lstStyle/>
                    <a:p>
                      <a:pPr algn="r"/>
                      <a:r>
                        <a:rPr lang="en-GB" sz="800">
                          <a:solidFill>
                            <a:srgbClr val="0070AD"/>
                          </a:solidFill>
                        </a:rPr>
                        <a:t>26%</a:t>
                      </a:r>
                    </a:p>
                  </a:txBody>
                  <a:tcPr marT="18000" marB="18000" anchor="ctr"/>
                </a:tc>
                <a:tc>
                  <a:txBody>
                    <a:bodyPr/>
                    <a:lstStyle/>
                    <a:p>
                      <a:r>
                        <a:rPr lang="en-GB" sz="800"/>
                        <a:t>Casualty</a:t>
                      </a:r>
                    </a:p>
                  </a:txBody>
                  <a:tcPr marT="18000" marB="18000" anchor="ctr"/>
                </a:tc>
                <a:extLst>
                  <a:ext uri="{0D108BD9-81ED-4DB2-BD59-A6C34878D82A}">
                    <a16:rowId xmlns:a16="http://schemas.microsoft.com/office/drawing/2014/main" val="1552987282"/>
                  </a:ext>
                </a:extLst>
              </a:tr>
              <a:tr h="0">
                <a:tc>
                  <a:txBody>
                    <a:bodyPr/>
                    <a:lstStyle/>
                    <a:p>
                      <a:pPr algn="r"/>
                      <a:r>
                        <a:rPr lang="en-GB" sz="800">
                          <a:solidFill>
                            <a:srgbClr val="0070AD"/>
                          </a:solidFill>
                        </a:rPr>
                        <a:t>8%</a:t>
                      </a:r>
                    </a:p>
                  </a:txBody>
                  <a:tcPr marT="18000" marB="18000" anchor="ctr"/>
                </a:tc>
                <a:tc>
                  <a:txBody>
                    <a:bodyPr/>
                    <a:lstStyle/>
                    <a:p>
                      <a:r>
                        <a:rPr lang="en-GB" sz="800"/>
                        <a:t>Marine, Aviation &amp; Transport</a:t>
                      </a:r>
                    </a:p>
                  </a:txBody>
                  <a:tcPr marT="18000" marB="18000" anchor="ctr"/>
                </a:tc>
                <a:extLst>
                  <a:ext uri="{0D108BD9-81ED-4DB2-BD59-A6C34878D82A}">
                    <a16:rowId xmlns:a16="http://schemas.microsoft.com/office/drawing/2014/main" val="331108972"/>
                  </a:ext>
                </a:extLst>
              </a:tr>
              <a:tr h="0">
                <a:tc>
                  <a:txBody>
                    <a:bodyPr/>
                    <a:lstStyle/>
                    <a:p>
                      <a:pPr algn="r"/>
                      <a:r>
                        <a:rPr lang="en-GB" sz="800">
                          <a:solidFill>
                            <a:srgbClr val="0070AD"/>
                          </a:solidFill>
                        </a:rPr>
                        <a:t>4%</a:t>
                      </a:r>
                    </a:p>
                  </a:txBody>
                  <a:tcPr marT="18000" marB="18000" anchor="ctr"/>
                </a:tc>
                <a:tc>
                  <a:txBody>
                    <a:bodyPr/>
                    <a:lstStyle/>
                    <a:p>
                      <a:r>
                        <a:rPr lang="en-GB" sz="800"/>
                        <a:t>Energy</a:t>
                      </a:r>
                    </a:p>
                  </a:txBody>
                  <a:tcPr marT="18000" marB="18000" anchor="ctr"/>
                </a:tc>
                <a:extLst>
                  <a:ext uri="{0D108BD9-81ED-4DB2-BD59-A6C34878D82A}">
                    <a16:rowId xmlns:a16="http://schemas.microsoft.com/office/drawing/2014/main" val="87253815"/>
                  </a:ext>
                </a:extLst>
              </a:tr>
              <a:tr h="0">
                <a:tc>
                  <a:txBody>
                    <a:bodyPr/>
                    <a:lstStyle/>
                    <a:p>
                      <a:pPr algn="r"/>
                      <a:r>
                        <a:rPr lang="en-GB" sz="800">
                          <a:solidFill>
                            <a:srgbClr val="0070AD"/>
                          </a:solidFill>
                        </a:rPr>
                        <a:t>3%</a:t>
                      </a:r>
                    </a:p>
                  </a:txBody>
                  <a:tcPr marT="18000" marB="18000" anchor="ctr"/>
                </a:tc>
                <a:tc>
                  <a:txBody>
                    <a:bodyPr/>
                    <a:lstStyle/>
                    <a:p>
                      <a:r>
                        <a:rPr lang="en-GB" sz="800"/>
                        <a:t>Motor</a:t>
                      </a:r>
                    </a:p>
                  </a:txBody>
                  <a:tcPr marT="18000" marB="18000" anchor="ctr"/>
                </a:tc>
                <a:extLst>
                  <a:ext uri="{0D108BD9-81ED-4DB2-BD59-A6C34878D82A}">
                    <a16:rowId xmlns:a16="http://schemas.microsoft.com/office/drawing/2014/main" val="3486291690"/>
                  </a:ext>
                </a:extLst>
              </a:tr>
            </a:tbl>
          </a:graphicData>
        </a:graphic>
      </p:graphicFrame>
      <p:sp>
        <p:nvSpPr>
          <p:cNvPr id="484" name="TextBox 483">
            <a:extLst>
              <a:ext uri="{FF2B5EF4-FFF2-40B4-BE49-F238E27FC236}">
                <a16:creationId xmlns:a16="http://schemas.microsoft.com/office/drawing/2014/main" id="{48510D0C-44CB-4F02-BC80-E2A26470C039}"/>
              </a:ext>
            </a:extLst>
          </p:cNvPr>
          <p:cNvSpPr txBox="1"/>
          <p:nvPr/>
        </p:nvSpPr>
        <p:spPr>
          <a:xfrm>
            <a:off x="2124998" y="1532540"/>
            <a:ext cx="4822154" cy="307777"/>
          </a:xfrm>
          <a:prstGeom prst="rect">
            <a:avLst/>
          </a:prstGeom>
          <a:noFill/>
        </p:spPr>
        <p:txBody>
          <a:bodyPr wrap="none" rtlCol="0">
            <a:spAutoFit/>
          </a:bodyPr>
          <a:lstStyle/>
          <a:p>
            <a:r>
              <a:rPr lang="en-GB" sz="1400" b="1"/>
              <a:t>Lloyd’s lines of business breakdown by region</a:t>
            </a:r>
          </a:p>
        </p:txBody>
      </p:sp>
    </p:spTree>
    <p:extLst>
      <p:ext uri="{BB962C8B-B14F-4D97-AF65-F5344CB8AC3E}">
        <p14:creationId xmlns:p14="http://schemas.microsoft.com/office/powerpoint/2010/main" val="203506511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a:themeElements>
    <a:clrScheme name="Capgemini Palette">
      <a:dk1>
        <a:sysClr val="windowText" lastClr="000000"/>
      </a:dk1>
      <a:lt1>
        <a:srgbClr val="FFFFFF"/>
      </a:lt1>
      <a:dk2>
        <a:srgbClr val="2B0A3D"/>
      </a:dk2>
      <a:lt2>
        <a:srgbClr val="ECECEC"/>
      </a:lt2>
      <a:accent1>
        <a:srgbClr val="0070AD"/>
      </a:accent1>
      <a:accent2>
        <a:srgbClr val="12ABDB"/>
      </a:accent2>
      <a:accent3>
        <a:srgbClr val="2B0A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2020_v2.potx" id="{A21817D6-687C-414A-ADD6-CFCEBC9EFD18}" vid="{A8C5B587-9422-4106-9E08-F9366B9BC20B}"/>
    </a:ext>
  </a:extLst>
</a:theme>
</file>

<file path=ppt/theme/theme2.xml><?xml version="1.0" encoding="utf-8"?>
<a:theme xmlns:a="http://schemas.openxmlformats.org/drawingml/2006/main" name="Section break">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2020_v2.potx" id="{A21817D6-687C-414A-ADD6-CFCEBC9EFD18}" vid="{B2ADA107-F888-4DD8-B7AA-C792E1412499}"/>
    </a:ext>
  </a:extLst>
</a:theme>
</file>

<file path=ppt/theme/theme3.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2020_v2.potx" id="{A21817D6-687C-414A-ADD6-CFCEBC9EFD18}" vid="{F6CE608F-32FD-4A84-B444-7B046561C35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AD63B87BB28241883AAD43C3A3EC05" ma:contentTypeVersion="13" ma:contentTypeDescription="Create a new document." ma:contentTypeScope="" ma:versionID="c4291117320215ef5d5c4369b7d7fb4b">
  <xsd:schema xmlns:xsd="http://www.w3.org/2001/XMLSchema" xmlns:xs="http://www.w3.org/2001/XMLSchema" xmlns:p="http://schemas.microsoft.com/office/2006/metadata/properties" xmlns:ns2="efca2d49-1f73-4b36-ae65-24c3e9872822" xmlns:ns3="8a858409-a940-4626-b933-19c07369a767" targetNamespace="http://schemas.microsoft.com/office/2006/metadata/properties" ma:root="true" ma:fieldsID="dcc8c9281ddb07aa7fce4ced3976576e" ns2:_="" ns3:_="">
    <xsd:import namespace="efca2d49-1f73-4b36-ae65-24c3e9872822"/>
    <xsd:import namespace="8a858409-a940-4626-b933-19c07369a76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ca2d49-1f73-4b36-ae65-24c3e9872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a858409-a940-4626-b933-19c07369a76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ccade1cb-4165-4c31-ad9e-fb4766e68c23}" ma:internalName="TaxCatchAll" ma:showField="CatchAllData" ma:web="8a858409-a940-4626-b933-19c07369a7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a858409-a940-4626-b933-19c07369a767" xsi:nil="true"/>
    <lcf76f155ced4ddcb4097134ff3c332f xmlns="efca2d49-1f73-4b36-ae65-24c3e987282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F4A40ED-0C2D-49D4-946D-EAA2031EF3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ca2d49-1f73-4b36-ae65-24c3e9872822"/>
    <ds:schemaRef ds:uri="8a858409-a940-4626-b933-19c07369a7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D2E0EA-F614-4342-BCAB-D39E0B7891A6}">
  <ds:schemaRefs>
    <ds:schemaRef ds:uri="http://schemas.microsoft.com/sharepoint/v3/contenttype/forms"/>
  </ds:schemaRefs>
</ds:datastoreItem>
</file>

<file path=customXml/itemProps3.xml><?xml version="1.0" encoding="utf-8"?>
<ds:datastoreItem xmlns:ds="http://schemas.openxmlformats.org/officeDocument/2006/customXml" ds:itemID="{117B9066-6946-4620-B760-EC2B5C3806B1}">
  <ds:schemaRefs>
    <ds:schemaRef ds:uri="http://schemas.microsoft.com/office/2006/documentManagement/types"/>
    <ds:schemaRef ds:uri="http://schemas.openxmlformats.org/package/2006/metadata/core-properties"/>
    <ds:schemaRef ds:uri="89bd3655-6e87-43e1-bdc1-5d93262de3c5"/>
    <ds:schemaRef ds:uri="http://purl.org/dc/elements/1.1/"/>
    <ds:schemaRef ds:uri="9e717238-1c9e-4cb3-a440-cd9794a27339"/>
    <ds:schemaRef ds:uri="http://schemas.microsoft.com/office/2006/metadata/properties"/>
    <ds:schemaRef ds:uri="http://purl.org/dc/terms/"/>
    <ds:schemaRef ds:uri="http://schemas.microsoft.com/office/infopath/2007/PartnerControls"/>
    <ds:schemaRef ds:uri="http://www.w3.org/XML/1998/namespace"/>
    <ds:schemaRef ds:uri="http://purl.org/dc/dcmitype/"/>
    <ds:schemaRef ds:uri="8a858409-a940-4626-b933-19c07369a767"/>
    <ds:schemaRef ds:uri="efca2d49-1f73-4b36-ae65-24c3e9872822"/>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ppt-template_Capgemini-2020</Template>
  <TotalTime>393</TotalTime>
  <Words>6442</Words>
  <Application>Microsoft Office PowerPoint</Application>
  <PresentationFormat>Widescreen</PresentationFormat>
  <Paragraphs>581</Paragraphs>
  <Slides>30</Slides>
  <Notes>22</Notes>
  <HiddenSlides>1</HiddenSlides>
  <MMClips>0</MMClips>
  <ScaleCrop>false</ScaleCrop>
  <HeadingPairs>
    <vt:vector size="8" baseType="variant">
      <vt:variant>
        <vt:lpstr>Fonts Used</vt:lpstr>
      </vt:variant>
      <vt:variant>
        <vt:i4>9</vt:i4>
      </vt:variant>
      <vt:variant>
        <vt:lpstr>Theme</vt:lpstr>
      </vt:variant>
      <vt:variant>
        <vt:i4>4</vt:i4>
      </vt:variant>
      <vt:variant>
        <vt:lpstr>Embedded OLE Servers</vt:lpstr>
      </vt:variant>
      <vt:variant>
        <vt:i4>1</vt:i4>
      </vt:variant>
      <vt:variant>
        <vt:lpstr>Slide Titles</vt:lpstr>
      </vt:variant>
      <vt:variant>
        <vt:i4>30</vt:i4>
      </vt:variant>
    </vt:vector>
  </HeadingPairs>
  <TitlesOfParts>
    <vt:vector size="44" baseType="lpstr">
      <vt:lpstr>Arial</vt:lpstr>
      <vt:lpstr>Calibri</vt:lpstr>
      <vt:lpstr>Calibri Light</vt:lpstr>
      <vt:lpstr>Ink Free</vt:lpstr>
      <vt:lpstr>Museo_sans</vt:lpstr>
      <vt:lpstr>NHaasGroteskDSStd-65Md</vt:lpstr>
      <vt:lpstr>NHaasGroteskTXStd-55Rg</vt:lpstr>
      <vt:lpstr>Verdana</vt:lpstr>
      <vt:lpstr>Wingdings</vt:lpstr>
      <vt:lpstr>Capgemini Master</vt:lpstr>
      <vt:lpstr>Section break</vt:lpstr>
      <vt:lpstr>Cover options</vt:lpstr>
      <vt:lpstr>Office Theme</vt:lpstr>
      <vt:lpstr>think-cell Slide</vt:lpstr>
      <vt:lpstr>PowerPoint Presentation</vt:lpstr>
      <vt:lpstr>London Insurance Market</vt:lpstr>
      <vt:lpstr>PowerPoint Presentation</vt:lpstr>
      <vt:lpstr>Lloyd's of London</vt:lpstr>
      <vt:lpstr>Lloyd's of London</vt:lpstr>
      <vt:lpstr>Lloyd's of London</vt:lpstr>
      <vt:lpstr>Lloyd's of London</vt:lpstr>
      <vt:lpstr>Lloyd's of London</vt:lpstr>
      <vt:lpstr>Underwriting</vt:lpstr>
      <vt:lpstr>Lloyd's of London</vt:lpstr>
      <vt:lpstr>Lloyd's of London</vt:lpstr>
      <vt:lpstr>Distribution Channels</vt:lpstr>
      <vt:lpstr>Lloyds of London</vt:lpstr>
      <vt:lpstr>PowerPoint Presentation</vt:lpstr>
      <vt:lpstr>Lloyds Brokers</vt:lpstr>
      <vt:lpstr>Lloyd’s Brokers</vt:lpstr>
      <vt:lpstr>Lloyd’s Brokers</vt:lpstr>
      <vt:lpstr>PowerPoint Presentation</vt:lpstr>
      <vt:lpstr>PowerPoint Presentation</vt:lpstr>
      <vt:lpstr>PowerPoint Presentation</vt:lpstr>
      <vt:lpstr>London Market Underwriting</vt:lpstr>
      <vt:lpstr>The International Underwriting Association of London</vt:lpstr>
      <vt:lpstr>IUA Ordinary Members</vt:lpstr>
      <vt:lpstr>PowerPoint Presentation</vt:lpstr>
      <vt:lpstr>Useful Links</vt:lpstr>
      <vt:lpstr>Useful Links</vt:lpstr>
      <vt:lpstr>DXC (Xchanging)</vt:lpstr>
      <vt:lpstr>Electronic Messaging</vt:lpstr>
      <vt:lpstr>Question Time </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Dixon, Peter</dc:creator>
  <cp:lastModifiedBy>Boopathy, Ramesh Babu</cp:lastModifiedBy>
  <cp:revision>1</cp:revision>
  <cp:lastPrinted>2020-12-15T13:50:02Z</cp:lastPrinted>
  <dcterms:created xsi:type="dcterms:W3CDTF">2020-11-25T11:20:03Z</dcterms:created>
  <dcterms:modified xsi:type="dcterms:W3CDTF">2026-09-18T10:43:58Z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0x010100B594CA59C78ABC4E985F2271547623DB</vt:lpwstr>
  </property>
</Properties>
</file>
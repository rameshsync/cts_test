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5.xml" ContentType="application/vnd.openxmlformats-officedocument.them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6.xml" ContentType="application/vnd.openxmlformats-officedocument.them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7.xml" ContentType="application/vnd.openxmlformats-officedocument.them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8.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9.xml" ContentType="application/vnd.openxmlformats-officedocument.them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10.xml" ContentType="application/vnd.openxmlformats-officedocument.them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slideLayouts/slideLayout84.xml" ContentType="application/vnd.openxmlformats-officedocument.presentationml.slideLayout+xml"/>
  <Override PartName="/ppt/theme/theme11.xml" ContentType="application/vnd.openxmlformats-officedocument.theme+xml"/>
  <Override PartName="/ppt/tags/tag56.xml" ContentType="application/vnd.openxmlformats-officedocument.presentationml.tags+xml"/>
  <Override PartName="/ppt/tags/tag57.xml" ContentType="application/vnd.openxmlformats-officedocument.presentationml.tags+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12.xml" ContentType="application/vnd.openxmlformats-officedocument.theme+xml"/>
  <Override PartName="/ppt/tags/tag58.xml" ContentType="application/vnd.openxmlformats-officedocument.presentationml.tags+xml"/>
  <Override PartName="/ppt/tags/tag59.xml" ContentType="application/vnd.openxmlformats-officedocument.presentationml.tags+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3.xml" ContentType="application/vnd.openxmlformats-officedocument.them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14.xml" ContentType="application/vnd.openxmlformats-officedocument.them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comments/modernComment_7BBF5959_AA71A4CF.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6" r:id="rId5"/>
    <p:sldMasterId id="2147483677" r:id="rId6"/>
    <p:sldMasterId id="2147483694" r:id="rId7"/>
    <p:sldMasterId id="2147483701" r:id="rId8"/>
    <p:sldMasterId id="2147483708" r:id="rId9"/>
    <p:sldMasterId id="2147483711" r:id="rId10"/>
    <p:sldMasterId id="2147483724" r:id="rId11"/>
    <p:sldMasterId id="2147483739" r:id="rId12"/>
    <p:sldMasterId id="2147483751" r:id="rId13"/>
    <p:sldMasterId id="2147483792" r:id="rId14"/>
    <p:sldMasterId id="2147483840" r:id="rId15"/>
    <p:sldMasterId id="2147483854" r:id="rId16"/>
    <p:sldMasterId id="2147484142" r:id="rId17"/>
  </p:sldMasterIdLst>
  <p:notesMasterIdLst>
    <p:notesMasterId r:id="rId33"/>
  </p:notesMasterIdLst>
  <p:handoutMasterIdLst>
    <p:handoutMasterId r:id="rId34"/>
  </p:handoutMasterIdLst>
  <p:sldIdLst>
    <p:sldId id="2076137793" r:id="rId18"/>
    <p:sldId id="2076137800" r:id="rId19"/>
    <p:sldId id="2076137809" r:id="rId20"/>
    <p:sldId id="2076137810" r:id="rId21"/>
    <p:sldId id="2076137818" r:id="rId22"/>
    <p:sldId id="2076137819" r:id="rId23"/>
    <p:sldId id="2076137820" r:id="rId24"/>
    <p:sldId id="2076137821" r:id="rId25"/>
    <p:sldId id="2076137811" r:id="rId26"/>
    <p:sldId id="2076137817" r:id="rId27"/>
    <p:sldId id="2076137822" r:id="rId28"/>
    <p:sldId id="2076137823" r:id="rId29"/>
    <p:sldId id="2076137824" r:id="rId30"/>
    <p:sldId id="2076137825" r:id="rId31"/>
    <p:sldId id="207613782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605B717-318B-45EF-88C0-A56C180A481F}">
          <p14:sldIdLst>
            <p14:sldId id="2076137793"/>
            <p14:sldId id="2076137800"/>
            <p14:sldId id="2076137809"/>
            <p14:sldId id="2076137810"/>
            <p14:sldId id="2076137818"/>
            <p14:sldId id="2076137819"/>
            <p14:sldId id="2076137820"/>
            <p14:sldId id="2076137821"/>
            <p14:sldId id="2076137811"/>
            <p14:sldId id="2076137817"/>
            <p14:sldId id="2076137822"/>
            <p14:sldId id="2076137823"/>
            <p14:sldId id="2076137824"/>
            <p14:sldId id="2076137825"/>
            <p14:sldId id="2076137826"/>
          </p14:sldIdLst>
        </p14:section>
      </p14:sectionLst>
    </p:ext>
    <p:ext uri="{EFAFB233-063F-42B5-8137-9DF3F51BA10A}">
      <p15:sldGuideLst xmlns:p15="http://schemas.microsoft.com/office/powerpoint/2012/main">
        <p15:guide id="1" pos="3840" userDrawn="1">
          <p15:clr>
            <a:srgbClr val="A4A3A4"/>
          </p15:clr>
        </p15:guide>
        <p15:guide id="2" orient="horz" pos="3807" userDrawn="1">
          <p15:clr>
            <a:srgbClr val="A4A3A4"/>
          </p15:clr>
        </p15:guide>
        <p15:guide id="3" orient="horz" pos="3362" userDrawn="1">
          <p15:clr>
            <a:srgbClr val="A4A3A4"/>
          </p15:clr>
        </p15:guide>
        <p15:guide id="4" pos="3940" userDrawn="1">
          <p15:clr>
            <a:srgbClr val="A4A3A4"/>
          </p15:clr>
        </p15:guide>
        <p15:guide id="5" orient="horz" pos="2137" userDrawn="1">
          <p15:clr>
            <a:srgbClr val="A4A3A4"/>
          </p15:clr>
        </p15:guide>
        <p15:guide id="6" pos="4040" userDrawn="1">
          <p15:clr>
            <a:srgbClr val="A4A3A4"/>
          </p15:clr>
        </p15:guide>
        <p15:guide id="7" orient="horz" pos="21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6172EA3-E381-AF68-97CD-877BDD1AE928}" name="Yogeswararao, Vutla" initials="YV" userId="S::v.yogi@capgemini.com::144a21dd-2353-42fe-a022-485228427a8a" providerId="AD"/>
  <p188:author id="{77C1DED5-5D74-0F76-84F6-6916F63B35AA}" name="Akula, Kiran" initials="AK" userId="S::kiran.akula@capgemini.com::4edd7db3-3f5e-4d95-b6aa-837b0f56c97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Williamson, Wendy Laird" initials="WWL" lastIdx="2" clrIdx="6">
    <p:extLst>
      <p:ext uri="{19B8F6BF-5375-455C-9EA6-DF929625EA0E}">
        <p15:presenceInfo xmlns:p15="http://schemas.microsoft.com/office/powerpoint/2012/main" userId="S::wendy-laird.williamson@capgemini.com::ef9edf4c-6939-4fb3-85d1-5d565a596f1a" providerId="AD"/>
      </p:ext>
    </p:extLst>
  </p:cmAuthor>
  <p:cmAuthor id="1" name="Rowe, Chris" initials="RC" lastIdx="8" clrIdx="0">
    <p:extLst>
      <p:ext uri="{19B8F6BF-5375-455C-9EA6-DF929625EA0E}">
        <p15:presenceInfo xmlns:p15="http://schemas.microsoft.com/office/powerpoint/2012/main" userId="S::chris.rowe@capgemini.com::9f6f066a-152c-48b9-adc7-353acab7c66d" providerId="AD"/>
      </p:ext>
    </p:extLst>
  </p:cmAuthor>
  <p:cmAuthor id="2" name="Beard, Rob" initials="BR" lastIdx="1" clrIdx="1">
    <p:extLst>
      <p:ext uri="{19B8F6BF-5375-455C-9EA6-DF929625EA0E}">
        <p15:presenceInfo xmlns:p15="http://schemas.microsoft.com/office/powerpoint/2012/main" userId="S::rob.beard@capgemini.com::a4664846-0d73-4b2b-a4e8-8f87178c6bd6" providerId="AD"/>
      </p:ext>
    </p:extLst>
  </p:cmAuthor>
  <p:cmAuthor id="3" name="Chmelarova, Alzbeta" initials="CA" lastIdx="2" clrIdx="2">
    <p:extLst>
      <p:ext uri="{19B8F6BF-5375-455C-9EA6-DF929625EA0E}">
        <p15:presenceInfo xmlns:p15="http://schemas.microsoft.com/office/powerpoint/2012/main" userId="S::alzbeta.chmelarova@capgemini.com::234bb775-f8e6-4f65-8334-e77b27c9e67f" providerId="AD"/>
      </p:ext>
    </p:extLst>
  </p:cmAuthor>
  <p:cmAuthor id="4" name="Devalekar, Janhvi" initials="DJ" lastIdx="5" clrIdx="3">
    <p:extLst>
      <p:ext uri="{19B8F6BF-5375-455C-9EA6-DF929625EA0E}">
        <p15:presenceInfo xmlns:p15="http://schemas.microsoft.com/office/powerpoint/2012/main" userId="S::janhvi.devalekar@capgemini.com::12dedc5b-372c-4e6a-848e-939838eface8" providerId="AD"/>
      </p:ext>
    </p:extLst>
  </p:cmAuthor>
  <p:cmAuthor id="5" name="Caswell, Andrew" initials="CA" lastIdx="3" clrIdx="4">
    <p:extLst>
      <p:ext uri="{19B8F6BF-5375-455C-9EA6-DF929625EA0E}">
        <p15:presenceInfo xmlns:p15="http://schemas.microsoft.com/office/powerpoint/2012/main" userId="S::andrew.caswell@capgemini.com::66596505-57dc-407f-8cf8-c6af0ab7ccfc" providerId="AD"/>
      </p:ext>
    </p:extLst>
  </p:cmAuthor>
  <p:cmAuthor id="6" name="Casale, Fabrizio" initials="CF" lastIdx="2" clrIdx="5">
    <p:extLst>
      <p:ext uri="{19B8F6BF-5375-455C-9EA6-DF929625EA0E}">
        <p15:presenceInfo xmlns:p15="http://schemas.microsoft.com/office/powerpoint/2012/main" userId="S::fabrizio.casale@capgemini.com::b069ca5a-354f-4979-8895-8073c1fe346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F0FB"/>
    <a:srgbClr val="00578C"/>
    <a:srgbClr val="FF304C"/>
    <a:srgbClr val="01D1D0"/>
    <a:srgbClr val="80B8D6"/>
    <a:srgbClr val="00C37B"/>
    <a:srgbClr val="FFFFFF"/>
    <a:srgbClr val="E6E6E6"/>
    <a:srgbClr val="6D64CC"/>
    <a:srgbClr val="FF839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307" autoAdjust="0"/>
    <p:restoredTop sz="94660"/>
  </p:normalViewPr>
  <p:slideViewPr>
    <p:cSldViewPr snapToGrid="0">
      <p:cViewPr varScale="1">
        <p:scale>
          <a:sx n="61" d="100"/>
          <a:sy n="61" d="100"/>
        </p:scale>
        <p:origin x="1140" y="60"/>
      </p:cViewPr>
      <p:guideLst>
        <p:guide pos="3840"/>
        <p:guide orient="horz" pos="3807"/>
        <p:guide orient="horz" pos="3362"/>
        <p:guide pos="3940"/>
        <p:guide orient="horz" pos="2137"/>
        <p:guide pos="4040"/>
        <p:guide orient="horz" pos="2160"/>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slide" Target="slides/slide1.xml"/><Relationship Id="rId26" Type="http://schemas.openxmlformats.org/officeDocument/2006/relationships/slide" Target="slides/slide9.xml"/><Relationship Id="rId39"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4.xml"/><Relationship Id="rId34" Type="http://schemas.openxmlformats.org/officeDocument/2006/relationships/handoutMaster" Target="handoutMasters/handoutMaster1.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8.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Master" Target="slideMasters/slideMaster13.xml"/><Relationship Id="rId20" Type="http://schemas.openxmlformats.org/officeDocument/2006/relationships/slide" Target="slides/slide3.xml"/><Relationship Id="rId29" Type="http://schemas.openxmlformats.org/officeDocument/2006/relationships/slide" Target="slides/slide12.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7.xml"/><Relationship Id="rId32" Type="http://schemas.openxmlformats.org/officeDocument/2006/relationships/slide" Target="slides/slide15.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 Target="slides/slide6.xml"/><Relationship Id="rId28" Type="http://schemas.openxmlformats.org/officeDocument/2006/relationships/slide" Target="slides/slide11.xml"/><Relationship Id="rId36" Type="http://schemas.openxmlformats.org/officeDocument/2006/relationships/presProps" Target="presProps.xml"/><Relationship Id="rId10" Type="http://schemas.openxmlformats.org/officeDocument/2006/relationships/slideMaster" Target="slideMasters/slideMaster7.xml"/><Relationship Id="rId19" Type="http://schemas.openxmlformats.org/officeDocument/2006/relationships/slide" Target="slides/slide2.xml"/><Relationship Id="rId31"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5.xml"/><Relationship Id="rId27" Type="http://schemas.openxmlformats.org/officeDocument/2006/relationships/slide" Target="slides/slide10.xml"/><Relationship Id="rId30" Type="http://schemas.openxmlformats.org/officeDocument/2006/relationships/slide" Target="slides/slide13.xml"/><Relationship Id="rId35"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llinda, Sridhar" userId="fc3ae19c-f6eb-478b-b319-2a561336655c" providerId="ADAL" clId="{EE9D374E-8039-47BE-98ED-04CAAC08ECBC}"/>
    <pc:docChg chg="undo custSel addSld delSld modSld modSection">
      <pc:chgData name="Illinda, Sridhar" userId="fc3ae19c-f6eb-478b-b319-2a561336655c" providerId="ADAL" clId="{EE9D374E-8039-47BE-98ED-04CAAC08ECBC}" dt="2024-08-07T10:02:01.335" v="2026" actId="20577"/>
      <pc:docMkLst>
        <pc:docMk/>
      </pc:docMkLst>
      <pc:sldChg chg="modSp mod">
        <pc:chgData name="Illinda, Sridhar" userId="fc3ae19c-f6eb-478b-b319-2a561336655c" providerId="ADAL" clId="{EE9D374E-8039-47BE-98ED-04CAAC08ECBC}" dt="2024-08-01T13:41:54.206" v="610" actId="20577"/>
        <pc:sldMkLst>
          <pc:docMk/>
          <pc:sldMk cId="2551634283" sldId="2076137793"/>
        </pc:sldMkLst>
        <pc:spChg chg="mod">
          <ac:chgData name="Illinda, Sridhar" userId="fc3ae19c-f6eb-478b-b319-2a561336655c" providerId="ADAL" clId="{EE9D374E-8039-47BE-98ED-04CAAC08ECBC}" dt="2024-08-01T13:41:54.206" v="610" actId="20577"/>
          <ac:spMkLst>
            <pc:docMk/>
            <pc:sldMk cId="2551634283" sldId="2076137793"/>
            <ac:spMk id="6" creationId="{B8505086-AD3E-6A41-8B93-CB9A281E62EE}"/>
          </ac:spMkLst>
        </pc:spChg>
      </pc:sldChg>
      <pc:sldChg chg="del">
        <pc:chgData name="Illinda, Sridhar" userId="fc3ae19c-f6eb-478b-b319-2a561336655c" providerId="ADAL" clId="{EE9D374E-8039-47BE-98ED-04CAAC08ECBC}" dt="2024-08-01T12:35:41.316" v="398" actId="47"/>
        <pc:sldMkLst>
          <pc:docMk/>
          <pc:sldMk cId="1081236373" sldId="2076137794"/>
        </pc:sldMkLst>
      </pc:sldChg>
      <pc:sldChg chg="del">
        <pc:chgData name="Illinda, Sridhar" userId="fc3ae19c-f6eb-478b-b319-2a561336655c" providerId="ADAL" clId="{EE9D374E-8039-47BE-98ED-04CAAC08ECBC}" dt="2024-08-01T12:35:42.003" v="399" actId="47"/>
        <pc:sldMkLst>
          <pc:docMk/>
          <pc:sldMk cId="3257593320" sldId="2076137799"/>
        </pc:sldMkLst>
      </pc:sldChg>
      <pc:sldChg chg="addSp modSp mod">
        <pc:chgData name="Illinda, Sridhar" userId="fc3ae19c-f6eb-478b-b319-2a561336655c" providerId="ADAL" clId="{EE9D374E-8039-47BE-98ED-04CAAC08ECBC}" dt="2024-08-07T09:21:48.229" v="1815" actId="20577"/>
        <pc:sldMkLst>
          <pc:docMk/>
          <pc:sldMk cId="1543873115" sldId="2076137800"/>
        </pc:sldMkLst>
        <pc:spChg chg="mod">
          <ac:chgData name="Illinda, Sridhar" userId="fc3ae19c-f6eb-478b-b319-2a561336655c" providerId="ADAL" clId="{EE9D374E-8039-47BE-98ED-04CAAC08ECBC}" dt="2024-08-07T09:21:48.229" v="1815" actId="20577"/>
          <ac:spMkLst>
            <pc:docMk/>
            <pc:sldMk cId="1543873115" sldId="2076137800"/>
            <ac:spMk id="3" creationId="{C722DA4E-D96B-5F2B-5386-EDA25F6DE4BB}"/>
          </ac:spMkLst>
        </pc:spChg>
        <pc:spChg chg="add mod">
          <ac:chgData name="Illinda, Sridhar" userId="fc3ae19c-f6eb-478b-b319-2a561336655c" providerId="ADAL" clId="{EE9D374E-8039-47BE-98ED-04CAAC08ECBC}" dt="2024-08-07T08:46:02.006" v="1467" actId="6549"/>
          <ac:spMkLst>
            <pc:docMk/>
            <pc:sldMk cId="1543873115" sldId="2076137800"/>
            <ac:spMk id="5" creationId="{CB9BD960-5294-980B-E917-D16A9F1BE266}"/>
          </ac:spMkLst>
        </pc:spChg>
      </pc:sldChg>
      <pc:sldChg chg="del">
        <pc:chgData name="Illinda, Sridhar" userId="fc3ae19c-f6eb-478b-b319-2a561336655c" providerId="ADAL" clId="{EE9D374E-8039-47BE-98ED-04CAAC08ECBC}" dt="2024-08-01T12:35:43.547" v="400" actId="47"/>
        <pc:sldMkLst>
          <pc:docMk/>
          <pc:sldMk cId="2548207700" sldId="2076137808"/>
        </pc:sldMkLst>
      </pc:sldChg>
      <pc:sldChg chg="addSp delSp modSp mod">
        <pc:chgData name="Illinda, Sridhar" userId="fc3ae19c-f6eb-478b-b319-2a561336655c" providerId="ADAL" clId="{EE9D374E-8039-47BE-98ED-04CAAC08ECBC}" dt="2024-08-07T07:02:37.812" v="1255" actId="20577"/>
        <pc:sldMkLst>
          <pc:docMk/>
          <pc:sldMk cId="2500062120" sldId="2076137809"/>
        </pc:sldMkLst>
        <pc:spChg chg="del">
          <ac:chgData name="Illinda, Sridhar" userId="fc3ae19c-f6eb-478b-b319-2a561336655c" providerId="ADAL" clId="{EE9D374E-8039-47BE-98ED-04CAAC08ECBC}" dt="2024-08-01T11:54:41.878" v="128" actId="478"/>
          <ac:spMkLst>
            <pc:docMk/>
            <pc:sldMk cId="2500062120" sldId="2076137809"/>
            <ac:spMk id="3" creationId="{62895A00-BFE1-74EF-D750-48E169A7F96C}"/>
          </ac:spMkLst>
        </pc:spChg>
        <pc:spChg chg="del">
          <ac:chgData name="Illinda, Sridhar" userId="fc3ae19c-f6eb-478b-b319-2a561336655c" providerId="ADAL" clId="{EE9D374E-8039-47BE-98ED-04CAAC08ECBC}" dt="2024-08-01T11:54:48.877" v="129" actId="478"/>
          <ac:spMkLst>
            <pc:docMk/>
            <pc:sldMk cId="2500062120" sldId="2076137809"/>
            <ac:spMk id="4" creationId="{51812ECD-D743-CC61-A1E9-FEBF022DA5AA}"/>
          </ac:spMkLst>
        </pc:spChg>
        <pc:spChg chg="mod">
          <ac:chgData name="Illinda, Sridhar" userId="fc3ae19c-f6eb-478b-b319-2a561336655c" providerId="ADAL" clId="{EE9D374E-8039-47BE-98ED-04CAAC08ECBC}" dt="2024-08-01T11:55:42.620" v="182" actId="313"/>
          <ac:spMkLst>
            <pc:docMk/>
            <pc:sldMk cId="2500062120" sldId="2076137809"/>
            <ac:spMk id="6" creationId="{5799301A-2229-49D1-2895-79354BD0CE27}"/>
          </ac:spMkLst>
        </pc:spChg>
        <pc:spChg chg="add del mod">
          <ac:chgData name="Illinda, Sridhar" userId="fc3ae19c-f6eb-478b-b319-2a561336655c" providerId="ADAL" clId="{EE9D374E-8039-47BE-98ED-04CAAC08ECBC}" dt="2024-08-01T11:54:48.877" v="129" actId="478"/>
          <ac:spMkLst>
            <pc:docMk/>
            <pc:sldMk cId="2500062120" sldId="2076137809"/>
            <ac:spMk id="7" creationId="{F1EBD7AE-F726-23F7-4F32-0AD4071E6CF4}"/>
          </ac:spMkLst>
        </pc:spChg>
        <pc:spChg chg="add mod">
          <ac:chgData name="Illinda, Sridhar" userId="fc3ae19c-f6eb-478b-b319-2a561336655c" providerId="ADAL" clId="{EE9D374E-8039-47BE-98ED-04CAAC08ECBC}" dt="2024-08-07T07:02:37.812" v="1255" actId="20577"/>
          <ac:spMkLst>
            <pc:docMk/>
            <pc:sldMk cId="2500062120" sldId="2076137809"/>
            <ac:spMk id="9" creationId="{690DEE04-2D20-179B-09E4-BBEADEFB934C}"/>
          </ac:spMkLst>
        </pc:spChg>
        <pc:spChg chg="del">
          <ac:chgData name="Illinda, Sridhar" userId="fc3ae19c-f6eb-478b-b319-2a561336655c" providerId="ADAL" clId="{EE9D374E-8039-47BE-98ED-04CAAC08ECBC}" dt="2024-08-01T11:54:40.207" v="127" actId="478"/>
          <ac:spMkLst>
            <pc:docMk/>
            <pc:sldMk cId="2500062120" sldId="2076137809"/>
            <ac:spMk id="10" creationId="{7A608900-55EC-A242-ACA9-22D0A13E8F51}"/>
          </ac:spMkLst>
        </pc:spChg>
        <pc:spChg chg="del">
          <ac:chgData name="Illinda, Sridhar" userId="fc3ae19c-f6eb-478b-b319-2a561336655c" providerId="ADAL" clId="{EE9D374E-8039-47BE-98ED-04CAAC08ECBC}" dt="2024-08-01T11:54:48.877" v="129" actId="478"/>
          <ac:spMkLst>
            <pc:docMk/>
            <pc:sldMk cId="2500062120" sldId="2076137809"/>
            <ac:spMk id="11" creationId="{BA4DF960-EFC6-D4F2-8AE3-B4B75560CA49}"/>
          </ac:spMkLst>
        </pc:spChg>
        <pc:spChg chg="del">
          <ac:chgData name="Illinda, Sridhar" userId="fc3ae19c-f6eb-478b-b319-2a561336655c" providerId="ADAL" clId="{EE9D374E-8039-47BE-98ED-04CAAC08ECBC}" dt="2024-08-01T11:54:48.877" v="129" actId="478"/>
          <ac:spMkLst>
            <pc:docMk/>
            <pc:sldMk cId="2500062120" sldId="2076137809"/>
            <ac:spMk id="12" creationId="{3BE83A92-755B-F379-5CBB-585F01AC9BB4}"/>
          </ac:spMkLst>
        </pc:spChg>
        <pc:spChg chg="del">
          <ac:chgData name="Illinda, Sridhar" userId="fc3ae19c-f6eb-478b-b319-2a561336655c" providerId="ADAL" clId="{EE9D374E-8039-47BE-98ED-04CAAC08ECBC}" dt="2024-08-01T11:54:38.158" v="126" actId="478"/>
          <ac:spMkLst>
            <pc:docMk/>
            <pc:sldMk cId="2500062120" sldId="2076137809"/>
            <ac:spMk id="13" creationId="{03F19554-A3E6-3EC4-3BD9-F6A65DCFEE48}"/>
          </ac:spMkLst>
        </pc:spChg>
        <pc:spChg chg="add mod">
          <ac:chgData name="Illinda, Sridhar" userId="fc3ae19c-f6eb-478b-b319-2a561336655c" providerId="ADAL" clId="{EE9D374E-8039-47BE-98ED-04CAAC08ECBC}" dt="2024-08-01T12:09:20.492" v="221" actId="208"/>
          <ac:spMkLst>
            <pc:docMk/>
            <pc:sldMk cId="2500062120" sldId="2076137809"/>
            <ac:spMk id="16" creationId="{105C787A-9619-C823-F41E-31DF865C734B}"/>
          </ac:spMkLst>
        </pc:spChg>
        <pc:spChg chg="add mod">
          <ac:chgData name="Illinda, Sridhar" userId="fc3ae19c-f6eb-478b-b319-2a561336655c" providerId="ADAL" clId="{EE9D374E-8039-47BE-98ED-04CAAC08ECBC}" dt="2024-08-01T12:09:48.304" v="224" actId="208"/>
          <ac:spMkLst>
            <pc:docMk/>
            <pc:sldMk cId="2500062120" sldId="2076137809"/>
            <ac:spMk id="17" creationId="{7497BDFD-BC53-F492-67C7-E9B17A7CFE1E}"/>
          </ac:spMkLst>
        </pc:spChg>
        <pc:picChg chg="del">
          <ac:chgData name="Illinda, Sridhar" userId="fc3ae19c-f6eb-478b-b319-2a561336655c" providerId="ADAL" clId="{EE9D374E-8039-47BE-98ED-04CAAC08ECBC}" dt="2024-08-01T11:54:48.877" v="129" actId="478"/>
          <ac:picMkLst>
            <pc:docMk/>
            <pc:sldMk cId="2500062120" sldId="2076137809"/>
            <ac:picMk id="5" creationId="{87DC0E47-7655-32AE-E755-7E77CBA86FD1}"/>
          </ac:picMkLst>
        </pc:picChg>
        <pc:picChg chg="add mod">
          <ac:chgData name="Illinda, Sridhar" userId="fc3ae19c-f6eb-478b-b319-2a561336655c" providerId="ADAL" clId="{EE9D374E-8039-47BE-98ED-04CAAC08ECBC}" dt="2024-08-01T12:09:04.719" v="217" actId="14100"/>
          <ac:picMkLst>
            <pc:docMk/>
            <pc:sldMk cId="2500062120" sldId="2076137809"/>
            <ac:picMk id="14" creationId="{55F85F5A-EF68-EECD-CFC7-09975BE7D3FE}"/>
          </ac:picMkLst>
        </pc:picChg>
        <pc:picChg chg="add mod">
          <ac:chgData name="Illinda, Sridhar" userId="fc3ae19c-f6eb-478b-b319-2a561336655c" providerId="ADAL" clId="{EE9D374E-8039-47BE-98ED-04CAAC08ECBC}" dt="2024-08-01T12:09:08.021" v="218" actId="14100"/>
          <ac:picMkLst>
            <pc:docMk/>
            <pc:sldMk cId="2500062120" sldId="2076137809"/>
            <ac:picMk id="15" creationId="{CC046C7E-9DB5-98B3-C145-F68BB89DDB9A}"/>
          </ac:picMkLst>
        </pc:picChg>
      </pc:sldChg>
      <pc:sldChg chg="addSp delSp modSp mod">
        <pc:chgData name="Illinda, Sridhar" userId="fc3ae19c-f6eb-478b-b319-2a561336655c" providerId="ADAL" clId="{EE9D374E-8039-47BE-98ED-04CAAC08ECBC}" dt="2024-08-01T12:20:51.898" v="323" actId="1038"/>
        <pc:sldMkLst>
          <pc:docMk/>
          <pc:sldMk cId="3384523022" sldId="2076137810"/>
        </pc:sldMkLst>
        <pc:spChg chg="add del mod">
          <ac:chgData name="Illinda, Sridhar" userId="fc3ae19c-f6eb-478b-b319-2a561336655c" providerId="ADAL" clId="{EE9D374E-8039-47BE-98ED-04CAAC08ECBC}" dt="2024-08-01T12:10:20.890" v="226" actId="478"/>
          <ac:spMkLst>
            <pc:docMk/>
            <pc:sldMk cId="3384523022" sldId="2076137810"/>
            <ac:spMk id="3" creationId="{5DF5463D-191C-2A16-F623-52D24034BE02}"/>
          </ac:spMkLst>
        </pc:spChg>
        <pc:spChg chg="mod">
          <ac:chgData name="Illinda, Sridhar" userId="fc3ae19c-f6eb-478b-b319-2a561336655c" providerId="ADAL" clId="{EE9D374E-8039-47BE-98ED-04CAAC08ECBC}" dt="2024-08-01T12:10:50.715" v="253" actId="20577"/>
          <ac:spMkLst>
            <pc:docMk/>
            <pc:sldMk cId="3384523022" sldId="2076137810"/>
            <ac:spMk id="4" creationId="{37C59AF0-B145-22FC-F893-DE0D842BD0F8}"/>
          </ac:spMkLst>
        </pc:spChg>
        <pc:spChg chg="del">
          <ac:chgData name="Illinda, Sridhar" userId="fc3ae19c-f6eb-478b-b319-2a561336655c" providerId="ADAL" clId="{EE9D374E-8039-47BE-98ED-04CAAC08ECBC}" dt="2024-08-01T12:10:18.241" v="225" actId="478"/>
          <ac:spMkLst>
            <pc:docMk/>
            <pc:sldMk cId="3384523022" sldId="2076137810"/>
            <ac:spMk id="5" creationId="{4AF3CE56-84CF-E8C6-9FD8-BAE619F21EE8}"/>
          </ac:spMkLst>
        </pc:spChg>
        <pc:spChg chg="mod">
          <ac:chgData name="Illinda, Sridhar" userId="fc3ae19c-f6eb-478b-b319-2a561336655c" providerId="ADAL" clId="{EE9D374E-8039-47BE-98ED-04CAAC08ECBC}" dt="2024-08-01T12:20:51.898" v="323" actId="1038"/>
          <ac:spMkLst>
            <pc:docMk/>
            <pc:sldMk cId="3384523022" sldId="2076137810"/>
            <ac:spMk id="6" creationId="{D4A37D74-74D0-E87A-6E5D-EBFF4DE2BF0A}"/>
          </ac:spMkLst>
        </pc:spChg>
        <pc:spChg chg="del">
          <ac:chgData name="Illinda, Sridhar" userId="fc3ae19c-f6eb-478b-b319-2a561336655c" providerId="ADAL" clId="{EE9D374E-8039-47BE-98ED-04CAAC08ECBC}" dt="2024-08-01T12:10:23.591" v="227" actId="478"/>
          <ac:spMkLst>
            <pc:docMk/>
            <pc:sldMk cId="3384523022" sldId="2076137810"/>
            <ac:spMk id="8" creationId="{3407E339-4DC4-7664-9364-46154BB79DF3}"/>
          </ac:spMkLst>
        </pc:spChg>
        <pc:spChg chg="del">
          <ac:chgData name="Illinda, Sridhar" userId="fc3ae19c-f6eb-478b-b319-2a561336655c" providerId="ADAL" clId="{EE9D374E-8039-47BE-98ED-04CAAC08ECBC}" dt="2024-08-01T12:10:28.719" v="229" actId="478"/>
          <ac:spMkLst>
            <pc:docMk/>
            <pc:sldMk cId="3384523022" sldId="2076137810"/>
            <ac:spMk id="9" creationId="{B8488F3D-D2D7-2DF9-51C7-F0E2B42682FD}"/>
          </ac:spMkLst>
        </pc:spChg>
        <pc:spChg chg="del">
          <ac:chgData name="Illinda, Sridhar" userId="fc3ae19c-f6eb-478b-b319-2a561336655c" providerId="ADAL" clId="{EE9D374E-8039-47BE-98ED-04CAAC08ECBC}" dt="2024-08-01T12:10:31.232" v="230" actId="478"/>
          <ac:spMkLst>
            <pc:docMk/>
            <pc:sldMk cId="3384523022" sldId="2076137810"/>
            <ac:spMk id="12" creationId="{8B3E94C6-CB66-E0A9-11BE-4A86663B92B9}"/>
          </ac:spMkLst>
        </pc:spChg>
        <pc:picChg chg="del">
          <ac:chgData name="Illinda, Sridhar" userId="fc3ae19c-f6eb-478b-b319-2a561336655c" providerId="ADAL" clId="{EE9D374E-8039-47BE-98ED-04CAAC08ECBC}" dt="2024-08-01T12:10:26.542" v="228" actId="478"/>
          <ac:picMkLst>
            <pc:docMk/>
            <pc:sldMk cId="3384523022" sldId="2076137810"/>
            <ac:picMk id="7" creationId="{3FB26ABE-F2A0-C44A-066B-E4A4C8159519}"/>
          </ac:picMkLst>
        </pc:picChg>
        <pc:picChg chg="add mod">
          <ac:chgData name="Illinda, Sridhar" userId="fc3ae19c-f6eb-478b-b319-2a561336655c" providerId="ADAL" clId="{EE9D374E-8039-47BE-98ED-04CAAC08ECBC}" dt="2024-08-01T12:20:29.235" v="310" actId="1038"/>
          <ac:picMkLst>
            <pc:docMk/>
            <pc:sldMk cId="3384523022" sldId="2076137810"/>
            <ac:picMk id="10" creationId="{74A56E0C-2F14-E7BA-6AB5-CA354EC54C3D}"/>
          </ac:picMkLst>
        </pc:picChg>
      </pc:sldChg>
      <pc:sldChg chg="addSp delSp modSp mod">
        <pc:chgData name="Illinda, Sridhar" userId="fc3ae19c-f6eb-478b-b319-2a561336655c" providerId="ADAL" clId="{EE9D374E-8039-47BE-98ED-04CAAC08ECBC}" dt="2024-08-01T12:28:46.876" v="375" actId="14100"/>
        <pc:sldMkLst>
          <pc:docMk/>
          <pc:sldMk cId="1866212038" sldId="2076137811"/>
        </pc:sldMkLst>
        <pc:spChg chg="add del mod">
          <ac:chgData name="Illinda, Sridhar" userId="fc3ae19c-f6eb-478b-b319-2a561336655c" providerId="ADAL" clId="{EE9D374E-8039-47BE-98ED-04CAAC08ECBC}" dt="2024-08-01T12:14:28.300" v="275" actId="478"/>
          <ac:spMkLst>
            <pc:docMk/>
            <pc:sldMk cId="1866212038" sldId="2076137811"/>
            <ac:spMk id="2" creationId="{E7283B51-82D5-500D-FDF8-F60B4FD1847B}"/>
          </ac:spMkLst>
        </pc:spChg>
        <pc:spChg chg="add mod">
          <ac:chgData name="Illinda, Sridhar" userId="fc3ae19c-f6eb-478b-b319-2a561336655c" providerId="ADAL" clId="{EE9D374E-8039-47BE-98ED-04CAAC08ECBC}" dt="2024-08-01T12:27:11.784" v="367" actId="14100"/>
          <ac:spMkLst>
            <pc:docMk/>
            <pc:sldMk cId="1866212038" sldId="2076137811"/>
            <ac:spMk id="3" creationId="{DDA5FEAC-6562-FA85-671E-B61B3C72D04E}"/>
          </ac:spMkLst>
        </pc:spChg>
        <pc:spChg chg="mod">
          <ac:chgData name="Illinda, Sridhar" userId="fc3ae19c-f6eb-478b-b319-2a561336655c" providerId="ADAL" clId="{EE9D374E-8039-47BE-98ED-04CAAC08ECBC}" dt="2024-08-01T12:18:50.553" v="295"/>
          <ac:spMkLst>
            <pc:docMk/>
            <pc:sldMk cId="1866212038" sldId="2076137811"/>
            <ac:spMk id="5" creationId="{2ADD46E1-626D-C688-2B8B-E8E772A0C369}"/>
          </ac:spMkLst>
        </pc:spChg>
        <pc:spChg chg="del">
          <ac:chgData name="Illinda, Sridhar" userId="fc3ae19c-f6eb-478b-b319-2a561336655c" providerId="ADAL" clId="{EE9D374E-8039-47BE-98ED-04CAAC08ECBC}" dt="2024-08-01T12:14:25.998" v="274" actId="478"/>
          <ac:spMkLst>
            <pc:docMk/>
            <pc:sldMk cId="1866212038" sldId="2076137811"/>
            <ac:spMk id="6" creationId="{C05928ED-1768-A205-C84E-734E2C7B1D13}"/>
          </ac:spMkLst>
        </pc:spChg>
        <pc:spChg chg="del">
          <ac:chgData name="Illinda, Sridhar" userId="fc3ae19c-f6eb-478b-b319-2a561336655c" providerId="ADAL" clId="{EE9D374E-8039-47BE-98ED-04CAAC08ECBC}" dt="2024-08-01T12:14:25.998" v="274" actId="478"/>
          <ac:spMkLst>
            <pc:docMk/>
            <pc:sldMk cId="1866212038" sldId="2076137811"/>
            <ac:spMk id="7" creationId="{B7A62C15-8111-6F84-E93C-CFE780E8CD84}"/>
          </ac:spMkLst>
        </pc:spChg>
        <pc:spChg chg="del">
          <ac:chgData name="Illinda, Sridhar" userId="fc3ae19c-f6eb-478b-b319-2a561336655c" providerId="ADAL" clId="{EE9D374E-8039-47BE-98ED-04CAAC08ECBC}" dt="2024-08-01T12:18:57.933" v="296" actId="478"/>
          <ac:spMkLst>
            <pc:docMk/>
            <pc:sldMk cId="1866212038" sldId="2076137811"/>
            <ac:spMk id="10" creationId="{D73E959A-FEB9-8C6D-D1B9-E7E82157B676}"/>
          </ac:spMkLst>
        </pc:spChg>
        <pc:spChg chg="del">
          <ac:chgData name="Illinda, Sridhar" userId="fc3ae19c-f6eb-478b-b319-2a561336655c" providerId="ADAL" clId="{EE9D374E-8039-47BE-98ED-04CAAC08ECBC}" dt="2024-08-01T12:14:25.998" v="274" actId="478"/>
          <ac:spMkLst>
            <pc:docMk/>
            <pc:sldMk cId="1866212038" sldId="2076137811"/>
            <ac:spMk id="12" creationId="{A31D00DB-B073-F2EA-64FA-51019B048C85}"/>
          </ac:spMkLst>
        </pc:spChg>
        <pc:spChg chg="del">
          <ac:chgData name="Illinda, Sridhar" userId="fc3ae19c-f6eb-478b-b319-2a561336655c" providerId="ADAL" clId="{EE9D374E-8039-47BE-98ED-04CAAC08ECBC}" dt="2024-08-01T12:14:25.998" v="274" actId="478"/>
          <ac:spMkLst>
            <pc:docMk/>
            <pc:sldMk cId="1866212038" sldId="2076137811"/>
            <ac:spMk id="14" creationId="{ABDFF111-D6A5-1F56-EF5E-D9BB68A073C4}"/>
          </ac:spMkLst>
        </pc:spChg>
        <pc:spChg chg="del">
          <ac:chgData name="Illinda, Sridhar" userId="fc3ae19c-f6eb-478b-b319-2a561336655c" providerId="ADAL" clId="{EE9D374E-8039-47BE-98ED-04CAAC08ECBC}" dt="2024-08-01T12:14:25.998" v="274" actId="478"/>
          <ac:spMkLst>
            <pc:docMk/>
            <pc:sldMk cId="1866212038" sldId="2076137811"/>
            <ac:spMk id="15" creationId="{8BDD16FA-E40A-8FC6-BD93-73D32D6D3711}"/>
          </ac:spMkLst>
        </pc:spChg>
        <pc:picChg chg="add mod">
          <ac:chgData name="Illinda, Sridhar" userId="fc3ae19c-f6eb-478b-b319-2a561336655c" providerId="ADAL" clId="{EE9D374E-8039-47BE-98ED-04CAAC08ECBC}" dt="2024-08-01T12:28:46.876" v="375" actId="14100"/>
          <ac:picMkLst>
            <pc:docMk/>
            <pc:sldMk cId="1866212038" sldId="2076137811"/>
            <ac:picMk id="4" creationId="{66280436-8074-D0DD-E586-9A44956E0401}"/>
          </ac:picMkLst>
        </pc:picChg>
        <pc:picChg chg="del">
          <ac:chgData name="Illinda, Sridhar" userId="fc3ae19c-f6eb-478b-b319-2a561336655c" providerId="ADAL" clId="{EE9D374E-8039-47BE-98ED-04CAAC08ECBC}" dt="2024-08-01T12:14:25.998" v="274" actId="478"/>
          <ac:picMkLst>
            <pc:docMk/>
            <pc:sldMk cId="1866212038" sldId="2076137811"/>
            <ac:picMk id="11" creationId="{6AFB6CFB-36B5-6C6F-5414-8679A9E407CB}"/>
          </ac:picMkLst>
        </pc:picChg>
      </pc:sldChg>
      <pc:sldChg chg="del">
        <pc:chgData name="Illinda, Sridhar" userId="fc3ae19c-f6eb-478b-b319-2a561336655c" providerId="ADAL" clId="{EE9D374E-8039-47BE-98ED-04CAAC08ECBC}" dt="2024-08-01T12:35:37.218" v="394" actId="47"/>
        <pc:sldMkLst>
          <pc:docMk/>
          <pc:sldMk cId="875959751" sldId="2076137812"/>
        </pc:sldMkLst>
      </pc:sldChg>
      <pc:sldChg chg="del">
        <pc:chgData name="Illinda, Sridhar" userId="fc3ae19c-f6eb-478b-b319-2a561336655c" providerId="ADAL" clId="{EE9D374E-8039-47BE-98ED-04CAAC08ECBC}" dt="2024-08-01T12:35:38.903" v="395" actId="47"/>
        <pc:sldMkLst>
          <pc:docMk/>
          <pc:sldMk cId="776094832" sldId="2076137813"/>
        </pc:sldMkLst>
      </pc:sldChg>
      <pc:sldChg chg="del">
        <pc:chgData name="Illinda, Sridhar" userId="fc3ae19c-f6eb-478b-b319-2a561336655c" providerId="ADAL" clId="{EE9D374E-8039-47BE-98ED-04CAAC08ECBC}" dt="2024-08-01T12:35:39.871" v="396" actId="47"/>
        <pc:sldMkLst>
          <pc:docMk/>
          <pc:sldMk cId="1956783734" sldId="2076137814"/>
        </pc:sldMkLst>
      </pc:sldChg>
      <pc:sldChg chg="del">
        <pc:chgData name="Illinda, Sridhar" userId="fc3ae19c-f6eb-478b-b319-2a561336655c" providerId="ADAL" clId="{EE9D374E-8039-47BE-98ED-04CAAC08ECBC}" dt="2024-08-01T12:35:40.547" v="397" actId="47"/>
        <pc:sldMkLst>
          <pc:docMk/>
          <pc:sldMk cId="4139712540" sldId="2076137815"/>
        </pc:sldMkLst>
      </pc:sldChg>
      <pc:sldChg chg="add del">
        <pc:chgData name="Illinda, Sridhar" userId="fc3ae19c-f6eb-478b-b319-2a561336655c" providerId="ADAL" clId="{EE9D374E-8039-47BE-98ED-04CAAC08ECBC}" dt="2024-08-01T12:35:28.294" v="393" actId="47"/>
        <pc:sldMkLst>
          <pc:docMk/>
          <pc:sldMk cId="1113272313" sldId="2076137816"/>
        </pc:sldMkLst>
      </pc:sldChg>
      <pc:sldChg chg="addSp delSp modSp add del mod">
        <pc:chgData name="Illinda, Sridhar" userId="fc3ae19c-f6eb-478b-b319-2a561336655c" providerId="ADAL" clId="{EE9D374E-8039-47BE-98ED-04CAAC08ECBC}" dt="2024-08-07T09:00:49.719" v="1558" actId="21"/>
        <pc:sldMkLst>
          <pc:docMk/>
          <pc:sldMk cId="2859574479" sldId="2076137817"/>
        </pc:sldMkLst>
        <pc:spChg chg="mod">
          <ac:chgData name="Illinda, Sridhar" userId="fc3ae19c-f6eb-478b-b319-2a561336655c" providerId="ADAL" clId="{EE9D374E-8039-47BE-98ED-04CAAC08ECBC}" dt="2024-08-01T12:30:07.948" v="381" actId="6549"/>
          <ac:spMkLst>
            <pc:docMk/>
            <pc:sldMk cId="2859574479" sldId="2076137817"/>
            <ac:spMk id="2" creationId="{00000000-0000-0000-0000-000000000000}"/>
          </ac:spMkLst>
        </pc:spChg>
        <pc:graphicFrameChg chg="del">
          <ac:chgData name="Illinda, Sridhar" userId="fc3ae19c-f6eb-478b-b319-2a561336655c" providerId="ADAL" clId="{EE9D374E-8039-47BE-98ED-04CAAC08ECBC}" dt="2024-08-01T12:29:51.639" v="377" actId="478"/>
          <ac:graphicFrameMkLst>
            <pc:docMk/>
            <pc:sldMk cId="2859574479" sldId="2076137817"/>
            <ac:graphicFrameMk id="3" creationId="{4A76EBB6-4CE1-69AE-DD07-9E7AB46D197E}"/>
          </ac:graphicFrameMkLst>
        </pc:graphicFrameChg>
        <pc:graphicFrameChg chg="add mod modGraphic">
          <ac:chgData name="Illinda, Sridhar" userId="fc3ae19c-f6eb-478b-b319-2a561336655c" providerId="ADAL" clId="{EE9D374E-8039-47BE-98ED-04CAAC08ECBC}" dt="2024-08-07T09:00:49.719" v="1558" actId="21"/>
          <ac:graphicFrameMkLst>
            <pc:docMk/>
            <pc:sldMk cId="2859574479" sldId="2076137817"/>
            <ac:graphicFrameMk id="4" creationId="{68B86A71-65C5-9B7E-BE7A-ACBB756784C0}"/>
          </ac:graphicFrameMkLst>
        </pc:graphicFrameChg>
      </pc:sldChg>
      <pc:sldChg chg="addSp delSp modSp add mod">
        <pc:chgData name="Illinda, Sridhar" userId="fc3ae19c-f6eb-478b-b319-2a561336655c" providerId="ADAL" clId="{EE9D374E-8039-47BE-98ED-04CAAC08ECBC}" dt="2024-08-07T05:27:58.124" v="1190" actId="208"/>
        <pc:sldMkLst>
          <pc:docMk/>
          <pc:sldMk cId="129126441" sldId="2076137818"/>
        </pc:sldMkLst>
        <pc:spChg chg="mod">
          <ac:chgData name="Illinda, Sridhar" userId="fc3ae19c-f6eb-478b-b319-2a561336655c" providerId="ADAL" clId="{EE9D374E-8039-47BE-98ED-04CAAC08ECBC}" dt="2024-08-01T12:38:07.250" v="416" actId="20577"/>
          <ac:spMkLst>
            <pc:docMk/>
            <pc:sldMk cId="129126441" sldId="2076137818"/>
            <ac:spMk id="4" creationId="{C088BD43-1580-3236-42DB-9C88044C7701}"/>
          </ac:spMkLst>
        </pc:spChg>
        <pc:spChg chg="mod">
          <ac:chgData name="Illinda, Sridhar" userId="fc3ae19c-f6eb-478b-b319-2a561336655c" providerId="ADAL" clId="{EE9D374E-8039-47BE-98ED-04CAAC08ECBC}" dt="2024-08-07T04:34:43.372" v="1150" actId="404"/>
          <ac:spMkLst>
            <pc:docMk/>
            <pc:sldMk cId="129126441" sldId="2076137818"/>
            <ac:spMk id="5" creationId="{040F6675-0A96-E2D4-AFCD-7A0F201DBEF1}"/>
          </ac:spMkLst>
        </pc:spChg>
        <pc:picChg chg="add mod">
          <ac:chgData name="Illinda, Sridhar" userId="fc3ae19c-f6eb-478b-b319-2a561336655c" providerId="ADAL" clId="{EE9D374E-8039-47BE-98ED-04CAAC08ECBC}" dt="2024-08-07T05:27:58.124" v="1190" actId="208"/>
          <ac:picMkLst>
            <pc:docMk/>
            <pc:sldMk cId="129126441" sldId="2076137818"/>
            <ac:picMk id="6" creationId="{1AD069DF-7BB1-24EA-FA5D-5D02C628B3F3}"/>
          </ac:picMkLst>
        </pc:picChg>
        <pc:picChg chg="del">
          <ac:chgData name="Illinda, Sridhar" userId="fc3ae19c-f6eb-478b-b319-2a561336655c" providerId="ADAL" clId="{EE9D374E-8039-47BE-98ED-04CAAC08ECBC}" dt="2024-08-01T12:38:49.932" v="433" actId="478"/>
          <ac:picMkLst>
            <pc:docMk/>
            <pc:sldMk cId="129126441" sldId="2076137818"/>
            <ac:picMk id="7" creationId="{CAC496F6-240F-718B-369C-D898718B43D7}"/>
          </ac:picMkLst>
        </pc:picChg>
      </pc:sldChg>
      <pc:sldChg chg="addSp delSp modSp add del mod">
        <pc:chgData name="Illinda, Sridhar" userId="fc3ae19c-f6eb-478b-b319-2a561336655c" providerId="ADAL" clId="{EE9D374E-8039-47BE-98ED-04CAAC08ECBC}" dt="2024-08-01T12:35:16.268" v="392" actId="47"/>
        <pc:sldMkLst>
          <pc:docMk/>
          <pc:sldMk cId="2747276404" sldId="2076137818"/>
        </pc:sldMkLst>
        <pc:spChg chg="add del mod">
          <ac:chgData name="Illinda, Sridhar" userId="fc3ae19c-f6eb-478b-b319-2a561336655c" providerId="ADAL" clId="{EE9D374E-8039-47BE-98ED-04CAAC08ECBC}" dt="2024-08-01T12:35:12.158" v="391" actId="478"/>
          <ac:spMkLst>
            <pc:docMk/>
            <pc:sldMk cId="2747276404" sldId="2076137818"/>
            <ac:spMk id="2" creationId="{102180A4-217D-E9A5-BEE3-3A43FB76DC09}"/>
          </ac:spMkLst>
        </pc:spChg>
        <pc:spChg chg="del">
          <ac:chgData name="Illinda, Sridhar" userId="fc3ae19c-f6eb-478b-b319-2a561336655c" providerId="ADAL" clId="{EE9D374E-8039-47BE-98ED-04CAAC08ECBC}" dt="2024-08-01T12:35:08.879" v="390" actId="478"/>
          <ac:spMkLst>
            <pc:docMk/>
            <pc:sldMk cId="2747276404" sldId="2076137818"/>
            <ac:spMk id="5" creationId="{040F6675-0A96-E2D4-AFCD-7A0F201DBEF1}"/>
          </ac:spMkLst>
        </pc:spChg>
        <pc:spChg chg="del">
          <ac:chgData name="Illinda, Sridhar" userId="fc3ae19c-f6eb-478b-b319-2a561336655c" providerId="ADAL" clId="{EE9D374E-8039-47BE-98ED-04CAAC08ECBC}" dt="2024-08-01T12:35:08.879" v="390" actId="478"/>
          <ac:spMkLst>
            <pc:docMk/>
            <pc:sldMk cId="2747276404" sldId="2076137818"/>
            <ac:spMk id="6" creationId="{07E9557A-A4EF-496D-3EA6-99229B860A7D}"/>
          </ac:spMkLst>
        </pc:spChg>
        <pc:spChg chg="del">
          <ac:chgData name="Illinda, Sridhar" userId="fc3ae19c-f6eb-478b-b319-2a561336655c" providerId="ADAL" clId="{EE9D374E-8039-47BE-98ED-04CAAC08ECBC}" dt="2024-08-01T12:35:08.879" v="390" actId="478"/>
          <ac:spMkLst>
            <pc:docMk/>
            <pc:sldMk cId="2747276404" sldId="2076137818"/>
            <ac:spMk id="10" creationId="{A237A1E1-64BF-D5F1-C95E-F2113E44B667}"/>
          </ac:spMkLst>
        </pc:spChg>
        <pc:spChg chg="del">
          <ac:chgData name="Illinda, Sridhar" userId="fc3ae19c-f6eb-478b-b319-2a561336655c" providerId="ADAL" clId="{EE9D374E-8039-47BE-98ED-04CAAC08ECBC}" dt="2024-08-01T12:35:08.879" v="390" actId="478"/>
          <ac:spMkLst>
            <pc:docMk/>
            <pc:sldMk cId="2747276404" sldId="2076137818"/>
            <ac:spMk id="12" creationId="{D2F8CE77-6085-AF11-84C9-5437CB684DCE}"/>
          </ac:spMkLst>
        </pc:spChg>
        <pc:spChg chg="del">
          <ac:chgData name="Illinda, Sridhar" userId="fc3ae19c-f6eb-478b-b319-2a561336655c" providerId="ADAL" clId="{EE9D374E-8039-47BE-98ED-04CAAC08ECBC}" dt="2024-08-01T12:35:08.879" v="390" actId="478"/>
          <ac:spMkLst>
            <pc:docMk/>
            <pc:sldMk cId="2747276404" sldId="2076137818"/>
            <ac:spMk id="13" creationId="{063FF9C5-3F26-827F-3001-D3976E42146C}"/>
          </ac:spMkLst>
        </pc:spChg>
        <pc:picChg chg="del">
          <ac:chgData name="Illinda, Sridhar" userId="fc3ae19c-f6eb-478b-b319-2a561336655c" providerId="ADAL" clId="{EE9D374E-8039-47BE-98ED-04CAAC08ECBC}" dt="2024-08-01T12:35:08.879" v="390" actId="478"/>
          <ac:picMkLst>
            <pc:docMk/>
            <pc:sldMk cId="2747276404" sldId="2076137818"/>
            <ac:picMk id="9" creationId="{F04E3AF8-5BB2-FB9D-0171-BF65F004C944}"/>
          </ac:picMkLst>
        </pc:picChg>
      </pc:sldChg>
      <pc:sldChg chg="addSp delSp modSp add mod">
        <pc:chgData name="Illinda, Sridhar" userId="fc3ae19c-f6eb-478b-b319-2a561336655c" providerId="ADAL" clId="{EE9D374E-8039-47BE-98ED-04CAAC08ECBC}" dt="2024-08-07T07:22:19.886" v="1261" actId="20577"/>
        <pc:sldMkLst>
          <pc:docMk/>
          <pc:sldMk cId="1559151192" sldId="2076137819"/>
        </pc:sldMkLst>
        <pc:spChg chg="add mod">
          <ac:chgData name="Illinda, Sridhar" userId="fc3ae19c-f6eb-478b-b319-2a561336655c" providerId="ADAL" clId="{EE9D374E-8039-47BE-98ED-04CAAC08ECBC}" dt="2024-08-07T07:22:19.886" v="1261" actId="20577"/>
          <ac:spMkLst>
            <pc:docMk/>
            <pc:sldMk cId="1559151192" sldId="2076137819"/>
            <ac:spMk id="3" creationId="{9D2A5256-DEB1-7B22-AF2E-694045B7F0ED}"/>
          </ac:spMkLst>
        </pc:spChg>
        <pc:spChg chg="mod">
          <ac:chgData name="Illinda, Sridhar" userId="fc3ae19c-f6eb-478b-b319-2a561336655c" providerId="ADAL" clId="{EE9D374E-8039-47BE-98ED-04CAAC08ECBC}" dt="2024-08-01T12:39:08.560" v="435" actId="20577"/>
          <ac:spMkLst>
            <pc:docMk/>
            <pc:sldMk cId="1559151192" sldId="2076137819"/>
            <ac:spMk id="4" creationId="{C088BD43-1580-3236-42DB-9C88044C7701}"/>
          </ac:spMkLst>
        </pc:spChg>
        <pc:spChg chg="add mod">
          <ac:chgData name="Illinda, Sridhar" userId="fc3ae19c-f6eb-478b-b319-2a561336655c" providerId="ADAL" clId="{EE9D374E-8039-47BE-98ED-04CAAC08ECBC}" dt="2024-08-05T15:58:15.271" v="1120" actId="20577"/>
          <ac:spMkLst>
            <pc:docMk/>
            <pc:sldMk cId="1559151192" sldId="2076137819"/>
            <ac:spMk id="5" creationId="{EFB98A84-1BEF-8AB2-2E9A-71E8CA72140C}"/>
          </ac:spMkLst>
        </pc:spChg>
        <pc:spChg chg="del">
          <ac:chgData name="Illinda, Sridhar" userId="fc3ae19c-f6eb-478b-b319-2a561336655c" providerId="ADAL" clId="{EE9D374E-8039-47BE-98ED-04CAAC08ECBC}" dt="2024-08-05T15:54:40.266" v="990" actId="478"/>
          <ac:spMkLst>
            <pc:docMk/>
            <pc:sldMk cId="1559151192" sldId="2076137819"/>
            <ac:spMk id="13" creationId="{DBF81225-4212-8086-10D7-A578E979DBE1}"/>
          </ac:spMkLst>
        </pc:spChg>
        <pc:spChg chg="mod">
          <ac:chgData name="Illinda, Sridhar" userId="fc3ae19c-f6eb-478b-b319-2a561336655c" providerId="ADAL" clId="{EE9D374E-8039-47BE-98ED-04CAAC08ECBC}" dt="2024-08-05T15:55:07.695" v="1031" actId="1038"/>
          <ac:spMkLst>
            <pc:docMk/>
            <pc:sldMk cId="1559151192" sldId="2076137819"/>
            <ac:spMk id="14" creationId="{59F2FDA1-7D92-E4EF-1A0F-181542F62DC2}"/>
          </ac:spMkLst>
        </pc:spChg>
        <pc:spChg chg="mod">
          <ac:chgData name="Illinda, Sridhar" userId="fc3ae19c-f6eb-478b-b319-2a561336655c" providerId="ADAL" clId="{EE9D374E-8039-47BE-98ED-04CAAC08ECBC}" dt="2024-08-02T15:09:10.941" v="822" actId="20577"/>
          <ac:spMkLst>
            <pc:docMk/>
            <pc:sldMk cId="1559151192" sldId="2076137819"/>
            <ac:spMk id="15" creationId="{B3FECEE4-EF76-3451-B6A4-860B0334F51D}"/>
          </ac:spMkLst>
        </pc:spChg>
        <pc:spChg chg="del">
          <ac:chgData name="Illinda, Sridhar" userId="fc3ae19c-f6eb-478b-b319-2a561336655c" providerId="ADAL" clId="{EE9D374E-8039-47BE-98ED-04CAAC08ECBC}" dt="2024-08-05T15:54:51.491" v="991" actId="478"/>
          <ac:spMkLst>
            <pc:docMk/>
            <pc:sldMk cId="1559151192" sldId="2076137819"/>
            <ac:spMk id="16" creationId="{6E79CEC0-85E5-E80E-DAE1-431962E21C25}"/>
          </ac:spMkLst>
        </pc:spChg>
        <pc:spChg chg="mod">
          <ac:chgData name="Illinda, Sridhar" userId="fc3ae19c-f6eb-478b-b319-2a561336655c" providerId="ADAL" clId="{EE9D374E-8039-47BE-98ED-04CAAC08ECBC}" dt="2024-08-05T15:55:07.695" v="1031" actId="1038"/>
          <ac:spMkLst>
            <pc:docMk/>
            <pc:sldMk cId="1559151192" sldId="2076137819"/>
            <ac:spMk id="17" creationId="{E99685B1-8CC3-BC81-79FA-D81B54FA0470}"/>
          </ac:spMkLst>
        </pc:spChg>
        <pc:spChg chg="del">
          <ac:chgData name="Illinda, Sridhar" userId="fc3ae19c-f6eb-478b-b319-2a561336655c" providerId="ADAL" clId="{EE9D374E-8039-47BE-98ED-04CAAC08ECBC}" dt="2024-08-05T15:54:51.491" v="991" actId="478"/>
          <ac:spMkLst>
            <pc:docMk/>
            <pc:sldMk cId="1559151192" sldId="2076137819"/>
            <ac:spMk id="18" creationId="{5A917B53-2650-9E3F-418F-DF78A1ECD49B}"/>
          </ac:spMkLst>
        </pc:spChg>
        <pc:spChg chg="mod">
          <ac:chgData name="Illinda, Sridhar" userId="fc3ae19c-f6eb-478b-b319-2a561336655c" providerId="ADAL" clId="{EE9D374E-8039-47BE-98ED-04CAAC08ECBC}" dt="2024-08-05T15:55:07.695" v="1031" actId="1038"/>
          <ac:spMkLst>
            <pc:docMk/>
            <pc:sldMk cId="1559151192" sldId="2076137819"/>
            <ac:spMk id="19" creationId="{88136F68-B3B9-A20B-B4E6-15FF0A74E352}"/>
          </ac:spMkLst>
        </pc:spChg>
        <pc:spChg chg="del">
          <ac:chgData name="Illinda, Sridhar" userId="fc3ae19c-f6eb-478b-b319-2a561336655c" providerId="ADAL" clId="{EE9D374E-8039-47BE-98ED-04CAAC08ECBC}" dt="2024-08-05T15:54:51.491" v="991" actId="478"/>
          <ac:spMkLst>
            <pc:docMk/>
            <pc:sldMk cId="1559151192" sldId="2076137819"/>
            <ac:spMk id="20" creationId="{D94A9B8C-3BAE-0B6B-F19B-162DEE6D8E68}"/>
          </ac:spMkLst>
        </pc:spChg>
        <pc:spChg chg="mod">
          <ac:chgData name="Illinda, Sridhar" userId="fc3ae19c-f6eb-478b-b319-2a561336655c" providerId="ADAL" clId="{EE9D374E-8039-47BE-98ED-04CAAC08ECBC}" dt="2024-08-05T15:55:07.695" v="1031" actId="1038"/>
          <ac:spMkLst>
            <pc:docMk/>
            <pc:sldMk cId="1559151192" sldId="2076137819"/>
            <ac:spMk id="21" creationId="{4F08F301-7D8A-2D10-7F95-399E4811B9FB}"/>
          </ac:spMkLst>
        </pc:spChg>
        <pc:spChg chg="del">
          <ac:chgData name="Illinda, Sridhar" userId="fc3ae19c-f6eb-478b-b319-2a561336655c" providerId="ADAL" clId="{EE9D374E-8039-47BE-98ED-04CAAC08ECBC}" dt="2024-08-05T15:54:55.420" v="992" actId="478"/>
          <ac:spMkLst>
            <pc:docMk/>
            <pc:sldMk cId="1559151192" sldId="2076137819"/>
            <ac:spMk id="22" creationId="{217D2DAC-F898-C6FB-0FF9-DF16BE872081}"/>
          </ac:spMkLst>
        </pc:spChg>
        <pc:spChg chg="mod">
          <ac:chgData name="Illinda, Sridhar" userId="fc3ae19c-f6eb-478b-b319-2a561336655c" providerId="ADAL" clId="{EE9D374E-8039-47BE-98ED-04CAAC08ECBC}" dt="2024-08-05T15:55:07.695" v="1031" actId="1038"/>
          <ac:spMkLst>
            <pc:docMk/>
            <pc:sldMk cId="1559151192" sldId="2076137819"/>
            <ac:spMk id="23" creationId="{438C653C-D04D-2CE8-FE08-2B1DDC3CBE9F}"/>
          </ac:spMkLst>
        </pc:spChg>
        <pc:spChg chg="del mod">
          <ac:chgData name="Illinda, Sridhar" userId="fc3ae19c-f6eb-478b-b319-2a561336655c" providerId="ADAL" clId="{EE9D374E-8039-47BE-98ED-04CAAC08ECBC}" dt="2024-08-05T15:53:46.252" v="962" actId="478"/>
          <ac:spMkLst>
            <pc:docMk/>
            <pc:sldMk cId="1559151192" sldId="2076137819"/>
            <ac:spMk id="26" creationId="{CA85DC72-85E5-4540-786F-22712F35D28B}"/>
          </ac:spMkLst>
        </pc:spChg>
        <pc:spChg chg="mod">
          <ac:chgData name="Illinda, Sridhar" userId="fc3ae19c-f6eb-478b-b319-2a561336655c" providerId="ADAL" clId="{EE9D374E-8039-47BE-98ED-04CAAC08ECBC}" dt="2024-08-05T15:54:14.331" v="988" actId="20577"/>
          <ac:spMkLst>
            <pc:docMk/>
            <pc:sldMk cId="1559151192" sldId="2076137819"/>
            <ac:spMk id="28" creationId="{11DD414F-72F5-F813-1DBB-A54CB7E28ED5}"/>
          </ac:spMkLst>
        </pc:spChg>
        <pc:spChg chg="mod">
          <ac:chgData name="Illinda, Sridhar" userId="fc3ae19c-f6eb-478b-b319-2a561336655c" providerId="ADAL" clId="{EE9D374E-8039-47BE-98ED-04CAAC08ECBC}" dt="2024-08-05T15:57:44.565" v="1045"/>
          <ac:spMkLst>
            <pc:docMk/>
            <pc:sldMk cId="1559151192" sldId="2076137819"/>
            <ac:spMk id="33" creationId="{CCA53B12-DAC7-3266-FB20-0105A2129EAD}"/>
          </ac:spMkLst>
        </pc:spChg>
        <pc:picChg chg="del">
          <ac:chgData name="Illinda, Sridhar" userId="fc3ae19c-f6eb-478b-b319-2a561336655c" providerId="ADAL" clId="{EE9D374E-8039-47BE-98ED-04CAAC08ECBC}" dt="2024-08-01T12:39:17.292" v="436" actId="478"/>
          <ac:picMkLst>
            <pc:docMk/>
            <pc:sldMk cId="1559151192" sldId="2076137819"/>
            <ac:picMk id="5" creationId="{D2D0F81A-B80E-35C4-457E-D3A2DE7EE785}"/>
          </ac:picMkLst>
        </pc:picChg>
        <pc:picChg chg="add mod">
          <ac:chgData name="Illinda, Sridhar" userId="fc3ae19c-f6eb-478b-b319-2a561336655c" providerId="ADAL" clId="{EE9D374E-8039-47BE-98ED-04CAAC08ECBC}" dt="2024-08-05T15:59:26.724" v="1127" actId="14100"/>
          <ac:picMkLst>
            <pc:docMk/>
            <pc:sldMk cId="1559151192" sldId="2076137819"/>
            <ac:picMk id="8" creationId="{BDB1DA46-EB94-8B3D-B12E-1B32E4DEDFDA}"/>
          </ac:picMkLst>
        </pc:picChg>
        <pc:picChg chg="del">
          <ac:chgData name="Illinda, Sridhar" userId="fc3ae19c-f6eb-478b-b319-2a561336655c" providerId="ADAL" clId="{EE9D374E-8039-47BE-98ED-04CAAC08ECBC}" dt="2024-08-01T12:39:18.449" v="437" actId="478"/>
          <ac:picMkLst>
            <pc:docMk/>
            <pc:sldMk cId="1559151192" sldId="2076137819"/>
            <ac:picMk id="12" creationId="{5F802DE5-4E7B-51B0-2126-39B41E8E8775}"/>
          </ac:picMkLst>
        </pc:picChg>
        <pc:picChg chg="del">
          <ac:chgData name="Illinda, Sridhar" userId="fc3ae19c-f6eb-478b-b319-2a561336655c" providerId="ADAL" clId="{EE9D374E-8039-47BE-98ED-04CAAC08ECBC}" dt="2024-08-01T12:39:19.714" v="438" actId="478"/>
          <ac:picMkLst>
            <pc:docMk/>
            <pc:sldMk cId="1559151192" sldId="2076137819"/>
            <ac:picMk id="29" creationId="{A66C8859-BBDA-CBC6-4755-8E1BB5E43438}"/>
          </ac:picMkLst>
        </pc:picChg>
        <pc:picChg chg="del">
          <ac:chgData name="Illinda, Sridhar" userId="fc3ae19c-f6eb-478b-b319-2a561336655c" providerId="ADAL" clId="{EE9D374E-8039-47BE-98ED-04CAAC08ECBC}" dt="2024-08-01T12:39:20.613" v="439" actId="478"/>
          <ac:picMkLst>
            <pc:docMk/>
            <pc:sldMk cId="1559151192" sldId="2076137819"/>
            <ac:picMk id="31" creationId="{E6044D8F-EB35-B94F-237E-65BCDFE4B271}"/>
          </ac:picMkLst>
        </pc:picChg>
      </pc:sldChg>
      <pc:sldChg chg="addSp delSp modSp add mod">
        <pc:chgData name="Illinda, Sridhar" userId="fc3ae19c-f6eb-478b-b319-2a561336655c" providerId="ADAL" clId="{EE9D374E-8039-47BE-98ED-04CAAC08ECBC}" dt="2024-08-07T07:23:33.716" v="1271" actId="20577"/>
        <pc:sldMkLst>
          <pc:docMk/>
          <pc:sldMk cId="3394834523" sldId="2076137820"/>
        </pc:sldMkLst>
        <pc:spChg chg="mod">
          <ac:chgData name="Illinda, Sridhar" userId="fc3ae19c-f6eb-478b-b319-2a561336655c" providerId="ADAL" clId="{EE9D374E-8039-47BE-98ED-04CAAC08ECBC}" dt="2024-08-07T04:36:14.973" v="1155" actId="20577"/>
          <ac:spMkLst>
            <pc:docMk/>
            <pc:sldMk cId="3394834523" sldId="2076137820"/>
            <ac:spMk id="4" creationId="{C088BD43-1580-3236-42DB-9C88044C7701}"/>
          </ac:spMkLst>
        </pc:spChg>
        <pc:spChg chg="mod">
          <ac:chgData name="Illinda, Sridhar" userId="fc3ae19c-f6eb-478b-b319-2a561336655c" providerId="ADAL" clId="{EE9D374E-8039-47BE-98ED-04CAAC08ECBC}" dt="2024-08-07T07:23:33.716" v="1271" actId="20577"/>
          <ac:spMkLst>
            <pc:docMk/>
            <pc:sldMk cId="3394834523" sldId="2076137820"/>
            <ac:spMk id="5" creationId="{040F6675-0A96-E2D4-AFCD-7A0F201DBEF1}"/>
          </ac:spMkLst>
        </pc:spChg>
        <pc:picChg chg="del">
          <ac:chgData name="Illinda, Sridhar" userId="fc3ae19c-f6eb-478b-b319-2a561336655c" providerId="ADAL" clId="{EE9D374E-8039-47BE-98ED-04CAAC08ECBC}" dt="2024-08-01T12:39:47.621" v="451" actId="478"/>
          <ac:picMkLst>
            <pc:docMk/>
            <pc:sldMk cId="3394834523" sldId="2076137820"/>
            <ac:picMk id="2" creationId="{DF9D2BB3-0C41-A340-4312-438C03833084}"/>
          </ac:picMkLst>
        </pc:picChg>
        <pc:picChg chg="add mod">
          <ac:chgData name="Illinda, Sridhar" userId="fc3ae19c-f6eb-478b-b319-2a561336655c" providerId="ADAL" clId="{EE9D374E-8039-47BE-98ED-04CAAC08ECBC}" dt="2024-08-07T05:32:48.833" v="1227" actId="14100"/>
          <ac:picMkLst>
            <pc:docMk/>
            <pc:sldMk cId="3394834523" sldId="2076137820"/>
            <ac:picMk id="3" creationId="{D00C0D15-AB5F-2018-2D91-B2F097F9C2C4}"/>
          </ac:picMkLst>
        </pc:picChg>
        <pc:picChg chg="add mod">
          <ac:chgData name="Illinda, Sridhar" userId="fc3ae19c-f6eb-478b-b319-2a561336655c" providerId="ADAL" clId="{EE9D374E-8039-47BE-98ED-04CAAC08ECBC}" dt="2024-08-07T05:32:55.059" v="1228" actId="14100"/>
          <ac:picMkLst>
            <pc:docMk/>
            <pc:sldMk cId="3394834523" sldId="2076137820"/>
            <ac:picMk id="9" creationId="{DAD3EF57-A3FD-F854-64B7-F99AA64F7055}"/>
          </ac:picMkLst>
        </pc:picChg>
      </pc:sldChg>
      <pc:sldChg chg="addSp delSp modSp add mod">
        <pc:chgData name="Illinda, Sridhar" userId="fc3ae19c-f6eb-478b-b319-2a561336655c" providerId="ADAL" clId="{EE9D374E-8039-47BE-98ED-04CAAC08ECBC}" dt="2024-08-07T07:24:05.905" v="1275" actId="20577"/>
        <pc:sldMkLst>
          <pc:docMk/>
          <pc:sldMk cId="1541400273" sldId="2076137821"/>
        </pc:sldMkLst>
        <pc:spChg chg="mod">
          <ac:chgData name="Illinda, Sridhar" userId="fc3ae19c-f6eb-478b-b319-2a561336655c" providerId="ADAL" clId="{EE9D374E-8039-47BE-98ED-04CAAC08ECBC}" dt="2024-08-07T04:36:23.059" v="1160" actId="20577"/>
          <ac:spMkLst>
            <pc:docMk/>
            <pc:sldMk cId="1541400273" sldId="2076137821"/>
            <ac:spMk id="4" creationId="{C088BD43-1580-3236-42DB-9C88044C7701}"/>
          </ac:spMkLst>
        </pc:spChg>
        <pc:spChg chg="add mod">
          <ac:chgData name="Illinda, Sridhar" userId="fc3ae19c-f6eb-478b-b319-2a561336655c" providerId="ADAL" clId="{EE9D374E-8039-47BE-98ED-04CAAC08ECBC}" dt="2024-08-07T07:24:05.905" v="1275" actId="20577"/>
          <ac:spMkLst>
            <pc:docMk/>
            <pc:sldMk cId="1541400273" sldId="2076137821"/>
            <ac:spMk id="13" creationId="{183616A0-A053-DC83-1FF2-EC110859B2AD}"/>
          </ac:spMkLst>
        </pc:spChg>
        <pc:spChg chg="mod">
          <ac:chgData name="Illinda, Sridhar" userId="fc3ae19c-f6eb-478b-b319-2a561336655c" providerId="ADAL" clId="{EE9D374E-8039-47BE-98ED-04CAAC08ECBC}" dt="2024-08-02T15:09:39.698" v="832" actId="20577"/>
          <ac:spMkLst>
            <pc:docMk/>
            <pc:sldMk cId="1541400273" sldId="2076137821"/>
            <ac:spMk id="31" creationId="{35DD6868-9C88-50AA-6B21-95C5B1851990}"/>
          </ac:spMkLst>
        </pc:spChg>
        <pc:picChg chg="add del mod">
          <ac:chgData name="Illinda, Sridhar" userId="fc3ae19c-f6eb-478b-b319-2a561336655c" providerId="ADAL" clId="{EE9D374E-8039-47BE-98ED-04CAAC08ECBC}" dt="2024-08-05T15:02:31.235" v="875" actId="478"/>
          <ac:picMkLst>
            <pc:docMk/>
            <pc:sldMk cId="1541400273" sldId="2076137821"/>
            <ac:picMk id="3" creationId="{07E6C536-9A51-9EC4-D3C1-0C509B29ADFC}"/>
          </ac:picMkLst>
        </pc:picChg>
        <pc:picChg chg="del">
          <ac:chgData name="Illinda, Sridhar" userId="fc3ae19c-f6eb-478b-b319-2a561336655c" providerId="ADAL" clId="{EE9D374E-8039-47BE-98ED-04CAAC08ECBC}" dt="2024-08-01T12:40:00.929" v="454" actId="478"/>
          <ac:picMkLst>
            <pc:docMk/>
            <pc:sldMk cId="1541400273" sldId="2076137821"/>
            <ac:picMk id="5" creationId="{6D11AAD4-7693-2C89-74D3-CE7B75521FD5}"/>
          </ac:picMkLst>
        </pc:picChg>
        <pc:picChg chg="add mod">
          <ac:chgData name="Illinda, Sridhar" userId="fc3ae19c-f6eb-478b-b319-2a561336655c" providerId="ADAL" clId="{EE9D374E-8039-47BE-98ED-04CAAC08ECBC}" dt="2024-08-05T16:04:58.204" v="1144" actId="14100"/>
          <ac:picMkLst>
            <pc:docMk/>
            <pc:sldMk cId="1541400273" sldId="2076137821"/>
            <ac:picMk id="7" creationId="{A1709D24-F2CB-4279-9AE0-6017826F1919}"/>
          </ac:picMkLst>
        </pc:picChg>
        <pc:picChg chg="add mod">
          <ac:chgData name="Illinda, Sridhar" userId="fc3ae19c-f6eb-478b-b319-2a561336655c" providerId="ADAL" clId="{EE9D374E-8039-47BE-98ED-04CAAC08ECBC}" dt="2024-08-05T15:07:44.265" v="902" actId="14100"/>
          <ac:picMkLst>
            <pc:docMk/>
            <pc:sldMk cId="1541400273" sldId="2076137821"/>
            <ac:picMk id="9" creationId="{99C1E944-612B-747C-B3A3-F69583C1227F}"/>
          </ac:picMkLst>
        </pc:picChg>
        <pc:picChg chg="del">
          <ac:chgData name="Illinda, Sridhar" userId="fc3ae19c-f6eb-478b-b319-2a561336655c" providerId="ADAL" clId="{EE9D374E-8039-47BE-98ED-04CAAC08ECBC}" dt="2024-08-01T12:40:01.907" v="455" actId="478"/>
          <ac:picMkLst>
            <pc:docMk/>
            <pc:sldMk cId="1541400273" sldId="2076137821"/>
            <ac:picMk id="10" creationId="{FAE5802D-B249-2D10-9BCC-54147827BF0D}"/>
          </ac:picMkLst>
        </pc:picChg>
        <pc:picChg chg="add mod">
          <ac:chgData name="Illinda, Sridhar" userId="fc3ae19c-f6eb-478b-b319-2a561336655c" providerId="ADAL" clId="{EE9D374E-8039-47BE-98ED-04CAAC08ECBC}" dt="2024-08-05T15:07:36.634" v="901" actId="14100"/>
          <ac:picMkLst>
            <pc:docMk/>
            <pc:sldMk cId="1541400273" sldId="2076137821"/>
            <ac:picMk id="11" creationId="{74A099C9-880E-727F-0A8B-C1B4092BB837}"/>
          </ac:picMkLst>
        </pc:picChg>
        <pc:picChg chg="del">
          <ac:chgData name="Illinda, Sridhar" userId="fc3ae19c-f6eb-478b-b319-2a561336655c" providerId="ADAL" clId="{EE9D374E-8039-47BE-98ED-04CAAC08ECBC}" dt="2024-08-01T12:40:02.860" v="456" actId="478"/>
          <ac:picMkLst>
            <pc:docMk/>
            <pc:sldMk cId="1541400273" sldId="2076137821"/>
            <ac:picMk id="13" creationId="{97746A47-999C-F0C2-71FE-FD88B93820B4}"/>
          </ac:picMkLst>
        </pc:picChg>
        <pc:picChg chg="del">
          <ac:chgData name="Illinda, Sridhar" userId="fc3ae19c-f6eb-478b-b319-2a561336655c" providerId="ADAL" clId="{EE9D374E-8039-47BE-98ED-04CAAC08ECBC}" dt="2024-08-01T12:40:03.558" v="457" actId="478"/>
          <ac:picMkLst>
            <pc:docMk/>
            <pc:sldMk cId="1541400273" sldId="2076137821"/>
            <ac:picMk id="17" creationId="{DE0F1304-786A-7C16-B88B-9C496EC97C04}"/>
          </ac:picMkLst>
        </pc:picChg>
      </pc:sldChg>
      <pc:sldChg chg="modSp add mod">
        <pc:chgData name="Illinda, Sridhar" userId="fc3ae19c-f6eb-478b-b319-2a561336655c" providerId="ADAL" clId="{EE9D374E-8039-47BE-98ED-04CAAC08ECBC}" dt="2024-08-07T10:02:01.335" v="2026" actId="20577"/>
        <pc:sldMkLst>
          <pc:docMk/>
          <pc:sldMk cId="2595880060" sldId="2076137822"/>
        </pc:sldMkLst>
        <pc:spChg chg="mod">
          <ac:chgData name="Illinda, Sridhar" userId="fc3ae19c-f6eb-478b-b319-2a561336655c" providerId="ADAL" clId="{EE9D374E-8039-47BE-98ED-04CAAC08ECBC}" dt="2024-08-07T09:21:31.759" v="1804" actId="20577"/>
          <ac:spMkLst>
            <pc:docMk/>
            <pc:sldMk cId="2595880060" sldId="2076137822"/>
            <ac:spMk id="2" creationId="{00000000-0000-0000-0000-000000000000}"/>
          </ac:spMkLst>
        </pc:spChg>
        <pc:spChg chg="mod">
          <ac:chgData name="Illinda, Sridhar" userId="fc3ae19c-f6eb-478b-b319-2a561336655c" providerId="ADAL" clId="{EE9D374E-8039-47BE-98ED-04CAAC08ECBC}" dt="2024-08-07T10:02:01.335" v="2026" actId="20577"/>
          <ac:spMkLst>
            <pc:docMk/>
            <pc:sldMk cId="2595880060" sldId="2076137822"/>
            <ac:spMk id="4" creationId="{2CCC908D-E73C-BD45-4D64-036174986ADA}"/>
          </ac:spMkLst>
        </pc:spChg>
      </pc:sldChg>
      <pc:sldChg chg="addSp delSp modSp add mod">
        <pc:chgData name="Illinda, Sridhar" userId="fc3ae19c-f6eb-478b-b319-2a561336655c" providerId="ADAL" clId="{EE9D374E-8039-47BE-98ED-04CAAC08ECBC}" dt="2024-08-07T10:00:21.213" v="1922" actId="6549"/>
        <pc:sldMkLst>
          <pc:docMk/>
          <pc:sldMk cId="4189035044" sldId="2076137823"/>
        </pc:sldMkLst>
        <pc:spChg chg="mod">
          <ac:chgData name="Illinda, Sridhar" userId="fc3ae19c-f6eb-478b-b319-2a561336655c" providerId="ADAL" clId="{EE9D374E-8039-47BE-98ED-04CAAC08ECBC}" dt="2024-08-01T12:41:07.116" v="472" actId="20577"/>
          <ac:spMkLst>
            <pc:docMk/>
            <pc:sldMk cId="4189035044" sldId="2076137823"/>
            <ac:spMk id="2" creationId="{00000000-0000-0000-0000-000000000000}"/>
          </ac:spMkLst>
        </pc:spChg>
        <pc:spChg chg="del">
          <ac:chgData name="Illinda, Sridhar" userId="fc3ae19c-f6eb-478b-b319-2a561336655c" providerId="ADAL" clId="{EE9D374E-8039-47BE-98ED-04CAAC08ECBC}" dt="2024-08-01T12:41:11.923" v="473" actId="478"/>
          <ac:spMkLst>
            <pc:docMk/>
            <pc:sldMk cId="4189035044" sldId="2076137823"/>
            <ac:spMk id="4" creationId="{2CCC908D-E73C-BD45-4D64-036174986ADA}"/>
          </ac:spMkLst>
        </pc:spChg>
        <pc:spChg chg="add mod">
          <ac:chgData name="Illinda, Sridhar" userId="fc3ae19c-f6eb-478b-b319-2a561336655c" providerId="ADAL" clId="{EE9D374E-8039-47BE-98ED-04CAAC08ECBC}" dt="2024-08-07T10:00:21.213" v="1922" actId="6549"/>
          <ac:spMkLst>
            <pc:docMk/>
            <pc:sldMk cId="4189035044" sldId="2076137823"/>
            <ac:spMk id="5" creationId="{789BB410-C7BF-43DE-48F0-D496F8787475}"/>
          </ac:spMkLst>
        </pc:spChg>
      </pc:sldChg>
      <pc:sldChg chg="addSp delSp modSp add mod">
        <pc:chgData name="Illinda, Sridhar" userId="fc3ae19c-f6eb-478b-b319-2a561336655c" providerId="ADAL" clId="{EE9D374E-8039-47BE-98ED-04CAAC08ECBC}" dt="2024-08-01T12:44:15.919" v="538" actId="20577"/>
        <pc:sldMkLst>
          <pc:docMk/>
          <pc:sldMk cId="1288582426" sldId="2076137824"/>
        </pc:sldMkLst>
        <pc:spChg chg="mod">
          <ac:chgData name="Illinda, Sridhar" userId="fc3ae19c-f6eb-478b-b319-2a561336655c" providerId="ADAL" clId="{EE9D374E-8039-47BE-98ED-04CAAC08ECBC}" dt="2024-08-01T12:44:15.919" v="538" actId="20577"/>
          <ac:spMkLst>
            <pc:docMk/>
            <pc:sldMk cId="1288582426" sldId="2076137824"/>
            <ac:spMk id="2" creationId="{00000000-0000-0000-0000-000000000000}"/>
          </ac:spMkLst>
        </pc:spChg>
        <pc:spChg chg="add mod">
          <ac:chgData name="Illinda, Sridhar" userId="fc3ae19c-f6eb-478b-b319-2a561336655c" providerId="ADAL" clId="{EE9D374E-8039-47BE-98ED-04CAAC08ECBC}" dt="2024-08-01T12:44:07.776" v="534" actId="1076"/>
          <ac:spMkLst>
            <pc:docMk/>
            <pc:sldMk cId="1288582426" sldId="2076137824"/>
            <ac:spMk id="3" creationId="{74F3EC1A-3108-4DF8-42C5-C1CF90DB1456}"/>
          </ac:spMkLst>
        </pc:spChg>
        <pc:spChg chg="del">
          <ac:chgData name="Illinda, Sridhar" userId="fc3ae19c-f6eb-478b-b319-2a561336655c" providerId="ADAL" clId="{EE9D374E-8039-47BE-98ED-04CAAC08ECBC}" dt="2024-08-01T12:43:13.848" v="503" actId="478"/>
          <ac:spMkLst>
            <pc:docMk/>
            <pc:sldMk cId="1288582426" sldId="2076137824"/>
            <ac:spMk id="5" creationId="{789BB410-C7BF-43DE-48F0-D496F8787475}"/>
          </ac:spMkLst>
        </pc:spChg>
        <pc:spChg chg="add mod">
          <ac:chgData name="Illinda, Sridhar" userId="fc3ae19c-f6eb-478b-b319-2a561336655c" providerId="ADAL" clId="{EE9D374E-8039-47BE-98ED-04CAAC08ECBC}" dt="2024-08-01T12:43:56.012" v="532" actId="1036"/>
          <ac:spMkLst>
            <pc:docMk/>
            <pc:sldMk cId="1288582426" sldId="2076137824"/>
            <ac:spMk id="6" creationId="{AD41C25E-9420-CCF3-9985-0BADBB9F8B38}"/>
          </ac:spMkLst>
        </pc:spChg>
        <pc:graphicFrameChg chg="add mod">
          <ac:chgData name="Illinda, Sridhar" userId="fc3ae19c-f6eb-478b-b319-2a561336655c" providerId="ADAL" clId="{EE9D374E-8039-47BE-98ED-04CAAC08ECBC}" dt="2024-08-01T12:43:56.012" v="532" actId="1036"/>
          <ac:graphicFrameMkLst>
            <pc:docMk/>
            <pc:sldMk cId="1288582426" sldId="2076137824"/>
            <ac:graphicFrameMk id="4" creationId="{230D8E79-69C9-32BB-E003-DA460198BA4A}"/>
          </ac:graphicFrameMkLst>
        </pc:graphicFrameChg>
      </pc:sldChg>
      <pc:sldChg chg="addSp delSp modSp add mod">
        <pc:chgData name="Illinda, Sridhar" userId="fc3ae19c-f6eb-478b-b319-2a561336655c" providerId="ADAL" clId="{EE9D374E-8039-47BE-98ED-04CAAC08ECBC}" dt="2024-08-01T12:46:16.369" v="562" actId="20577"/>
        <pc:sldMkLst>
          <pc:docMk/>
          <pc:sldMk cId="4065280939" sldId="2076137825"/>
        </pc:sldMkLst>
        <pc:spChg chg="mod">
          <ac:chgData name="Illinda, Sridhar" userId="fc3ae19c-f6eb-478b-b319-2a561336655c" providerId="ADAL" clId="{EE9D374E-8039-47BE-98ED-04CAAC08ECBC}" dt="2024-08-01T12:44:29.528" v="541" actId="20577"/>
          <ac:spMkLst>
            <pc:docMk/>
            <pc:sldMk cId="4065280939" sldId="2076137825"/>
            <ac:spMk id="2" creationId="{00000000-0000-0000-0000-000000000000}"/>
          </ac:spMkLst>
        </pc:spChg>
        <pc:spChg chg="del">
          <ac:chgData name="Illinda, Sridhar" userId="fc3ae19c-f6eb-478b-b319-2a561336655c" providerId="ADAL" clId="{EE9D374E-8039-47BE-98ED-04CAAC08ECBC}" dt="2024-08-01T12:44:40.297" v="545" actId="478"/>
          <ac:spMkLst>
            <pc:docMk/>
            <pc:sldMk cId="4065280939" sldId="2076137825"/>
            <ac:spMk id="3" creationId="{74F3EC1A-3108-4DF8-42C5-C1CF90DB1456}"/>
          </ac:spMkLst>
        </pc:spChg>
        <pc:spChg chg="add mod">
          <ac:chgData name="Illinda, Sridhar" userId="fc3ae19c-f6eb-478b-b319-2a561336655c" providerId="ADAL" clId="{EE9D374E-8039-47BE-98ED-04CAAC08ECBC}" dt="2024-08-01T12:45:19.536" v="548" actId="14100"/>
          <ac:spMkLst>
            <pc:docMk/>
            <pc:sldMk cId="4065280939" sldId="2076137825"/>
            <ac:spMk id="5" creationId="{1D62CC03-F665-9E68-CB35-D43B51986884}"/>
          </ac:spMkLst>
        </pc:spChg>
        <pc:spChg chg="del mod">
          <ac:chgData name="Illinda, Sridhar" userId="fc3ae19c-f6eb-478b-b319-2a561336655c" providerId="ADAL" clId="{EE9D374E-8039-47BE-98ED-04CAAC08ECBC}" dt="2024-08-01T12:44:37.810" v="544" actId="478"/>
          <ac:spMkLst>
            <pc:docMk/>
            <pc:sldMk cId="4065280939" sldId="2076137825"/>
            <ac:spMk id="6" creationId="{AD41C25E-9420-CCF3-9985-0BADBB9F8B38}"/>
          </ac:spMkLst>
        </pc:spChg>
        <pc:spChg chg="add mod">
          <ac:chgData name="Illinda, Sridhar" userId="fc3ae19c-f6eb-478b-b319-2a561336655c" providerId="ADAL" clId="{EE9D374E-8039-47BE-98ED-04CAAC08ECBC}" dt="2024-08-01T12:46:16.369" v="562" actId="20577"/>
          <ac:spMkLst>
            <pc:docMk/>
            <pc:sldMk cId="4065280939" sldId="2076137825"/>
            <ac:spMk id="7" creationId="{BC05233C-5941-680F-7AB2-83045FB53B6D}"/>
          </ac:spMkLst>
        </pc:spChg>
        <pc:graphicFrameChg chg="del">
          <ac:chgData name="Illinda, Sridhar" userId="fc3ae19c-f6eb-478b-b319-2a561336655c" providerId="ADAL" clId="{EE9D374E-8039-47BE-98ED-04CAAC08ECBC}" dt="2024-08-01T12:44:34.833" v="542" actId="478"/>
          <ac:graphicFrameMkLst>
            <pc:docMk/>
            <pc:sldMk cId="4065280939" sldId="2076137825"/>
            <ac:graphicFrameMk id="4" creationId="{230D8E79-69C9-32BB-E003-DA460198BA4A}"/>
          </ac:graphicFrameMkLst>
        </pc:graphicFrameChg>
      </pc:sldChg>
      <pc:sldChg chg="addSp delSp modSp add mod">
        <pc:chgData name="Illinda, Sridhar" userId="fc3ae19c-f6eb-478b-b319-2a561336655c" providerId="ADAL" clId="{EE9D374E-8039-47BE-98ED-04CAAC08ECBC}" dt="2024-08-01T12:48:49.492" v="590" actId="208"/>
        <pc:sldMkLst>
          <pc:docMk/>
          <pc:sldMk cId="1857733985" sldId="2076137826"/>
        </pc:sldMkLst>
        <pc:spChg chg="mod">
          <ac:chgData name="Illinda, Sridhar" userId="fc3ae19c-f6eb-478b-b319-2a561336655c" providerId="ADAL" clId="{EE9D374E-8039-47BE-98ED-04CAAC08ECBC}" dt="2024-08-01T12:46:33.275" v="565" actId="20577"/>
          <ac:spMkLst>
            <pc:docMk/>
            <pc:sldMk cId="1857733985" sldId="2076137826"/>
            <ac:spMk id="2" creationId="{00000000-0000-0000-0000-000000000000}"/>
          </ac:spMkLst>
        </pc:spChg>
        <pc:spChg chg="add mod">
          <ac:chgData name="Illinda, Sridhar" userId="fc3ae19c-f6eb-478b-b319-2a561336655c" providerId="ADAL" clId="{EE9D374E-8039-47BE-98ED-04CAAC08ECBC}" dt="2024-08-01T12:47:29.830" v="574" actId="1076"/>
          <ac:spMkLst>
            <pc:docMk/>
            <pc:sldMk cId="1857733985" sldId="2076137826"/>
            <ac:spMk id="3" creationId="{58308D1A-864E-B031-E973-59EAD59911B6}"/>
          </ac:spMkLst>
        </pc:spChg>
        <pc:spChg chg="add mod">
          <ac:chgData name="Illinda, Sridhar" userId="fc3ae19c-f6eb-478b-b319-2a561336655c" providerId="ADAL" clId="{EE9D374E-8039-47BE-98ED-04CAAC08ECBC}" dt="2024-08-01T12:47:39.953" v="576"/>
          <ac:spMkLst>
            <pc:docMk/>
            <pc:sldMk cId="1857733985" sldId="2076137826"/>
            <ac:spMk id="4" creationId="{3BD4D591-2EBC-8FA4-E96D-73E0426C1CB2}"/>
          </ac:spMkLst>
        </pc:spChg>
        <pc:spChg chg="del">
          <ac:chgData name="Illinda, Sridhar" userId="fc3ae19c-f6eb-478b-b319-2a561336655c" providerId="ADAL" clId="{EE9D374E-8039-47BE-98ED-04CAAC08ECBC}" dt="2024-08-01T12:46:40.191" v="567" actId="478"/>
          <ac:spMkLst>
            <pc:docMk/>
            <pc:sldMk cId="1857733985" sldId="2076137826"/>
            <ac:spMk id="5" creationId="{1D62CC03-F665-9E68-CB35-D43B51986884}"/>
          </ac:spMkLst>
        </pc:spChg>
        <pc:spChg chg="add mod">
          <ac:chgData name="Illinda, Sridhar" userId="fc3ae19c-f6eb-478b-b319-2a561336655c" providerId="ADAL" clId="{EE9D374E-8039-47BE-98ED-04CAAC08ECBC}" dt="2024-08-01T12:48:08.831" v="580" actId="208"/>
          <ac:spMkLst>
            <pc:docMk/>
            <pc:sldMk cId="1857733985" sldId="2076137826"/>
            <ac:spMk id="6" creationId="{FF70E559-F43D-EA09-DF19-D71DE46D7FD3}"/>
          </ac:spMkLst>
        </pc:spChg>
        <pc:spChg chg="del">
          <ac:chgData name="Illinda, Sridhar" userId="fc3ae19c-f6eb-478b-b319-2a561336655c" providerId="ADAL" clId="{EE9D374E-8039-47BE-98ED-04CAAC08ECBC}" dt="2024-08-01T12:46:37.490" v="566" actId="478"/>
          <ac:spMkLst>
            <pc:docMk/>
            <pc:sldMk cId="1857733985" sldId="2076137826"/>
            <ac:spMk id="7" creationId="{BC05233C-5941-680F-7AB2-83045FB53B6D}"/>
          </ac:spMkLst>
        </pc:spChg>
        <pc:picChg chg="add mod">
          <ac:chgData name="Illinda, Sridhar" userId="fc3ae19c-f6eb-478b-b319-2a561336655c" providerId="ADAL" clId="{EE9D374E-8039-47BE-98ED-04CAAC08ECBC}" dt="2024-08-01T12:48:49.492" v="590" actId="208"/>
          <ac:picMkLst>
            <pc:docMk/>
            <pc:sldMk cId="1857733985" sldId="2076137826"/>
            <ac:picMk id="8" creationId="{5FCAD4C4-DDE7-7178-916F-04732B992D25}"/>
          </ac:picMkLst>
        </pc:picChg>
      </pc:sldChg>
    </pc:docChg>
  </pc:docChgLst>
</pc:chgInfo>
</file>

<file path=ppt/comments/modernComment_7BBF5959_AA71A4CF.xml><?xml version="1.0" encoding="utf-8"?>
<p188:cmLst xmlns:a="http://schemas.openxmlformats.org/drawingml/2006/main" xmlns:r="http://schemas.openxmlformats.org/officeDocument/2006/relationships" xmlns:p188="http://schemas.microsoft.com/office/powerpoint/2018/8/main">
  <p188:cm id="{8E9037CE-982D-437B-8680-BBA0A211490E}" authorId="{77C1DED5-5D74-0F76-84F6-6916F63B35AA}" created="2024-07-11T17:20:21.577">
    <ac:deMkLst xmlns:ac="http://schemas.microsoft.com/office/drawing/2013/main/command">
      <pc:docMk xmlns:pc="http://schemas.microsoft.com/office/powerpoint/2013/main/command"/>
      <pc:sldMk xmlns:pc="http://schemas.microsoft.com/office/powerpoint/2013/main/command" cId="1081236373" sldId="2076137794"/>
      <ac:graphicFrameMk id="4" creationId="{2BA2EF34-0D66-4EFF-B019-3FBBB8065DF2}"/>
    </ac:deMkLst>
    <p188:txBody>
      <a:bodyPr/>
      <a:lstStyle/>
      <a:p>
        <a:r>
          <a:rPr lang="en-US"/>
          <a:t>How much of effort to build base script in numbers ?</a:t>
        </a:r>
      </a:p>
    </p188:txBody>
  </p188:cm>
  <p188:cm id="{AF0084D3-A566-4911-B294-33826DD3F1CA}" authorId="{46172EA3-E381-AF68-97CD-877BDD1AE928}" created="2024-07-12T10:53:47.492">
    <pc:sldMkLst xmlns:pc="http://schemas.microsoft.com/office/powerpoint/2013/main/command">
      <pc:docMk/>
      <pc:sldMk cId="1081236373" sldId="2076137794"/>
    </pc:sldMkLst>
    <p188:txBody>
      <a:bodyPr/>
      <a:lstStyle/>
      <a:p>
        <a:r>
          <a:rPr lang="en-IN"/>
          <a:t>If Selenium Framework is available we can design functions and able to complete base script within 2 days (E2E policy creation).  GT UI need to understand framework architecture and working flow.  It will take 4 days for E2E flow. (If resource is having good knowledge in JavaScript). </a:t>
        </a:r>
      </a:p>
    </p188:txBody>
  </p188:cm>
</p188:cmLst>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501728-780C-4D40-B08D-7B6534017207}"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7728E7DD-BBF9-41D5-8A5B-762B264B232D}">
      <dgm:prSet/>
      <dgm:spPr/>
      <dgm:t>
        <a:bodyPr/>
        <a:lstStyle/>
        <a:p>
          <a:r>
            <a:rPr lang="en-US" b="1" dirty="0"/>
            <a:t>Key Features:</a:t>
          </a:r>
          <a:endParaRPr lang="en-US" dirty="0"/>
        </a:p>
      </dgm:t>
    </dgm:pt>
    <dgm:pt modelId="{353D695E-708E-44CD-8573-91877F1136FC}" type="parTrans" cxnId="{CB706685-744A-4480-9654-50DA755B9652}">
      <dgm:prSet/>
      <dgm:spPr/>
      <dgm:t>
        <a:bodyPr/>
        <a:lstStyle/>
        <a:p>
          <a:endParaRPr lang="en-US"/>
        </a:p>
      </dgm:t>
    </dgm:pt>
    <dgm:pt modelId="{EB1D3C94-6DF0-44D7-9276-73CCA5A87443}" type="sibTrans" cxnId="{CB706685-744A-4480-9654-50DA755B9652}">
      <dgm:prSet/>
      <dgm:spPr/>
      <dgm:t>
        <a:bodyPr/>
        <a:lstStyle/>
        <a:p>
          <a:endParaRPr lang="en-US"/>
        </a:p>
      </dgm:t>
    </dgm:pt>
    <dgm:pt modelId="{2493FC72-318B-4C6F-8C85-F06FE8CFB345}">
      <dgm:prSet/>
      <dgm:spPr/>
      <dgm:t>
        <a:bodyPr/>
        <a:lstStyle/>
        <a:p>
          <a:r>
            <a:rPr lang="en-US" b="1" dirty="0"/>
            <a:t>Cross-platform:</a:t>
          </a:r>
          <a:r>
            <a:rPr lang="en-US" dirty="0"/>
            <a:t> Run tests on Windows, Linux, and macOS.</a:t>
          </a:r>
        </a:p>
      </dgm:t>
    </dgm:pt>
    <dgm:pt modelId="{F415EB2D-AFC4-4B8E-9D66-E867EDE34C7A}" type="parTrans" cxnId="{F467D56A-2AFA-4F7F-B234-0EECEFD9B41B}">
      <dgm:prSet/>
      <dgm:spPr/>
      <dgm:t>
        <a:bodyPr/>
        <a:lstStyle/>
        <a:p>
          <a:endParaRPr lang="en-US"/>
        </a:p>
      </dgm:t>
    </dgm:pt>
    <dgm:pt modelId="{DBB8D06A-2125-45C5-89DB-DA271DE0B019}" type="sibTrans" cxnId="{F467D56A-2AFA-4F7F-B234-0EECEFD9B41B}">
      <dgm:prSet/>
      <dgm:spPr/>
      <dgm:t>
        <a:bodyPr/>
        <a:lstStyle/>
        <a:p>
          <a:endParaRPr lang="en-US"/>
        </a:p>
      </dgm:t>
    </dgm:pt>
    <dgm:pt modelId="{83051DFD-F4E1-45BE-8F7C-7B4F511EBFD4}">
      <dgm:prSet/>
      <dgm:spPr/>
      <dgm:t>
        <a:bodyPr/>
        <a:lstStyle/>
        <a:p>
          <a:r>
            <a:rPr lang="en-US" b="1" dirty="0"/>
            <a:t>Cross-browser:</a:t>
          </a:r>
          <a:r>
            <a:rPr lang="en-US" dirty="0"/>
            <a:t> Supports Chromium, Firefox, and WebKit.</a:t>
          </a:r>
        </a:p>
      </dgm:t>
    </dgm:pt>
    <dgm:pt modelId="{14BE3386-C907-4291-9020-97D09D479D7B}" type="parTrans" cxnId="{09374485-D9BE-4433-BC8C-35D92C411EFB}">
      <dgm:prSet/>
      <dgm:spPr/>
      <dgm:t>
        <a:bodyPr/>
        <a:lstStyle/>
        <a:p>
          <a:endParaRPr lang="en-US"/>
        </a:p>
      </dgm:t>
    </dgm:pt>
    <dgm:pt modelId="{0E64C23D-C275-41D9-80B4-9599605624AC}" type="sibTrans" cxnId="{09374485-D9BE-4433-BC8C-35D92C411EFB}">
      <dgm:prSet/>
      <dgm:spPr/>
      <dgm:t>
        <a:bodyPr/>
        <a:lstStyle/>
        <a:p>
          <a:endParaRPr lang="en-US"/>
        </a:p>
      </dgm:t>
    </dgm:pt>
    <dgm:pt modelId="{1B083F08-12A3-4DDA-8F92-D5AE7B794174}">
      <dgm:prSet/>
      <dgm:spPr/>
      <dgm:t>
        <a:bodyPr/>
        <a:lstStyle/>
        <a:p>
          <a:r>
            <a:rPr lang="en-US" b="1" dirty="0"/>
            <a:t>Cross-language:</a:t>
          </a:r>
          <a:r>
            <a:rPr lang="en-US" dirty="0"/>
            <a:t> Available in TypeScript, JavaScript, Python, .NET, and Java.</a:t>
          </a:r>
        </a:p>
      </dgm:t>
    </dgm:pt>
    <dgm:pt modelId="{46A4EBBC-ACC8-4C17-BFD6-6A6A0C756669}" type="parTrans" cxnId="{A62B61FC-9C37-4901-BA96-1C9F37739E84}">
      <dgm:prSet/>
      <dgm:spPr/>
      <dgm:t>
        <a:bodyPr/>
        <a:lstStyle/>
        <a:p>
          <a:endParaRPr lang="en-US"/>
        </a:p>
      </dgm:t>
    </dgm:pt>
    <dgm:pt modelId="{0C9E0FDA-2EAF-498E-A868-DABD940F5327}" type="sibTrans" cxnId="{A62B61FC-9C37-4901-BA96-1C9F37739E84}">
      <dgm:prSet/>
      <dgm:spPr/>
      <dgm:t>
        <a:bodyPr/>
        <a:lstStyle/>
        <a:p>
          <a:endParaRPr lang="en-US"/>
        </a:p>
      </dgm:t>
    </dgm:pt>
    <dgm:pt modelId="{6F7641E2-87D2-45D9-8504-B592B3D01731}">
      <dgm:prSet/>
      <dgm:spPr/>
      <dgm:t>
        <a:bodyPr/>
        <a:lstStyle/>
        <a:p>
          <a:r>
            <a:rPr lang="en-US" b="1" dirty="0"/>
            <a:t>High performance:</a:t>
          </a:r>
          <a:r>
            <a:rPr lang="en-US" dirty="0"/>
            <a:t> Executes tests rapidly and reliably.</a:t>
          </a:r>
        </a:p>
      </dgm:t>
    </dgm:pt>
    <dgm:pt modelId="{7484ED15-4315-40C9-AB95-970509183838}" type="parTrans" cxnId="{8F12D9AE-19D1-436C-AC25-F481BB9217F5}">
      <dgm:prSet/>
      <dgm:spPr/>
      <dgm:t>
        <a:bodyPr/>
        <a:lstStyle/>
        <a:p>
          <a:endParaRPr lang="en-US"/>
        </a:p>
      </dgm:t>
    </dgm:pt>
    <dgm:pt modelId="{D4E51CBA-0BE2-45E5-9C2F-9336B198691A}" type="sibTrans" cxnId="{8F12D9AE-19D1-436C-AC25-F481BB9217F5}">
      <dgm:prSet/>
      <dgm:spPr/>
      <dgm:t>
        <a:bodyPr/>
        <a:lstStyle/>
        <a:p>
          <a:endParaRPr lang="en-US"/>
        </a:p>
      </dgm:t>
    </dgm:pt>
    <dgm:pt modelId="{A5863F95-0036-4920-A650-29C454A129FA}">
      <dgm:prSet/>
      <dgm:spPr/>
      <dgm:t>
        <a:bodyPr/>
        <a:lstStyle/>
        <a:p>
          <a:r>
            <a:rPr lang="en-US" b="1" dirty="0"/>
            <a:t>Parallel Execution:</a:t>
          </a:r>
          <a:r>
            <a:rPr lang="en-US" dirty="0"/>
            <a:t> Executes Test Cases Parallelly on multiple workers.</a:t>
          </a:r>
        </a:p>
      </dgm:t>
    </dgm:pt>
    <dgm:pt modelId="{88CCCBF8-E8BE-4CFD-A9ED-6F550F0B0AD1}" type="parTrans" cxnId="{9C142015-922A-402F-8C7A-E1DE880B6D5B}">
      <dgm:prSet/>
      <dgm:spPr/>
      <dgm:t>
        <a:bodyPr/>
        <a:lstStyle/>
        <a:p>
          <a:endParaRPr lang="en-US"/>
        </a:p>
      </dgm:t>
    </dgm:pt>
    <dgm:pt modelId="{21CED65E-776D-49B6-B166-22DDB7C1BECF}" type="sibTrans" cxnId="{9C142015-922A-402F-8C7A-E1DE880B6D5B}">
      <dgm:prSet/>
      <dgm:spPr/>
      <dgm:t>
        <a:bodyPr/>
        <a:lstStyle/>
        <a:p>
          <a:endParaRPr lang="en-US"/>
        </a:p>
      </dgm:t>
    </dgm:pt>
    <dgm:pt modelId="{5B8B271E-2F09-457E-808F-D939A19D8AE0}">
      <dgm:prSet/>
      <dgm:spPr/>
      <dgm:t>
        <a:bodyPr/>
        <a:lstStyle/>
        <a:p>
          <a:r>
            <a:rPr lang="en-US" b="1" dirty="0"/>
            <a:t>Modern web support:</a:t>
          </a:r>
          <a:r>
            <a:rPr lang="en-US" dirty="0"/>
            <a:t> Handles modern web features like Web Workers, Service Workers, and more.</a:t>
          </a:r>
        </a:p>
      </dgm:t>
    </dgm:pt>
    <dgm:pt modelId="{C709CBFD-E63E-4CDB-AA2F-53A3DE00E1DD}" type="parTrans" cxnId="{AEEB3A73-2854-4DC6-A4BA-A731BF8F97A4}">
      <dgm:prSet/>
      <dgm:spPr/>
      <dgm:t>
        <a:bodyPr/>
        <a:lstStyle/>
        <a:p>
          <a:endParaRPr lang="en-US"/>
        </a:p>
      </dgm:t>
    </dgm:pt>
    <dgm:pt modelId="{271ADC53-EDAE-4C01-985F-977730B25AC6}" type="sibTrans" cxnId="{AEEB3A73-2854-4DC6-A4BA-A731BF8F97A4}">
      <dgm:prSet/>
      <dgm:spPr/>
      <dgm:t>
        <a:bodyPr/>
        <a:lstStyle/>
        <a:p>
          <a:endParaRPr lang="en-US"/>
        </a:p>
      </dgm:t>
    </dgm:pt>
    <dgm:pt modelId="{7E51C45B-E90E-4F9B-9BE4-4CDC89BAFBE6}">
      <dgm:prSet/>
      <dgm:spPr/>
      <dgm:t>
        <a:bodyPr/>
        <a:lstStyle/>
        <a:p>
          <a:r>
            <a:rPr lang="en-US" b="1" dirty="0"/>
            <a:t>Auto-waiting:</a:t>
          </a:r>
          <a:r>
            <a:rPr lang="en-US" dirty="0"/>
            <a:t> Eliminates the need for explicit waits.</a:t>
          </a:r>
        </a:p>
      </dgm:t>
    </dgm:pt>
    <dgm:pt modelId="{5CF36F8B-CBE7-4A16-AAFD-5CDD88BD0E73}" type="parTrans" cxnId="{68DB191B-34B5-4591-9998-00D906EABE73}">
      <dgm:prSet/>
      <dgm:spPr/>
      <dgm:t>
        <a:bodyPr/>
        <a:lstStyle/>
        <a:p>
          <a:endParaRPr lang="en-US"/>
        </a:p>
      </dgm:t>
    </dgm:pt>
    <dgm:pt modelId="{E6E088EB-5A1E-43D7-AC71-A2BB5038F080}" type="sibTrans" cxnId="{68DB191B-34B5-4591-9998-00D906EABE73}">
      <dgm:prSet/>
      <dgm:spPr/>
      <dgm:t>
        <a:bodyPr/>
        <a:lstStyle/>
        <a:p>
          <a:endParaRPr lang="en-US"/>
        </a:p>
      </dgm:t>
    </dgm:pt>
    <dgm:pt modelId="{D33372C9-C91B-4D60-BF01-F2C8DBB60E66}">
      <dgm:prSet/>
      <dgm:spPr/>
      <dgm:t>
        <a:bodyPr/>
        <a:lstStyle/>
        <a:p>
          <a:r>
            <a:rPr lang="en-US" b="1" dirty="0"/>
            <a:t>Video and tracing:</a:t>
          </a:r>
          <a:r>
            <a:rPr lang="en-US" dirty="0"/>
            <a:t> Captures test execution for debugging.</a:t>
          </a:r>
        </a:p>
      </dgm:t>
    </dgm:pt>
    <dgm:pt modelId="{4B495A69-E1D9-41F9-A683-82E6E218608A}" type="parTrans" cxnId="{5C8D83CD-5E8B-48F8-ACEB-C74092D6695F}">
      <dgm:prSet/>
      <dgm:spPr/>
      <dgm:t>
        <a:bodyPr/>
        <a:lstStyle/>
        <a:p>
          <a:endParaRPr lang="en-US"/>
        </a:p>
      </dgm:t>
    </dgm:pt>
    <dgm:pt modelId="{BAC234F2-62ED-4A95-A9F4-1DB756BD88D0}" type="sibTrans" cxnId="{5C8D83CD-5E8B-48F8-ACEB-C74092D6695F}">
      <dgm:prSet/>
      <dgm:spPr/>
      <dgm:t>
        <a:bodyPr/>
        <a:lstStyle/>
        <a:p>
          <a:endParaRPr lang="en-US"/>
        </a:p>
      </dgm:t>
    </dgm:pt>
    <dgm:pt modelId="{1161247E-ACD7-427D-BF26-FC6740746B2F}">
      <dgm:prSet/>
      <dgm:spPr/>
      <dgm:t>
        <a:bodyPr/>
        <a:lstStyle/>
        <a:p>
          <a:r>
            <a:rPr lang="en-US" b="1" dirty="0"/>
            <a:t>Mobile emulation:</a:t>
          </a:r>
          <a:r>
            <a:rPr lang="en-US" dirty="0"/>
            <a:t> Simulates different devices and screen sizes.</a:t>
          </a:r>
        </a:p>
      </dgm:t>
    </dgm:pt>
    <dgm:pt modelId="{BF960B69-5CF5-4E81-AB7B-9378CFC6164A}" type="parTrans" cxnId="{FA5507FF-FA42-4F34-BFB7-99734C6624EC}">
      <dgm:prSet/>
      <dgm:spPr/>
      <dgm:t>
        <a:bodyPr/>
        <a:lstStyle/>
        <a:p>
          <a:endParaRPr lang="en-US"/>
        </a:p>
      </dgm:t>
    </dgm:pt>
    <dgm:pt modelId="{55A9D1AB-474A-4178-9A37-D8284901BAF7}" type="sibTrans" cxnId="{FA5507FF-FA42-4F34-BFB7-99734C6624EC}">
      <dgm:prSet/>
      <dgm:spPr/>
      <dgm:t>
        <a:bodyPr/>
        <a:lstStyle/>
        <a:p>
          <a:endParaRPr lang="en-US"/>
        </a:p>
      </dgm:t>
    </dgm:pt>
    <dgm:pt modelId="{8CE7A388-DE90-42C4-A0C8-A7695478A90F}" type="pres">
      <dgm:prSet presAssocID="{7E501728-780C-4D40-B08D-7B6534017207}" presName="diagram" presStyleCnt="0">
        <dgm:presLayoutVars>
          <dgm:dir/>
          <dgm:resizeHandles val="exact"/>
        </dgm:presLayoutVars>
      </dgm:prSet>
      <dgm:spPr/>
    </dgm:pt>
    <dgm:pt modelId="{1404CA4D-1502-4B48-BA80-3C39827C1A3A}" type="pres">
      <dgm:prSet presAssocID="{7728E7DD-BBF9-41D5-8A5B-762B264B232D}" presName="node" presStyleLbl="node1" presStyleIdx="0" presStyleCnt="10">
        <dgm:presLayoutVars>
          <dgm:bulletEnabled val="1"/>
        </dgm:presLayoutVars>
      </dgm:prSet>
      <dgm:spPr/>
    </dgm:pt>
    <dgm:pt modelId="{9556C381-06BD-4A16-8ACD-36AD23E0A9CE}" type="pres">
      <dgm:prSet presAssocID="{EB1D3C94-6DF0-44D7-9276-73CCA5A87443}" presName="sibTrans" presStyleCnt="0"/>
      <dgm:spPr/>
    </dgm:pt>
    <dgm:pt modelId="{7B0817EB-17BC-46F4-981E-2C4CAD25FF17}" type="pres">
      <dgm:prSet presAssocID="{2493FC72-318B-4C6F-8C85-F06FE8CFB345}" presName="node" presStyleLbl="node1" presStyleIdx="1" presStyleCnt="10">
        <dgm:presLayoutVars>
          <dgm:bulletEnabled val="1"/>
        </dgm:presLayoutVars>
      </dgm:prSet>
      <dgm:spPr/>
    </dgm:pt>
    <dgm:pt modelId="{3A246202-9D73-4861-A674-0512D3B44939}" type="pres">
      <dgm:prSet presAssocID="{DBB8D06A-2125-45C5-89DB-DA271DE0B019}" presName="sibTrans" presStyleCnt="0"/>
      <dgm:spPr/>
    </dgm:pt>
    <dgm:pt modelId="{40220502-570C-443B-B119-DF5429072CB6}" type="pres">
      <dgm:prSet presAssocID="{83051DFD-F4E1-45BE-8F7C-7B4F511EBFD4}" presName="node" presStyleLbl="node1" presStyleIdx="2" presStyleCnt="10">
        <dgm:presLayoutVars>
          <dgm:bulletEnabled val="1"/>
        </dgm:presLayoutVars>
      </dgm:prSet>
      <dgm:spPr/>
    </dgm:pt>
    <dgm:pt modelId="{21F07D23-B135-469F-BAB5-B5A62C7A3B41}" type="pres">
      <dgm:prSet presAssocID="{0E64C23D-C275-41D9-80B4-9599605624AC}" presName="sibTrans" presStyleCnt="0"/>
      <dgm:spPr/>
    </dgm:pt>
    <dgm:pt modelId="{95DF6D29-D61E-420E-A9C2-416D9D055ED9}" type="pres">
      <dgm:prSet presAssocID="{1B083F08-12A3-4DDA-8F92-D5AE7B794174}" presName="node" presStyleLbl="node1" presStyleIdx="3" presStyleCnt="10">
        <dgm:presLayoutVars>
          <dgm:bulletEnabled val="1"/>
        </dgm:presLayoutVars>
      </dgm:prSet>
      <dgm:spPr/>
    </dgm:pt>
    <dgm:pt modelId="{B02333DE-85B6-4D9C-AF2D-C97B3D04C22A}" type="pres">
      <dgm:prSet presAssocID="{0C9E0FDA-2EAF-498E-A868-DABD940F5327}" presName="sibTrans" presStyleCnt="0"/>
      <dgm:spPr/>
    </dgm:pt>
    <dgm:pt modelId="{41395188-A2C9-456E-AA97-406F9CC6C722}" type="pres">
      <dgm:prSet presAssocID="{6F7641E2-87D2-45D9-8504-B592B3D01731}" presName="node" presStyleLbl="node1" presStyleIdx="4" presStyleCnt="10">
        <dgm:presLayoutVars>
          <dgm:bulletEnabled val="1"/>
        </dgm:presLayoutVars>
      </dgm:prSet>
      <dgm:spPr/>
    </dgm:pt>
    <dgm:pt modelId="{C51A6872-7936-42C5-93F6-36461EB35D18}" type="pres">
      <dgm:prSet presAssocID="{D4E51CBA-0BE2-45E5-9C2F-9336B198691A}" presName="sibTrans" presStyleCnt="0"/>
      <dgm:spPr/>
    </dgm:pt>
    <dgm:pt modelId="{AD93A4DE-3127-4C21-9160-E01ECE3D7E66}" type="pres">
      <dgm:prSet presAssocID="{A5863F95-0036-4920-A650-29C454A129FA}" presName="node" presStyleLbl="node1" presStyleIdx="5" presStyleCnt="10">
        <dgm:presLayoutVars>
          <dgm:bulletEnabled val="1"/>
        </dgm:presLayoutVars>
      </dgm:prSet>
      <dgm:spPr/>
    </dgm:pt>
    <dgm:pt modelId="{1CE1A86E-B525-4393-BACB-57483F24FDAD}" type="pres">
      <dgm:prSet presAssocID="{21CED65E-776D-49B6-B166-22DDB7C1BECF}" presName="sibTrans" presStyleCnt="0"/>
      <dgm:spPr/>
    </dgm:pt>
    <dgm:pt modelId="{D6B7FD09-A545-4478-8753-CBA51C059F5C}" type="pres">
      <dgm:prSet presAssocID="{5B8B271E-2F09-457E-808F-D939A19D8AE0}" presName="node" presStyleLbl="node1" presStyleIdx="6" presStyleCnt="10">
        <dgm:presLayoutVars>
          <dgm:bulletEnabled val="1"/>
        </dgm:presLayoutVars>
      </dgm:prSet>
      <dgm:spPr/>
    </dgm:pt>
    <dgm:pt modelId="{D4498656-B6C1-420D-9F41-1F8DEE3C6442}" type="pres">
      <dgm:prSet presAssocID="{271ADC53-EDAE-4C01-985F-977730B25AC6}" presName="sibTrans" presStyleCnt="0"/>
      <dgm:spPr/>
    </dgm:pt>
    <dgm:pt modelId="{71F6E687-DB47-4B49-B09C-37B3053FE9E3}" type="pres">
      <dgm:prSet presAssocID="{7E51C45B-E90E-4F9B-9BE4-4CDC89BAFBE6}" presName="node" presStyleLbl="node1" presStyleIdx="7" presStyleCnt="10">
        <dgm:presLayoutVars>
          <dgm:bulletEnabled val="1"/>
        </dgm:presLayoutVars>
      </dgm:prSet>
      <dgm:spPr/>
    </dgm:pt>
    <dgm:pt modelId="{25000EBB-9BDE-4257-92DD-08022E153156}" type="pres">
      <dgm:prSet presAssocID="{E6E088EB-5A1E-43D7-AC71-A2BB5038F080}" presName="sibTrans" presStyleCnt="0"/>
      <dgm:spPr/>
    </dgm:pt>
    <dgm:pt modelId="{71EA1C4E-6C6B-49A9-BDFF-390B8ED54486}" type="pres">
      <dgm:prSet presAssocID="{D33372C9-C91B-4D60-BF01-F2C8DBB60E66}" presName="node" presStyleLbl="node1" presStyleIdx="8" presStyleCnt="10">
        <dgm:presLayoutVars>
          <dgm:bulletEnabled val="1"/>
        </dgm:presLayoutVars>
      </dgm:prSet>
      <dgm:spPr/>
    </dgm:pt>
    <dgm:pt modelId="{6DA288A5-1189-4A88-9697-349EB23214A0}" type="pres">
      <dgm:prSet presAssocID="{BAC234F2-62ED-4A95-A9F4-1DB756BD88D0}" presName="sibTrans" presStyleCnt="0"/>
      <dgm:spPr/>
    </dgm:pt>
    <dgm:pt modelId="{98788666-B33F-4033-9EE1-EEAD61732F8D}" type="pres">
      <dgm:prSet presAssocID="{1161247E-ACD7-427D-BF26-FC6740746B2F}" presName="node" presStyleLbl="node1" presStyleIdx="9" presStyleCnt="10">
        <dgm:presLayoutVars>
          <dgm:bulletEnabled val="1"/>
        </dgm:presLayoutVars>
      </dgm:prSet>
      <dgm:spPr/>
    </dgm:pt>
  </dgm:ptLst>
  <dgm:cxnLst>
    <dgm:cxn modelId="{C5CCD013-C002-4B8B-B7D1-EA07E58E63A2}" type="presOf" srcId="{7E51C45B-E90E-4F9B-9BE4-4CDC89BAFBE6}" destId="{71F6E687-DB47-4B49-B09C-37B3053FE9E3}" srcOrd="0" destOrd="0" presId="urn:microsoft.com/office/officeart/2005/8/layout/default"/>
    <dgm:cxn modelId="{9C142015-922A-402F-8C7A-E1DE880B6D5B}" srcId="{7E501728-780C-4D40-B08D-7B6534017207}" destId="{A5863F95-0036-4920-A650-29C454A129FA}" srcOrd="5" destOrd="0" parTransId="{88CCCBF8-E8BE-4CFD-A9ED-6F550F0B0AD1}" sibTransId="{21CED65E-776D-49B6-B166-22DDB7C1BECF}"/>
    <dgm:cxn modelId="{68DB191B-34B5-4591-9998-00D906EABE73}" srcId="{7E501728-780C-4D40-B08D-7B6534017207}" destId="{7E51C45B-E90E-4F9B-9BE4-4CDC89BAFBE6}" srcOrd="7" destOrd="0" parTransId="{5CF36F8B-CBE7-4A16-AAFD-5CDD88BD0E73}" sibTransId="{E6E088EB-5A1E-43D7-AC71-A2BB5038F080}"/>
    <dgm:cxn modelId="{295E3540-D3A0-4186-A886-B5D0FDBDFD9D}" type="presOf" srcId="{A5863F95-0036-4920-A650-29C454A129FA}" destId="{AD93A4DE-3127-4C21-9160-E01ECE3D7E66}" srcOrd="0" destOrd="0" presId="urn:microsoft.com/office/officeart/2005/8/layout/default"/>
    <dgm:cxn modelId="{E74EA045-46E0-423E-9720-9935E1CBB377}" type="presOf" srcId="{D33372C9-C91B-4D60-BF01-F2C8DBB60E66}" destId="{71EA1C4E-6C6B-49A9-BDFF-390B8ED54486}" srcOrd="0" destOrd="0" presId="urn:microsoft.com/office/officeart/2005/8/layout/default"/>
    <dgm:cxn modelId="{F467D56A-2AFA-4F7F-B234-0EECEFD9B41B}" srcId="{7E501728-780C-4D40-B08D-7B6534017207}" destId="{2493FC72-318B-4C6F-8C85-F06FE8CFB345}" srcOrd="1" destOrd="0" parTransId="{F415EB2D-AFC4-4B8E-9D66-E867EDE34C7A}" sibTransId="{DBB8D06A-2125-45C5-89DB-DA271DE0B019}"/>
    <dgm:cxn modelId="{AEEB3A73-2854-4DC6-A4BA-A731BF8F97A4}" srcId="{7E501728-780C-4D40-B08D-7B6534017207}" destId="{5B8B271E-2F09-457E-808F-D939A19D8AE0}" srcOrd="6" destOrd="0" parTransId="{C709CBFD-E63E-4CDB-AA2F-53A3DE00E1DD}" sibTransId="{271ADC53-EDAE-4C01-985F-977730B25AC6}"/>
    <dgm:cxn modelId="{09374485-D9BE-4433-BC8C-35D92C411EFB}" srcId="{7E501728-780C-4D40-B08D-7B6534017207}" destId="{83051DFD-F4E1-45BE-8F7C-7B4F511EBFD4}" srcOrd="2" destOrd="0" parTransId="{14BE3386-C907-4291-9020-97D09D479D7B}" sibTransId="{0E64C23D-C275-41D9-80B4-9599605624AC}"/>
    <dgm:cxn modelId="{CB706685-744A-4480-9654-50DA755B9652}" srcId="{7E501728-780C-4D40-B08D-7B6534017207}" destId="{7728E7DD-BBF9-41D5-8A5B-762B264B232D}" srcOrd="0" destOrd="0" parTransId="{353D695E-708E-44CD-8573-91877F1136FC}" sibTransId="{EB1D3C94-6DF0-44D7-9276-73CCA5A87443}"/>
    <dgm:cxn modelId="{FD4D0F88-E1CD-4B7C-90DE-DAC1DD24AFFB}" type="presOf" srcId="{7728E7DD-BBF9-41D5-8A5B-762B264B232D}" destId="{1404CA4D-1502-4B48-BA80-3C39827C1A3A}" srcOrd="0" destOrd="0" presId="urn:microsoft.com/office/officeart/2005/8/layout/default"/>
    <dgm:cxn modelId="{1B74328A-2841-4E6D-8F6A-FE72ED46D7EB}" type="presOf" srcId="{2493FC72-318B-4C6F-8C85-F06FE8CFB345}" destId="{7B0817EB-17BC-46F4-981E-2C4CAD25FF17}" srcOrd="0" destOrd="0" presId="urn:microsoft.com/office/officeart/2005/8/layout/default"/>
    <dgm:cxn modelId="{4A7E969E-1E84-462F-B518-18D2B9E58952}" type="presOf" srcId="{1B083F08-12A3-4DDA-8F92-D5AE7B794174}" destId="{95DF6D29-D61E-420E-A9C2-416D9D055ED9}" srcOrd="0" destOrd="0" presId="urn:microsoft.com/office/officeart/2005/8/layout/default"/>
    <dgm:cxn modelId="{8F12D9AE-19D1-436C-AC25-F481BB9217F5}" srcId="{7E501728-780C-4D40-B08D-7B6534017207}" destId="{6F7641E2-87D2-45D9-8504-B592B3D01731}" srcOrd="4" destOrd="0" parTransId="{7484ED15-4315-40C9-AB95-970509183838}" sibTransId="{D4E51CBA-0BE2-45E5-9C2F-9336B198691A}"/>
    <dgm:cxn modelId="{A2CABEB5-00C3-4759-AF4A-BE42BA4C11A4}" type="presOf" srcId="{1161247E-ACD7-427D-BF26-FC6740746B2F}" destId="{98788666-B33F-4033-9EE1-EEAD61732F8D}" srcOrd="0" destOrd="0" presId="urn:microsoft.com/office/officeart/2005/8/layout/default"/>
    <dgm:cxn modelId="{5C8D83CD-5E8B-48F8-ACEB-C74092D6695F}" srcId="{7E501728-780C-4D40-B08D-7B6534017207}" destId="{D33372C9-C91B-4D60-BF01-F2C8DBB60E66}" srcOrd="8" destOrd="0" parTransId="{4B495A69-E1D9-41F9-A683-82E6E218608A}" sibTransId="{BAC234F2-62ED-4A95-A9F4-1DB756BD88D0}"/>
    <dgm:cxn modelId="{8704D2F8-638B-4188-A154-D623F4F66E7E}" type="presOf" srcId="{6F7641E2-87D2-45D9-8504-B592B3D01731}" destId="{41395188-A2C9-456E-AA97-406F9CC6C722}" srcOrd="0" destOrd="0" presId="urn:microsoft.com/office/officeart/2005/8/layout/default"/>
    <dgm:cxn modelId="{3F1D06F9-1EBA-4062-A128-BCC8240EC0F9}" type="presOf" srcId="{5B8B271E-2F09-457E-808F-D939A19D8AE0}" destId="{D6B7FD09-A545-4478-8753-CBA51C059F5C}" srcOrd="0" destOrd="0" presId="urn:microsoft.com/office/officeart/2005/8/layout/default"/>
    <dgm:cxn modelId="{8C321DFB-5E9C-417C-A6CA-6AC61E0C8308}" type="presOf" srcId="{7E501728-780C-4D40-B08D-7B6534017207}" destId="{8CE7A388-DE90-42C4-A0C8-A7695478A90F}" srcOrd="0" destOrd="0" presId="urn:microsoft.com/office/officeart/2005/8/layout/default"/>
    <dgm:cxn modelId="{A62B61FC-9C37-4901-BA96-1C9F37739E84}" srcId="{7E501728-780C-4D40-B08D-7B6534017207}" destId="{1B083F08-12A3-4DDA-8F92-D5AE7B794174}" srcOrd="3" destOrd="0" parTransId="{46A4EBBC-ACC8-4C17-BFD6-6A6A0C756669}" sibTransId="{0C9E0FDA-2EAF-498E-A868-DABD940F5327}"/>
    <dgm:cxn modelId="{1F52DFFE-DDD2-49A3-BF31-2A0042C6D3E0}" type="presOf" srcId="{83051DFD-F4E1-45BE-8F7C-7B4F511EBFD4}" destId="{40220502-570C-443B-B119-DF5429072CB6}" srcOrd="0" destOrd="0" presId="urn:microsoft.com/office/officeart/2005/8/layout/default"/>
    <dgm:cxn modelId="{FA5507FF-FA42-4F34-BFB7-99734C6624EC}" srcId="{7E501728-780C-4D40-B08D-7B6534017207}" destId="{1161247E-ACD7-427D-BF26-FC6740746B2F}" srcOrd="9" destOrd="0" parTransId="{BF960B69-5CF5-4E81-AB7B-9378CFC6164A}" sibTransId="{55A9D1AB-474A-4178-9A37-D8284901BAF7}"/>
    <dgm:cxn modelId="{E7C86BEA-650C-40FA-AD8A-37592C695EF4}" type="presParOf" srcId="{8CE7A388-DE90-42C4-A0C8-A7695478A90F}" destId="{1404CA4D-1502-4B48-BA80-3C39827C1A3A}" srcOrd="0" destOrd="0" presId="urn:microsoft.com/office/officeart/2005/8/layout/default"/>
    <dgm:cxn modelId="{45B8330A-1B31-4723-A96F-002DC9C5950E}" type="presParOf" srcId="{8CE7A388-DE90-42C4-A0C8-A7695478A90F}" destId="{9556C381-06BD-4A16-8ACD-36AD23E0A9CE}" srcOrd="1" destOrd="0" presId="urn:microsoft.com/office/officeart/2005/8/layout/default"/>
    <dgm:cxn modelId="{EB4F3A31-F5CA-474F-A152-8334E6066711}" type="presParOf" srcId="{8CE7A388-DE90-42C4-A0C8-A7695478A90F}" destId="{7B0817EB-17BC-46F4-981E-2C4CAD25FF17}" srcOrd="2" destOrd="0" presId="urn:microsoft.com/office/officeart/2005/8/layout/default"/>
    <dgm:cxn modelId="{353AAE2B-A145-43AE-BFC7-9D90D884859B}" type="presParOf" srcId="{8CE7A388-DE90-42C4-A0C8-A7695478A90F}" destId="{3A246202-9D73-4861-A674-0512D3B44939}" srcOrd="3" destOrd="0" presId="urn:microsoft.com/office/officeart/2005/8/layout/default"/>
    <dgm:cxn modelId="{14C44D46-4A6D-40AF-8B09-4D5AE7981435}" type="presParOf" srcId="{8CE7A388-DE90-42C4-A0C8-A7695478A90F}" destId="{40220502-570C-443B-B119-DF5429072CB6}" srcOrd="4" destOrd="0" presId="urn:microsoft.com/office/officeart/2005/8/layout/default"/>
    <dgm:cxn modelId="{788D8D94-463B-4129-8E27-87F7F4B19A87}" type="presParOf" srcId="{8CE7A388-DE90-42C4-A0C8-A7695478A90F}" destId="{21F07D23-B135-469F-BAB5-B5A62C7A3B41}" srcOrd="5" destOrd="0" presId="urn:microsoft.com/office/officeart/2005/8/layout/default"/>
    <dgm:cxn modelId="{C3F36AFC-0DA7-478F-8720-4A047196EFDC}" type="presParOf" srcId="{8CE7A388-DE90-42C4-A0C8-A7695478A90F}" destId="{95DF6D29-D61E-420E-A9C2-416D9D055ED9}" srcOrd="6" destOrd="0" presId="urn:microsoft.com/office/officeart/2005/8/layout/default"/>
    <dgm:cxn modelId="{D4C2A09D-E215-40D4-B3FA-74ECFBACF4C7}" type="presParOf" srcId="{8CE7A388-DE90-42C4-A0C8-A7695478A90F}" destId="{B02333DE-85B6-4D9C-AF2D-C97B3D04C22A}" srcOrd="7" destOrd="0" presId="urn:microsoft.com/office/officeart/2005/8/layout/default"/>
    <dgm:cxn modelId="{6306206B-EC5A-4ED7-8ACF-6AA7A85D3717}" type="presParOf" srcId="{8CE7A388-DE90-42C4-A0C8-A7695478A90F}" destId="{41395188-A2C9-456E-AA97-406F9CC6C722}" srcOrd="8" destOrd="0" presId="urn:microsoft.com/office/officeart/2005/8/layout/default"/>
    <dgm:cxn modelId="{317C6CF6-7F30-40C7-BCD4-B495AFEE7BF5}" type="presParOf" srcId="{8CE7A388-DE90-42C4-A0C8-A7695478A90F}" destId="{C51A6872-7936-42C5-93F6-36461EB35D18}" srcOrd="9" destOrd="0" presId="urn:microsoft.com/office/officeart/2005/8/layout/default"/>
    <dgm:cxn modelId="{DA1AB7F6-8D0E-4C08-85E5-913719DD0CC5}" type="presParOf" srcId="{8CE7A388-DE90-42C4-A0C8-A7695478A90F}" destId="{AD93A4DE-3127-4C21-9160-E01ECE3D7E66}" srcOrd="10" destOrd="0" presId="urn:microsoft.com/office/officeart/2005/8/layout/default"/>
    <dgm:cxn modelId="{30EFA0EF-27D6-4683-9A40-97397FF8729E}" type="presParOf" srcId="{8CE7A388-DE90-42C4-A0C8-A7695478A90F}" destId="{1CE1A86E-B525-4393-BACB-57483F24FDAD}" srcOrd="11" destOrd="0" presId="urn:microsoft.com/office/officeart/2005/8/layout/default"/>
    <dgm:cxn modelId="{B8646307-96CD-487E-9509-CF2DC2046C50}" type="presParOf" srcId="{8CE7A388-DE90-42C4-A0C8-A7695478A90F}" destId="{D6B7FD09-A545-4478-8753-CBA51C059F5C}" srcOrd="12" destOrd="0" presId="urn:microsoft.com/office/officeart/2005/8/layout/default"/>
    <dgm:cxn modelId="{1D92243E-4C31-484D-844E-AB10AD8090E2}" type="presParOf" srcId="{8CE7A388-DE90-42C4-A0C8-A7695478A90F}" destId="{D4498656-B6C1-420D-9F41-1F8DEE3C6442}" srcOrd="13" destOrd="0" presId="urn:microsoft.com/office/officeart/2005/8/layout/default"/>
    <dgm:cxn modelId="{8382DC23-2C8E-4469-8635-AFA1C5BD017E}" type="presParOf" srcId="{8CE7A388-DE90-42C4-A0C8-A7695478A90F}" destId="{71F6E687-DB47-4B49-B09C-37B3053FE9E3}" srcOrd="14" destOrd="0" presId="urn:microsoft.com/office/officeart/2005/8/layout/default"/>
    <dgm:cxn modelId="{396E06FB-35EF-4FAE-BF4D-63AA2678C711}" type="presParOf" srcId="{8CE7A388-DE90-42C4-A0C8-A7695478A90F}" destId="{25000EBB-9BDE-4257-92DD-08022E153156}" srcOrd="15" destOrd="0" presId="urn:microsoft.com/office/officeart/2005/8/layout/default"/>
    <dgm:cxn modelId="{9816DF1E-0040-497E-A23B-FF1C4AF4BBD3}" type="presParOf" srcId="{8CE7A388-DE90-42C4-A0C8-A7695478A90F}" destId="{71EA1C4E-6C6B-49A9-BDFF-390B8ED54486}" srcOrd="16" destOrd="0" presId="urn:microsoft.com/office/officeart/2005/8/layout/default"/>
    <dgm:cxn modelId="{7A5ACB78-75B3-4AC0-93E8-12DAACB5F78D}" type="presParOf" srcId="{8CE7A388-DE90-42C4-A0C8-A7695478A90F}" destId="{6DA288A5-1189-4A88-9697-349EB23214A0}" srcOrd="17" destOrd="0" presId="urn:microsoft.com/office/officeart/2005/8/layout/default"/>
    <dgm:cxn modelId="{DA9F6351-4D41-40F0-A04A-32CF1970E796}" type="presParOf" srcId="{8CE7A388-DE90-42C4-A0C8-A7695478A90F}" destId="{98788666-B33F-4033-9EE1-EEAD61732F8D}" srcOrd="1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04CA4D-1502-4B48-BA80-3C39827C1A3A}">
      <dsp:nvSpPr>
        <dsp:cNvPr id="0" name=""/>
        <dsp:cNvSpPr/>
      </dsp:nvSpPr>
      <dsp:spPr>
        <a:xfrm>
          <a:off x="431169" y="1106"/>
          <a:ext cx="2061166" cy="123670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Key Features:</a:t>
          </a:r>
          <a:endParaRPr lang="en-US" sz="1500" kern="1200" dirty="0"/>
        </a:p>
      </dsp:txBody>
      <dsp:txXfrm>
        <a:off x="431169" y="1106"/>
        <a:ext cx="2061166" cy="1236700"/>
      </dsp:txXfrm>
    </dsp:sp>
    <dsp:sp modelId="{7B0817EB-17BC-46F4-981E-2C4CAD25FF17}">
      <dsp:nvSpPr>
        <dsp:cNvPr id="0" name=""/>
        <dsp:cNvSpPr/>
      </dsp:nvSpPr>
      <dsp:spPr>
        <a:xfrm>
          <a:off x="2698453" y="1106"/>
          <a:ext cx="2061166" cy="1236700"/>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Cross-platform:</a:t>
          </a:r>
          <a:r>
            <a:rPr lang="en-US" sz="1500" kern="1200" dirty="0"/>
            <a:t> Run tests on Windows, Linux, and macOS.</a:t>
          </a:r>
        </a:p>
      </dsp:txBody>
      <dsp:txXfrm>
        <a:off x="2698453" y="1106"/>
        <a:ext cx="2061166" cy="1236700"/>
      </dsp:txXfrm>
    </dsp:sp>
    <dsp:sp modelId="{40220502-570C-443B-B119-DF5429072CB6}">
      <dsp:nvSpPr>
        <dsp:cNvPr id="0" name=""/>
        <dsp:cNvSpPr/>
      </dsp:nvSpPr>
      <dsp:spPr>
        <a:xfrm>
          <a:off x="4965737" y="1106"/>
          <a:ext cx="2061166" cy="123670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Cross-browser:</a:t>
          </a:r>
          <a:r>
            <a:rPr lang="en-US" sz="1500" kern="1200" dirty="0"/>
            <a:t> Supports Chromium, Firefox, and WebKit.</a:t>
          </a:r>
        </a:p>
      </dsp:txBody>
      <dsp:txXfrm>
        <a:off x="4965737" y="1106"/>
        <a:ext cx="2061166" cy="1236700"/>
      </dsp:txXfrm>
    </dsp:sp>
    <dsp:sp modelId="{95DF6D29-D61E-420E-A9C2-416D9D055ED9}">
      <dsp:nvSpPr>
        <dsp:cNvPr id="0" name=""/>
        <dsp:cNvSpPr/>
      </dsp:nvSpPr>
      <dsp:spPr>
        <a:xfrm>
          <a:off x="431169" y="1443922"/>
          <a:ext cx="2061166" cy="123670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Cross-language:</a:t>
          </a:r>
          <a:r>
            <a:rPr lang="en-US" sz="1500" kern="1200" dirty="0"/>
            <a:t> Available in TypeScript, JavaScript, Python, .NET, and Java.</a:t>
          </a:r>
        </a:p>
      </dsp:txBody>
      <dsp:txXfrm>
        <a:off x="431169" y="1443922"/>
        <a:ext cx="2061166" cy="1236700"/>
      </dsp:txXfrm>
    </dsp:sp>
    <dsp:sp modelId="{41395188-A2C9-456E-AA97-406F9CC6C722}">
      <dsp:nvSpPr>
        <dsp:cNvPr id="0" name=""/>
        <dsp:cNvSpPr/>
      </dsp:nvSpPr>
      <dsp:spPr>
        <a:xfrm>
          <a:off x="2698453" y="1443922"/>
          <a:ext cx="2061166" cy="1236700"/>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High performance:</a:t>
          </a:r>
          <a:r>
            <a:rPr lang="en-US" sz="1500" kern="1200" dirty="0"/>
            <a:t> Executes tests rapidly and reliably.</a:t>
          </a:r>
        </a:p>
      </dsp:txBody>
      <dsp:txXfrm>
        <a:off x="2698453" y="1443922"/>
        <a:ext cx="2061166" cy="1236700"/>
      </dsp:txXfrm>
    </dsp:sp>
    <dsp:sp modelId="{AD93A4DE-3127-4C21-9160-E01ECE3D7E66}">
      <dsp:nvSpPr>
        <dsp:cNvPr id="0" name=""/>
        <dsp:cNvSpPr/>
      </dsp:nvSpPr>
      <dsp:spPr>
        <a:xfrm>
          <a:off x="4965737" y="1443922"/>
          <a:ext cx="2061166" cy="123670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Parallel Execution:</a:t>
          </a:r>
          <a:r>
            <a:rPr lang="en-US" sz="1500" kern="1200" dirty="0"/>
            <a:t> Executes Test Cases Parallelly on multiple workers.</a:t>
          </a:r>
        </a:p>
      </dsp:txBody>
      <dsp:txXfrm>
        <a:off x="4965737" y="1443922"/>
        <a:ext cx="2061166" cy="1236700"/>
      </dsp:txXfrm>
    </dsp:sp>
    <dsp:sp modelId="{D6B7FD09-A545-4478-8753-CBA51C059F5C}">
      <dsp:nvSpPr>
        <dsp:cNvPr id="0" name=""/>
        <dsp:cNvSpPr/>
      </dsp:nvSpPr>
      <dsp:spPr>
        <a:xfrm>
          <a:off x="431169" y="2886739"/>
          <a:ext cx="2061166" cy="1236700"/>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Modern web support:</a:t>
          </a:r>
          <a:r>
            <a:rPr lang="en-US" sz="1500" kern="1200" dirty="0"/>
            <a:t> Handles modern web features like Web Workers, Service Workers, and more.</a:t>
          </a:r>
        </a:p>
      </dsp:txBody>
      <dsp:txXfrm>
        <a:off x="431169" y="2886739"/>
        <a:ext cx="2061166" cy="1236700"/>
      </dsp:txXfrm>
    </dsp:sp>
    <dsp:sp modelId="{71F6E687-DB47-4B49-B09C-37B3053FE9E3}">
      <dsp:nvSpPr>
        <dsp:cNvPr id="0" name=""/>
        <dsp:cNvSpPr/>
      </dsp:nvSpPr>
      <dsp:spPr>
        <a:xfrm>
          <a:off x="2698453" y="2886739"/>
          <a:ext cx="2061166" cy="123670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Auto-waiting:</a:t>
          </a:r>
          <a:r>
            <a:rPr lang="en-US" sz="1500" kern="1200" dirty="0"/>
            <a:t> Eliminates the need for explicit waits.</a:t>
          </a:r>
        </a:p>
      </dsp:txBody>
      <dsp:txXfrm>
        <a:off x="2698453" y="2886739"/>
        <a:ext cx="2061166" cy="1236700"/>
      </dsp:txXfrm>
    </dsp:sp>
    <dsp:sp modelId="{71EA1C4E-6C6B-49A9-BDFF-390B8ED54486}">
      <dsp:nvSpPr>
        <dsp:cNvPr id="0" name=""/>
        <dsp:cNvSpPr/>
      </dsp:nvSpPr>
      <dsp:spPr>
        <a:xfrm>
          <a:off x="4965737" y="2886739"/>
          <a:ext cx="2061166" cy="123670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Video and tracing:</a:t>
          </a:r>
          <a:r>
            <a:rPr lang="en-US" sz="1500" kern="1200" dirty="0"/>
            <a:t> Captures test execution for debugging.</a:t>
          </a:r>
        </a:p>
      </dsp:txBody>
      <dsp:txXfrm>
        <a:off x="4965737" y="2886739"/>
        <a:ext cx="2061166" cy="1236700"/>
      </dsp:txXfrm>
    </dsp:sp>
    <dsp:sp modelId="{98788666-B33F-4033-9EE1-EEAD61732F8D}">
      <dsp:nvSpPr>
        <dsp:cNvPr id="0" name=""/>
        <dsp:cNvSpPr/>
      </dsp:nvSpPr>
      <dsp:spPr>
        <a:xfrm>
          <a:off x="2698453" y="4329556"/>
          <a:ext cx="2061166" cy="1236700"/>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Mobile emulation:</a:t>
          </a:r>
          <a:r>
            <a:rPr lang="en-US" sz="1500" kern="1200" dirty="0"/>
            <a:t> Simulates different devices and screen sizes.</a:t>
          </a:r>
        </a:p>
      </dsp:txBody>
      <dsp:txXfrm>
        <a:off x="2698453" y="4329556"/>
        <a:ext cx="2061166" cy="123670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3BD1670-E751-4A02-B273-72348D3B059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E87E42B-D6A3-40A4-AF47-7CBB08D21E2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C4B39CC-80C8-46ED-994A-95A022F20D22}" type="datetimeFigureOut">
              <a:rPr lang="en-GB" smtClean="0"/>
              <a:t>05/08/2024</a:t>
            </a:fld>
            <a:endParaRPr lang="en-GB"/>
          </a:p>
        </p:txBody>
      </p:sp>
      <p:sp>
        <p:nvSpPr>
          <p:cNvPr id="4" name="Footer Placeholder 3">
            <a:extLst>
              <a:ext uri="{FF2B5EF4-FFF2-40B4-BE49-F238E27FC236}">
                <a16:creationId xmlns:a16="http://schemas.microsoft.com/office/drawing/2014/main" id="{D3D7E63E-6455-40D2-8255-883C8CD20C1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5ED775AB-E42C-48CD-8FA3-8857171778F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0DB4FA1-80DB-43B2-A6AB-2B96C705ADBF}" type="slidenum">
              <a:rPr lang="en-GB" smtClean="0"/>
              <a:t>‹#›</a:t>
            </a:fld>
            <a:endParaRPr lang="en-GB"/>
          </a:p>
        </p:txBody>
      </p:sp>
    </p:spTree>
    <p:extLst>
      <p:ext uri="{BB962C8B-B14F-4D97-AF65-F5344CB8AC3E}">
        <p14:creationId xmlns:p14="http://schemas.microsoft.com/office/powerpoint/2010/main" val="1742420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12BD33-3E82-4C9C-9255-2F182EC84CDA}" type="datetimeFigureOut">
              <a:rPr lang="en-GB" smtClean="0"/>
              <a:t>05/08/2024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6332AD-D446-4BAD-BC08-494CEFCD9297}" type="slidenum">
              <a:rPr lang="en-GB" smtClean="0"/>
              <a:t>‹#›</a:t>
            </a:fld>
            <a:endParaRPr lang="en-GB"/>
          </a:p>
        </p:txBody>
      </p:sp>
    </p:spTree>
    <p:extLst>
      <p:ext uri="{BB962C8B-B14F-4D97-AF65-F5344CB8AC3E}">
        <p14:creationId xmlns:p14="http://schemas.microsoft.com/office/powerpoint/2010/main" val="3733913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54A38D-4552-4BB8-8EDA-2723C3C4B7BA}"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92647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2.xml"/><Relationship Id="rId1" Type="http://schemas.openxmlformats.org/officeDocument/2006/relationships/tags" Target="../tags/tag7.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tags" Target="../tags/tag8.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9.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2.xml"/><Relationship Id="rId1" Type="http://schemas.openxmlformats.org/officeDocument/2006/relationships/tags" Target="../tags/tag11.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3.xml"/><Relationship Id="rId1" Type="http://schemas.openxmlformats.org/officeDocument/2006/relationships/tags" Target="../tags/tag1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3.xml"/><Relationship Id="rId1" Type="http://schemas.openxmlformats.org/officeDocument/2006/relationships/tags" Target="../tags/tag18.xml"/><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3.xml"/><Relationship Id="rId1" Type="http://schemas.openxmlformats.org/officeDocument/2006/relationships/tags" Target="../tags/tag19.xml"/><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3.xml"/><Relationship Id="rId1" Type="http://schemas.openxmlformats.org/officeDocument/2006/relationships/tags" Target="../tags/tag20.xml"/><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3.xml"/><Relationship Id="rId1" Type="http://schemas.openxmlformats.org/officeDocument/2006/relationships/tags" Target="../tags/tag21.xml"/><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4.xml"/><Relationship Id="rId1" Type="http://schemas.openxmlformats.org/officeDocument/2006/relationships/tags" Target="../tags/tag2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4.xml"/><Relationship Id="rId1" Type="http://schemas.openxmlformats.org/officeDocument/2006/relationships/tags" Target="../tags/tag24.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0.bin"/></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4.xml"/><Relationship Id="rId1" Type="http://schemas.openxmlformats.org/officeDocument/2006/relationships/tags" Target="../tags/tag25.xml"/><Relationship Id="rId6" Type="http://schemas.openxmlformats.org/officeDocument/2006/relationships/image" Target="../media/image11.png"/><Relationship Id="rId5" Type="http://schemas.openxmlformats.org/officeDocument/2006/relationships/image" Target="../media/image13.png"/><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4.xml"/><Relationship Id="rId1" Type="http://schemas.openxmlformats.org/officeDocument/2006/relationships/tags" Target="../tags/tag2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2.bin"/></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4.xml"/><Relationship Id="rId1" Type="http://schemas.openxmlformats.org/officeDocument/2006/relationships/tags" Target="../tags/tag27.xml"/><Relationship Id="rId6" Type="http://schemas.openxmlformats.org/officeDocument/2006/relationships/image" Target="../media/image16.png"/><Relationship Id="rId5" Type="http://schemas.openxmlformats.org/officeDocument/2006/relationships/image" Target="../media/image1.emf"/><Relationship Id="rId4" Type="http://schemas.openxmlformats.org/officeDocument/2006/relationships/oleObject" Target="../embeddings/oleObject23.bin"/></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4.xml"/><Relationship Id="rId1" Type="http://schemas.openxmlformats.org/officeDocument/2006/relationships/tags" Target="../tags/tag2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emf"/></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Master" Target="../slideMasters/slideMaster5.xml"/><Relationship Id="rId1" Type="http://schemas.openxmlformats.org/officeDocument/2006/relationships/tags" Target="../tags/tag30.xml"/><Relationship Id="rId5" Type="http://schemas.openxmlformats.org/officeDocument/2006/relationships/image" Target="../media/image1.emf"/><Relationship Id="rId4" Type="http://schemas.openxmlformats.org/officeDocument/2006/relationships/oleObject" Target="../embeddings/oleObject25.bin"/></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5.xml"/><Relationship Id="rId1" Type="http://schemas.openxmlformats.org/officeDocument/2006/relationships/tags" Target="../tags/tag31.xml"/><Relationship Id="rId5" Type="http://schemas.openxmlformats.org/officeDocument/2006/relationships/image" Target="../media/image20.png"/><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5.xml"/><Relationship Id="rId1" Type="http://schemas.openxmlformats.org/officeDocument/2006/relationships/tags" Target="../tags/tag32.xml"/><Relationship Id="rId5" Type="http://schemas.openxmlformats.org/officeDocument/2006/relationships/image" Target="../media/image21.png"/><Relationship Id="rId4" Type="http://schemas.openxmlformats.org/officeDocument/2006/relationships/image" Target="../media/image1.emf"/></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Master" Target="../slideMasters/slideMaster5.xml"/><Relationship Id="rId1" Type="http://schemas.openxmlformats.org/officeDocument/2006/relationships/tags" Target="../tags/tag33.xml"/><Relationship Id="rId5" Type="http://schemas.openxmlformats.org/officeDocument/2006/relationships/image" Target="../media/image1.emf"/><Relationship Id="rId4" Type="http://schemas.openxmlformats.org/officeDocument/2006/relationships/oleObject" Target="../embeddings/oleObject28.bin"/></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5.xml"/><Relationship Id="rId1" Type="http://schemas.openxmlformats.org/officeDocument/2006/relationships/tags" Target="../tags/tag34.xml"/><Relationship Id="rId5" Type="http://schemas.openxmlformats.org/officeDocument/2006/relationships/image" Target="../media/image23.png"/><Relationship Id="rId4" Type="http://schemas.openxmlformats.org/officeDocument/2006/relationships/image" Target="../media/image1.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5.xml"/><Relationship Id="rId1" Type="http://schemas.openxmlformats.org/officeDocument/2006/relationships/tags" Target="../tags/tag35.xml"/><Relationship Id="rId5" Type="http://schemas.openxmlformats.org/officeDocument/2006/relationships/image" Target="../media/image24.png"/><Relationship Id="rId4" Type="http://schemas.openxmlformats.org/officeDocument/2006/relationships/image" Target="../media/image1.emf"/></Relationships>
</file>

<file path=ppt/slideLayouts/_rels/slideLayout44.xml.rels><?xml version="1.0" encoding="UTF-8" standalone="yes"?>
<Relationships xmlns="http://schemas.openxmlformats.org/package/2006/relationships"><Relationship Id="rId8" Type="http://schemas.openxmlformats.org/officeDocument/2006/relationships/hyperlink" Target="http://www.slideshare.net/capgemini" TargetMode="External"/><Relationship Id="rId13" Type="http://schemas.openxmlformats.org/officeDocument/2006/relationships/image" Target="../media/image29.png"/><Relationship Id="rId18" Type="http://schemas.openxmlformats.org/officeDocument/2006/relationships/hyperlink" Target="http://www.capgemini.com/invent" TargetMode="External"/><Relationship Id="rId3" Type="http://schemas.openxmlformats.org/officeDocument/2006/relationships/image" Target="../media/image25.png"/><Relationship Id="rId7" Type="http://schemas.openxmlformats.org/officeDocument/2006/relationships/image" Target="../media/image26.png"/><Relationship Id="rId12" Type="http://schemas.openxmlformats.org/officeDocument/2006/relationships/hyperlink" Target="http://www.youtube.com/capgeminimedia" TargetMode="External"/><Relationship Id="rId17" Type="http://schemas.openxmlformats.org/officeDocument/2006/relationships/image" Target="../media/image11.png"/><Relationship Id="rId2" Type="http://schemas.openxmlformats.org/officeDocument/2006/relationships/slideMaster" Target="../slideMasters/slideMaster6.xml"/><Relationship Id="rId16" Type="http://schemas.openxmlformats.org/officeDocument/2006/relationships/hyperlink" Target="http://www.capgemini.com/about/how-we-work/the-collaborative-business-experiencetm" TargetMode="External"/><Relationship Id="rId1" Type="http://schemas.openxmlformats.org/officeDocument/2006/relationships/tags" Target="../tags/tag37.xml"/><Relationship Id="rId6" Type="http://schemas.openxmlformats.org/officeDocument/2006/relationships/hyperlink" Target="http://www.linkedin.com/company/capgemini" TargetMode="External"/><Relationship Id="rId11" Type="http://schemas.openxmlformats.org/officeDocument/2006/relationships/image" Target="../media/image28.png"/><Relationship Id="rId5" Type="http://schemas.openxmlformats.org/officeDocument/2006/relationships/image" Target="../media/image1.emf"/><Relationship Id="rId15" Type="http://schemas.openxmlformats.org/officeDocument/2006/relationships/image" Target="../media/image30.png"/><Relationship Id="rId10" Type="http://schemas.openxmlformats.org/officeDocument/2006/relationships/hyperlink" Target="http://www.twitter.com/capgemini" TargetMode="External"/><Relationship Id="rId4" Type="http://schemas.openxmlformats.org/officeDocument/2006/relationships/oleObject" Target="../embeddings/oleObject31.bin"/><Relationship Id="rId9" Type="http://schemas.openxmlformats.org/officeDocument/2006/relationships/image" Target="../media/image27.png"/><Relationship Id="rId14" Type="http://schemas.openxmlformats.org/officeDocument/2006/relationships/hyperlink" Target="http://www.facebook.com/capgemini" TargetMode="External"/></Relationships>
</file>

<file path=ppt/slideLayouts/_rels/slideLayout45.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34.png"/><Relationship Id="rId18" Type="http://schemas.openxmlformats.org/officeDocument/2006/relationships/hyperlink" Target="http://www.facebook.com/capgemini" TargetMode="External"/><Relationship Id="rId3" Type="http://schemas.openxmlformats.org/officeDocument/2006/relationships/image" Target="../media/image31.png"/><Relationship Id="rId21" Type="http://schemas.openxmlformats.org/officeDocument/2006/relationships/hyperlink" Target="http://www.capgemini.com/about/how-we-work/the-collaborative-business-experiencetm" TargetMode="External"/><Relationship Id="rId7" Type="http://schemas.openxmlformats.org/officeDocument/2006/relationships/image" Target="../media/image32.png"/><Relationship Id="rId12" Type="http://schemas.openxmlformats.org/officeDocument/2006/relationships/hyperlink" Target="http://www.twitter.com/capgemini" TargetMode="External"/><Relationship Id="rId17" Type="http://schemas.microsoft.com/office/2007/relationships/hdphoto" Target="../media/hdphoto4.wdp"/><Relationship Id="rId2" Type="http://schemas.openxmlformats.org/officeDocument/2006/relationships/slideMaster" Target="../slideMasters/slideMaster6.xml"/><Relationship Id="rId16" Type="http://schemas.openxmlformats.org/officeDocument/2006/relationships/image" Target="../media/image35.png"/><Relationship Id="rId20" Type="http://schemas.microsoft.com/office/2007/relationships/hdphoto" Target="../media/hdphoto5.wdp"/><Relationship Id="rId1" Type="http://schemas.openxmlformats.org/officeDocument/2006/relationships/tags" Target="../tags/tag38.xml"/><Relationship Id="rId6" Type="http://schemas.openxmlformats.org/officeDocument/2006/relationships/hyperlink" Target="http://www.linkedin.com/company/capgemini" TargetMode="External"/><Relationship Id="rId11" Type="http://schemas.microsoft.com/office/2007/relationships/hdphoto" Target="../media/hdphoto2.wdp"/><Relationship Id="rId5" Type="http://schemas.openxmlformats.org/officeDocument/2006/relationships/image" Target="../media/image1.emf"/><Relationship Id="rId15" Type="http://schemas.openxmlformats.org/officeDocument/2006/relationships/hyperlink" Target="http://www.youtube.com/capgeminimedia" TargetMode="External"/><Relationship Id="rId23" Type="http://schemas.openxmlformats.org/officeDocument/2006/relationships/hyperlink" Target="http://www.capgemini.com/invent" TargetMode="External"/><Relationship Id="rId10" Type="http://schemas.openxmlformats.org/officeDocument/2006/relationships/image" Target="../media/image33.png"/><Relationship Id="rId19" Type="http://schemas.openxmlformats.org/officeDocument/2006/relationships/image" Target="../media/image36.png"/><Relationship Id="rId4" Type="http://schemas.openxmlformats.org/officeDocument/2006/relationships/oleObject" Target="../embeddings/oleObject32.bin"/><Relationship Id="rId9" Type="http://schemas.openxmlformats.org/officeDocument/2006/relationships/hyperlink" Target="http://www.slideshare.net/capgemini" TargetMode="External"/><Relationship Id="rId14" Type="http://schemas.microsoft.com/office/2007/relationships/hdphoto" Target="../media/hdphoto3.wdp"/><Relationship Id="rId22" Type="http://schemas.openxmlformats.org/officeDocument/2006/relationships/image" Target="../media/image11.png"/></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7.xml"/><Relationship Id="rId1" Type="http://schemas.openxmlformats.org/officeDocument/2006/relationships/tags" Target="../tags/tag40.xml"/><Relationship Id="rId4" Type="http://schemas.openxmlformats.org/officeDocument/2006/relationships/image" Target="../media/image1.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7.xml"/><Relationship Id="rId1" Type="http://schemas.openxmlformats.org/officeDocument/2006/relationships/tags" Target="../tags/tag41.xml"/><Relationship Id="rId4" Type="http://schemas.openxmlformats.org/officeDocument/2006/relationships/image" Target="../media/image1.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7.xml"/><Relationship Id="rId1" Type="http://schemas.openxmlformats.org/officeDocument/2006/relationships/tags" Target="../tags/tag42.xml"/><Relationship Id="rId4" Type="http://schemas.openxmlformats.org/officeDocument/2006/relationships/image" Target="../media/image1.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7.xml"/><Relationship Id="rId1" Type="http://schemas.openxmlformats.org/officeDocument/2006/relationships/tags" Target="../tags/tag43.xml"/><Relationship Id="rId4" Type="http://schemas.openxmlformats.org/officeDocument/2006/relationships/image" Target="../media/image1.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7.xml"/><Relationship Id="rId1" Type="http://schemas.openxmlformats.org/officeDocument/2006/relationships/tags" Target="../tags/tag44.xml"/><Relationship Id="rId4" Type="http://schemas.openxmlformats.org/officeDocument/2006/relationships/image" Target="../media/image1.emf"/></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9.xml"/><Relationship Id="rId1" Type="http://schemas.openxmlformats.org/officeDocument/2006/relationships/tags" Target="../tags/tag46.xml"/><Relationship Id="rId4" Type="http://schemas.openxmlformats.org/officeDocument/2006/relationships/image" Target="../media/image1.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Master" Target="../slideMasters/slideMaster9.xml"/><Relationship Id="rId1" Type="http://schemas.openxmlformats.org/officeDocument/2006/relationships/tags" Target="../tags/tag47.xml"/><Relationship Id="rId4" Type="http://schemas.openxmlformats.org/officeDocument/2006/relationships/image" Target="../media/image1.emf"/></Relationships>
</file>

<file path=ppt/slideLayouts/_rels/slideLayout70.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9.xml"/><Relationship Id="rId1" Type="http://schemas.openxmlformats.org/officeDocument/2006/relationships/tags" Target="../tags/tag48.xml"/><Relationship Id="rId4" Type="http://schemas.openxmlformats.org/officeDocument/2006/relationships/image" Target="../media/image1.emf"/></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2.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Master" Target="../slideMasters/slideMaster9.xml"/><Relationship Id="rId1" Type="http://schemas.openxmlformats.org/officeDocument/2006/relationships/tags" Target="../tags/tag49.xml"/><Relationship Id="rId4" Type="http://schemas.openxmlformats.org/officeDocument/2006/relationships/image" Target="../media/image1.emf"/></Relationships>
</file>

<file path=ppt/slideLayouts/_rels/slideLayout73.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Master" Target="../slideMasters/slideMaster10.xml"/><Relationship Id="rId1" Type="http://schemas.openxmlformats.org/officeDocument/2006/relationships/tags" Target="../tags/tag51.xml"/><Relationship Id="rId4" Type="http://schemas.openxmlformats.org/officeDocument/2006/relationships/image" Target="../media/image1.emf"/></Relationships>
</file>

<file path=ppt/slideLayouts/_rels/slideLayout74.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Master" Target="../slideMasters/slideMaster10.xml"/><Relationship Id="rId1" Type="http://schemas.openxmlformats.org/officeDocument/2006/relationships/tags" Target="../tags/tag52.xml"/><Relationship Id="rId4" Type="http://schemas.openxmlformats.org/officeDocument/2006/relationships/image" Target="../media/image1.emf"/></Relationships>
</file>

<file path=ppt/slideLayouts/_rels/slideLayout75.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Master" Target="../slideMasters/slideMaster10.xml"/><Relationship Id="rId1" Type="http://schemas.openxmlformats.org/officeDocument/2006/relationships/tags" Target="../tags/tag53.xml"/><Relationship Id="rId4" Type="http://schemas.openxmlformats.org/officeDocument/2006/relationships/image" Target="../media/image1.emf"/></Relationships>
</file>

<file path=ppt/slideLayouts/_rels/slideLayout76.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Master" Target="../slideMasters/slideMaster10.xml"/><Relationship Id="rId1" Type="http://schemas.openxmlformats.org/officeDocument/2006/relationships/tags" Target="../tags/tag54.xml"/><Relationship Id="rId4" Type="http://schemas.openxmlformats.org/officeDocument/2006/relationships/image" Target="../media/image1.emf"/></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0.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0.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Master" Target="../slideMasters/slideMaster10.xml"/><Relationship Id="rId1" Type="http://schemas.openxmlformats.org/officeDocument/2006/relationships/tags" Target="../tags/tag55.xml"/><Relationship Id="rId4" Type="http://schemas.openxmlformats.org/officeDocument/2006/relationships/image" Target="../media/image1.emf"/></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10.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10.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4.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Master" Target="../slideMasters/slideMaster11.xml"/><Relationship Id="rId1" Type="http://schemas.openxmlformats.org/officeDocument/2006/relationships/tags" Target="../tags/tag57.xml"/><Relationship Id="rId4" Type="http://schemas.openxmlformats.org/officeDocument/2006/relationships/image" Target="../media/image1.emf"/></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Master" Target="../slideMasters/slideMaster1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Master" Target="../slideMasters/slideMaster1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4.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Master" Target="../slideMasters/slideMaster12.xml"/><Relationship Id="rId1" Type="http://schemas.openxmlformats.org/officeDocument/2006/relationships/tags" Target="../tags/tag58.xml"/><Relationship Id="rId4" Type="http://schemas.openxmlformats.org/officeDocument/2006/relationships/image" Target="../media/image44.emf"/></Relationships>
</file>

<file path=ppt/slideLayouts/_rels/slideLayout95.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Master" Target="../slideMasters/slideMaster12.xml"/><Relationship Id="rId1" Type="http://schemas.openxmlformats.org/officeDocument/2006/relationships/tags" Target="../tags/tag59.xml"/><Relationship Id="rId4" Type="http://schemas.openxmlformats.org/officeDocument/2006/relationships/image" Target="../media/image1.emf"/></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02.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Master" Target="../slideMasters/slideMaster13.xml"/><Relationship Id="rId1" Type="http://schemas.openxmlformats.org/officeDocument/2006/relationships/tags" Target="../tags/tag61.xml"/><Relationship Id="rId4" Type="http://schemas.openxmlformats.org/officeDocument/2006/relationships/image" Target="../media/image1.emf"/></Relationships>
</file>

<file path=ppt/slideLayouts/_rels/slideLayout103.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Master" Target="../slideMasters/slideMaster13.xml"/><Relationship Id="rId1" Type="http://schemas.openxmlformats.org/officeDocument/2006/relationships/tags" Target="../tags/tag62.xml"/><Relationship Id="rId4" Type="http://schemas.openxmlformats.org/officeDocument/2006/relationships/image" Target="../media/image1.emf"/></Relationships>
</file>

<file path=ppt/slideLayouts/_rels/slideLayout104.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Master" Target="../slideMasters/slideMaster13.xml"/><Relationship Id="rId1" Type="http://schemas.openxmlformats.org/officeDocument/2006/relationships/tags" Target="../tags/tag63.xml"/><Relationship Id="rId4" Type="http://schemas.openxmlformats.org/officeDocument/2006/relationships/image" Target="../media/image1.emf"/></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07.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Master" Target="../slideMasters/slideMaster13.xml"/><Relationship Id="rId1" Type="http://schemas.openxmlformats.org/officeDocument/2006/relationships/tags" Target="../tags/tag64.xml"/><Relationship Id="rId4" Type="http://schemas.openxmlformats.org/officeDocument/2006/relationships/image" Target="../media/image1.emf"/></Relationships>
</file>

<file path=ppt/slideLayouts/_rels/slideLayout108.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Master" Target="../slideMasters/slideMaster13.xml"/><Relationship Id="rId1" Type="http://schemas.openxmlformats.org/officeDocument/2006/relationships/tags" Target="../tags/tag65.xml"/><Relationship Id="rId4" Type="http://schemas.openxmlformats.org/officeDocument/2006/relationships/image" Target="../media/image4.emf"/></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10.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www.capgemini.com/about/how-we-work/rightshorer" TargetMode="External"/><Relationship Id="rId3" Type="http://schemas.openxmlformats.org/officeDocument/2006/relationships/image" Target="../media/image26.png"/><Relationship Id="rId7" Type="http://schemas.openxmlformats.org/officeDocument/2006/relationships/image" Target="../media/image28.png"/><Relationship Id="rId12" Type="http://schemas.openxmlformats.org/officeDocument/2006/relationships/hyperlink" Target="http://www.capgemini.com/about/how-we-work/the-collaborative-business-experiencetm" TargetMode="External"/><Relationship Id="rId2" Type="http://schemas.openxmlformats.org/officeDocument/2006/relationships/hyperlink" Target="http://www.linkedin.com/company/capgemini" TargetMode="External"/><Relationship Id="rId1" Type="http://schemas.openxmlformats.org/officeDocument/2006/relationships/slideMaster" Target="../slideMasters/slideMaster13.xml"/><Relationship Id="rId6" Type="http://schemas.openxmlformats.org/officeDocument/2006/relationships/hyperlink" Target="http://www.twitter.com/capgemini" TargetMode="External"/><Relationship Id="rId11" Type="http://schemas.openxmlformats.org/officeDocument/2006/relationships/image" Target="../media/image30.png"/><Relationship Id="rId5" Type="http://schemas.openxmlformats.org/officeDocument/2006/relationships/image" Target="../media/image27.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29.png"/></Relationships>
</file>

<file path=ppt/slideLayouts/_rels/slideLayout111.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Master" Target="../slideMasters/slideMaster14.xml"/><Relationship Id="rId1" Type="http://schemas.openxmlformats.org/officeDocument/2006/relationships/tags" Target="../tags/tag67.xml"/><Relationship Id="rId4" Type="http://schemas.openxmlformats.org/officeDocument/2006/relationships/image" Target="../media/image1.emf"/></Relationships>
</file>

<file path=ppt/slideLayouts/_rels/slideLayout112.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Master" Target="../slideMasters/slideMaster14.xml"/><Relationship Id="rId1" Type="http://schemas.openxmlformats.org/officeDocument/2006/relationships/tags" Target="../tags/tag68.xml"/><Relationship Id="rId4" Type="http://schemas.openxmlformats.org/officeDocument/2006/relationships/image" Target="../media/image1.emf"/></Relationships>
</file>

<file path=ppt/slideLayouts/_rels/slideLayout113.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Master" Target="../slideMasters/slideMaster14.xml"/><Relationship Id="rId1" Type="http://schemas.openxmlformats.org/officeDocument/2006/relationships/tags" Target="../tags/tag69.xml"/><Relationship Id="rId4" Type="http://schemas.openxmlformats.org/officeDocument/2006/relationships/image" Target="../media/image1.emf"/></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17.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Master" Target="../slideMasters/slideMaster14.xml"/><Relationship Id="rId1" Type="http://schemas.openxmlformats.org/officeDocument/2006/relationships/tags" Target="../tags/tag70.xml"/><Relationship Id="rId4" Type="http://schemas.openxmlformats.org/officeDocument/2006/relationships/image" Target="../media/image1.emf"/></Relationships>
</file>

<file path=ppt/slideLayouts/_rels/slideLayout118.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Master" Target="../slideMasters/slideMaster14.xml"/><Relationship Id="rId1" Type="http://schemas.openxmlformats.org/officeDocument/2006/relationships/tags" Target="../tags/tag71.xml"/><Relationship Id="rId5" Type="http://schemas.openxmlformats.org/officeDocument/2006/relationships/image" Target="../media/image5.png"/><Relationship Id="rId4" Type="http://schemas.openxmlformats.org/officeDocument/2006/relationships/image" Target="../media/image1.emf"/></Relationships>
</file>

<file path=ppt/slideLayouts/_rels/slideLayout119.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Master" Target="../slideMasters/slideMaster14.xml"/><Relationship Id="rId1" Type="http://schemas.openxmlformats.org/officeDocument/2006/relationships/tags" Target="../tags/tag72.xml"/><Relationship Id="rId4" Type="http://schemas.openxmlformats.org/officeDocument/2006/relationships/image" Target="../media/image1.emf"/></Relationships>
</file>

<file path=ppt/slideLayouts/_rels/slideLayout120.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Master" Target="../slideMasters/slideMaster14.xml"/><Relationship Id="rId1" Type="http://schemas.openxmlformats.org/officeDocument/2006/relationships/tags" Target="../tags/tag73.xml"/><Relationship Id="rId4" Type="http://schemas.openxmlformats.org/officeDocument/2006/relationships/image" Target="../media/image1.emf"/></Relationships>
</file>

<file path=ppt/slideLayouts/_rels/slideLayout121.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Master" Target="../slideMasters/slideMaster14.xml"/><Relationship Id="rId1" Type="http://schemas.openxmlformats.org/officeDocument/2006/relationships/tags" Target="../tags/tag74.xml"/><Relationship Id="rId4" Type="http://schemas.openxmlformats.org/officeDocument/2006/relationships/image" Target="../media/image1.emf"/></Relationships>
</file>

<file path=ppt/slideLayouts/_rels/slideLayout122.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slideMaster" Target="../slideMasters/slideMaster14.xml"/><Relationship Id="rId1" Type="http://schemas.openxmlformats.org/officeDocument/2006/relationships/tags" Target="../tags/tag75.xml"/><Relationship Id="rId4" Type="http://schemas.openxmlformats.org/officeDocument/2006/relationships/image" Target="../media/image1.emf"/></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4.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4.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1">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9" name="Freeform 7"/>
          <p:cNvSpPr>
            <a:spLocks/>
          </p:cNvSpPr>
          <p:nvPr/>
        </p:nvSpPr>
        <p:spPr bwMode="auto">
          <a:xfrm>
            <a:off x="5137150" y="0"/>
            <a:ext cx="7054850" cy="6854825"/>
          </a:xfrm>
          <a:custGeom>
            <a:avLst/>
            <a:gdLst/>
            <a:ahLst/>
            <a:cxnLst>
              <a:cxn ang="0">
                <a:pos x="4444" y="0"/>
              </a:cxn>
              <a:cxn ang="0">
                <a:pos x="4444" y="32"/>
              </a:cxn>
              <a:cxn ang="0">
                <a:pos x="4444" y="4292"/>
              </a:cxn>
              <a:cxn ang="0">
                <a:pos x="4440" y="4306"/>
              </a:cxn>
              <a:cxn ang="0">
                <a:pos x="4426" y="4314"/>
              </a:cxn>
              <a:cxn ang="0">
                <a:pos x="4326" y="4318"/>
              </a:cxn>
              <a:cxn ang="0">
                <a:pos x="4228" y="4310"/>
              </a:cxn>
              <a:cxn ang="0">
                <a:pos x="4076" y="4282"/>
              </a:cxn>
              <a:cxn ang="0">
                <a:pos x="3928" y="4240"/>
              </a:cxn>
              <a:cxn ang="0">
                <a:pos x="3740" y="4170"/>
              </a:cxn>
              <a:cxn ang="0">
                <a:pos x="3474" y="4042"/>
              </a:cxn>
              <a:cxn ang="0">
                <a:pos x="3216" y="3896"/>
              </a:cxn>
              <a:cxn ang="0">
                <a:pos x="3024" y="3772"/>
              </a:cxn>
              <a:cxn ang="0">
                <a:pos x="2704" y="3544"/>
              </a:cxn>
              <a:cxn ang="0">
                <a:pos x="2396" y="3300"/>
              </a:cxn>
              <a:cxn ang="0">
                <a:pos x="2180" y="3116"/>
              </a:cxn>
              <a:cxn ang="0">
                <a:pos x="2256" y="2964"/>
              </a:cxn>
              <a:cxn ang="0">
                <a:pos x="2286" y="2890"/>
              </a:cxn>
              <a:cxn ang="0">
                <a:pos x="2322" y="2774"/>
              </a:cxn>
              <a:cxn ang="0">
                <a:pos x="2338" y="2654"/>
              </a:cxn>
              <a:cxn ang="0">
                <a:pos x="2336" y="2562"/>
              </a:cxn>
              <a:cxn ang="0">
                <a:pos x="2306" y="2432"/>
              </a:cxn>
              <a:cxn ang="0">
                <a:pos x="2242" y="2310"/>
              </a:cxn>
              <a:cxn ang="0">
                <a:pos x="2188" y="2238"/>
              </a:cxn>
              <a:cxn ang="0">
                <a:pos x="2092" y="2144"/>
              </a:cxn>
              <a:cxn ang="0">
                <a:pos x="1986" y="2062"/>
              </a:cxn>
              <a:cxn ang="0">
                <a:pos x="1878" y="1990"/>
              </a:cxn>
              <a:cxn ang="0">
                <a:pos x="1712" y="1894"/>
              </a:cxn>
              <a:cxn ang="0">
                <a:pos x="1538" y="1808"/>
              </a:cxn>
              <a:cxn ang="0">
                <a:pos x="1156" y="1640"/>
              </a:cxn>
              <a:cxn ang="0">
                <a:pos x="710" y="1446"/>
              </a:cxn>
              <a:cxn ang="0">
                <a:pos x="524" y="1350"/>
              </a:cxn>
              <a:cxn ang="0">
                <a:pos x="354" y="1230"/>
              </a:cxn>
              <a:cxn ang="0">
                <a:pos x="262" y="1144"/>
              </a:cxn>
              <a:cxn ang="0">
                <a:pos x="158" y="1020"/>
              </a:cxn>
              <a:cxn ang="0">
                <a:pos x="80" y="884"/>
              </a:cxn>
              <a:cxn ang="0">
                <a:pos x="28" y="740"/>
              </a:cxn>
              <a:cxn ang="0">
                <a:pos x="2" y="584"/>
              </a:cxn>
              <a:cxn ang="0">
                <a:pos x="4" y="418"/>
              </a:cxn>
              <a:cxn ang="0">
                <a:pos x="18" y="314"/>
              </a:cxn>
              <a:cxn ang="0">
                <a:pos x="58" y="162"/>
              </a:cxn>
              <a:cxn ang="0">
                <a:pos x="118" y="16"/>
              </a:cxn>
              <a:cxn ang="0">
                <a:pos x="122" y="0"/>
              </a:cxn>
            </a:cxnLst>
            <a:rect l="0" t="0" r="r" b="b"/>
            <a:pathLst>
              <a:path w="4444" h="4318">
                <a:moveTo>
                  <a:pt x="122" y="0"/>
                </a:moveTo>
                <a:lnTo>
                  <a:pt x="122" y="0"/>
                </a:lnTo>
                <a:lnTo>
                  <a:pt x="4444" y="0"/>
                </a:lnTo>
                <a:lnTo>
                  <a:pt x="4444" y="0"/>
                </a:lnTo>
                <a:lnTo>
                  <a:pt x="4444" y="32"/>
                </a:lnTo>
                <a:lnTo>
                  <a:pt x="4444" y="32"/>
                </a:lnTo>
                <a:lnTo>
                  <a:pt x="4444" y="4272"/>
                </a:lnTo>
                <a:lnTo>
                  <a:pt x="4444" y="4272"/>
                </a:lnTo>
                <a:lnTo>
                  <a:pt x="4444" y="4292"/>
                </a:lnTo>
                <a:lnTo>
                  <a:pt x="4444" y="4292"/>
                </a:lnTo>
                <a:lnTo>
                  <a:pt x="4444" y="4300"/>
                </a:lnTo>
                <a:lnTo>
                  <a:pt x="4440" y="4306"/>
                </a:lnTo>
                <a:lnTo>
                  <a:pt x="4436" y="4310"/>
                </a:lnTo>
                <a:lnTo>
                  <a:pt x="4426" y="4314"/>
                </a:lnTo>
                <a:lnTo>
                  <a:pt x="4426" y="4314"/>
                </a:lnTo>
                <a:lnTo>
                  <a:pt x="4402" y="4316"/>
                </a:lnTo>
                <a:lnTo>
                  <a:pt x="4376" y="4318"/>
                </a:lnTo>
                <a:lnTo>
                  <a:pt x="4326" y="4318"/>
                </a:lnTo>
                <a:lnTo>
                  <a:pt x="4278" y="4316"/>
                </a:lnTo>
                <a:lnTo>
                  <a:pt x="4228" y="4310"/>
                </a:lnTo>
                <a:lnTo>
                  <a:pt x="4228" y="4310"/>
                </a:lnTo>
                <a:lnTo>
                  <a:pt x="4176" y="4302"/>
                </a:lnTo>
                <a:lnTo>
                  <a:pt x="4126" y="4294"/>
                </a:lnTo>
                <a:lnTo>
                  <a:pt x="4076" y="4282"/>
                </a:lnTo>
                <a:lnTo>
                  <a:pt x="4026" y="4270"/>
                </a:lnTo>
                <a:lnTo>
                  <a:pt x="3978" y="4256"/>
                </a:lnTo>
                <a:lnTo>
                  <a:pt x="3928" y="4240"/>
                </a:lnTo>
                <a:lnTo>
                  <a:pt x="3832" y="4206"/>
                </a:lnTo>
                <a:lnTo>
                  <a:pt x="3832" y="4206"/>
                </a:lnTo>
                <a:lnTo>
                  <a:pt x="3740" y="4170"/>
                </a:lnTo>
                <a:lnTo>
                  <a:pt x="3650" y="4130"/>
                </a:lnTo>
                <a:lnTo>
                  <a:pt x="3562" y="4088"/>
                </a:lnTo>
                <a:lnTo>
                  <a:pt x="3474" y="4042"/>
                </a:lnTo>
                <a:lnTo>
                  <a:pt x="3386" y="3996"/>
                </a:lnTo>
                <a:lnTo>
                  <a:pt x="3302" y="3946"/>
                </a:lnTo>
                <a:lnTo>
                  <a:pt x="3216" y="3896"/>
                </a:lnTo>
                <a:lnTo>
                  <a:pt x="3134" y="3844"/>
                </a:lnTo>
                <a:lnTo>
                  <a:pt x="3134" y="3844"/>
                </a:lnTo>
                <a:lnTo>
                  <a:pt x="3024" y="3772"/>
                </a:lnTo>
                <a:lnTo>
                  <a:pt x="2916" y="3698"/>
                </a:lnTo>
                <a:lnTo>
                  <a:pt x="2808" y="3622"/>
                </a:lnTo>
                <a:lnTo>
                  <a:pt x="2704" y="3544"/>
                </a:lnTo>
                <a:lnTo>
                  <a:pt x="2600" y="3464"/>
                </a:lnTo>
                <a:lnTo>
                  <a:pt x="2498" y="3382"/>
                </a:lnTo>
                <a:lnTo>
                  <a:pt x="2396" y="3300"/>
                </a:lnTo>
                <a:lnTo>
                  <a:pt x="2296" y="3214"/>
                </a:lnTo>
                <a:lnTo>
                  <a:pt x="2296" y="3214"/>
                </a:lnTo>
                <a:lnTo>
                  <a:pt x="2180" y="3116"/>
                </a:lnTo>
                <a:lnTo>
                  <a:pt x="2180" y="3116"/>
                </a:lnTo>
                <a:lnTo>
                  <a:pt x="2220" y="3040"/>
                </a:lnTo>
                <a:lnTo>
                  <a:pt x="2256" y="2964"/>
                </a:lnTo>
                <a:lnTo>
                  <a:pt x="2256" y="2964"/>
                </a:lnTo>
                <a:lnTo>
                  <a:pt x="2272" y="2928"/>
                </a:lnTo>
                <a:lnTo>
                  <a:pt x="2286" y="2890"/>
                </a:lnTo>
                <a:lnTo>
                  <a:pt x="2300" y="2852"/>
                </a:lnTo>
                <a:lnTo>
                  <a:pt x="2312" y="2814"/>
                </a:lnTo>
                <a:lnTo>
                  <a:pt x="2322" y="2774"/>
                </a:lnTo>
                <a:lnTo>
                  <a:pt x="2330" y="2736"/>
                </a:lnTo>
                <a:lnTo>
                  <a:pt x="2334" y="2696"/>
                </a:lnTo>
                <a:lnTo>
                  <a:pt x="2338" y="2654"/>
                </a:lnTo>
                <a:lnTo>
                  <a:pt x="2338" y="2654"/>
                </a:lnTo>
                <a:lnTo>
                  <a:pt x="2340" y="2608"/>
                </a:lnTo>
                <a:lnTo>
                  <a:pt x="2336" y="2562"/>
                </a:lnTo>
                <a:lnTo>
                  <a:pt x="2330" y="2518"/>
                </a:lnTo>
                <a:lnTo>
                  <a:pt x="2320" y="2474"/>
                </a:lnTo>
                <a:lnTo>
                  <a:pt x="2306" y="2432"/>
                </a:lnTo>
                <a:lnTo>
                  <a:pt x="2288" y="2390"/>
                </a:lnTo>
                <a:lnTo>
                  <a:pt x="2266" y="2350"/>
                </a:lnTo>
                <a:lnTo>
                  <a:pt x="2242" y="2310"/>
                </a:lnTo>
                <a:lnTo>
                  <a:pt x="2242" y="2310"/>
                </a:lnTo>
                <a:lnTo>
                  <a:pt x="2216" y="2274"/>
                </a:lnTo>
                <a:lnTo>
                  <a:pt x="2188" y="2238"/>
                </a:lnTo>
                <a:lnTo>
                  <a:pt x="2158" y="2206"/>
                </a:lnTo>
                <a:lnTo>
                  <a:pt x="2126" y="2174"/>
                </a:lnTo>
                <a:lnTo>
                  <a:pt x="2092" y="2144"/>
                </a:lnTo>
                <a:lnTo>
                  <a:pt x="2058" y="2116"/>
                </a:lnTo>
                <a:lnTo>
                  <a:pt x="2022" y="2088"/>
                </a:lnTo>
                <a:lnTo>
                  <a:pt x="1986" y="2062"/>
                </a:lnTo>
                <a:lnTo>
                  <a:pt x="1986" y="2062"/>
                </a:lnTo>
                <a:lnTo>
                  <a:pt x="1932" y="2024"/>
                </a:lnTo>
                <a:lnTo>
                  <a:pt x="1878" y="1990"/>
                </a:lnTo>
                <a:lnTo>
                  <a:pt x="1824" y="1956"/>
                </a:lnTo>
                <a:lnTo>
                  <a:pt x="1768" y="1924"/>
                </a:lnTo>
                <a:lnTo>
                  <a:pt x="1712" y="1894"/>
                </a:lnTo>
                <a:lnTo>
                  <a:pt x="1654" y="1864"/>
                </a:lnTo>
                <a:lnTo>
                  <a:pt x="1596" y="1836"/>
                </a:lnTo>
                <a:lnTo>
                  <a:pt x="1538" y="1808"/>
                </a:lnTo>
                <a:lnTo>
                  <a:pt x="1538" y="1808"/>
                </a:lnTo>
                <a:lnTo>
                  <a:pt x="1346" y="1724"/>
                </a:lnTo>
                <a:lnTo>
                  <a:pt x="1156" y="1640"/>
                </a:lnTo>
                <a:lnTo>
                  <a:pt x="774" y="1474"/>
                </a:lnTo>
                <a:lnTo>
                  <a:pt x="774" y="1474"/>
                </a:lnTo>
                <a:lnTo>
                  <a:pt x="710" y="1446"/>
                </a:lnTo>
                <a:lnTo>
                  <a:pt x="646" y="1416"/>
                </a:lnTo>
                <a:lnTo>
                  <a:pt x="584" y="1384"/>
                </a:lnTo>
                <a:lnTo>
                  <a:pt x="524" y="1350"/>
                </a:lnTo>
                <a:lnTo>
                  <a:pt x="466" y="1312"/>
                </a:lnTo>
                <a:lnTo>
                  <a:pt x="410" y="1272"/>
                </a:lnTo>
                <a:lnTo>
                  <a:pt x="354" y="1230"/>
                </a:lnTo>
                <a:lnTo>
                  <a:pt x="302" y="1184"/>
                </a:lnTo>
                <a:lnTo>
                  <a:pt x="302" y="1184"/>
                </a:lnTo>
                <a:lnTo>
                  <a:pt x="262" y="1144"/>
                </a:lnTo>
                <a:lnTo>
                  <a:pt x="224" y="1104"/>
                </a:lnTo>
                <a:lnTo>
                  <a:pt x="188" y="1062"/>
                </a:lnTo>
                <a:lnTo>
                  <a:pt x="158" y="1020"/>
                </a:lnTo>
                <a:lnTo>
                  <a:pt x="128" y="976"/>
                </a:lnTo>
                <a:lnTo>
                  <a:pt x="102" y="930"/>
                </a:lnTo>
                <a:lnTo>
                  <a:pt x="80" y="884"/>
                </a:lnTo>
                <a:lnTo>
                  <a:pt x="58" y="838"/>
                </a:lnTo>
                <a:lnTo>
                  <a:pt x="42" y="790"/>
                </a:lnTo>
                <a:lnTo>
                  <a:pt x="28" y="740"/>
                </a:lnTo>
                <a:lnTo>
                  <a:pt x="16" y="688"/>
                </a:lnTo>
                <a:lnTo>
                  <a:pt x="8" y="636"/>
                </a:lnTo>
                <a:lnTo>
                  <a:pt x="2" y="584"/>
                </a:lnTo>
                <a:lnTo>
                  <a:pt x="0" y="530"/>
                </a:lnTo>
                <a:lnTo>
                  <a:pt x="0" y="474"/>
                </a:lnTo>
                <a:lnTo>
                  <a:pt x="4" y="418"/>
                </a:lnTo>
                <a:lnTo>
                  <a:pt x="4" y="418"/>
                </a:lnTo>
                <a:lnTo>
                  <a:pt x="10" y="366"/>
                </a:lnTo>
                <a:lnTo>
                  <a:pt x="18" y="314"/>
                </a:lnTo>
                <a:lnTo>
                  <a:pt x="30" y="262"/>
                </a:lnTo>
                <a:lnTo>
                  <a:pt x="42" y="212"/>
                </a:lnTo>
                <a:lnTo>
                  <a:pt x="58" y="162"/>
                </a:lnTo>
                <a:lnTo>
                  <a:pt x="76" y="112"/>
                </a:lnTo>
                <a:lnTo>
                  <a:pt x="94" y="64"/>
                </a:lnTo>
                <a:lnTo>
                  <a:pt x="118" y="16"/>
                </a:lnTo>
                <a:lnTo>
                  <a:pt x="118" y="16"/>
                </a:lnTo>
                <a:lnTo>
                  <a:pt x="122" y="0"/>
                </a:lnTo>
                <a:lnTo>
                  <a:pt x="122"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1" name="Title 1"/>
          <p:cNvSpPr>
            <a:spLocks noGrp="1"/>
          </p:cNvSpPr>
          <p:nvPr>
            <p:ph type="ctrTitle" hasCustomPrompt="1"/>
          </p:nvPr>
        </p:nvSpPr>
        <p:spPr>
          <a:xfrm>
            <a:off x="407988" y="1358153"/>
            <a:ext cx="4774258" cy="147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defRPr lang="en-US" sz="2600" b="0" dirty="0">
                <a:solidFill>
                  <a:schemeClr val="accent1"/>
                </a:solidFill>
              </a:defRPr>
            </a:lvl1pPr>
          </a:lstStyle>
          <a:p>
            <a:pPr marL="0" lvl="0"/>
            <a:r>
              <a:rPr lang="en-US"/>
              <a:t>Click to insert title</a:t>
            </a:r>
          </a:p>
        </p:txBody>
      </p:sp>
      <p:sp>
        <p:nvSpPr>
          <p:cNvPr id="12" name="Subtitle 2"/>
          <p:cNvSpPr>
            <a:spLocks noGrp="1"/>
          </p:cNvSpPr>
          <p:nvPr>
            <p:ph type="subTitle" idx="1" hasCustomPrompt="1"/>
          </p:nvPr>
        </p:nvSpPr>
        <p:spPr>
          <a:xfrm>
            <a:off x="407988" y="2976180"/>
            <a:ext cx="4774257"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grpSp>
        <p:nvGrpSpPr>
          <p:cNvPr id="13" name="Group 14"/>
          <p:cNvGrpSpPr>
            <a:grpSpLocks noChangeAspect="1"/>
          </p:cNvGrpSpPr>
          <p:nvPr/>
        </p:nvGrpSpPr>
        <p:grpSpPr>
          <a:xfrm>
            <a:off x="393697" y="3975894"/>
            <a:ext cx="5040000" cy="1123654"/>
            <a:chOff x="728663" y="4465638"/>
            <a:chExt cx="5354637" cy="1193801"/>
          </a:xfrm>
        </p:grpSpPr>
        <p:sp>
          <p:nvSpPr>
            <p:cNvPr id="14"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6"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pic>
        <p:nvPicPr>
          <p:cNvPr id="116738" name="Picture 2" descr="Q&amp;A Victoria Baker, head of marketing at esure | MarketingWeek.com">
            <a:extLst>
              <a:ext uri="{FF2B5EF4-FFF2-40B4-BE49-F238E27FC236}">
                <a16:creationId xmlns:a16="http://schemas.microsoft.com/office/drawing/2014/main" id="{82C82C5F-3417-422B-9CFD-41FB2436CEC0}"/>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b="30027"/>
          <a:stretch/>
        </p:blipFill>
        <p:spPr bwMode="auto">
          <a:xfrm>
            <a:off x="400843" y="5342730"/>
            <a:ext cx="5025709" cy="1201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0926792"/>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a:spLocks/>
          </p:cNvSpPr>
          <p:nvPr/>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nvGrpSpPr>
          <p:cNvPr id="15" name="Group 14"/>
          <p:cNvGrpSpPr>
            <a:grpSpLocks noChangeAspect="1"/>
          </p:cNvGrpSpPr>
          <p:nvPr/>
        </p:nvGrpSpPr>
        <p:grpSpPr>
          <a:xfrm>
            <a:off x="416888" y="4537346"/>
            <a:ext cx="5040000" cy="1123654"/>
            <a:chOff x="728663" y="4465638"/>
            <a:chExt cx="5354637" cy="1193801"/>
          </a:xfrm>
        </p:grpSpPr>
        <p:sp>
          <p:nvSpPr>
            <p:cNvPr id="16"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0"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2" name="Subtitle 2"/>
          <p:cNvSpPr>
            <a:spLocks noGrp="1"/>
          </p:cNvSpPr>
          <p:nvPr>
            <p:ph type="subTitle" idx="1" hasCustomPrompt="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sp>
        <p:nvSpPr>
          <p:cNvPr id="2" name="Titre 1"/>
          <p:cNvSpPr>
            <a:spLocks noGrp="1"/>
          </p:cNvSpPr>
          <p:nvPr>
            <p:ph type="title" hasCustomPrompt="1"/>
          </p:nvPr>
        </p:nvSpPr>
        <p:spPr>
          <a:xfrm>
            <a:off x="5655320" y="622300"/>
            <a:ext cx="6260455" cy="1068388"/>
          </a:xfrm>
          <a:prstGeom prst="rect">
            <a:avLst/>
          </a:prstGeom>
        </p:spPr>
        <p:txBody>
          <a:bodyPr lIns="0" anchor="b"/>
          <a:lstStyle>
            <a:lvl1pPr>
              <a:defRPr sz="2600">
                <a:solidFill>
                  <a:schemeClr val="bg1"/>
                </a:solidFill>
              </a:defRPr>
            </a:lvl1pPr>
          </a:lstStyle>
          <a:p>
            <a:r>
              <a:rPr lang="en-US"/>
              <a:t>Click to insert title</a:t>
            </a:r>
          </a:p>
        </p:txBody>
      </p:sp>
    </p:spTree>
    <p:extLst>
      <p:ext uri="{BB962C8B-B14F-4D97-AF65-F5344CB8AC3E}">
        <p14:creationId xmlns:p14="http://schemas.microsoft.com/office/powerpoint/2010/main" val="1491999367"/>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3">
    <p:spTree>
      <p:nvGrpSpPr>
        <p:cNvPr id="1" name=""/>
        <p:cNvGrpSpPr/>
        <p:nvPr/>
      </p:nvGrpSpPr>
      <p:grpSpPr>
        <a:xfrm>
          <a:off x="0" y="0"/>
          <a:ext cx="0" cy="0"/>
          <a:chOff x="0" y="0"/>
          <a:chExt cx="0" cy="0"/>
        </a:xfrm>
      </p:grpSpPr>
      <p:graphicFrame>
        <p:nvGraphicFramePr>
          <p:cNvPr id="16" name="Object 15"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6" name="Object 1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6" name="Freeform 6"/>
          <p:cNvSpPr>
            <a:spLocks/>
          </p:cNvSpPr>
          <p:nvPr/>
        </p:nvSpPr>
        <p:spPr bwMode="auto">
          <a:xfrm>
            <a:off x="3771900" y="1847851"/>
            <a:ext cx="8420100" cy="5010150"/>
          </a:xfrm>
          <a:custGeom>
            <a:avLst/>
            <a:gdLst/>
            <a:ahLst/>
            <a:cxnLst>
              <a:cxn ang="0">
                <a:pos x="5302" y="3130"/>
              </a:cxn>
              <a:cxn ang="0">
                <a:pos x="5302" y="994"/>
              </a:cxn>
              <a:cxn ang="0">
                <a:pos x="5302" y="982"/>
              </a:cxn>
              <a:cxn ang="0">
                <a:pos x="5302" y="966"/>
              </a:cxn>
              <a:cxn ang="0">
                <a:pos x="5298" y="962"/>
              </a:cxn>
              <a:cxn ang="0">
                <a:pos x="5284" y="968"/>
              </a:cxn>
              <a:cxn ang="0">
                <a:pos x="5234" y="992"/>
              </a:cxn>
              <a:cxn ang="0">
                <a:pos x="5132" y="1030"/>
              </a:cxn>
              <a:cxn ang="0">
                <a:pos x="5080" y="1044"/>
              </a:cxn>
              <a:cxn ang="0">
                <a:pos x="4944" y="1076"/>
              </a:cxn>
              <a:cxn ang="0">
                <a:pos x="4806" y="1094"/>
              </a:cxn>
              <a:cxn ang="0">
                <a:pos x="4668" y="1104"/>
              </a:cxn>
              <a:cxn ang="0">
                <a:pos x="4528" y="1102"/>
              </a:cxn>
              <a:cxn ang="0">
                <a:pos x="4436" y="1098"/>
              </a:cxn>
              <a:cxn ang="0">
                <a:pos x="4254" y="1080"/>
              </a:cxn>
              <a:cxn ang="0">
                <a:pos x="4074" y="1054"/>
              </a:cxn>
              <a:cxn ang="0">
                <a:pos x="3894" y="1018"/>
              </a:cxn>
              <a:cxn ang="0">
                <a:pos x="3806" y="996"/>
              </a:cxn>
              <a:cxn ang="0">
                <a:pos x="3518" y="918"/>
              </a:cxn>
              <a:cxn ang="0">
                <a:pos x="3236" y="828"/>
              </a:cxn>
              <a:cxn ang="0">
                <a:pos x="2956" y="724"/>
              </a:cxn>
              <a:cxn ang="0">
                <a:pos x="2680" y="612"/>
              </a:cxn>
              <a:cxn ang="0">
                <a:pos x="2522" y="544"/>
              </a:cxn>
              <a:cxn ang="0">
                <a:pos x="2210" y="402"/>
              </a:cxn>
              <a:cxn ang="0">
                <a:pos x="1902" y="250"/>
              </a:cxn>
              <a:cxn ang="0">
                <a:pos x="1596" y="92"/>
              </a:cxn>
              <a:cxn ang="0">
                <a:pos x="1446" y="10"/>
              </a:cxn>
              <a:cxn ang="0">
                <a:pos x="1434" y="4"/>
              </a:cxn>
              <a:cxn ang="0">
                <a:pos x="1432" y="0"/>
              </a:cxn>
              <a:cxn ang="0">
                <a:pos x="1424" y="0"/>
              </a:cxn>
              <a:cxn ang="0">
                <a:pos x="1286" y="88"/>
              </a:cxn>
              <a:cxn ang="0">
                <a:pos x="1132" y="194"/>
              </a:cxn>
              <a:cxn ang="0">
                <a:pos x="982" y="304"/>
              </a:cxn>
              <a:cxn ang="0">
                <a:pos x="838" y="422"/>
              </a:cxn>
              <a:cxn ang="0">
                <a:pos x="702" y="548"/>
              </a:cxn>
              <a:cxn ang="0">
                <a:pos x="660" y="592"/>
              </a:cxn>
              <a:cxn ang="0">
                <a:pos x="578" y="678"/>
              </a:cxn>
              <a:cxn ang="0">
                <a:pos x="500" y="768"/>
              </a:cxn>
              <a:cxn ang="0">
                <a:pos x="428" y="862"/>
              </a:cxn>
              <a:cxn ang="0">
                <a:pos x="360" y="958"/>
              </a:cxn>
              <a:cxn ang="0">
                <a:pos x="296" y="1058"/>
              </a:cxn>
              <a:cxn ang="0">
                <a:pos x="240" y="1162"/>
              </a:cxn>
              <a:cxn ang="0">
                <a:pos x="188" y="1270"/>
              </a:cxn>
              <a:cxn ang="0">
                <a:pos x="164" y="1326"/>
              </a:cxn>
              <a:cxn ang="0">
                <a:pos x="114" y="1460"/>
              </a:cxn>
              <a:cxn ang="0">
                <a:pos x="72" y="1596"/>
              </a:cxn>
              <a:cxn ang="0">
                <a:pos x="42" y="1736"/>
              </a:cxn>
              <a:cxn ang="0">
                <a:pos x="18" y="1876"/>
              </a:cxn>
              <a:cxn ang="0">
                <a:pos x="10" y="1958"/>
              </a:cxn>
              <a:cxn ang="0">
                <a:pos x="4" y="2038"/>
              </a:cxn>
              <a:cxn ang="0">
                <a:pos x="2" y="2052"/>
              </a:cxn>
              <a:cxn ang="0">
                <a:pos x="0" y="2054"/>
              </a:cxn>
              <a:cxn ang="0">
                <a:pos x="0" y="2312"/>
              </a:cxn>
              <a:cxn ang="0">
                <a:pos x="6" y="2330"/>
              </a:cxn>
              <a:cxn ang="0">
                <a:pos x="6" y="2350"/>
              </a:cxn>
              <a:cxn ang="0">
                <a:pos x="26" y="2552"/>
              </a:cxn>
              <a:cxn ang="0">
                <a:pos x="56" y="2752"/>
              </a:cxn>
              <a:cxn ang="0">
                <a:pos x="100" y="2950"/>
              </a:cxn>
              <a:cxn ang="0">
                <a:pos x="150" y="3148"/>
              </a:cxn>
              <a:cxn ang="0">
                <a:pos x="154" y="3156"/>
              </a:cxn>
              <a:cxn ang="0">
                <a:pos x="5304" y="3156"/>
              </a:cxn>
              <a:cxn ang="0">
                <a:pos x="5302" y="3130"/>
              </a:cxn>
            </a:cxnLst>
            <a:rect l="0" t="0" r="r" b="b"/>
            <a:pathLst>
              <a:path w="5304" h="3156">
                <a:moveTo>
                  <a:pt x="5302" y="3130"/>
                </a:moveTo>
                <a:lnTo>
                  <a:pt x="5302" y="3130"/>
                </a:lnTo>
                <a:lnTo>
                  <a:pt x="5302" y="994"/>
                </a:lnTo>
                <a:lnTo>
                  <a:pt x="5302" y="994"/>
                </a:lnTo>
                <a:lnTo>
                  <a:pt x="5302" y="982"/>
                </a:lnTo>
                <a:lnTo>
                  <a:pt x="5302" y="982"/>
                </a:lnTo>
                <a:lnTo>
                  <a:pt x="5302" y="968"/>
                </a:lnTo>
                <a:lnTo>
                  <a:pt x="5302" y="966"/>
                </a:lnTo>
                <a:lnTo>
                  <a:pt x="5300" y="964"/>
                </a:lnTo>
                <a:lnTo>
                  <a:pt x="5298" y="962"/>
                </a:lnTo>
                <a:lnTo>
                  <a:pt x="5294" y="964"/>
                </a:lnTo>
                <a:lnTo>
                  <a:pt x="5284" y="968"/>
                </a:lnTo>
                <a:lnTo>
                  <a:pt x="5284" y="968"/>
                </a:lnTo>
                <a:lnTo>
                  <a:pt x="5234" y="992"/>
                </a:lnTo>
                <a:lnTo>
                  <a:pt x="5184" y="1012"/>
                </a:lnTo>
                <a:lnTo>
                  <a:pt x="5132" y="1030"/>
                </a:lnTo>
                <a:lnTo>
                  <a:pt x="5080" y="1044"/>
                </a:lnTo>
                <a:lnTo>
                  <a:pt x="5080" y="1044"/>
                </a:lnTo>
                <a:lnTo>
                  <a:pt x="5012" y="1062"/>
                </a:lnTo>
                <a:lnTo>
                  <a:pt x="4944" y="1076"/>
                </a:lnTo>
                <a:lnTo>
                  <a:pt x="4876" y="1086"/>
                </a:lnTo>
                <a:lnTo>
                  <a:pt x="4806" y="1094"/>
                </a:lnTo>
                <a:lnTo>
                  <a:pt x="4736" y="1100"/>
                </a:lnTo>
                <a:lnTo>
                  <a:pt x="4668" y="1104"/>
                </a:lnTo>
                <a:lnTo>
                  <a:pt x="4598" y="1104"/>
                </a:lnTo>
                <a:lnTo>
                  <a:pt x="4528" y="1102"/>
                </a:lnTo>
                <a:lnTo>
                  <a:pt x="4528" y="1102"/>
                </a:lnTo>
                <a:lnTo>
                  <a:pt x="4436" y="1098"/>
                </a:lnTo>
                <a:lnTo>
                  <a:pt x="4344" y="1090"/>
                </a:lnTo>
                <a:lnTo>
                  <a:pt x="4254" y="1080"/>
                </a:lnTo>
                <a:lnTo>
                  <a:pt x="4164" y="1068"/>
                </a:lnTo>
                <a:lnTo>
                  <a:pt x="4074" y="1054"/>
                </a:lnTo>
                <a:lnTo>
                  <a:pt x="3984" y="1036"/>
                </a:lnTo>
                <a:lnTo>
                  <a:pt x="3894" y="1018"/>
                </a:lnTo>
                <a:lnTo>
                  <a:pt x="3806" y="996"/>
                </a:lnTo>
                <a:lnTo>
                  <a:pt x="3806" y="996"/>
                </a:lnTo>
                <a:lnTo>
                  <a:pt x="3660" y="960"/>
                </a:lnTo>
                <a:lnTo>
                  <a:pt x="3518" y="918"/>
                </a:lnTo>
                <a:lnTo>
                  <a:pt x="3376" y="874"/>
                </a:lnTo>
                <a:lnTo>
                  <a:pt x="3236" y="828"/>
                </a:lnTo>
                <a:lnTo>
                  <a:pt x="3096" y="778"/>
                </a:lnTo>
                <a:lnTo>
                  <a:pt x="2956" y="724"/>
                </a:lnTo>
                <a:lnTo>
                  <a:pt x="2818" y="670"/>
                </a:lnTo>
                <a:lnTo>
                  <a:pt x="2680" y="612"/>
                </a:lnTo>
                <a:lnTo>
                  <a:pt x="2680" y="612"/>
                </a:lnTo>
                <a:lnTo>
                  <a:pt x="2522" y="544"/>
                </a:lnTo>
                <a:lnTo>
                  <a:pt x="2366" y="474"/>
                </a:lnTo>
                <a:lnTo>
                  <a:pt x="2210" y="402"/>
                </a:lnTo>
                <a:lnTo>
                  <a:pt x="2056" y="326"/>
                </a:lnTo>
                <a:lnTo>
                  <a:pt x="1902" y="250"/>
                </a:lnTo>
                <a:lnTo>
                  <a:pt x="1748" y="172"/>
                </a:lnTo>
                <a:lnTo>
                  <a:pt x="1596" y="92"/>
                </a:lnTo>
                <a:lnTo>
                  <a:pt x="1446" y="10"/>
                </a:lnTo>
                <a:lnTo>
                  <a:pt x="1446" y="10"/>
                </a:lnTo>
                <a:lnTo>
                  <a:pt x="1438" y="6"/>
                </a:lnTo>
                <a:lnTo>
                  <a:pt x="1434" y="4"/>
                </a:lnTo>
                <a:lnTo>
                  <a:pt x="1432" y="0"/>
                </a:lnTo>
                <a:lnTo>
                  <a:pt x="1432" y="0"/>
                </a:lnTo>
                <a:lnTo>
                  <a:pt x="1424" y="0"/>
                </a:lnTo>
                <a:lnTo>
                  <a:pt x="1424" y="0"/>
                </a:lnTo>
                <a:lnTo>
                  <a:pt x="1286" y="88"/>
                </a:lnTo>
                <a:lnTo>
                  <a:pt x="1286" y="88"/>
                </a:lnTo>
                <a:lnTo>
                  <a:pt x="1208" y="140"/>
                </a:lnTo>
                <a:lnTo>
                  <a:pt x="1132" y="194"/>
                </a:lnTo>
                <a:lnTo>
                  <a:pt x="1056" y="248"/>
                </a:lnTo>
                <a:lnTo>
                  <a:pt x="982" y="304"/>
                </a:lnTo>
                <a:lnTo>
                  <a:pt x="910" y="362"/>
                </a:lnTo>
                <a:lnTo>
                  <a:pt x="838" y="422"/>
                </a:lnTo>
                <a:lnTo>
                  <a:pt x="770" y="484"/>
                </a:lnTo>
                <a:lnTo>
                  <a:pt x="702" y="548"/>
                </a:lnTo>
                <a:lnTo>
                  <a:pt x="702" y="548"/>
                </a:lnTo>
                <a:lnTo>
                  <a:pt x="660" y="592"/>
                </a:lnTo>
                <a:lnTo>
                  <a:pt x="618" y="634"/>
                </a:lnTo>
                <a:lnTo>
                  <a:pt x="578" y="678"/>
                </a:lnTo>
                <a:lnTo>
                  <a:pt x="538" y="724"/>
                </a:lnTo>
                <a:lnTo>
                  <a:pt x="500" y="768"/>
                </a:lnTo>
                <a:lnTo>
                  <a:pt x="464" y="814"/>
                </a:lnTo>
                <a:lnTo>
                  <a:pt x="428" y="862"/>
                </a:lnTo>
                <a:lnTo>
                  <a:pt x="392" y="910"/>
                </a:lnTo>
                <a:lnTo>
                  <a:pt x="360" y="958"/>
                </a:lnTo>
                <a:lnTo>
                  <a:pt x="328" y="1008"/>
                </a:lnTo>
                <a:lnTo>
                  <a:pt x="296" y="1058"/>
                </a:lnTo>
                <a:lnTo>
                  <a:pt x="268" y="1110"/>
                </a:lnTo>
                <a:lnTo>
                  <a:pt x="240" y="1162"/>
                </a:lnTo>
                <a:lnTo>
                  <a:pt x="212" y="1216"/>
                </a:lnTo>
                <a:lnTo>
                  <a:pt x="188" y="1270"/>
                </a:lnTo>
                <a:lnTo>
                  <a:pt x="164" y="1326"/>
                </a:lnTo>
                <a:lnTo>
                  <a:pt x="164" y="1326"/>
                </a:lnTo>
                <a:lnTo>
                  <a:pt x="136" y="1392"/>
                </a:lnTo>
                <a:lnTo>
                  <a:pt x="114" y="1460"/>
                </a:lnTo>
                <a:lnTo>
                  <a:pt x="92" y="1528"/>
                </a:lnTo>
                <a:lnTo>
                  <a:pt x="72" y="1596"/>
                </a:lnTo>
                <a:lnTo>
                  <a:pt x="56" y="1666"/>
                </a:lnTo>
                <a:lnTo>
                  <a:pt x="42" y="1736"/>
                </a:lnTo>
                <a:lnTo>
                  <a:pt x="28" y="1806"/>
                </a:lnTo>
                <a:lnTo>
                  <a:pt x="18" y="1876"/>
                </a:lnTo>
                <a:lnTo>
                  <a:pt x="18" y="1876"/>
                </a:lnTo>
                <a:lnTo>
                  <a:pt x="10" y="1958"/>
                </a:lnTo>
                <a:lnTo>
                  <a:pt x="4" y="2038"/>
                </a:lnTo>
                <a:lnTo>
                  <a:pt x="4" y="2038"/>
                </a:lnTo>
                <a:lnTo>
                  <a:pt x="4" y="2048"/>
                </a:lnTo>
                <a:lnTo>
                  <a:pt x="2" y="2052"/>
                </a:lnTo>
                <a:lnTo>
                  <a:pt x="0" y="2054"/>
                </a:lnTo>
                <a:lnTo>
                  <a:pt x="0" y="2054"/>
                </a:lnTo>
                <a:lnTo>
                  <a:pt x="0" y="2312"/>
                </a:lnTo>
                <a:lnTo>
                  <a:pt x="0" y="2312"/>
                </a:lnTo>
                <a:lnTo>
                  <a:pt x="4" y="2320"/>
                </a:lnTo>
                <a:lnTo>
                  <a:pt x="6" y="2330"/>
                </a:lnTo>
                <a:lnTo>
                  <a:pt x="6" y="2350"/>
                </a:lnTo>
                <a:lnTo>
                  <a:pt x="6" y="2350"/>
                </a:lnTo>
                <a:lnTo>
                  <a:pt x="14" y="2452"/>
                </a:lnTo>
                <a:lnTo>
                  <a:pt x="26" y="2552"/>
                </a:lnTo>
                <a:lnTo>
                  <a:pt x="40" y="2652"/>
                </a:lnTo>
                <a:lnTo>
                  <a:pt x="56" y="2752"/>
                </a:lnTo>
                <a:lnTo>
                  <a:pt x="76" y="2852"/>
                </a:lnTo>
                <a:lnTo>
                  <a:pt x="100" y="2950"/>
                </a:lnTo>
                <a:lnTo>
                  <a:pt x="124" y="3050"/>
                </a:lnTo>
                <a:lnTo>
                  <a:pt x="150" y="3148"/>
                </a:lnTo>
                <a:lnTo>
                  <a:pt x="150" y="3148"/>
                </a:lnTo>
                <a:lnTo>
                  <a:pt x="154" y="3156"/>
                </a:lnTo>
                <a:lnTo>
                  <a:pt x="154" y="3156"/>
                </a:lnTo>
                <a:lnTo>
                  <a:pt x="5304" y="3156"/>
                </a:lnTo>
                <a:lnTo>
                  <a:pt x="5304" y="3156"/>
                </a:lnTo>
                <a:lnTo>
                  <a:pt x="5302" y="3130"/>
                </a:lnTo>
                <a:lnTo>
                  <a:pt x="5302" y="313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 name="Title 1"/>
          <p:cNvSpPr>
            <a:spLocks noGrp="1"/>
          </p:cNvSpPr>
          <p:nvPr>
            <p:ph type="ctrTitle" hasCustomPrompt="1"/>
          </p:nvPr>
        </p:nvSpPr>
        <p:spPr>
          <a:xfrm>
            <a:off x="5016499" y="3644152"/>
            <a:ext cx="6899275"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gn="l">
              <a:lnSpc>
                <a:spcPts val="3000"/>
              </a:lnSpc>
              <a:defRPr lang="en-US" sz="2600" b="0" dirty="0">
                <a:solidFill>
                  <a:schemeClr val="bg1"/>
                </a:solidFill>
              </a:defRPr>
            </a:lvl1pPr>
          </a:lstStyle>
          <a:p>
            <a:pPr marL="0" lvl="0"/>
            <a:r>
              <a:rPr lang="en-US"/>
              <a:t>Click to insert title</a:t>
            </a:r>
          </a:p>
        </p:txBody>
      </p:sp>
      <p:sp>
        <p:nvSpPr>
          <p:cNvPr id="8" name="Subtitle 2"/>
          <p:cNvSpPr>
            <a:spLocks noGrp="1"/>
          </p:cNvSpPr>
          <p:nvPr>
            <p:ph type="subTitle" idx="1" hasCustomPrompt="1"/>
          </p:nvPr>
        </p:nvSpPr>
        <p:spPr>
          <a:xfrm>
            <a:off x="5016499" y="5236923"/>
            <a:ext cx="6899275"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grpSp>
        <p:nvGrpSpPr>
          <p:cNvPr id="22" name="Group 14"/>
          <p:cNvGrpSpPr>
            <a:grpSpLocks noChangeAspect="1"/>
          </p:cNvGrpSpPr>
          <p:nvPr/>
        </p:nvGrpSpPr>
        <p:grpSpPr>
          <a:xfrm>
            <a:off x="407988" y="695702"/>
            <a:ext cx="5040000" cy="1123653"/>
            <a:chOff x="728663" y="4465638"/>
            <a:chExt cx="5354637" cy="1193800"/>
          </a:xfrm>
        </p:grpSpPr>
        <p:sp>
          <p:nvSpPr>
            <p:cNvPr id="23"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5"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6"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7"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113301334"/>
      </p:ext>
    </p:extLst>
  </p:cSld>
  <p:clrMapOvr>
    <a:masterClrMapping/>
  </p:clrMapOvr>
  <p:extLst>
    <p:ext uri="{DCECCB84-F9BA-43D5-87BE-67443E8EF086}">
      <p15:sldGuideLst xmlns:p15="http://schemas.microsoft.com/office/powerpoint/2012/main">
        <p15:guide id="1" orient="horz" pos="935">
          <p15:clr>
            <a:srgbClr val="FBAE40"/>
          </p15:clr>
        </p15:guide>
        <p15:guide id="2" pos="257">
          <p15:clr>
            <a:srgbClr val="FBAE40"/>
          </p15:clr>
        </p15:guide>
        <p15:guide id="3" pos="3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4">
    <p:spTree>
      <p:nvGrpSpPr>
        <p:cNvPr id="1" name=""/>
        <p:cNvGrpSpPr/>
        <p:nvPr/>
      </p:nvGrpSpPr>
      <p:grpSpPr>
        <a:xfrm>
          <a:off x="0" y="0"/>
          <a:ext cx="0" cy="0"/>
          <a:chOff x="0" y="0"/>
          <a:chExt cx="0" cy="0"/>
        </a:xfrm>
      </p:grpSpPr>
      <p:graphicFrame>
        <p:nvGraphicFramePr>
          <p:cNvPr id="14" name="Object 13"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4" name="Object 1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1" name="Freeform 7"/>
          <p:cNvSpPr>
            <a:spLocks/>
          </p:cNvSpPr>
          <p:nvPr/>
        </p:nvSpPr>
        <p:spPr bwMode="auto">
          <a:xfrm>
            <a:off x="5892403" y="1"/>
            <a:ext cx="6327776" cy="5670550"/>
          </a:xfrm>
          <a:custGeom>
            <a:avLst/>
            <a:gdLst/>
            <a:ahLst/>
            <a:cxnLst>
              <a:cxn ang="0">
                <a:pos x="3986" y="2526"/>
              </a:cxn>
              <a:cxn ang="0">
                <a:pos x="3986" y="2512"/>
              </a:cxn>
              <a:cxn ang="0">
                <a:pos x="3986" y="0"/>
              </a:cxn>
              <a:cxn ang="0">
                <a:pos x="648" y="0"/>
              </a:cxn>
              <a:cxn ang="0">
                <a:pos x="682" y="84"/>
              </a:cxn>
              <a:cxn ang="0">
                <a:pos x="698" y="132"/>
              </a:cxn>
              <a:cxn ang="0">
                <a:pos x="724" y="230"/>
              </a:cxn>
              <a:cxn ang="0">
                <a:pos x="738" y="328"/>
              </a:cxn>
              <a:cxn ang="0">
                <a:pos x="744" y="428"/>
              </a:cxn>
              <a:cxn ang="0">
                <a:pos x="744" y="478"/>
              </a:cxn>
              <a:cxn ang="0">
                <a:pos x="734" y="656"/>
              </a:cxn>
              <a:cxn ang="0">
                <a:pos x="710" y="830"/>
              </a:cxn>
              <a:cxn ang="0">
                <a:pos x="674" y="1002"/>
              </a:cxn>
              <a:cxn ang="0">
                <a:pos x="628" y="1172"/>
              </a:cxn>
              <a:cxn ang="0">
                <a:pos x="590" y="1296"/>
              </a:cxn>
              <a:cxn ang="0">
                <a:pos x="504" y="1542"/>
              </a:cxn>
              <a:cxn ang="0">
                <a:pos x="406" y="1782"/>
              </a:cxn>
              <a:cxn ang="0">
                <a:pos x="300" y="2020"/>
              </a:cxn>
              <a:cxn ang="0">
                <a:pos x="244" y="2136"/>
              </a:cxn>
              <a:cxn ang="0">
                <a:pos x="128" y="2366"/>
              </a:cxn>
              <a:cxn ang="0">
                <a:pos x="8" y="2594"/>
              </a:cxn>
              <a:cxn ang="0">
                <a:pos x="0" y="2608"/>
              </a:cxn>
              <a:cxn ang="0">
                <a:pos x="0" y="2612"/>
              </a:cxn>
              <a:cxn ang="0">
                <a:pos x="50" y="2690"/>
              </a:cxn>
              <a:cxn ang="0">
                <a:pos x="100" y="2766"/>
              </a:cxn>
              <a:cxn ang="0">
                <a:pos x="190" y="2890"/>
              </a:cxn>
              <a:cxn ang="0">
                <a:pos x="286" y="3006"/>
              </a:cxn>
              <a:cxn ang="0">
                <a:pos x="390" y="3116"/>
              </a:cxn>
              <a:cxn ang="0">
                <a:pos x="502" y="3220"/>
              </a:cxn>
              <a:cxn ang="0">
                <a:pos x="540" y="3252"/>
              </a:cxn>
              <a:cxn ang="0">
                <a:pos x="622" y="3312"/>
              </a:cxn>
              <a:cxn ang="0">
                <a:pos x="706" y="3366"/>
              </a:cxn>
              <a:cxn ang="0">
                <a:pos x="792" y="3414"/>
              </a:cxn>
              <a:cxn ang="0">
                <a:pos x="882" y="3456"/>
              </a:cxn>
              <a:cxn ang="0">
                <a:pos x="976" y="3492"/>
              </a:cxn>
              <a:cxn ang="0">
                <a:pos x="1070" y="3520"/>
              </a:cxn>
              <a:cxn ang="0">
                <a:pos x="1170" y="3542"/>
              </a:cxn>
              <a:cxn ang="0">
                <a:pos x="1220" y="3552"/>
              </a:cxn>
              <a:cxn ang="0">
                <a:pos x="1374" y="3568"/>
              </a:cxn>
              <a:cxn ang="0">
                <a:pos x="1382" y="3568"/>
              </a:cxn>
              <a:cxn ang="0">
                <a:pos x="1390" y="3572"/>
              </a:cxn>
              <a:cxn ang="0">
                <a:pos x="1420" y="3572"/>
              </a:cxn>
              <a:cxn ang="0">
                <a:pos x="1544" y="3572"/>
              </a:cxn>
              <a:cxn ang="0">
                <a:pos x="1544" y="3568"/>
              </a:cxn>
              <a:cxn ang="0">
                <a:pos x="1610" y="3564"/>
              </a:cxn>
              <a:cxn ang="0">
                <a:pos x="1740" y="3552"/>
              </a:cxn>
              <a:cxn ang="0">
                <a:pos x="1870" y="3530"/>
              </a:cxn>
              <a:cxn ang="0">
                <a:pos x="1998" y="3502"/>
              </a:cxn>
              <a:cxn ang="0">
                <a:pos x="2062" y="3486"/>
              </a:cxn>
              <a:cxn ang="0">
                <a:pos x="2262" y="3426"/>
              </a:cxn>
              <a:cxn ang="0">
                <a:pos x="2458" y="3356"/>
              </a:cxn>
              <a:cxn ang="0">
                <a:pos x="2650" y="3276"/>
              </a:cxn>
              <a:cxn ang="0">
                <a:pos x="2840" y="3190"/>
              </a:cxn>
              <a:cxn ang="0">
                <a:pos x="2966" y="3128"/>
              </a:cxn>
              <a:cxn ang="0">
                <a:pos x="3218" y="2996"/>
              </a:cxn>
              <a:cxn ang="0">
                <a:pos x="3464" y="2858"/>
              </a:cxn>
              <a:cxn ang="0">
                <a:pos x="3708" y="2714"/>
              </a:cxn>
              <a:cxn ang="0">
                <a:pos x="3828" y="2640"/>
              </a:cxn>
              <a:cxn ang="0">
                <a:pos x="3974" y="2548"/>
              </a:cxn>
              <a:cxn ang="0">
                <a:pos x="3984" y="2540"/>
              </a:cxn>
              <a:cxn ang="0">
                <a:pos x="3986" y="2526"/>
              </a:cxn>
            </a:cxnLst>
            <a:rect l="0" t="0" r="r" b="b"/>
            <a:pathLst>
              <a:path w="3986" h="3572">
                <a:moveTo>
                  <a:pt x="3986" y="2526"/>
                </a:moveTo>
                <a:lnTo>
                  <a:pt x="3986" y="2526"/>
                </a:lnTo>
                <a:lnTo>
                  <a:pt x="3986" y="2512"/>
                </a:lnTo>
                <a:lnTo>
                  <a:pt x="3986" y="2512"/>
                </a:lnTo>
                <a:lnTo>
                  <a:pt x="3986" y="0"/>
                </a:lnTo>
                <a:lnTo>
                  <a:pt x="3986" y="0"/>
                </a:lnTo>
                <a:lnTo>
                  <a:pt x="648" y="0"/>
                </a:lnTo>
                <a:lnTo>
                  <a:pt x="648" y="0"/>
                </a:lnTo>
                <a:lnTo>
                  <a:pt x="666" y="42"/>
                </a:lnTo>
                <a:lnTo>
                  <a:pt x="682" y="84"/>
                </a:lnTo>
                <a:lnTo>
                  <a:pt x="682" y="84"/>
                </a:lnTo>
                <a:lnTo>
                  <a:pt x="698" y="132"/>
                </a:lnTo>
                <a:lnTo>
                  <a:pt x="712" y="182"/>
                </a:lnTo>
                <a:lnTo>
                  <a:pt x="724" y="230"/>
                </a:lnTo>
                <a:lnTo>
                  <a:pt x="732" y="280"/>
                </a:lnTo>
                <a:lnTo>
                  <a:pt x="738" y="328"/>
                </a:lnTo>
                <a:lnTo>
                  <a:pt x="742" y="378"/>
                </a:lnTo>
                <a:lnTo>
                  <a:pt x="744" y="428"/>
                </a:lnTo>
                <a:lnTo>
                  <a:pt x="744" y="478"/>
                </a:lnTo>
                <a:lnTo>
                  <a:pt x="744" y="478"/>
                </a:lnTo>
                <a:lnTo>
                  <a:pt x="742" y="568"/>
                </a:lnTo>
                <a:lnTo>
                  <a:pt x="734" y="656"/>
                </a:lnTo>
                <a:lnTo>
                  <a:pt x="724" y="742"/>
                </a:lnTo>
                <a:lnTo>
                  <a:pt x="710" y="830"/>
                </a:lnTo>
                <a:lnTo>
                  <a:pt x="694" y="916"/>
                </a:lnTo>
                <a:lnTo>
                  <a:pt x="674" y="1002"/>
                </a:lnTo>
                <a:lnTo>
                  <a:pt x="652" y="1088"/>
                </a:lnTo>
                <a:lnTo>
                  <a:pt x="628" y="1172"/>
                </a:lnTo>
                <a:lnTo>
                  <a:pt x="628" y="1172"/>
                </a:lnTo>
                <a:lnTo>
                  <a:pt x="590" y="1296"/>
                </a:lnTo>
                <a:lnTo>
                  <a:pt x="548" y="1420"/>
                </a:lnTo>
                <a:lnTo>
                  <a:pt x="504" y="1542"/>
                </a:lnTo>
                <a:lnTo>
                  <a:pt x="456" y="1662"/>
                </a:lnTo>
                <a:lnTo>
                  <a:pt x="406" y="1782"/>
                </a:lnTo>
                <a:lnTo>
                  <a:pt x="354" y="1900"/>
                </a:lnTo>
                <a:lnTo>
                  <a:pt x="300" y="2020"/>
                </a:lnTo>
                <a:lnTo>
                  <a:pt x="244" y="2136"/>
                </a:lnTo>
                <a:lnTo>
                  <a:pt x="244" y="2136"/>
                </a:lnTo>
                <a:lnTo>
                  <a:pt x="188" y="2252"/>
                </a:lnTo>
                <a:lnTo>
                  <a:pt x="128" y="2366"/>
                </a:lnTo>
                <a:lnTo>
                  <a:pt x="70" y="2480"/>
                </a:lnTo>
                <a:lnTo>
                  <a:pt x="8" y="2594"/>
                </a:lnTo>
                <a:lnTo>
                  <a:pt x="8" y="2594"/>
                </a:lnTo>
                <a:lnTo>
                  <a:pt x="0" y="2608"/>
                </a:lnTo>
                <a:lnTo>
                  <a:pt x="0" y="2608"/>
                </a:lnTo>
                <a:lnTo>
                  <a:pt x="0" y="2612"/>
                </a:lnTo>
                <a:lnTo>
                  <a:pt x="0" y="2612"/>
                </a:lnTo>
                <a:lnTo>
                  <a:pt x="50" y="2690"/>
                </a:lnTo>
                <a:lnTo>
                  <a:pt x="100" y="2766"/>
                </a:lnTo>
                <a:lnTo>
                  <a:pt x="100" y="2766"/>
                </a:lnTo>
                <a:lnTo>
                  <a:pt x="144" y="2828"/>
                </a:lnTo>
                <a:lnTo>
                  <a:pt x="190" y="2890"/>
                </a:lnTo>
                <a:lnTo>
                  <a:pt x="236" y="2948"/>
                </a:lnTo>
                <a:lnTo>
                  <a:pt x="286" y="3006"/>
                </a:lnTo>
                <a:lnTo>
                  <a:pt x="336" y="3062"/>
                </a:lnTo>
                <a:lnTo>
                  <a:pt x="390" y="3116"/>
                </a:lnTo>
                <a:lnTo>
                  <a:pt x="444" y="3170"/>
                </a:lnTo>
                <a:lnTo>
                  <a:pt x="502" y="3220"/>
                </a:lnTo>
                <a:lnTo>
                  <a:pt x="502" y="3220"/>
                </a:lnTo>
                <a:lnTo>
                  <a:pt x="540" y="3252"/>
                </a:lnTo>
                <a:lnTo>
                  <a:pt x="582" y="3282"/>
                </a:lnTo>
                <a:lnTo>
                  <a:pt x="622" y="3312"/>
                </a:lnTo>
                <a:lnTo>
                  <a:pt x="664" y="3340"/>
                </a:lnTo>
                <a:lnTo>
                  <a:pt x="706" y="3366"/>
                </a:lnTo>
                <a:lnTo>
                  <a:pt x="750" y="3390"/>
                </a:lnTo>
                <a:lnTo>
                  <a:pt x="792" y="3414"/>
                </a:lnTo>
                <a:lnTo>
                  <a:pt x="838" y="3436"/>
                </a:lnTo>
                <a:lnTo>
                  <a:pt x="882" y="3456"/>
                </a:lnTo>
                <a:lnTo>
                  <a:pt x="928" y="3474"/>
                </a:lnTo>
                <a:lnTo>
                  <a:pt x="976" y="3492"/>
                </a:lnTo>
                <a:lnTo>
                  <a:pt x="1022" y="3506"/>
                </a:lnTo>
                <a:lnTo>
                  <a:pt x="1070" y="3520"/>
                </a:lnTo>
                <a:lnTo>
                  <a:pt x="1120" y="3532"/>
                </a:lnTo>
                <a:lnTo>
                  <a:pt x="1170" y="3542"/>
                </a:lnTo>
                <a:lnTo>
                  <a:pt x="1220" y="3552"/>
                </a:lnTo>
                <a:lnTo>
                  <a:pt x="1220" y="3552"/>
                </a:lnTo>
                <a:lnTo>
                  <a:pt x="1296" y="3562"/>
                </a:lnTo>
                <a:lnTo>
                  <a:pt x="1374" y="3568"/>
                </a:lnTo>
                <a:lnTo>
                  <a:pt x="1374" y="3568"/>
                </a:lnTo>
                <a:lnTo>
                  <a:pt x="1382" y="3568"/>
                </a:lnTo>
                <a:lnTo>
                  <a:pt x="1386" y="3568"/>
                </a:lnTo>
                <a:lnTo>
                  <a:pt x="1390" y="3572"/>
                </a:lnTo>
                <a:lnTo>
                  <a:pt x="1390" y="3572"/>
                </a:lnTo>
                <a:lnTo>
                  <a:pt x="1420" y="3572"/>
                </a:lnTo>
                <a:lnTo>
                  <a:pt x="1420" y="3572"/>
                </a:lnTo>
                <a:lnTo>
                  <a:pt x="1544" y="3572"/>
                </a:lnTo>
                <a:lnTo>
                  <a:pt x="1544" y="3572"/>
                </a:lnTo>
                <a:lnTo>
                  <a:pt x="1544" y="3568"/>
                </a:lnTo>
                <a:lnTo>
                  <a:pt x="1544" y="3568"/>
                </a:lnTo>
                <a:lnTo>
                  <a:pt x="1610" y="3564"/>
                </a:lnTo>
                <a:lnTo>
                  <a:pt x="1676" y="3558"/>
                </a:lnTo>
                <a:lnTo>
                  <a:pt x="1740" y="3552"/>
                </a:lnTo>
                <a:lnTo>
                  <a:pt x="1806" y="3542"/>
                </a:lnTo>
                <a:lnTo>
                  <a:pt x="1870" y="3530"/>
                </a:lnTo>
                <a:lnTo>
                  <a:pt x="1934" y="3516"/>
                </a:lnTo>
                <a:lnTo>
                  <a:pt x="1998" y="3502"/>
                </a:lnTo>
                <a:lnTo>
                  <a:pt x="2062" y="3486"/>
                </a:lnTo>
                <a:lnTo>
                  <a:pt x="2062" y="3486"/>
                </a:lnTo>
                <a:lnTo>
                  <a:pt x="2162" y="3458"/>
                </a:lnTo>
                <a:lnTo>
                  <a:pt x="2262" y="3426"/>
                </a:lnTo>
                <a:lnTo>
                  <a:pt x="2360" y="3392"/>
                </a:lnTo>
                <a:lnTo>
                  <a:pt x="2458" y="3356"/>
                </a:lnTo>
                <a:lnTo>
                  <a:pt x="2554" y="3316"/>
                </a:lnTo>
                <a:lnTo>
                  <a:pt x="2650" y="3276"/>
                </a:lnTo>
                <a:lnTo>
                  <a:pt x="2746" y="3234"/>
                </a:lnTo>
                <a:lnTo>
                  <a:pt x="2840" y="3190"/>
                </a:lnTo>
                <a:lnTo>
                  <a:pt x="2840" y="3190"/>
                </a:lnTo>
                <a:lnTo>
                  <a:pt x="2966" y="3128"/>
                </a:lnTo>
                <a:lnTo>
                  <a:pt x="3092" y="3062"/>
                </a:lnTo>
                <a:lnTo>
                  <a:pt x="3218" y="2996"/>
                </a:lnTo>
                <a:lnTo>
                  <a:pt x="3342" y="2928"/>
                </a:lnTo>
                <a:lnTo>
                  <a:pt x="3464" y="2858"/>
                </a:lnTo>
                <a:lnTo>
                  <a:pt x="3586" y="2786"/>
                </a:lnTo>
                <a:lnTo>
                  <a:pt x="3708" y="2714"/>
                </a:lnTo>
                <a:lnTo>
                  <a:pt x="3828" y="2640"/>
                </a:lnTo>
                <a:lnTo>
                  <a:pt x="3828" y="2640"/>
                </a:lnTo>
                <a:lnTo>
                  <a:pt x="3974" y="2548"/>
                </a:lnTo>
                <a:lnTo>
                  <a:pt x="3974" y="2548"/>
                </a:lnTo>
                <a:lnTo>
                  <a:pt x="3980" y="2544"/>
                </a:lnTo>
                <a:lnTo>
                  <a:pt x="3984" y="2540"/>
                </a:lnTo>
                <a:lnTo>
                  <a:pt x="3986" y="2534"/>
                </a:lnTo>
                <a:lnTo>
                  <a:pt x="3986" y="2526"/>
                </a:lnTo>
                <a:lnTo>
                  <a:pt x="3986" y="2526"/>
                </a:lnTo>
                <a:close/>
              </a:path>
            </a:pathLst>
          </a:custGeom>
          <a:solidFill>
            <a:schemeClr val="accent5"/>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 name="Title 1"/>
          <p:cNvSpPr>
            <a:spLocks noGrp="1"/>
          </p:cNvSpPr>
          <p:nvPr>
            <p:ph type="ctrTitle" hasCustomPrompt="1"/>
          </p:nvPr>
        </p:nvSpPr>
        <p:spPr>
          <a:xfrm>
            <a:off x="407988" y="2339788"/>
            <a:ext cx="4967932"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nSpc>
                <a:spcPts val="3000"/>
              </a:lnSpc>
              <a:defRPr lang="en-US" sz="2600" b="0" dirty="0">
                <a:solidFill>
                  <a:schemeClr val="accent1"/>
                </a:solidFill>
              </a:defRPr>
            </a:lvl1pPr>
          </a:lstStyle>
          <a:p>
            <a:pPr marL="0" lvl="0"/>
            <a:r>
              <a:rPr lang="en-US"/>
              <a:t>Click to insert title</a:t>
            </a:r>
          </a:p>
        </p:txBody>
      </p:sp>
      <p:sp>
        <p:nvSpPr>
          <p:cNvPr id="8" name="Subtitle 2"/>
          <p:cNvSpPr>
            <a:spLocks noGrp="1"/>
          </p:cNvSpPr>
          <p:nvPr>
            <p:ph type="subTitle" idx="1" hasCustomPrompt="1"/>
          </p:nvPr>
        </p:nvSpPr>
        <p:spPr>
          <a:xfrm>
            <a:off x="407988" y="3932559"/>
            <a:ext cx="4967932"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sp>
        <p:nvSpPr>
          <p:cNvPr id="16"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5537200" y="-1588"/>
            <a:ext cx="6654800" cy="6859588"/>
          </a:xfrm>
          <a:prstGeom prst="rect">
            <a:avLst/>
          </a:prstGeom>
        </p:spPr>
        <p:txBody>
          <a:bodyPr anchor="ctr"/>
          <a:lstStyle>
            <a:lvl1pPr marL="0" indent="0" algn="ctr">
              <a:buNone/>
              <a:defRPr/>
            </a:lvl1pPr>
          </a:lstStyle>
          <a:p>
            <a:r>
              <a:rPr lang="en-US"/>
              <a:t>Click icon to add picture</a:t>
            </a:r>
            <a:endParaRPr lang="pt-PT"/>
          </a:p>
        </p:txBody>
      </p:sp>
      <p:grpSp>
        <p:nvGrpSpPr>
          <p:cNvPr id="17" name="Group 14"/>
          <p:cNvGrpSpPr>
            <a:grpSpLocks noChangeAspect="1"/>
          </p:cNvGrpSpPr>
          <p:nvPr/>
        </p:nvGrpSpPr>
        <p:grpSpPr>
          <a:xfrm>
            <a:off x="407988" y="695702"/>
            <a:ext cx="5040000" cy="1123653"/>
            <a:chOff x="728663" y="4465638"/>
            <a:chExt cx="5354637" cy="1193800"/>
          </a:xfrm>
        </p:grpSpPr>
        <p:sp>
          <p:nvSpPr>
            <p:cNvPr id="18"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0"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1"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2"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46438440"/>
      </p:ext>
    </p:extLst>
  </p:cSld>
  <p:clrMapOvr>
    <a:masterClrMapping/>
  </p:clrMapOvr>
  <p:extLst>
    <p:ext uri="{DCECCB84-F9BA-43D5-87BE-67443E8EF086}">
      <p15:sldGuideLst xmlns:p15="http://schemas.microsoft.com/office/powerpoint/2012/main">
        <p15:guide id="1" pos="257">
          <p15:clr>
            <a:srgbClr val="FBAE40"/>
          </p15:clr>
        </p15:guide>
        <p15:guide id="2" orient="horz" pos="93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mp; body &amp; pic" type="tx">
  <p:cSld name="Title &amp; body &amp; pic">
    <p:spTree>
      <p:nvGrpSpPr>
        <p:cNvPr id="1" name="Shape 58"/>
        <p:cNvGrpSpPr/>
        <p:nvPr/>
      </p:nvGrpSpPr>
      <p:grpSpPr>
        <a:xfrm>
          <a:off x="0" y="0"/>
          <a:ext cx="0" cy="0"/>
          <a:chOff x="0" y="0"/>
          <a:chExt cx="0" cy="0"/>
        </a:xfrm>
      </p:grpSpPr>
      <p:sp>
        <p:nvSpPr>
          <p:cNvPr id="59" name="Google Shape;59;p13"/>
          <p:cNvSpPr txBox="1">
            <a:spLocks noGrp="1"/>
          </p:cNvSpPr>
          <p:nvPr>
            <p:ph type="title"/>
          </p:nvPr>
        </p:nvSpPr>
        <p:spPr>
          <a:xfrm>
            <a:off x="772867" y="672500"/>
            <a:ext cx="4084000" cy="617600"/>
          </a:xfrm>
          <a:prstGeom prst="rect">
            <a:avLst/>
          </a:prstGeom>
        </p:spPr>
        <p:txBody>
          <a:bodyPr spcFirstLastPara="1" wrap="square" lIns="0" tIns="0" rIns="0" bIns="0" anchor="t" anchorCtr="0">
            <a:noAutofit/>
          </a:bodyPr>
          <a:lstStyle>
            <a:lvl1pPr lvl="0">
              <a:spcBef>
                <a:spcPts val="0"/>
              </a:spcBef>
              <a:spcAft>
                <a:spcPts val="0"/>
              </a:spcAft>
              <a:buSzPts val="11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60" name="Google Shape;60;p13"/>
          <p:cNvSpPr txBox="1">
            <a:spLocks noGrp="1"/>
          </p:cNvSpPr>
          <p:nvPr>
            <p:ph type="body" idx="1"/>
          </p:nvPr>
        </p:nvSpPr>
        <p:spPr>
          <a:xfrm>
            <a:off x="772867" y="1566600"/>
            <a:ext cx="5020800" cy="4555200"/>
          </a:xfrm>
          <a:prstGeom prst="rect">
            <a:avLst/>
          </a:prstGeom>
        </p:spPr>
        <p:txBody>
          <a:bodyPr spcFirstLastPara="1" wrap="square" lIns="0" tIns="0" rIns="0" bIns="0" anchor="t" anchorCtr="0">
            <a:noAutofit/>
          </a:bodyPr>
          <a:lstStyle>
            <a:lvl1pPr marL="609585" lvl="0" indent="-533387">
              <a:spcBef>
                <a:spcPts val="0"/>
              </a:spcBef>
              <a:spcAft>
                <a:spcPts val="0"/>
              </a:spcAft>
              <a:buClr>
                <a:srgbClr val="FF5B5D"/>
              </a:buClr>
              <a:buSzPts val="2700"/>
              <a:buAutoNum type="arabicPeriod"/>
              <a:defRPr sz="3600" b="1"/>
            </a:lvl1pPr>
            <a:lvl2pPr marL="1219170" lvl="1" indent="-533387">
              <a:spcBef>
                <a:spcPts val="2133"/>
              </a:spcBef>
              <a:spcAft>
                <a:spcPts val="0"/>
              </a:spcAft>
              <a:buSzPts val="2700"/>
              <a:buAutoNum type="alphaLcPeriod"/>
              <a:defRPr sz="3600" b="1"/>
            </a:lvl2pPr>
            <a:lvl3pPr marL="1828754" lvl="2" indent="-533387">
              <a:spcBef>
                <a:spcPts val="2133"/>
              </a:spcBef>
              <a:spcAft>
                <a:spcPts val="0"/>
              </a:spcAft>
              <a:buSzPts val="2700"/>
              <a:buAutoNum type="romanLcPeriod"/>
              <a:defRPr sz="3600" b="1"/>
            </a:lvl3pPr>
            <a:lvl4pPr marL="2438339" lvl="3" indent="-533387">
              <a:spcBef>
                <a:spcPts val="2133"/>
              </a:spcBef>
              <a:spcAft>
                <a:spcPts val="0"/>
              </a:spcAft>
              <a:buSzPts val="2700"/>
              <a:buAutoNum type="arabicPeriod"/>
              <a:defRPr sz="3600" b="1"/>
            </a:lvl4pPr>
            <a:lvl5pPr marL="3047924" lvl="4" indent="-533387">
              <a:spcBef>
                <a:spcPts val="2133"/>
              </a:spcBef>
              <a:spcAft>
                <a:spcPts val="0"/>
              </a:spcAft>
              <a:buSzPts val="2700"/>
              <a:buAutoNum type="alphaLcPeriod"/>
              <a:defRPr sz="3600" b="1"/>
            </a:lvl5pPr>
            <a:lvl6pPr marL="3657509" lvl="5" indent="-533387">
              <a:spcBef>
                <a:spcPts val="2133"/>
              </a:spcBef>
              <a:spcAft>
                <a:spcPts val="0"/>
              </a:spcAft>
              <a:buSzPts val="2700"/>
              <a:buAutoNum type="romanLcPeriod"/>
              <a:defRPr sz="3600" b="1"/>
            </a:lvl6pPr>
            <a:lvl7pPr marL="4267093" lvl="6" indent="-533387">
              <a:spcBef>
                <a:spcPts val="2133"/>
              </a:spcBef>
              <a:spcAft>
                <a:spcPts val="0"/>
              </a:spcAft>
              <a:buSzPts val="2700"/>
              <a:buAutoNum type="arabicPeriod"/>
              <a:defRPr sz="3600" b="1"/>
            </a:lvl7pPr>
            <a:lvl8pPr marL="4876678" lvl="7" indent="-533387">
              <a:spcBef>
                <a:spcPts val="2133"/>
              </a:spcBef>
              <a:spcAft>
                <a:spcPts val="0"/>
              </a:spcAft>
              <a:buSzPts val="2700"/>
              <a:buAutoNum type="alphaLcPeriod"/>
              <a:defRPr sz="3600" b="1"/>
            </a:lvl8pPr>
            <a:lvl9pPr marL="5486263" lvl="8" indent="-533387">
              <a:spcBef>
                <a:spcPts val="2133"/>
              </a:spcBef>
              <a:spcAft>
                <a:spcPts val="2133"/>
              </a:spcAft>
              <a:buSzPts val="2700"/>
              <a:buAutoNum type="romanLcPeriod"/>
              <a:defRPr sz="3600" b="1"/>
            </a:lvl9pPr>
          </a:lstStyle>
          <a:p>
            <a:endParaRPr/>
          </a:p>
        </p:txBody>
      </p:sp>
      <p:sp>
        <p:nvSpPr>
          <p:cNvPr id="61" name="Google Shape;61;p13"/>
          <p:cNvSpPr txBox="1"/>
          <p:nvPr/>
        </p:nvSpPr>
        <p:spPr>
          <a:xfrm>
            <a:off x="1117124" y="6462819"/>
            <a:ext cx="545600" cy="125600"/>
          </a:xfrm>
          <a:prstGeom prst="rect">
            <a:avLst/>
          </a:prstGeom>
          <a:noFill/>
          <a:ln>
            <a:noFill/>
          </a:ln>
        </p:spPr>
        <p:txBody>
          <a:bodyPr spcFirstLastPara="1" wrap="square" lIns="0" tIns="0" rIns="0" bIns="0" anchor="t" anchorCtr="0">
            <a:noAutofit/>
          </a:bodyPr>
          <a:lstStyle/>
          <a:p>
            <a:pPr marL="0" marR="0" lvl="0" indent="0" algn="l" rtl="0">
              <a:lnSpc>
                <a:spcPct val="142857"/>
              </a:lnSpc>
              <a:spcBef>
                <a:spcPts val="0"/>
              </a:spcBef>
              <a:spcAft>
                <a:spcPts val="0"/>
              </a:spcAft>
              <a:buClr>
                <a:srgbClr val="000000"/>
              </a:buClr>
              <a:buSzPts val="500"/>
              <a:buFont typeface="Arial"/>
              <a:buNone/>
            </a:pPr>
            <a:r>
              <a:rPr lang="fi" sz="667" i="0" u="none" strike="noStrike" cap="none">
                <a:solidFill>
                  <a:srgbClr val="000000"/>
                </a:solidFill>
                <a:latin typeface="Montserrat"/>
                <a:ea typeface="Montserrat"/>
                <a:cs typeface="Montserrat"/>
                <a:sym typeface="Montserrat"/>
              </a:rPr>
              <a:t>©2019 Idean</a:t>
            </a:r>
            <a:endParaRPr sz="667">
              <a:latin typeface="Montserrat"/>
              <a:ea typeface="Montserrat"/>
              <a:cs typeface="Montserrat"/>
              <a:sym typeface="Montserrat"/>
            </a:endParaRPr>
          </a:p>
        </p:txBody>
      </p:sp>
      <p:sp>
        <p:nvSpPr>
          <p:cNvPr id="62" name="Google Shape;62;p13"/>
          <p:cNvSpPr txBox="1"/>
          <p:nvPr/>
        </p:nvSpPr>
        <p:spPr>
          <a:xfrm>
            <a:off x="1853211" y="6465067"/>
            <a:ext cx="2056400" cy="125600"/>
          </a:xfrm>
          <a:prstGeom prst="rect">
            <a:avLst/>
          </a:prstGeom>
          <a:noFill/>
          <a:ln>
            <a:noFill/>
          </a:ln>
        </p:spPr>
        <p:txBody>
          <a:bodyPr spcFirstLastPara="1" wrap="square" lIns="0" tIns="0" rIns="0" bIns="0" anchor="t" anchorCtr="0">
            <a:noAutofit/>
          </a:bodyPr>
          <a:lstStyle/>
          <a:p>
            <a:pPr marL="0" marR="0" lvl="0" indent="0" algn="l" rtl="0">
              <a:lnSpc>
                <a:spcPct val="142857"/>
              </a:lnSpc>
              <a:spcBef>
                <a:spcPts val="0"/>
              </a:spcBef>
              <a:spcAft>
                <a:spcPts val="0"/>
              </a:spcAft>
              <a:buClr>
                <a:srgbClr val="000000"/>
              </a:buClr>
              <a:buSzPts val="500"/>
              <a:buFont typeface="Arial"/>
              <a:buNone/>
            </a:pPr>
            <a:r>
              <a:rPr lang="fi" sz="667" i="0" u="none" strike="noStrike" cap="none">
                <a:solidFill>
                  <a:srgbClr val="000000"/>
                </a:solidFill>
                <a:latin typeface="Montserrat"/>
                <a:ea typeface="Montserrat"/>
                <a:cs typeface="Montserrat"/>
                <a:sym typeface="Montserrat"/>
              </a:rPr>
              <a:t>Proprietary and confidential</a:t>
            </a:r>
            <a:endParaRPr sz="667">
              <a:latin typeface="Montserrat"/>
              <a:ea typeface="Montserrat"/>
              <a:cs typeface="Montserrat"/>
              <a:sym typeface="Montserrat"/>
            </a:endParaRPr>
          </a:p>
        </p:txBody>
      </p:sp>
      <p:sp>
        <p:nvSpPr>
          <p:cNvPr id="63" name="Google Shape;63;p13"/>
          <p:cNvSpPr txBox="1"/>
          <p:nvPr/>
        </p:nvSpPr>
        <p:spPr>
          <a:xfrm>
            <a:off x="812800" y="6451600"/>
            <a:ext cx="233200" cy="125600"/>
          </a:xfrm>
          <a:prstGeom prst="rect">
            <a:avLst/>
          </a:prstGeom>
          <a:noFill/>
          <a:ln>
            <a:noFill/>
          </a:ln>
        </p:spPr>
        <p:txBody>
          <a:bodyPr spcFirstLastPara="1" wrap="square" lIns="0" tIns="0" rIns="0" bIns="0" anchor="t" anchorCtr="0">
            <a:noAutofit/>
          </a:bodyPr>
          <a:lstStyle/>
          <a:p>
            <a:pPr marL="0" lvl="0" indent="0" algn="l" rtl="0">
              <a:lnSpc>
                <a:spcPct val="142857"/>
              </a:lnSpc>
              <a:spcBef>
                <a:spcPts val="0"/>
              </a:spcBef>
              <a:spcAft>
                <a:spcPts val="0"/>
              </a:spcAft>
              <a:buNone/>
            </a:pPr>
            <a:fld id="{00000000-1234-1234-1234-123412341234}" type="slidenum">
              <a:rPr lang="fi" sz="667">
                <a:latin typeface="Montserrat"/>
                <a:ea typeface="Montserrat"/>
                <a:cs typeface="Montserrat"/>
                <a:sym typeface="Montserrat"/>
              </a:rPr>
              <a:pPr marL="0" lvl="0" indent="0" algn="l" rtl="0">
                <a:lnSpc>
                  <a:spcPct val="142857"/>
                </a:lnSpc>
                <a:spcBef>
                  <a:spcPts val="0"/>
                </a:spcBef>
                <a:spcAft>
                  <a:spcPts val="0"/>
                </a:spcAft>
                <a:buNone/>
              </a:pPr>
              <a:t>‹#›</a:t>
            </a:fld>
            <a:endParaRPr sz="667">
              <a:latin typeface="Montserrat"/>
              <a:ea typeface="Montserrat"/>
              <a:cs typeface="Montserrat"/>
              <a:sym typeface="Montserrat"/>
            </a:endParaRPr>
          </a:p>
        </p:txBody>
      </p:sp>
    </p:spTree>
    <p:extLst>
      <p:ext uri="{BB962C8B-B14F-4D97-AF65-F5344CB8AC3E}">
        <p14:creationId xmlns:p14="http://schemas.microsoft.com/office/powerpoint/2010/main" val="2370276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72257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0328008" cy="1104900"/>
          </a:xfrm>
        </p:spPr>
        <p:txBody>
          <a:bodyPr/>
          <a:lstStyle>
            <a:lvl1pPr>
              <a:defRPr sz="2400"/>
            </a:lvl1p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1104805595"/>
      </p:ext>
    </p:extLst>
  </p:cSld>
  <p:clrMapOvr>
    <a:masterClrMapping/>
  </p:clrMapOvr>
  <p:extLst>
    <p:ext uri="{DCECCB84-F9BA-43D5-87BE-67443E8EF086}">
      <p15:sldGuideLst xmlns:p15="http://schemas.microsoft.com/office/powerpoint/2012/main">
        <p15:guide id="1" pos="3840" userDrawn="1">
          <p15:clr>
            <a:srgbClr val="FBAE40"/>
          </p15:clr>
        </p15:guide>
        <p15:guide id="2" pos="3940" userDrawn="1">
          <p15:clr>
            <a:srgbClr val="FBAE40"/>
          </p15:clr>
        </p15:guide>
        <p15:guide id="3" pos="4040" userDrawn="1">
          <p15:clr>
            <a:srgbClr val="FBAE40"/>
          </p15:clr>
        </p15:guide>
        <p15:guide id="4" pos="4140" userDrawn="1">
          <p15:clr>
            <a:srgbClr val="FBAE40"/>
          </p15:clr>
        </p15:guide>
        <p15:guide id="5" pos="42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2" name="Titre 1"/>
          <p:cNvSpPr>
            <a:spLocks noGrp="1"/>
          </p:cNvSpPr>
          <p:nvPr>
            <p:ph type="title"/>
          </p:nvPr>
        </p:nvSpPr>
        <p:spPr>
          <a:xfrm>
            <a:off x="227349" y="0"/>
            <a:ext cx="10308129" cy="1104900"/>
          </a:xfrm>
        </p:spPr>
        <p:txBody>
          <a:bodyPr/>
          <a:lstStyle/>
          <a:p>
            <a:r>
              <a:rPr lang="en-US"/>
              <a:t>Click to edit Master title style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27183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Tree>
    <p:extLst>
      <p:ext uri="{BB962C8B-B14F-4D97-AF65-F5344CB8AC3E}">
        <p14:creationId xmlns:p14="http://schemas.microsoft.com/office/powerpoint/2010/main" val="3177882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a:spLocks/>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extLst>
      <p:ext uri="{BB962C8B-B14F-4D97-AF65-F5344CB8AC3E}">
        <p14:creationId xmlns:p14="http://schemas.microsoft.com/office/powerpoint/2010/main" val="557083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620576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3023396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13" name="Oval 20">
            <a:extLst>
              <a:ext uri="{FF2B5EF4-FFF2-40B4-BE49-F238E27FC236}">
                <a16:creationId xmlns:a16="http://schemas.microsoft.com/office/drawing/2014/main" id="{1EFB3510-D39A-47CF-8191-109DDF9E53D5}"/>
              </a:ext>
            </a:extLst>
          </p:cNvPr>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21567529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C64D8C46-1535-4AC3-A460-864FD6BA9C31}"/>
              </a:ext>
            </a:extLst>
          </p:cNvPr>
          <p:cNvSpPr>
            <a:spLocks noGrp="1"/>
          </p:cNvSpPr>
          <p:nvPr>
            <p:ph type="dt" sz="half" idx="10"/>
          </p:nvPr>
        </p:nvSpPr>
        <p:spPr/>
        <p:txBody>
          <a:bodyPr/>
          <a:lstStyle>
            <a:lvl1pPr>
              <a:defRPr/>
            </a:lvl1pPr>
          </a:lstStyle>
          <a:p>
            <a:pPr>
              <a:defRPr/>
            </a:pPr>
            <a:fld id="{A0AB3797-4879-493E-A605-239DFD5879E4}" type="datetime1">
              <a:rPr lang="en-US"/>
              <a:pPr>
                <a:defRPr/>
              </a:pPr>
              <a:t>8/5/2024</a:t>
            </a:fld>
            <a:endParaRPr lang="en-US"/>
          </a:p>
        </p:txBody>
      </p:sp>
      <p:sp>
        <p:nvSpPr>
          <p:cNvPr id="3" name="Footer Placeholder 4">
            <a:extLst>
              <a:ext uri="{FF2B5EF4-FFF2-40B4-BE49-F238E27FC236}">
                <a16:creationId xmlns:a16="http://schemas.microsoft.com/office/drawing/2014/main" id="{9D93ED42-9488-4202-A002-953B2F4F13E9}"/>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95AA338A-A622-4928-A2A7-743BD86F02E3}"/>
              </a:ext>
            </a:extLst>
          </p:cNvPr>
          <p:cNvSpPr>
            <a:spLocks noGrp="1"/>
          </p:cNvSpPr>
          <p:nvPr>
            <p:ph type="sldNum" sz="quarter" idx="12"/>
          </p:nvPr>
        </p:nvSpPr>
        <p:spPr/>
        <p:txBody>
          <a:bodyPr/>
          <a:lstStyle>
            <a:lvl1pPr>
              <a:defRPr/>
            </a:lvl1pPr>
          </a:lstStyle>
          <a:p>
            <a:fld id="{0EA8F319-502A-442B-8EE2-1A4482859E2C}" type="slidenum">
              <a:rPr lang="en-US" altLang="en-US"/>
              <a:pPr/>
              <a:t>‹#›</a:t>
            </a:fld>
            <a:endParaRPr lang="en-US" altLang="en-US"/>
          </a:p>
        </p:txBody>
      </p:sp>
    </p:spTree>
    <p:extLst>
      <p:ext uri="{BB962C8B-B14F-4D97-AF65-F5344CB8AC3E}">
        <p14:creationId xmlns:p14="http://schemas.microsoft.com/office/powerpoint/2010/main" val="38126612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6_Standard slide">
    <p:spTree>
      <p:nvGrpSpPr>
        <p:cNvPr id="1" name=""/>
        <p:cNvGrpSpPr/>
        <p:nvPr/>
      </p:nvGrpSpPr>
      <p:grpSpPr>
        <a:xfrm>
          <a:off x="0" y="0"/>
          <a:ext cx="0" cy="0"/>
          <a:chOff x="0" y="0"/>
          <a:chExt cx="0" cy="0"/>
        </a:xfrm>
      </p:grpSpPr>
      <p:sp>
        <p:nvSpPr>
          <p:cNvPr id="9" name="Rectangle 8"/>
          <p:cNvSpPr/>
          <p:nvPr userDrawn="1"/>
        </p:nvSpPr>
        <p:spPr>
          <a:xfrm>
            <a:off x="228000" y="225000"/>
            <a:ext cx="11736000" cy="6408000"/>
          </a:xfrm>
          <a:prstGeom prst="rect">
            <a:avLst/>
          </a:prstGeom>
          <a:solidFill>
            <a:srgbClr val="F0F0F0"/>
          </a:solidFill>
          <a:ln w="9525" cmpd="sng">
            <a:noFill/>
          </a:ln>
        </p:spPr>
        <p:style>
          <a:lnRef idx="2">
            <a:schemeClr val="accent1">
              <a:shade val="50000"/>
            </a:schemeClr>
          </a:lnRef>
          <a:fillRef idx="1">
            <a:schemeClr val="accent1"/>
          </a:fillRef>
          <a:effectRef idx="0">
            <a:schemeClr val="accent1"/>
          </a:effectRef>
          <a:fontRef idx="minor">
            <a:schemeClr val="lt1"/>
          </a:fontRef>
        </p:style>
        <p:txBody>
          <a:bodyPr lIns="65405" tIns="65405" rIns="65405" bIns="65405" rtlCol="0" anchor="ctr"/>
          <a:lstStyle/>
          <a:p>
            <a:pPr algn="ctr"/>
            <a:endParaRPr lang="en-GB" sz="3997" b="1">
              <a:solidFill>
                <a:sysClr val="windowText" lastClr="000000"/>
              </a:solidFill>
              <a:latin typeface="EYInterstate Light" panose="02000506000000020004" pitchFamily="2" charset="0"/>
            </a:endParaRPr>
          </a:p>
        </p:txBody>
      </p:sp>
      <p:graphicFrame>
        <p:nvGraphicFramePr>
          <p:cNvPr id="2" name="Object 1" hidden="1"/>
          <p:cNvGraphicFramePr>
            <a:graphicFrameLocks noChangeAspect="1"/>
          </p:cNvGraphicFramePr>
          <p:nvPr userDrawn="1">
            <p:custDataLst>
              <p:tags r:id="rId1"/>
            </p:custDataLst>
          </p:nvPr>
        </p:nvGraphicFramePr>
        <p:xfrm>
          <a:off x="1588" y="1589"/>
          <a:ext cx="1586"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9"/>
                        <a:ext cx="1586" cy="1587"/>
                      </a:xfrm>
                      <a:prstGeom prst="rect">
                        <a:avLst/>
                      </a:prstGeom>
                    </p:spPr>
                  </p:pic>
                </p:oleObj>
              </mc:Fallback>
            </mc:AlternateContent>
          </a:graphicData>
        </a:graphic>
      </p:graphicFrame>
      <p:sp>
        <p:nvSpPr>
          <p:cNvPr id="4" name="Title 3"/>
          <p:cNvSpPr>
            <a:spLocks noGrp="1"/>
          </p:cNvSpPr>
          <p:nvPr>
            <p:ph type="title"/>
          </p:nvPr>
        </p:nvSpPr>
        <p:spPr/>
        <p:txBody>
          <a:bodyPr/>
          <a:lstStyle>
            <a:lvl1pPr algn="l">
              <a:defRPr>
                <a:solidFill>
                  <a:srgbClr val="404040"/>
                </a:solidFill>
              </a:defRPr>
            </a:lvl1pPr>
          </a:lstStyle>
          <a:p>
            <a:r>
              <a:rPr lang="en-US"/>
              <a:t>Click to edit Master title style</a:t>
            </a:r>
          </a:p>
        </p:txBody>
      </p:sp>
      <p:sp>
        <p:nvSpPr>
          <p:cNvPr id="6" name="Footer Placeholder 5"/>
          <p:cNvSpPr>
            <a:spLocks noGrp="1"/>
          </p:cNvSpPr>
          <p:nvPr>
            <p:ph type="ftr" sz="quarter" idx="11"/>
          </p:nvPr>
        </p:nvSpPr>
        <p:spPr/>
        <p:txBody>
          <a:bodyPr/>
          <a:lstStyle/>
          <a:p>
            <a:endParaRPr lang="en-GB">
              <a:solidFill>
                <a:srgbClr val="646464"/>
              </a:solidFill>
            </a:endParaRPr>
          </a:p>
        </p:txBody>
      </p:sp>
      <p:sp>
        <p:nvSpPr>
          <p:cNvPr id="7" name="Slide Number Placeholder 8"/>
          <p:cNvSpPr>
            <a:spLocks noGrp="1"/>
          </p:cNvSpPr>
          <p:nvPr>
            <p:ph type="sldNum" sz="quarter" idx="4"/>
          </p:nvPr>
        </p:nvSpPr>
        <p:spPr>
          <a:xfrm>
            <a:off x="11481596" y="6602525"/>
            <a:ext cx="120162" cy="202236"/>
          </a:xfrm>
          <a:prstGeom prst="rect">
            <a:avLst/>
          </a:prstGeom>
          <a:noFill/>
        </p:spPr>
        <p:txBody>
          <a:bodyPr wrap="none" lIns="0" tIns="46800" rIns="0" bIns="46800" rtlCol="0">
            <a:spAutoFit/>
          </a:bodyPr>
          <a:lstStyle>
            <a:lvl1pPr algn="r">
              <a:defRPr lang="en-GB" sz="700" b="0" smtClean="0">
                <a:solidFill>
                  <a:schemeClr val="tx1"/>
                </a:solidFill>
                <a:latin typeface="EYInterstate Light" panose="02000506000000020004" pitchFamily="2" charset="0"/>
              </a:defRPr>
            </a:lvl1pPr>
          </a:lstStyle>
          <a:p>
            <a:fld id="{D5AC99C8-36BF-4F95-A6ED-F22190550F36}" type="slidenum">
              <a:rPr>
                <a:solidFill>
                  <a:srgbClr val="000000"/>
                </a:solidFill>
              </a:rPr>
              <a:pPr/>
              <a:t>‹#›</a:t>
            </a:fld>
            <a:endParaRPr>
              <a:solidFill>
                <a:srgbClr val="000000"/>
              </a:solidFill>
            </a:endParaRPr>
          </a:p>
        </p:txBody>
      </p:sp>
    </p:spTree>
    <p:extLst>
      <p:ext uri="{BB962C8B-B14F-4D97-AF65-F5344CB8AC3E}">
        <p14:creationId xmlns:p14="http://schemas.microsoft.com/office/powerpoint/2010/main" val="17919798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tângulo 43">
            <a:extLst>
              <a:ext uri="{FF2B5EF4-FFF2-40B4-BE49-F238E27FC236}">
                <a16:creationId xmlns:a16="http://schemas.microsoft.com/office/drawing/2014/main" id="{D2842235-DE72-4ACD-BDCB-B9E0EAD1EE0F}"/>
              </a:ext>
            </a:extLst>
          </p:cNvPr>
          <p:cNvSpPr/>
          <p:nvPr/>
        </p:nvSpPr>
        <p:spPr>
          <a:xfrm>
            <a:off x="11806171" y="6650663"/>
            <a:ext cx="121829"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latin typeface="Publico Headline Web"/>
                <a:cs typeface="Arial" panose="020B0604020202020204" pitchFamily="34" charset="0"/>
              </a:rPr>
              <a:pPr algn="r"/>
              <a:t>‹#›</a:t>
            </a:fld>
            <a:endParaRPr lang="en-US" sz="800">
              <a:solidFill>
                <a:schemeClr val="bg1">
                  <a:lumMod val="65000"/>
                </a:schemeClr>
              </a:solidFill>
              <a:latin typeface="Publico Headline Web"/>
              <a:cs typeface="Arial" panose="020B0604020202020204" pitchFamily="34" charset="0"/>
            </a:endParaRPr>
          </a:p>
        </p:txBody>
      </p:sp>
      <p:sp>
        <p:nvSpPr>
          <p:cNvPr id="6" name="Rectangle 5">
            <a:extLst>
              <a:ext uri="{FF2B5EF4-FFF2-40B4-BE49-F238E27FC236}">
                <a16:creationId xmlns:a16="http://schemas.microsoft.com/office/drawing/2014/main" id="{127F51B6-7D19-4982-8A52-1C8EDC6954F4}"/>
              </a:ext>
            </a:extLst>
          </p:cNvPr>
          <p:cNvSpPr/>
          <p:nvPr userDrawn="1"/>
        </p:nvSpPr>
        <p:spPr>
          <a:xfrm>
            <a:off x="3950951" y="80752"/>
            <a:ext cx="1712458" cy="369332"/>
          </a:xfrm>
          <a:prstGeom prst="rect">
            <a:avLst/>
          </a:prstGeom>
        </p:spPr>
        <p:txBody>
          <a:bodyPr wrap="square">
            <a:spAutoFit/>
          </a:bodyPr>
          <a:lstStyle/>
          <a:p>
            <a:pPr marR="0" lvl="0" algn="ctr" defTabSz="1022350" rtl="0" eaLnBrk="1" fontAlgn="auto" latinLnBrk="0" hangingPunct="1">
              <a:lnSpc>
                <a:spcPct val="90000"/>
              </a:lnSpc>
              <a:spcBef>
                <a:spcPct val="0"/>
              </a:spcBef>
              <a:spcAft>
                <a:spcPct val="35000"/>
              </a:spcAft>
              <a:buClrTx/>
              <a:buSzTx/>
              <a:tabLst/>
              <a:defRPr/>
            </a:pPr>
            <a:r>
              <a:rPr kumimoji="0" lang="en-US" sz="1000" b="1" i="0" u="none" strike="noStrike" kern="1200" cap="none" spc="0" normalizeH="0" baseline="0" noProof="0">
                <a:ln>
                  <a:noFill/>
                </a:ln>
                <a:solidFill>
                  <a:srgbClr val="FFFFFF"/>
                </a:solidFill>
                <a:effectLst/>
                <a:uLnTx/>
                <a:uFillTx/>
                <a:latin typeface="Verdana"/>
                <a:ea typeface="+mn-ea"/>
                <a:cs typeface="+mn-cs"/>
              </a:rPr>
              <a:t>Innovative new business models</a:t>
            </a:r>
          </a:p>
        </p:txBody>
      </p:sp>
      <p:sp>
        <p:nvSpPr>
          <p:cNvPr id="7" name="Rectangle 6">
            <a:extLst>
              <a:ext uri="{FF2B5EF4-FFF2-40B4-BE49-F238E27FC236}">
                <a16:creationId xmlns:a16="http://schemas.microsoft.com/office/drawing/2014/main" id="{2F1ED19E-DA97-486B-8571-5B45312EF13E}"/>
              </a:ext>
            </a:extLst>
          </p:cNvPr>
          <p:cNvSpPr/>
          <p:nvPr userDrawn="1"/>
        </p:nvSpPr>
        <p:spPr>
          <a:xfrm>
            <a:off x="1" y="8147"/>
            <a:ext cx="12191999" cy="55382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9" name="Group 14">
            <a:extLst>
              <a:ext uri="{FF2B5EF4-FFF2-40B4-BE49-F238E27FC236}">
                <a16:creationId xmlns:a16="http://schemas.microsoft.com/office/drawing/2014/main" id="{D4A5ED70-CF5A-4717-893D-F6672D12D4B6}"/>
              </a:ext>
            </a:extLst>
          </p:cNvPr>
          <p:cNvGrpSpPr>
            <a:grpSpLocks noChangeAspect="1"/>
          </p:cNvGrpSpPr>
          <p:nvPr userDrawn="1"/>
        </p:nvGrpSpPr>
        <p:grpSpPr>
          <a:xfrm>
            <a:off x="10658151" y="142553"/>
            <a:ext cx="1292194" cy="288091"/>
            <a:chOff x="728663" y="4465638"/>
            <a:chExt cx="5354637" cy="1193800"/>
          </a:xfrm>
        </p:grpSpPr>
        <p:sp>
          <p:nvSpPr>
            <p:cNvPr id="10" name="Freeform 57">
              <a:extLst>
                <a:ext uri="{FF2B5EF4-FFF2-40B4-BE49-F238E27FC236}">
                  <a16:creationId xmlns:a16="http://schemas.microsoft.com/office/drawing/2014/main" id="{FD050E75-36AB-4D3F-8E42-7AE83B719CAA}"/>
                </a:ext>
              </a:extLst>
            </p:cNvPr>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1" name="Freeform 58">
              <a:extLst>
                <a:ext uri="{FF2B5EF4-FFF2-40B4-BE49-F238E27FC236}">
                  <a16:creationId xmlns:a16="http://schemas.microsoft.com/office/drawing/2014/main" id="{0970E7F6-501C-4189-A00E-F3308DE65ED7}"/>
                </a:ext>
              </a:extLst>
            </p:cNvPr>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2" name="Freeform 59">
              <a:extLst>
                <a:ext uri="{FF2B5EF4-FFF2-40B4-BE49-F238E27FC236}">
                  <a16:creationId xmlns:a16="http://schemas.microsoft.com/office/drawing/2014/main" id="{0D927F8F-FC92-4D40-A8A4-8C0A039C5AE9}"/>
                </a:ext>
              </a:extLst>
            </p:cNvPr>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3" name="Freeform 60">
              <a:extLst>
                <a:ext uri="{FF2B5EF4-FFF2-40B4-BE49-F238E27FC236}">
                  <a16:creationId xmlns:a16="http://schemas.microsoft.com/office/drawing/2014/main" id="{DA60E6C0-2896-4675-BD27-A50FC747BF7A}"/>
                </a:ext>
              </a:extLst>
            </p:cNvPr>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4" name="Freeform 61">
              <a:extLst>
                <a:ext uri="{FF2B5EF4-FFF2-40B4-BE49-F238E27FC236}">
                  <a16:creationId xmlns:a16="http://schemas.microsoft.com/office/drawing/2014/main" id="{DFA43EC7-1337-4121-BE51-4736075AD6DE}"/>
                </a:ext>
              </a:extLst>
            </p:cNvPr>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6886478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15649687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5458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17516050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3_Titre seu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D5B34BB-1992-4B44-A595-77386543451E}"/>
              </a:ext>
            </a:extLst>
          </p:cNvPr>
          <p:cNvSpPr/>
          <p:nvPr/>
        </p:nvSpPr>
        <p:spPr>
          <a:xfrm>
            <a:off x="6255656" y="0"/>
            <a:ext cx="593634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4442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sp>
        <p:nvSpPr>
          <p:cNvPr id="6" name="Retângulo 43">
            <a:extLst>
              <a:ext uri="{FF2B5EF4-FFF2-40B4-BE49-F238E27FC236}">
                <a16:creationId xmlns:a16="http://schemas.microsoft.com/office/drawing/2014/main" id="{9A8BE18E-6B02-49FC-9EDA-027B71177C98}"/>
              </a:ext>
            </a:extLst>
          </p:cNvPr>
          <p:cNvSpPr/>
          <p:nvPr/>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7" name="Text Placeholder 7">
            <a:extLst>
              <a:ext uri="{FF2B5EF4-FFF2-40B4-BE49-F238E27FC236}">
                <a16:creationId xmlns:a16="http://schemas.microsoft.com/office/drawing/2014/main" id="{BF6C4208-023E-4F1D-AD16-64681E184BC6}"/>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Capgemini Invent 2018. All rights reserved </a:t>
            </a:r>
            <a:r>
              <a:rPr lang="en-US">
                <a:solidFill>
                  <a:schemeClr val="accent2"/>
                </a:solidFill>
              </a:rPr>
              <a:t>|</a:t>
            </a:r>
          </a:p>
        </p:txBody>
      </p:sp>
      <p:grpSp>
        <p:nvGrpSpPr>
          <p:cNvPr id="8" name="Groupe 1">
            <a:extLst>
              <a:ext uri="{FF2B5EF4-FFF2-40B4-BE49-F238E27FC236}">
                <a16:creationId xmlns:a16="http://schemas.microsoft.com/office/drawing/2014/main" id="{BD253023-E874-4939-9941-B04B48BBB28B}"/>
              </a:ext>
            </a:extLst>
          </p:cNvPr>
          <p:cNvGrpSpPr/>
          <p:nvPr/>
        </p:nvGrpSpPr>
        <p:grpSpPr>
          <a:xfrm>
            <a:off x="11501102" y="171573"/>
            <a:ext cx="419436" cy="388988"/>
            <a:chOff x="11501102" y="171573"/>
            <a:chExt cx="419436" cy="388988"/>
          </a:xfrm>
        </p:grpSpPr>
        <p:sp>
          <p:nvSpPr>
            <p:cNvPr id="9" name="Freeform 13">
              <a:extLst>
                <a:ext uri="{FF2B5EF4-FFF2-40B4-BE49-F238E27FC236}">
                  <a16:creationId xmlns:a16="http://schemas.microsoft.com/office/drawing/2014/main" id="{A056E45F-8FDB-45F9-A83B-C8AC833B1F74}"/>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0" name="Freeform 14">
              <a:extLst>
                <a:ext uri="{FF2B5EF4-FFF2-40B4-BE49-F238E27FC236}">
                  <a16:creationId xmlns:a16="http://schemas.microsoft.com/office/drawing/2014/main" id="{AFE481B4-0A2D-4647-9456-87056E856D32}"/>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4903245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550200" y="0"/>
            <a:ext cx="11091600" cy="1104900"/>
          </a:xfrm>
        </p:spPr>
        <p:txBody>
          <a:bodyPr tIns="180000"/>
          <a:lstStyle>
            <a:lvl1pPr>
              <a:spcBef>
                <a:spcPts val="0"/>
              </a:spcBef>
              <a:defRPr spc="200" baseline="0"/>
            </a:lvl1pPr>
          </a:lstStyle>
          <a:p>
            <a:r>
              <a:rPr lang="en-US"/>
              <a:t>Click to edit Master title style</a:t>
            </a:r>
            <a:endParaRPr lang="en-GB"/>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rmAutofit/>
          </a:bodyPr>
          <a:lstStyle>
            <a:lvl1pPr>
              <a:spcBef>
                <a:spcPts val="0"/>
              </a:spcBef>
              <a:defRPr sz="2200" spc="-110" baseline="0">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5672565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550200" y="0"/>
            <a:ext cx="11091600" cy="1104900"/>
          </a:xfrm>
        </p:spPr>
        <p:txBody>
          <a:bodyPr tIns="180000"/>
          <a:lstStyle>
            <a:lvl1pPr>
              <a:spcBef>
                <a:spcPts val="0"/>
              </a:spcBef>
              <a:defRPr spc="200" baseline="0"/>
            </a:lvl1pPr>
          </a:lstStyle>
          <a:p>
            <a:r>
              <a:rPr lang="en-US"/>
              <a:t>Click to edit Master title style</a:t>
            </a:r>
            <a:endParaRPr lang="en-GB"/>
          </a:p>
        </p:txBody>
      </p:sp>
      <p:sp>
        <p:nvSpPr>
          <p:cNvPr id="4" name="Text Placeholder 3"/>
          <p:cNvSpPr>
            <a:spLocks noGrp="1"/>
          </p:cNvSpPr>
          <p:nvPr>
            <p:ph type="body" sz="quarter" idx="10"/>
          </p:nvPr>
        </p:nvSpPr>
        <p:spPr>
          <a:xfrm>
            <a:off x="550200" y="1815351"/>
            <a:ext cx="11091600" cy="4466201"/>
          </a:xfrm>
        </p:spPr>
        <p:txBody>
          <a:bodyPr numCol="1">
            <a:normAutofit/>
          </a:bodyPr>
          <a:lstStyle>
            <a:lvl1pPr>
              <a:spcBef>
                <a:spcPts val="600"/>
              </a:spcBef>
              <a:defRPr sz="2000"/>
            </a:lvl1pPr>
            <a:lvl2pPr marL="273050" indent="-273050">
              <a:spcBef>
                <a:spcPts val="600"/>
              </a:spcBef>
              <a:defRPr sz="1800"/>
            </a:lvl2pPr>
            <a:lvl3pPr marL="531813" indent="-258763">
              <a:spcBef>
                <a:spcPts val="600"/>
              </a:spcBef>
              <a:buClr>
                <a:schemeClr val="accent1"/>
              </a:buClr>
              <a:defRPr sz="1600"/>
            </a:lvl3pPr>
            <a:lvl4pPr marL="723900" indent="-192088">
              <a:spcBef>
                <a:spcPts val="600"/>
              </a:spcBef>
              <a:buClr>
                <a:schemeClr val="accent1"/>
              </a:buClr>
              <a:defRPr sz="14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rmAutofit/>
          </a:bodyPr>
          <a:lstStyle>
            <a:lvl1pPr>
              <a:spcBef>
                <a:spcPts val="0"/>
              </a:spcBef>
              <a:defRPr sz="2200" spc="-110" baseline="0">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23016792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550200" y="0"/>
            <a:ext cx="11091600" cy="1104900"/>
          </a:xfrm>
        </p:spPr>
        <p:txBody>
          <a:bodyPr tIns="180000"/>
          <a:lstStyle>
            <a:lvl1pPr>
              <a:spcBef>
                <a:spcPts val="0"/>
              </a:spcBef>
              <a:defRPr spc="200" baseline="0"/>
            </a:lvl1pPr>
          </a:lstStyle>
          <a:p>
            <a:r>
              <a:rPr lang="en-US"/>
              <a:t>Click to edit Master title style</a:t>
            </a:r>
            <a:endParaRPr lang="en-GB"/>
          </a:p>
        </p:txBody>
      </p:sp>
      <p:sp>
        <p:nvSpPr>
          <p:cNvPr id="4" name="Text Placeholder 3"/>
          <p:cNvSpPr>
            <a:spLocks noGrp="1"/>
          </p:cNvSpPr>
          <p:nvPr>
            <p:ph type="body" sz="quarter" idx="10"/>
          </p:nvPr>
        </p:nvSpPr>
        <p:spPr>
          <a:xfrm>
            <a:off x="550200" y="1815351"/>
            <a:ext cx="11091600" cy="4466201"/>
          </a:xfrm>
        </p:spPr>
        <p:txBody>
          <a:bodyPr numCol="2">
            <a:normAutofit/>
          </a:bodyPr>
          <a:lstStyle>
            <a:lvl1pPr>
              <a:defRPr sz="2000"/>
            </a:lvl1pPr>
            <a:lvl2pPr marL="273050" indent="-273050">
              <a:defRPr sz="1800"/>
            </a:lvl2pPr>
            <a:lvl3pPr marL="531813" indent="-258763">
              <a:buClr>
                <a:schemeClr val="accent1"/>
              </a:buClr>
              <a:defRPr sz="1600"/>
            </a:lvl3pPr>
            <a:lvl4pPr marL="723900" indent="-192088">
              <a:buClr>
                <a:schemeClr val="accent1"/>
              </a:buClr>
              <a:defRPr sz="14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rmAutofit/>
          </a:bodyPr>
          <a:lstStyle>
            <a:lvl1pPr>
              <a:spcBef>
                <a:spcPts val="0"/>
              </a:spcBef>
              <a:defRPr sz="2200" spc="-110" baseline="0">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15838241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5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395704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8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a:extLst>
              <a:ext uri="{FF2B5EF4-FFF2-40B4-BE49-F238E27FC236}">
                <a16:creationId xmlns:a16="http://schemas.microsoft.com/office/drawing/2014/main" id="{5B6A21B9-FF57-E24F-8940-258A6531DF8A}"/>
              </a:ext>
            </a:extLst>
          </p:cNvPr>
          <p:cNvSpPr/>
          <p:nvPr userDrawn="1"/>
        </p:nvSpPr>
        <p:spPr>
          <a:xfrm>
            <a:off x="11448288" y="131674"/>
            <a:ext cx="563270" cy="4974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3B3DA2A-7540-8149-8485-2FC82CEB039D}"/>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494270" y="-234778"/>
            <a:ext cx="12192000" cy="6858000"/>
          </a:xfrm>
          <a:prstGeom prst="rect">
            <a:avLst/>
          </a:prstGeom>
        </p:spPr>
      </p:pic>
      <p:pic>
        <p:nvPicPr>
          <p:cNvPr id="2" name="Picture 1">
            <a:extLst>
              <a:ext uri="{FF2B5EF4-FFF2-40B4-BE49-F238E27FC236}">
                <a16:creationId xmlns:a16="http://schemas.microsoft.com/office/drawing/2014/main" id="{B101B27B-3A36-4D2B-A874-FD4E051C4BBD}"/>
              </a:ext>
            </a:extLst>
          </p:cNvPr>
          <p:cNvPicPr>
            <a:picLocks noChangeAspect="1"/>
          </p:cNvPicPr>
          <p:nvPr userDrawn="1"/>
        </p:nvPicPr>
        <p:blipFill>
          <a:blip r:embed="rId6"/>
          <a:stretch>
            <a:fillRect/>
          </a:stretch>
        </p:blipFill>
        <p:spPr>
          <a:xfrm>
            <a:off x="0" y="0"/>
            <a:ext cx="12192000" cy="6857999"/>
          </a:xfrm>
          <a:prstGeom prst="rect">
            <a:avLst/>
          </a:prstGeom>
        </p:spPr>
      </p:pic>
    </p:spTree>
    <p:extLst>
      <p:ext uri="{BB962C8B-B14F-4D97-AF65-F5344CB8AC3E}">
        <p14:creationId xmlns:p14="http://schemas.microsoft.com/office/powerpoint/2010/main" val="15171112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9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Group 37">
            <a:extLst>
              <a:ext uri="{FF2B5EF4-FFF2-40B4-BE49-F238E27FC236}">
                <a16:creationId xmlns:a16="http://schemas.microsoft.com/office/drawing/2014/main" id="{D4FBCFDE-74C0-437D-A599-2DBE30E875B1}"/>
              </a:ext>
            </a:extLst>
          </p:cNvPr>
          <p:cNvGrpSpPr/>
          <p:nvPr/>
        </p:nvGrpSpPr>
        <p:grpSpPr>
          <a:xfrm>
            <a:off x="11501102" y="171573"/>
            <a:ext cx="419436" cy="388087"/>
            <a:chOff x="5481638" y="2859088"/>
            <a:chExt cx="1231900" cy="1139825"/>
          </a:xfrm>
          <a:solidFill>
            <a:schemeClr val="bg1"/>
          </a:solidFill>
        </p:grpSpPr>
        <p:sp>
          <p:nvSpPr>
            <p:cNvPr id="6" name="Freeform 320">
              <a:extLst>
                <a:ext uri="{FF2B5EF4-FFF2-40B4-BE49-F238E27FC236}">
                  <a16:creationId xmlns:a16="http://schemas.microsoft.com/office/drawing/2014/main" id="{4DB21AEB-579C-480C-ACC1-1264171B1846}"/>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E3508132-3864-4D62-BDFD-482ACEDA8190}"/>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4751407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a:extLst>
              <a:ext uri="{FF2B5EF4-FFF2-40B4-BE49-F238E27FC236}">
                <a16:creationId xmlns:a16="http://schemas.microsoft.com/office/drawing/2014/main" id="{ADE82618-7CAE-4E4D-BE6D-0E54190C6E15}"/>
              </a:ext>
            </a:extLst>
          </p:cNvPr>
          <p:cNvSpPr/>
          <p:nvPr/>
        </p:nvSpPr>
        <p:spPr>
          <a:xfrm>
            <a:off x="0" y="0"/>
            <a:ext cx="5843972"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13">
            <a:extLst>
              <a:ext uri="{FF2B5EF4-FFF2-40B4-BE49-F238E27FC236}">
                <a16:creationId xmlns:a16="http://schemas.microsoft.com/office/drawing/2014/main" id="{3867A690-053A-4EAC-A5E4-B6CF055422BF}"/>
              </a:ext>
            </a:extLst>
          </p:cNvPr>
          <p:cNvSpPr>
            <a:spLocks noGrp="1"/>
          </p:cNvSpPr>
          <p:nvPr>
            <p:ph type="pic" sz="quarter" idx="11"/>
          </p:nvPr>
        </p:nvSpPr>
        <p:spPr>
          <a:xfrm>
            <a:off x="5843971" y="0"/>
            <a:ext cx="6348029" cy="6857999"/>
          </a:xfrm>
          <a:prstGeom prst="rect">
            <a:avLst/>
          </a:prstGeom>
        </p:spPr>
        <p:txBody>
          <a:bodyPr vert="horz" lIns="0" tIns="0" rIns="0" bIns="0" rtlCol="0">
            <a:normAutofit/>
          </a:bodyPr>
          <a:lstStyle>
            <a:lvl1pPr>
              <a:defRPr lang="en-US" dirty="0"/>
            </a:lvl1pPr>
          </a:lstStyle>
          <a:p>
            <a:pPr lvl="0"/>
            <a:r>
              <a:rPr lang="en-US"/>
              <a:t>Click icon to add picture</a:t>
            </a:r>
          </a:p>
        </p:txBody>
      </p:sp>
    </p:spTree>
    <p:extLst>
      <p:ext uri="{BB962C8B-B14F-4D97-AF65-F5344CB8AC3E}">
        <p14:creationId xmlns:p14="http://schemas.microsoft.com/office/powerpoint/2010/main" val="11461467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7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a:extLst>
              <a:ext uri="{FF2B5EF4-FFF2-40B4-BE49-F238E27FC236}">
                <a16:creationId xmlns:a16="http://schemas.microsoft.com/office/drawing/2014/main" id="{ADE82618-7CAE-4E4D-BE6D-0E54190C6E15}"/>
              </a:ext>
            </a:extLst>
          </p:cNvPr>
          <p:cNvSpPr/>
          <p:nvPr/>
        </p:nvSpPr>
        <p:spPr>
          <a:xfrm>
            <a:off x="6348028" y="0"/>
            <a:ext cx="5843972"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13">
            <a:extLst>
              <a:ext uri="{FF2B5EF4-FFF2-40B4-BE49-F238E27FC236}">
                <a16:creationId xmlns:a16="http://schemas.microsoft.com/office/drawing/2014/main" id="{3867A690-053A-4EAC-A5E4-B6CF055422BF}"/>
              </a:ext>
            </a:extLst>
          </p:cNvPr>
          <p:cNvSpPr>
            <a:spLocks noGrp="1"/>
          </p:cNvSpPr>
          <p:nvPr>
            <p:ph type="pic" sz="quarter" idx="11"/>
          </p:nvPr>
        </p:nvSpPr>
        <p:spPr>
          <a:xfrm>
            <a:off x="0" y="0"/>
            <a:ext cx="6348029" cy="6857999"/>
          </a:xfrm>
          <a:prstGeom prst="rect">
            <a:avLst/>
          </a:prstGeom>
        </p:spPr>
        <p:txBody>
          <a:bodyPr vert="horz" lIns="0" tIns="0" rIns="0" bIns="0" rtlCol="0">
            <a:normAutofit/>
          </a:bodyPr>
          <a:lstStyle>
            <a:lvl1pPr>
              <a:defRPr lang="en-US" dirty="0"/>
            </a:lvl1pPr>
          </a:lstStyle>
          <a:p>
            <a:pPr lvl="0"/>
            <a:r>
              <a:rPr lang="en-US"/>
              <a:t>Click icon to add picture</a:t>
            </a:r>
          </a:p>
        </p:txBody>
      </p:sp>
    </p:spTree>
    <p:extLst>
      <p:ext uri="{BB962C8B-B14F-4D97-AF65-F5344CB8AC3E}">
        <p14:creationId xmlns:p14="http://schemas.microsoft.com/office/powerpoint/2010/main" val="38456048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ctangle 1">
            <a:extLst>
              <a:ext uri="{FF2B5EF4-FFF2-40B4-BE49-F238E27FC236}">
                <a16:creationId xmlns:a16="http://schemas.microsoft.com/office/drawing/2014/main" id="{A2AD5E62-125B-401D-BACC-CA113F5CA980}"/>
              </a:ext>
            </a:extLst>
          </p:cNvPr>
          <p:cNvSpPr/>
          <p:nvPr/>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7">
            <a:extLst>
              <a:ext uri="{FF2B5EF4-FFF2-40B4-BE49-F238E27FC236}">
                <a16:creationId xmlns:a16="http://schemas.microsoft.com/office/drawing/2014/main" id="{426112C1-E778-4156-85D5-E734509379F9}"/>
              </a:ext>
            </a:extLst>
          </p:cNvPr>
          <p:cNvGrpSpPr/>
          <p:nvPr/>
        </p:nvGrpSpPr>
        <p:grpSpPr>
          <a:xfrm>
            <a:off x="11501102" y="171573"/>
            <a:ext cx="419436" cy="388087"/>
            <a:chOff x="5481638" y="2859088"/>
            <a:chExt cx="1231900" cy="1139825"/>
          </a:xfrm>
          <a:solidFill>
            <a:schemeClr val="bg1"/>
          </a:solidFill>
        </p:grpSpPr>
        <p:sp>
          <p:nvSpPr>
            <p:cNvPr id="6" name="Freeform 320">
              <a:extLst>
                <a:ext uri="{FF2B5EF4-FFF2-40B4-BE49-F238E27FC236}">
                  <a16:creationId xmlns:a16="http://schemas.microsoft.com/office/drawing/2014/main" id="{46EE32CB-4EFE-4786-8A54-3A2CAC34A784}"/>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833C49E3-F9C1-45C3-87D6-8B5C41013D68}"/>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9201830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_Agenda with Bullet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515DA7-741C-4CC1-BAC4-E2BB869EA21B}"/>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37319" t="6874" r="13692" b="14501"/>
          <a:stretch/>
        </p:blipFill>
        <p:spPr>
          <a:xfrm rot="16200000" flipH="1">
            <a:off x="-522982" y="522982"/>
            <a:ext cx="6858002" cy="5812037"/>
          </a:xfrm>
          <a:prstGeom prst="rect">
            <a:avLst/>
          </a:prstGeom>
        </p:spPr>
      </p:pic>
      <p:sp>
        <p:nvSpPr>
          <p:cNvPr id="20" name="Text Placeholder 7">
            <a:extLst>
              <a:ext uri="{FF2B5EF4-FFF2-40B4-BE49-F238E27FC236}">
                <a16:creationId xmlns:a16="http://schemas.microsoft.com/office/drawing/2014/main" id="{9AFD87C0-70C2-43AC-9DA3-160A95F947F3}"/>
              </a:ext>
            </a:extLst>
          </p:cNvPr>
          <p:cNvSpPr>
            <a:spLocks noGrp="1"/>
          </p:cNvSpPr>
          <p:nvPr>
            <p:ph type="body" sz="quarter" idx="11" hasCustomPrompt="1"/>
          </p:nvPr>
        </p:nvSpPr>
        <p:spPr>
          <a:xfrm>
            <a:off x="5812038" y="1301017"/>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1" name="Text Placeholder 7">
            <a:extLst>
              <a:ext uri="{FF2B5EF4-FFF2-40B4-BE49-F238E27FC236}">
                <a16:creationId xmlns:a16="http://schemas.microsoft.com/office/drawing/2014/main" id="{3BC068EE-22F5-4ABE-B3BF-88CF841C40E2}"/>
              </a:ext>
            </a:extLst>
          </p:cNvPr>
          <p:cNvSpPr>
            <a:spLocks noGrp="1"/>
          </p:cNvSpPr>
          <p:nvPr>
            <p:ph type="body" sz="quarter" idx="12" hasCustomPrompt="1"/>
          </p:nvPr>
        </p:nvSpPr>
        <p:spPr>
          <a:xfrm>
            <a:off x="5812038" y="1960142"/>
            <a:ext cx="6103736" cy="555448"/>
          </a:xfrm>
          <a:prstGeom prst="rect">
            <a:avLst/>
          </a:prstGeom>
        </p:spPr>
        <p:txBody>
          <a:bodyPr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22" name="Text Placeholder 7">
            <a:extLst>
              <a:ext uri="{FF2B5EF4-FFF2-40B4-BE49-F238E27FC236}">
                <a16:creationId xmlns:a16="http://schemas.microsoft.com/office/drawing/2014/main" id="{59382DC9-351D-40C2-ABD1-40AADDBBA7C6}"/>
              </a:ext>
            </a:extLst>
          </p:cNvPr>
          <p:cNvSpPr>
            <a:spLocks noGrp="1"/>
          </p:cNvSpPr>
          <p:nvPr>
            <p:ph type="body" sz="quarter" idx="13" hasCustomPrompt="1"/>
          </p:nvPr>
        </p:nvSpPr>
        <p:spPr>
          <a:xfrm>
            <a:off x="5812038" y="2619267"/>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3" name="Text Placeholder 7">
            <a:extLst>
              <a:ext uri="{FF2B5EF4-FFF2-40B4-BE49-F238E27FC236}">
                <a16:creationId xmlns:a16="http://schemas.microsoft.com/office/drawing/2014/main" id="{0710CA76-E2C0-4713-AB03-B2222F2BF9C1}"/>
              </a:ext>
            </a:extLst>
          </p:cNvPr>
          <p:cNvSpPr>
            <a:spLocks noGrp="1"/>
          </p:cNvSpPr>
          <p:nvPr>
            <p:ph type="body" sz="quarter" idx="14" hasCustomPrompt="1"/>
          </p:nvPr>
        </p:nvSpPr>
        <p:spPr>
          <a:xfrm>
            <a:off x="5812038" y="5255767"/>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4" name="Text Placeholder 7">
            <a:extLst>
              <a:ext uri="{FF2B5EF4-FFF2-40B4-BE49-F238E27FC236}">
                <a16:creationId xmlns:a16="http://schemas.microsoft.com/office/drawing/2014/main" id="{2DED1719-919F-4F18-8CBC-B81012FF4F1E}"/>
              </a:ext>
            </a:extLst>
          </p:cNvPr>
          <p:cNvSpPr>
            <a:spLocks noGrp="1"/>
          </p:cNvSpPr>
          <p:nvPr>
            <p:ph type="body" sz="quarter" idx="15" hasCustomPrompt="1"/>
          </p:nvPr>
        </p:nvSpPr>
        <p:spPr>
          <a:xfrm>
            <a:off x="5812038" y="3937517"/>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5" name="Text Placeholder 7">
            <a:extLst>
              <a:ext uri="{FF2B5EF4-FFF2-40B4-BE49-F238E27FC236}">
                <a16:creationId xmlns:a16="http://schemas.microsoft.com/office/drawing/2014/main" id="{5630E427-AF1A-49D9-91D1-0349578FAF19}"/>
              </a:ext>
            </a:extLst>
          </p:cNvPr>
          <p:cNvSpPr>
            <a:spLocks noGrp="1"/>
          </p:cNvSpPr>
          <p:nvPr>
            <p:ph type="body" sz="quarter" idx="16" hasCustomPrompt="1"/>
          </p:nvPr>
        </p:nvSpPr>
        <p:spPr>
          <a:xfrm>
            <a:off x="5812038" y="4596642"/>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7" name="Text Placeholder 7">
            <a:extLst>
              <a:ext uri="{FF2B5EF4-FFF2-40B4-BE49-F238E27FC236}">
                <a16:creationId xmlns:a16="http://schemas.microsoft.com/office/drawing/2014/main" id="{05B0F0D2-9B59-4DCE-A7F0-46C6C94F904A}"/>
              </a:ext>
            </a:extLst>
          </p:cNvPr>
          <p:cNvSpPr>
            <a:spLocks noGrp="1"/>
          </p:cNvSpPr>
          <p:nvPr>
            <p:ph type="body" sz="quarter" idx="18" hasCustomPrompt="1"/>
          </p:nvPr>
        </p:nvSpPr>
        <p:spPr>
          <a:xfrm>
            <a:off x="5812038" y="5914890"/>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9" name="Text Placeholder 7">
            <a:extLst>
              <a:ext uri="{FF2B5EF4-FFF2-40B4-BE49-F238E27FC236}">
                <a16:creationId xmlns:a16="http://schemas.microsoft.com/office/drawing/2014/main" id="{BEFAEF53-DFEE-4C56-9A89-479FA76B100A}"/>
              </a:ext>
            </a:extLst>
          </p:cNvPr>
          <p:cNvSpPr>
            <a:spLocks noGrp="1"/>
          </p:cNvSpPr>
          <p:nvPr>
            <p:ph type="body" sz="quarter" idx="19" hasCustomPrompt="1"/>
          </p:nvPr>
        </p:nvSpPr>
        <p:spPr>
          <a:xfrm>
            <a:off x="5219040" y="1301017"/>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01</a:t>
            </a:r>
          </a:p>
        </p:txBody>
      </p:sp>
      <p:sp>
        <p:nvSpPr>
          <p:cNvPr id="31" name="Text Placeholder 7">
            <a:extLst>
              <a:ext uri="{FF2B5EF4-FFF2-40B4-BE49-F238E27FC236}">
                <a16:creationId xmlns:a16="http://schemas.microsoft.com/office/drawing/2014/main" id="{2AAD1C81-8340-4E04-8BEA-69F2DD76C1B0}"/>
              </a:ext>
            </a:extLst>
          </p:cNvPr>
          <p:cNvSpPr>
            <a:spLocks noGrp="1"/>
          </p:cNvSpPr>
          <p:nvPr>
            <p:ph type="body" sz="quarter" idx="20" hasCustomPrompt="1"/>
          </p:nvPr>
        </p:nvSpPr>
        <p:spPr>
          <a:xfrm>
            <a:off x="5219040" y="1960142"/>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02</a:t>
            </a:r>
          </a:p>
        </p:txBody>
      </p:sp>
      <p:sp>
        <p:nvSpPr>
          <p:cNvPr id="33" name="Text Placeholder 7">
            <a:extLst>
              <a:ext uri="{FF2B5EF4-FFF2-40B4-BE49-F238E27FC236}">
                <a16:creationId xmlns:a16="http://schemas.microsoft.com/office/drawing/2014/main" id="{E08C5D12-CB21-4E9A-B574-43221F42B836}"/>
              </a:ext>
            </a:extLst>
          </p:cNvPr>
          <p:cNvSpPr>
            <a:spLocks noGrp="1"/>
          </p:cNvSpPr>
          <p:nvPr>
            <p:ph type="body" sz="quarter" idx="21" hasCustomPrompt="1"/>
          </p:nvPr>
        </p:nvSpPr>
        <p:spPr>
          <a:xfrm>
            <a:off x="5219040" y="2619267"/>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03</a:t>
            </a:r>
          </a:p>
        </p:txBody>
      </p:sp>
      <p:sp>
        <p:nvSpPr>
          <p:cNvPr id="35" name="Text Placeholder 7">
            <a:extLst>
              <a:ext uri="{FF2B5EF4-FFF2-40B4-BE49-F238E27FC236}">
                <a16:creationId xmlns:a16="http://schemas.microsoft.com/office/drawing/2014/main" id="{9D51691D-12CC-40BE-AB48-50F4ADC75971}"/>
              </a:ext>
            </a:extLst>
          </p:cNvPr>
          <p:cNvSpPr>
            <a:spLocks noGrp="1"/>
          </p:cNvSpPr>
          <p:nvPr>
            <p:ph type="body" sz="quarter" idx="22" hasCustomPrompt="1"/>
          </p:nvPr>
        </p:nvSpPr>
        <p:spPr>
          <a:xfrm>
            <a:off x="5219040" y="3278392"/>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04</a:t>
            </a:r>
          </a:p>
        </p:txBody>
      </p:sp>
      <p:sp>
        <p:nvSpPr>
          <p:cNvPr id="43" name="Text Placeholder 7">
            <a:extLst>
              <a:ext uri="{FF2B5EF4-FFF2-40B4-BE49-F238E27FC236}">
                <a16:creationId xmlns:a16="http://schemas.microsoft.com/office/drawing/2014/main" id="{10E2D5DB-B531-4A82-BD73-9C29EF1EB46B}"/>
              </a:ext>
            </a:extLst>
          </p:cNvPr>
          <p:cNvSpPr>
            <a:spLocks noGrp="1"/>
          </p:cNvSpPr>
          <p:nvPr>
            <p:ph type="body" sz="quarter" idx="23" hasCustomPrompt="1"/>
          </p:nvPr>
        </p:nvSpPr>
        <p:spPr>
          <a:xfrm>
            <a:off x="5219040" y="3937517"/>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05</a:t>
            </a:r>
          </a:p>
        </p:txBody>
      </p:sp>
      <p:sp>
        <p:nvSpPr>
          <p:cNvPr id="50" name="Text Placeholder 7">
            <a:extLst>
              <a:ext uri="{FF2B5EF4-FFF2-40B4-BE49-F238E27FC236}">
                <a16:creationId xmlns:a16="http://schemas.microsoft.com/office/drawing/2014/main" id="{919CCC07-FAD6-47A5-A77D-9AA0E2F2A552}"/>
              </a:ext>
            </a:extLst>
          </p:cNvPr>
          <p:cNvSpPr>
            <a:spLocks noGrp="1"/>
          </p:cNvSpPr>
          <p:nvPr>
            <p:ph type="body" sz="quarter" idx="24" hasCustomPrompt="1"/>
          </p:nvPr>
        </p:nvSpPr>
        <p:spPr>
          <a:xfrm>
            <a:off x="5219040" y="4596642"/>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06</a:t>
            </a:r>
          </a:p>
        </p:txBody>
      </p:sp>
      <p:sp>
        <p:nvSpPr>
          <p:cNvPr id="55" name="Text Placeholder 7">
            <a:extLst>
              <a:ext uri="{FF2B5EF4-FFF2-40B4-BE49-F238E27FC236}">
                <a16:creationId xmlns:a16="http://schemas.microsoft.com/office/drawing/2014/main" id="{2C3CBBC2-7099-4832-8F7F-DE82F4964E9A}"/>
              </a:ext>
            </a:extLst>
          </p:cNvPr>
          <p:cNvSpPr>
            <a:spLocks noGrp="1"/>
          </p:cNvSpPr>
          <p:nvPr>
            <p:ph type="body" sz="quarter" idx="25" hasCustomPrompt="1"/>
          </p:nvPr>
        </p:nvSpPr>
        <p:spPr>
          <a:xfrm>
            <a:off x="5219040" y="5255767"/>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07</a:t>
            </a:r>
          </a:p>
        </p:txBody>
      </p:sp>
      <p:grpSp>
        <p:nvGrpSpPr>
          <p:cNvPr id="7" name="Group 6">
            <a:extLst>
              <a:ext uri="{FF2B5EF4-FFF2-40B4-BE49-F238E27FC236}">
                <a16:creationId xmlns:a16="http://schemas.microsoft.com/office/drawing/2014/main" id="{2CCD6DB2-2B82-4319-B1B7-23B970C97C8E}"/>
              </a:ext>
            </a:extLst>
          </p:cNvPr>
          <p:cNvGrpSpPr/>
          <p:nvPr/>
        </p:nvGrpSpPr>
        <p:grpSpPr>
          <a:xfrm>
            <a:off x="5219040" y="1911057"/>
            <a:ext cx="6696734" cy="3954750"/>
            <a:chOff x="5075004" y="1856465"/>
            <a:chExt cx="648072" cy="3954750"/>
          </a:xfrm>
        </p:grpSpPr>
        <p:cxnSp>
          <p:nvCxnSpPr>
            <p:cNvPr id="28" name="Straight Connector 27">
              <a:extLst>
                <a:ext uri="{FF2B5EF4-FFF2-40B4-BE49-F238E27FC236}">
                  <a16:creationId xmlns:a16="http://schemas.microsoft.com/office/drawing/2014/main" id="{B534ADE6-229C-45AE-8546-284CE33CC9B4}"/>
                </a:ext>
              </a:extLst>
            </p:cNvPr>
            <p:cNvCxnSpPr>
              <a:cxnSpLocks/>
            </p:cNvCxnSpPr>
            <p:nvPr userDrawn="1"/>
          </p:nvCxnSpPr>
          <p:spPr>
            <a:xfrm>
              <a:off x="5075004" y="1856465"/>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123473B-CB12-42A2-99E7-B0357969A148}"/>
                </a:ext>
              </a:extLst>
            </p:cNvPr>
            <p:cNvCxnSpPr>
              <a:cxnSpLocks/>
            </p:cNvCxnSpPr>
            <p:nvPr userDrawn="1"/>
          </p:nvCxnSpPr>
          <p:spPr>
            <a:xfrm>
              <a:off x="5075004" y="2515590"/>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D444121-3011-49CE-AFE2-72AC5775DC28}"/>
                </a:ext>
              </a:extLst>
            </p:cNvPr>
            <p:cNvCxnSpPr>
              <a:cxnSpLocks/>
            </p:cNvCxnSpPr>
            <p:nvPr userDrawn="1"/>
          </p:nvCxnSpPr>
          <p:spPr>
            <a:xfrm>
              <a:off x="5075004" y="3174715"/>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2BA3C9-4728-46E5-A2EE-9BBF5C466798}"/>
                </a:ext>
              </a:extLst>
            </p:cNvPr>
            <p:cNvCxnSpPr>
              <a:cxnSpLocks/>
            </p:cNvCxnSpPr>
            <p:nvPr userDrawn="1"/>
          </p:nvCxnSpPr>
          <p:spPr>
            <a:xfrm>
              <a:off x="5075004" y="3833840"/>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9F45924-729F-4E26-AF65-82B72177222E}"/>
                </a:ext>
              </a:extLst>
            </p:cNvPr>
            <p:cNvCxnSpPr>
              <a:cxnSpLocks/>
            </p:cNvCxnSpPr>
            <p:nvPr userDrawn="1"/>
          </p:nvCxnSpPr>
          <p:spPr>
            <a:xfrm>
              <a:off x="5075004" y="4492965"/>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3AFAC14-AFA1-4754-A546-F85476AE23C7}"/>
                </a:ext>
              </a:extLst>
            </p:cNvPr>
            <p:cNvCxnSpPr>
              <a:cxnSpLocks/>
            </p:cNvCxnSpPr>
            <p:nvPr userDrawn="1"/>
          </p:nvCxnSpPr>
          <p:spPr>
            <a:xfrm>
              <a:off x="5075004" y="5152090"/>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9CC7878F-8FEF-4B70-866B-EB4879D13E0D}"/>
                </a:ext>
              </a:extLst>
            </p:cNvPr>
            <p:cNvCxnSpPr>
              <a:cxnSpLocks/>
            </p:cNvCxnSpPr>
            <p:nvPr userDrawn="1"/>
          </p:nvCxnSpPr>
          <p:spPr>
            <a:xfrm>
              <a:off x="5075004" y="5811215"/>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grpSp>
      <p:sp>
        <p:nvSpPr>
          <p:cNvPr id="57" name="Text Placeholder 7">
            <a:extLst>
              <a:ext uri="{FF2B5EF4-FFF2-40B4-BE49-F238E27FC236}">
                <a16:creationId xmlns:a16="http://schemas.microsoft.com/office/drawing/2014/main" id="{72CE600F-15D2-44E8-AD6D-1A2D098DEB39}"/>
              </a:ext>
            </a:extLst>
          </p:cNvPr>
          <p:cNvSpPr>
            <a:spLocks noGrp="1"/>
          </p:cNvSpPr>
          <p:nvPr>
            <p:ph type="body" sz="quarter" idx="26" hasCustomPrompt="1"/>
          </p:nvPr>
        </p:nvSpPr>
        <p:spPr>
          <a:xfrm>
            <a:off x="5219040" y="5914890"/>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08</a:t>
            </a:r>
          </a:p>
        </p:txBody>
      </p:sp>
      <p:sp>
        <p:nvSpPr>
          <p:cNvPr id="58" name="Text Placeholder 7">
            <a:extLst>
              <a:ext uri="{FF2B5EF4-FFF2-40B4-BE49-F238E27FC236}">
                <a16:creationId xmlns:a16="http://schemas.microsoft.com/office/drawing/2014/main" id="{9882A830-7DD4-4F53-BED4-14CBCA526AB6}"/>
              </a:ext>
            </a:extLst>
          </p:cNvPr>
          <p:cNvSpPr>
            <a:spLocks noGrp="1"/>
          </p:cNvSpPr>
          <p:nvPr>
            <p:ph type="body" sz="quarter" idx="27" hasCustomPrompt="1"/>
          </p:nvPr>
        </p:nvSpPr>
        <p:spPr>
          <a:xfrm>
            <a:off x="5812038" y="3278392"/>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37" name="Text Placeholder 4">
            <a:extLst>
              <a:ext uri="{FF2B5EF4-FFF2-40B4-BE49-F238E27FC236}">
                <a16:creationId xmlns:a16="http://schemas.microsoft.com/office/drawing/2014/main" id="{E9B1F08F-851F-46CD-88FB-F8D1183BA3C1}"/>
              </a:ext>
            </a:extLst>
          </p:cNvPr>
          <p:cNvSpPr>
            <a:spLocks noGrp="1"/>
          </p:cNvSpPr>
          <p:nvPr>
            <p:ph type="body" sz="quarter" idx="28" hasCustomPrompt="1"/>
          </p:nvPr>
        </p:nvSpPr>
        <p:spPr>
          <a:xfrm>
            <a:off x="550200" y="0"/>
            <a:ext cx="8030076" cy="1105200"/>
          </a:xfrm>
          <a:prstGeom prst="rect">
            <a:avLst/>
          </a:prstGeom>
        </p:spPr>
        <p:txBody>
          <a:bodyPr lIns="0" rIns="0" anchor="ctr" anchorCtr="0"/>
          <a:lstStyle>
            <a:lvl1pPr>
              <a:lnSpc>
                <a:spcPct val="100000"/>
              </a:lnSpc>
              <a:spcBef>
                <a:spcPts val="0"/>
              </a:spcBef>
              <a:defRPr sz="3000" cap="all" spc="800" baseline="0">
                <a:solidFill>
                  <a:schemeClr val="bg1"/>
                </a:solidFill>
              </a:defRPr>
            </a:lvl1pPr>
          </a:lstStyle>
          <a:p>
            <a:pPr lvl="0"/>
            <a:r>
              <a:rPr lang="en-US"/>
              <a:t>CLICK TO INSERT TITLE</a:t>
            </a:r>
          </a:p>
        </p:txBody>
      </p:sp>
      <p:sp>
        <p:nvSpPr>
          <p:cNvPr id="2" name="Rectangle 1">
            <a:extLst>
              <a:ext uri="{FF2B5EF4-FFF2-40B4-BE49-F238E27FC236}">
                <a16:creationId xmlns:a16="http://schemas.microsoft.com/office/drawing/2014/main" id="{78D6D7E3-BD23-46E1-83C1-D6E27E07C1FC}"/>
              </a:ext>
            </a:extLst>
          </p:cNvPr>
          <p:cNvSpPr/>
          <p:nvPr/>
        </p:nvSpPr>
        <p:spPr>
          <a:xfrm>
            <a:off x="11532604" y="80628"/>
            <a:ext cx="504056" cy="68405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37">
            <a:extLst>
              <a:ext uri="{FF2B5EF4-FFF2-40B4-BE49-F238E27FC236}">
                <a16:creationId xmlns:a16="http://schemas.microsoft.com/office/drawing/2014/main" id="{59AF2768-7AA1-44E4-86B1-86103A31E702}"/>
              </a:ext>
            </a:extLst>
          </p:cNvPr>
          <p:cNvGrpSpPr/>
          <p:nvPr/>
        </p:nvGrpSpPr>
        <p:grpSpPr>
          <a:xfrm>
            <a:off x="11501102" y="171573"/>
            <a:ext cx="419436" cy="388087"/>
            <a:chOff x="5481638" y="2859088"/>
            <a:chExt cx="1231900" cy="1139825"/>
          </a:xfrm>
          <a:solidFill>
            <a:schemeClr val="bg1"/>
          </a:solidFill>
        </p:grpSpPr>
        <p:sp>
          <p:nvSpPr>
            <p:cNvPr id="47" name="Freeform 320">
              <a:extLst>
                <a:ext uri="{FF2B5EF4-FFF2-40B4-BE49-F238E27FC236}">
                  <a16:creationId xmlns:a16="http://schemas.microsoft.com/office/drawing/2014/main" id="{23DFF050-CF0F-4D2A-8F48-9D3DEE6D860E}"/>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321">
              <a:extLst>
                <a:ext uri="{FF2B5EF4-FFF2-40B4-BE49-F238E27FC236}">
                  <a16:creationId xmlns:a16="http://schemas.microsoft.com/office/drawing/2014/main" id="{8EEDCE04-FFCF-4E65-A7F5-D7EFA8510A4A}"/>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2610125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Agenda with Bullets">
    <p:spTree>
      <p:nvGrpSpPr>
        <p:cNvPr id="1" name=""/>
        <p:cNvGrpSpPr/>
        <p:nvPr/>
      </p:nvGrpSpPr>
      <p:grpSpPr>
        <a:xfrm>
          <a:off x="0" y="0"/>
          <a:ext cx="0" cy="0"/>
          <a:chOff x="0" y="0"/>
          <a:chExt cx="0" cy="0"/>
        </a:xfrm>
      </p:grpSpPr>
      <p:sp>
        <p:nvSpPr>
          <p:cNvPr id="39"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581006" y="1025440"/>
            <a:ext cx="5239630" cy="555448"/>
          </a:xfrm>
          <a:prstGeom prst="rect">
            <a:avLst/>
          </a:prstGeom>
        </p:spPr>
        <p:txBody>
          <a:bodyPr anchor="ctr">
            <a:noAutofit/>
          </a:bodyPr>
          <a:lstStyle>
            <a:lvl1pPr>
              <a:lnSpc>
                <a:spcPct val="100000"/>
              </a:lnSpc>
              <a:spcBef>
                <a:spcPts val="0"/>
              </a:spcBef>
              <a:spcAft>
                <a:spcPts val="0"/>
              </a:spcAft>
              <a:defRPr sz="18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1" name="Text Placeholder 7">
            <a:extLst>
              <a:ext uri="{FF2B5EF4-FFF2-40B4-BE49-F238E27FC236}">
                <a16:creationId xmlns:a16="http://schemas.microsoft.com/office/drawing/2014/main" id="{51B38475-EEFF-4D61-8B82-2C1B9CEDEEB4}"/>
              </a:ext>
            </a:extLst>
          </p:cNvPr>
          <p:cNvSpPr>
            <a:spLocks noGrp="1"/>
          </p:cNvSpPr>
          <p:nvPr>
            <p:ph type="body" sz="quarter" idx="19" hasCustomPrompt="1"/>
          </p:nvPr>
        </p:nvSpPr>
        <p:spPr>
          <a:xfrm>
            <a:off x="5988008" y="1025440"/>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01</a:t>
            </a:r>
          </a:p>
        </p:txBody>
      </p:sp>
      <p:pic>
        <p:nvPicPr>
          <p:cNvPr id="7" name="Picture 6">
            <a:extLst>
              <a:ext uri="{FF2B5EF4-FFF2-40B4-BE49-F238E27FC236}">
                <a16:creationId xmlns:a16="http://schemas.microsoft.com/office/drawing/2014/main" id="{6483C37E-EF26-4D04-8387-23A11A958904}"/>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13649" b="16290"/>
          <a:stretch/>
        </p:blipFill>
        <p:spPr>
          <a:xfrm>
            <a:off x="-1" y="1"/>
            <a:ext cx="4979877" cy="6858000"/>
          </a:xfrm>
          <a:prstGeom prst="rect">
            <a:avLst/>
          </a:prstGeom>
        </p:spPr>
      </p:pic>
      <p:sp>
        <p:nvSpPr>
          <p:cNvPr id="47" name="Text Placeholder 7">
            <a:extLst>
              <a:ext uri="{FF2B5EF4-FFF2-40B4-BE49-F238E27FC236}">
                <a16:creationId xmlns:a16="http://schemas.microsoft.com/office/drawing/2014/main" id="{5696C968-BAEE-4EAC-97A5-43A363DDBC16}"/>
              </a:ext>
            </a:extLst>
          </p:cNvPr>
          <p:cNvSpPr>
            <a:spLocks noGrp="1"/>
          </p:cNvSpPr>
          <p:nvPr>
            <p:ph type="body" sz="quarter" idx="20" hasCustomPrompt="1"/>
          </p:nvPr>
        </p:nvSpPr>
        <p:spPr>
          <a:xfrm>
            <a:off x="6581006" y="1664804"/>
            <a:ext cx="5239630" cy="864096"/>
          </a:xfrm>
          <a:prstGeom prst="rect">
            <a:avLst/>
          </a:prstGeom>
        </p:spPr>
        <p:txBody>
          <a:bodyPr anchor="t">
            <a:noAutofit/>
          </a:bodyPr>
          <a:lstStyle>
            <a:lvl1pPr marL="180975" indent="-180975">
              <a:lnSpc>
                <a:spcPct val="100000"/>
              </a:lnSpc>
              <a:spcBef>
                <a:spcPts val="0"/>
              </a:spcBef>
              <a:spcAft>
                <a:spcPts val="300"/>
              </a:spcAft>
              <a:buClr>
                <a:schemeClr val="bg1"/>
              </a:buClr>
              <a:buFont typeface="Wingdings" panose="05000000000000000000" pitchFamily="2" charset="2"/>
              <a:buChar char="§"/>
              <a:defRPr sz="14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48" name="Text Placeholder 7">
            <a:extLst>
              <a:ext uri="{FF2B5EF4-FFF2-40B4-BE49-F238E27FC236}">
                <a16:creationId xmlns:a16="http://schemas.microsoft.com/office/drawing/2014/main" id="{F7EBD7B1-7030-484C-AAAA-EE34C4CCBD27}"/>
              </a:ext>
            </a:extLst>
          </p:cNvPr>
          <p:cNvSpPr>
            <a:spLocks noGrp="1"/>
          </p:cNvSpPr>
          <p:nvPr>
            <p:ph type="body" sz="quarter" idx="21" hasCustomPrompt="1"/>
          </p:nvPr>
        </p:nvSpPr>
        <p:spPr>
          <a:xfrm>
            <a:off x="6581006" y="2612816"/>
            <a:ext cx="5239630" cy="555448"/>
          </a:xfrm>
          <a:prstGeom prst="rect">
            <a:avLst/>
          </a:prstGeom>
        </p:spPr>
        <p:txBody>
          <a:bodyPr anchor="ctr">
            <a:noAutofit/>
          </a:bodyPr>
          <a:lstStyle>
            <a:lvl1pPr>
              <a:lnSpc>
                <a:spcPct val="100000"/>
              </a:lnSpc>
              <a:spcBef>
                <a:spcPts val="0"/>
              </a:spcBef>
              <a:spcAft>
                <a:spcPts val="0"/>
              </a:spcAft>
              <a:defRPr sz="18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50" name="Text Placeholder 7">
            <a:extLst>
              <a:ext uri="{FF2B5EF4-FFF2-40B4-BE49-F238E27FC236}">
                <a16:creationId xmlns:a16="http://schemas.microsoft.com/office/drawing/2014/main" id="{9EBACEFE-5902-4234-A4B9-63DC414301AF}"/>
              </a:ext>
            </a:extLst>
          </p:cNvPr>
          <p:cNvSpPr>
            <a:spLocks noGrp="1"/>
          </p:cNvSpPr>
          <p:nvPr>
            <p:ph type="body" sz="quarter" idx="22" hasCustomPrompt="1"/>
          </p:nvPr>
        </p:nvSpPr>
        <p:spPr>
          <a:xfrm>
            <a:off x="5988008" y="2612816"/>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01</a:t>
            </a:r>
          </a:p>
        </p:txBody>
      </p:sp>
      <p:sp>
        <p:nvSpPr>
          <p:cNvPr id="51" name="Text Placeholder 7">
            <a:extLst>
              <a:ext uri="{FF2B5EF4-FFF2-40B4-BE49-F238E27FC236}">
                <a16:creationId xmlns:a16="http://schemas.microsoft.com/office/drawing/2014/main" id="{AEE8535D-F1BF-4006-B6C5-C84E7C5F9266}"/>
              </a:ext>
            </a:extLst>
          </p:cNvPr>
          <p:cNvSpPr>
            <a:spLocks noGrp="1"/>
          </p:cNvSpPr>
          <p:nvPr>
            <p:ph type="body" sz="quarter" idx="23" hasCustomPrompt="1"/>
          </p:nvPr>
        </p:nvSpPr>
        <p:spPr>
          <a:xfrm>
            <a:off x="6581006" y="3252180"/>
            <a:ext cx="5239630" cy="864096"/>
          </a:xfrm>
          <a:prstGeom prst="rect">
            <a:avLst/>
          </a:prstGeom>
        </p:spPr>
        <p:txBody>
          <a:bodyPr anchor="t">
            <a:noAutofit/>
          </a:bodyPr>
          <a:lstStyle>
            <a:lvl1pPr marL="180975" indent="-180975">
              <a:lnSpc>
                <a:spcPct val="100000"/>
              </a:lnSpc>
              <a:spcBef>
                <a:spcPts val="0"/>
              </a:spcBef>
              <a:spcAft>
                <a:spcPts val="300"/>
              </a:spcAft>
              <a:buClr>
                <a:schemeClr val="bg1"/>
              </a:buClr>
              <a:buFont typeface="Wingdings" panose="05000000000000000000" pitchFamily="2" charset="2"/>
              <a:buChar char="§"/>
              <a:defRPr sz="14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52" name="Text Placeholder 7">
            <a:extLst>
              <a:ext uri="{FF2B5EF4-FFF2-40B4-BE49-F238E27FC236}">
                <a16:creationId xmlns:a16="http://schemas.microsoft.com/office/drawing/2014/main" id="{0E1E14CF-FE0B-46EC-B1F5-6AC030B45971}"/>
              </a:ext>
            </a:extLst>
          </p:cNvPr>
          <p:cNvSpPr>
            <a:spLocks noGrp="1"/>
          </p:cNvSpPr>
          <p:nvPr>
            <p:ph type="body" sz="quarter" idx="24" hasCustomPrompt="1"/>
          </p:nvPr>
        </p:nvSpPr>
        <p:spPr>
          <a:xfrm>
            <a:off x="6581006" y="4206285"/>
            <a:ext cx="5239630" cy="555448"/>
          </a:xfrm>
          <a:prstGeom prst="rect">
            <a:avLst/>
          </a:prstGeom>
        </p:spPr>
        <p:txBody>
          <a:bodyPr anchor="ctr">
            <a:noAutofit/>
          </a:bodyPr>
          <a:lstStyle>
            <a:lvl1pPr>
              <a:lnSpc>
                <a:spcPct val="100000"/>
              </a:lnSpc>
              <a:spcBef>
                <a:spcPts val="0"/>
              </a:spcBef>
              <a:spcAft>
                <a:spcPts val="0"/>
              </a:spcAft>
              <a:defRPr sz="18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54" name="Text Placeholder 7">
            <a:extLst>
              <a:ext uri="{FF2B5EF4-FFF2-40B4-BE49-F238E27FC236}">
                <a16:creationId xmlns:a16="http://schemas.microsoft.com/office/drawing/2014/main" id="{39800D1C-BFF0-451C-A67C-6F0A8F9AD31A}"/>
              </a:ext>
            </a:extLst>
          </p:cNvPr>
          <p:cNvSpPr>
            <a:spLocks noGrp="1"/>
          </p:cNvSpPr>
          <p:nvPr>
            <p:ph type="body" sz="quarter" idx="25" hasCustomPrompt="1"/>
          </p:nvPr>
        </p:nvSpPr>
        <p:spPr>
          <a:xfrm>
            <a:off x="5988008" y="4206285"/>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01</a:t>
            </a:r>
          </a:p>
        </p:txBody>
      </p:sp>
      <p:sp>
        <p:nvSpPr>
          <p:cNvPr id="55" name="Text Placeholder 7">
            <a:extLst>
              <a:ext uri="{FF2B5EF4-FFF2-40B4-BE49-F238E27FC236}">
                <a16:creationId xmlns:a16="http://schemas.microsoft.com/office/drawing/2014/main" id="{89100200-558A-4028-A3E2-1BD62FF3EDEF}"/>
              </a:ext>
            </a:extLst>
          </p:cNvPr>
          <p:cNvSpPr>
            <a:spLocks noGrp="1"/>
          </p:cNvSpPr>
          <p:nvPr>
            <p:ph type="body" sz="quarter" idx="26" hasCustomPrompt="1"/>
          </p:nvPr>
        </p:nvSpPr>
        <p:spPr>
          <a:xfrm>
            <a:off x="6581006" y="4845649"/>
            <a:ext cx="5239630" cy="864096"/>
          </a:xfrm>
          <a:prstGeom prst="rect">
            <a:avLst/>
          </a:prstGeom>
        </p:spPr>
        <p:txBody>
          <a:bodyPr anchor="t">
            <a:noAutofit/>
          </a:bodyPr>
          <a:lstStyle>
            <a:lvl1pPr marL="180975" indent="-180975">
              <a:lnSpc>
                <a:spcPct val="100000"/>
              </a:lnSpc>
              <a:spcBef>
                <a:spcPts val="0"/>
              </a:spcBef>
              <a:spcAft>
                <a:spcPts val="300"/>
              </a:spcAft>
              <a:buClr>
                <a:schemeClr val="bg1"/>
              </a:buClr>
              <a:buFont typeface="Wingdings" panose="05000000000000000000" pitchFamily="2" charset="2"/>
              <a:buChar char="§"/>
              <a:defRPr sz="14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4">
            <a:extLst>
              <a:ext uri="{FF2B5EF4-FFF2-40B4-BE49-F238E27FC236}">
                <a16:creationId xmlns:a16="http://schemas.microsoft.com/office/drawing/2014/main" id="{01DD86F0-5287-4ACC-A3B6-3156B9528B2A}"/>
              </a:ext>
            </a:extLst>
          </p:cNvPr>
          <p:cNvSpPr>
            <a:spLocks noGrp="1"/>
          </p:cNvSpPr>
          <p:nvPr>
            <p:ph type="body" sz="quarter" idx="27" hasCustomPrompt="1"/>
          </p:nvPr>
        </p:nvSpPr>
        <p:spPr>
          <a:xfrm>
            <a:off x="550200" y="0"/>
            <a:ext cx="8030076" cy="1105200"/>
          </a:xfrm>
          <a:prstGeom prst="rect">
            <a:avLst/>
          </a:prstGeom>
        </p:spPr>
        <p:txBody>
          <a:bodyPr lIns="0" rIns="0" anchor="ctr" anchorCtr="0"/>
          <a:lstStyle>
            <a:lvl1pPr>
              <a:lnSpc>
                <a:spcPct val="100000"/>
              </a:lnSpc>
              <a:spcBef>
                <a:spcPts val="0"/>
              </a:spcBef>
              <a:defRPr sz="3000" cap="all" spc="800" baseline="0">
                <a:solidFill>
                  <a:schemeClr val="bg1"/>
                </a:solidFill>
              </a:defRPr>
            </a:lvl1pPr>
          </a:lstStyle>
          <a:p>
            <a:pPr lvl="0"/>
            <a:r>
              <a:rPr lang="en-US"/>
              <a:t>CLICK TO INSERT TITLE</a:t>
            </a:r>
          </a:p>
        </p:txBody>
      </p:sp>
    </p:spTree>
    <p:extLst>
      <p:ext uri="{BB962C8B-B14F-4D97-AF65-F5344CB8AC3E}">
        <p14:creationId xmlns:p14="http://schemas.microsoft.com/office/powerpoint/2010/main" val="27820981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_Agenda with Bullet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A9240F-8CB8-4944-A2F6-758B172285D5}"/>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649" b="35815"/>
          <a:stretch/>
        </p:blipFill>
        <p:spPr>
          <a:xfrm>
            <a:off x="227013" y="0"/>
            <a:ext cx="11964987" cy="6858000"/>
          </a:xfrm>
          <a:prstGeom prst="rect">
            <a:avLst/>
          </a:prstGeom>
        </p:spPr>
      </p:pic>
      <p:sp>
        <p:nvSpPr>
          <p:cNvPr id="11" name="Text Placeholder 4">
            <a:extLst>
              <a:ext uri="{FF2B5EF4-FFF2-40B4-BE49-F238E27FC236}">
                <a16:creationId xmlns:a16="http://schemas.microsoft.com/office/drawing/2014/main" id="{6E57F194-2B3F-4A81-848E-18C0009F12D1}"/>
              </a:ext>
            </a:extLst>
          </p:cNvPr>
          <p:cNvSpPr>
            <a:spLocks noGrp="1"/>
          </p:cNvSpPr>
          <p:nvPr>
            <p:ph type="body" sz="quarter" idx="27" hasCustomPrompt="1"/>
          </p:nvPr>
        </p:nvSpPr>
        <p:spPr>
          <a:xfrm>
            <a:off x="550200" y="0"/>
            <a:ext cx="8030076" cy="1105200"/>
          </a:xfrm>
          <a:prstGeom prst="rect">
            <a:avLst/>
          </a:prstGeom>
        </p:spPr>
        <p:txBody>
          <a:bodyPr lIns="0" rIns="0" anchor="ctr" anchorCtr="0"/>
          <a:lstStyle>
            <a:lvl1pPr>
              <a:lnSpc>
                <a:spcPct val="100000"/>
              </a:lnSpc>
              <a:spcBef>
                <a:spcPts val="0"/>
              </a:spcBef>
              <a:defRPr sz="3000" cap="all" spc="800" baseline="0">
                <a:solidFill>
                  <a:schemeClr val="accent1"/>
                </a:solidFill>
              </a:defRPr>
            </a:lvl1pPr>
          </a:lstStyle>
          <a:p>
            <a:pPr lvl="0"/>
            <a:r>
              <a:rPr lang="en-US"/>
              <a:t>CLICK TO INSERT TITLE</a:t>
            </a:r>
          </a:p>
        </p:txBody>
      </p:sp>
      <p:sp>
        <p:nvSpPr>
          <p:cNvPr id="37" name="Text Placeholder 7">
            <a:extLst>
              <a:ext uri="{FF2B5EF4-FFF2-40B4-BE49-F238E27FC236}">
                <a16:creationId xmlns:a16="http://schemas.microsoft.com/office/drawing/2014/main" id="{F9E2157D-6D46-4968-85FF-B09A395AB528}"/>
              </a:ext>
            </a:extLst>
          </p:cNvPr>
          <p:cNvSpPr>
            <a:spLocks noGrp="1"/>
          </p:cNvSpPr>
          <p:nvPr>
            <p:ph type="body" sz="quarter" idx="11" hasCustomPrompt="1"/>
          </p:nvPr>
        </p:nvSpPr>
        <p:spPr>
          <a:xfrm>
            <a:off x="1792474" y="1580228"/>
            <a:ext cx="5239630" cy="555448"/>
          </a:xfrm>
          <a:prstGeom prst="rect">
            <a:avLst/>
          </a:prstGeom>
        </p:spPr>
        <p:txBody>
          <a:bodyPr anchor="ctr">
            <a:noAutofit/>
          </a:bodyPr>
          <a:lstStyle>
            <a:lvl1pPr>
              <a:lnSpc>
                <a:spcPct val="100000"/>
              </a:lnSpc>
              <a:spcBef>
                <a:spcPts val="0"/>
              </a:spcBef>
              <a:spcAft>
                <a:spcPts val="0"/>
              </a:spcAft>
              <a:defRPr sz="1800" b="0" spc="-110" baseline="0">
                <a:solidFill>
                  <a:schemeClr val="accent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40" name="Text Placeholder 7">
            <a:extLst>
              <a:ext uri="{FF2B5EF4-FFF2-40B4-BE49-F238E27FC236}">
                <a16:creationId xmlns:a16="http://schemas.microsoft.com/office/drawing/2014/main" id="{16129A91-070F-4837-ABDB-188EE3F2146F}"/>
              </a:ext>
            </a:extLst>
          </p:cNvPr>
          <p:cNvSpPr>
            <a:spLocks noGrp="1"/>
          </p:cNvSpPr>
          <p:nvPr>
            <p:ph type="body" sz="quarter" idx="20" hasCustomPrompt="1"/>
          </p:nvPr>
        </p:nvSpPr>
        <p:spPr>
          <a:xfrm>
            <a:off x="1792474" y="2219592"/>
            <a:ext cx="5239630" cy="864096"/>
          </a:xfrm>
          <a:prstGeom prst="rect">
            <a:avLst/>
          </a:prstGeom>
        </p:spPr>
        <p:txBody>
          <a:bodyPr anchor="t">
            <a:noAutofit/>
          </a:bodyPr>
          <a:lstStyle>
            <a:lvl1pPr marL="180975" indent="-180975">
              <a:lnSpc>
                <a:spcPct val="100000"/>
              </a:lnSpc>
              <a:spcBef>
                <a:spcPts val="0"/>
              </a:spcBef>
              <a:spcAft>
                <a:spcPts val="300"/>
              </a:spcAft>
              <a:buClr>
                <a:schemeClr val="accent1"/>
              </a:buClr>
              <a:buFont typeface="Wingdings" panose="05000000000000000000" pitchFamily="2" charset="2"/>
              <a:buChar char="§"/>
              <a:defRPr sz="1400" spc="-110" baseline="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41" name="Text Placeholder 7">
            <a:extLst>
              <a:ext uri="{FF2B5EF4-FFF2-40B4-BE49-F238E27FC236}">
                <a16:creationId xmlns:a16="http://schemas.microsoft.com/office/drawing/2014/main" id="{60390DE9-0E12-4424-B6B2-E8678CCD770C}"/>
              </a:ext>
            </a:extLst>
          </p:cNvPr>
          <p:cNvSpPr>
            <a:spLocks noGrp="1"/>
          </p:cNvSpPr>
          <p:nvPr>
            <p:ph type="body" sz="quarter" idx="21" hasCustomPrompt="1"/>
          </p:nvPr>
        </p:nvSpPr>
        <p:spPr>
          <a:xfrm>
            <a:off x="1792474" y="3167604"/>
            <a:ext cx="5239630" cy="555448"/>
          </a:xfrm>
          <a:prstGeom prst="rect">
            <a:avLst/>
          </a:prstGeom>
        </p:spPr>
        <p:txBody>
          <a:bodyPr anchor="ctr">
            <a:noAutofit/>
          </a:bodyPr>
          <a:lstStyle>
            <a:lvl1pPr>
              <a:lnSpc>
                <a:spcPct val="100000"/>
              </a:lnSpc>
              <a:spcBef>
                <a:spcPts val="0"/>
              </a:spcBef>
              <a:spcAft>
                <a:spcPts val="0"/>
              </a:spcAft>
              <a:defRPr sz="1800" b="0" spc="-110" baseline="0">
                <a:solidFill>
                  <a:schemeClr val="accent4"/>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46" name="Text Placeholder 7">
            <a:extLst>
              <a:ext uri="{FF2B5EF4-FFF2-40B4-BE49-F238E27FC236}">
                <a16:creationId xmlns:a16="http://schemas.microsoft.com/office/drawing/2014/main" id="{E72FC0F2-39DF-43CE-AB14-D3643D73D7B8}"/>
              </a:ext>
            </a:extLst>
          </p:cNvPr>
          <p:cNvSpPr>
            <a:spLocks noGrp="1"/>
          </p:cNvSpPr>
          <p:nvPr>
            <p:ph type="body" sz="quarter" idx="23" hasCustomPrompt="1"/>
          </p:nvPr>
        </p:nvSpPr>
        <p:spPr>
          <a:xfrm>
            <a:off x="1792474" y="3806968"/>
            <a:ext cx="5239630" cy="864096"/>
          </a:xfrm>
          <a:prstGeom prst="rect">
            <a:avLst/>
          </a:prstGeom>
        </p:spPr>
        <p:txBody>
          <a:bodyPr anchor="t">
            <a:noAutofit/>
          </a:bodyPr>
          <a:lstStyle>
            <a:lvl1pPr marL="180975" indent="-180975">
              <a:lnSpc>
                <a:spcPct val="100000"/>
              </a:lnSpc>
              <a:spcBef>
                <a:spcPts val="0"/>
              </a:spcBef>
              <a:spcAft>
                <a:spcPts val="300"/>
              </a:spcAft>
              <a:buClr>
                <a:schemeClr val="accent1"/>
              </a:buClr>
              <a:buFont typeface="Wingdings" panose="05000000000000000000" pitchFamily="2" charset="2"/>
              <a:buChar char="§"/>
              <a:defRPr sz="1400" spc="-110" baseline="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47" name="Text Placeholder 7">
            <a:extLst>
              <a:ext uri="{FF2B5EF4-FFF2-40B4-BE49-F238E27FC236}">
                <a16:creationId xmlns:a16="http://schemas.microsoft.com/office/drawing/2014/main" id="{4F773354-68F2-4278-9B45-BA7961533277}"/>
              </a:ext>
            </a:extLst>
          </p:cNvPr>
          <p:cNvSpPr>
            <a:spLocks noGrp="1"/>
          </p:cNvSpPr>
          <p:nvPr>
            <p:ph type="body" sz="quarter" idx="24" hasCustomPrompt="1"/>
          </p:nvPr>
        </p:nvSpPr>
        <p:spPr>
          <a:xfrm>
            <a:off x="1792474" y="4761073"/>
            <a:ext cx="5239630" cy="555448"/>
          </a:xfrm>
          <a:prstGeom prst="rect">
            <a:avLst/>
          </a:prstGeom>
        </p:spPr>
        <p:txBody>
          <a:bodyPr anchor="ctr">
            <a:noAutofit/>
          </a:bodyPr>
          <a:lstStyle>
            <a:lvl1pPr>
              <a:lnSpc>
                <a:spcPct val="100000"/>
              </a:lnSpc>
              <a:spcBef>
                <a:spcPts val="0"/>
              </a:spcBef>
              <a:spcAft>
                <a:spcPts val="0"/>
              </a:spcAft>
              <a:defRPr sz="1800" b="0" spc="-110" baseline="0">
                <a:solidFill>
                  <a:schemeClr val="accent6"/>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52" name="Text Placeholder 7">
            <a:extLst>
              <a:ext uri="{FF2B5EF4-FFF2-40B4-BE49-F238E27FC236}">
                <a16:creationId xmlns:a16="http://schemas.microsoft.com/office/drawing/2014/main" id="{BB2FA52D-D355-474E-B577-45420828F25E}"/>
              </a:ext>
            </a:extLst>
          </p:cNvPr>
          <p:cNvSpPr>
            <a:spLocks noGrp="1"/>
          </p:cNvSpPr>
          <p:nvPr>
            <p:ph type="body" sz="quarter" idx="26" hasCustomPrompt="1"/>
          </p:nvPr>
        </p:nvSpPr>
        <p:spPr>
          <a:xfrm>
            <a:off x="1792474" y="5400437"/>
            <a:ext cx="5239630" cy="864096"/>
          </a:xfrm>
          <a:prstGeom prst="rect">
            <a:avLst/>
          </a:prstGeom>
        </p:spPr>
        <p:txBody>
          <a:bodyPr anchor="t">
            <a:noAutofit/>
          </a:bodyPr>
          <a:lstStyle>
            <a:lvl1pPr marL="180975" indent="-180975">
              <a:lnSpc>
                <a:spcPct val="100000"/>
              </a:lnSpc>
              <a:spcBef>
                <a:spcPts val="0"/>
              </a:spcBef>
              <a:spcAft>
                <a:spcPts val="300"/>
              </a:spcAft>
              <a:buClr>
                <a:schemeClr val="accent1"/>
              </a:buClr>
              <a:buFont typeface="Wingdings" panose="05000000000000000000" pitchFamily="2" charset="2"/>
              <a:buChar char="§"/>
              <a:defRPr sz="1400" spc="-110" baseline="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Tree>
    <p:extLst>
      <p:ext uri="{BB962C8B-B14F-4D97-AF65-F5344CB8AC3E}">
        <p14:creationId xmlns:p14="http://schemas.microsoft.com/office/powerpoint/2010/main" val="38930575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 name="Picture 4">
            <a:extLst>
              <a:ext uri="{FF2B5EF4-FFF2-40B4-BE49-F238E27FC236}">
                <a16:creationId xmlns:a16="http://schemas.microsoft.com/office/drawing/2014/main" id="{67224600-F01D-4171-8849-A7DC6C4FAC11}"/>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l="11447" t="12938" r="15229" b="11076"/>
          <a:stretch/>
        </p:blipFill>
        <p:spPr>
          <a:xfrm flipV="1">
            <a:off x="1365541" y="-3"/>
            <a:ext cx="9804412" cy="6858001"/>
          </a:xfrm>
          <a:prstGeom prst="rect">
            <a:avLst/>
          </a:prstGeom>
        </p:spPr>
      </p:pic>
      <p:sp>
        <p:nvSpPr>
          <p:cNvPr id="22" name="Subtitle 2"/>
          <p:cNvSpPr>
            <a:spLocks noGrp="1"/>
          </p:cNvSpPr>
          <p:nvPr>
            <p:ph type="subTitle" idx="1" hasCustomPrompt="1"/>
          </p:nvPr>
        </p:nvSpPr>
        <p:spPr>
          <a:xfrm>
            <a:off x="2686276" y="4149207"/>
            <a:ext cx="721436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a:lnSpc>
                <a:spcPct val="100000"/>
              </a:lnSpc>
              <a:spcBef>
                <a:spcPts val="0"/>
              </a:spcBef>
              <a:defRPr lang="en-US" spc="-90" baseline="0" dirty="0">
                <a:solidFill>
                  <a:schemeClr val="bg1"/>
                </a:solidFill>
              </a:defRPr>
            </a:lvl1pPr>
          </a:lstStyle>
          <a:p>
            <a:pPr marR="0" lvl="0" fontAlgn="auto">
              <a:spcAft>
                <a:spcPts val="0"/>
              </a:spcAft>
              <a:buClrTx/>
              <a:buSzTx/>
              <a:tabLst/>
            </a:pPr>
            <a:r>
              <a:rPr lang="en-US"/>
              <a:t>Click to insert presenter, location, and date</a:t>
            </a:r>
          </a:p>
        </p:txBody>
      </p:sp>
      <p:pic>
        <p:nvPicPr>
          <p:cNvPr id="7" name="Picture 6">
            <a:extLst>
              <a:ext uri="{FF2B5EF4-FFF2-40B4-BE49-F238E27FC236}">
                <a16:creationId xmlns:a16="http://schemas.microsoft.com/office/drawing/2014/main" id="{96661B50-8835-462F-AF32-911370CCEC10}"/>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0" y="0"/>
            <a:ext cx="5497530" cy="1656011"/>
          </a:xfrm>
          <a:prstGeom prst="rect">
            <a:avLst/>
          </a:prstGeom>
        </p:spPr>
      </p:pic>
      <p:sp>
        <p:nvSpPr>
          <p:cNvPr id="8" name="Text Placeholder 4">
            <a:extLst>
              <a:ext uri="{FF2B5EF4-FFF2-40B4-BE49-F238E27FC236}">
                <a16:creationId xmlns:a16="http://schemas.microsoft.com/office/drawing/2014/main" id="{8C8D9494-5CA5-4808-819A-A991E602A945}"/>
              </a:ext>
            </a:extLst>
          </p:cNvPr>
          <p:cNvSpPr>
            <a:spLocks noGrp="1"/>
          </p:cNvSpPr>
          <p:nvPr>
            <p:ph type="body" sz="quarter" idx="11" hasCustomPrompt="1"/>
          </p:nvPr>
        </p:nvSpPr>
        <p:spPr>
          <a:xfrm>
            <a:off x="2675621" y="2693377"/>
            <a:ext cx="7243986" cy="1295400"/>
          </a:xfrm>
          <a:prstGeom prst="rect">
            <a:avLst/>
          </a:prstGeom>
        </p:spPr>
        <p:txBody>
          <a:bodyPr lIns="0" rIns="0" anchor="b" anchorCtr="0"/>
          <a:lstStyle>
            <a:lvl1pPr>
              <a:lnSpc>
                <a:spcPct val="100000"/>
              </a:lnSpc>
              <a:spcBef>
                <a:spcPts val="0"/>
              </a:spcBef>
              <a:defRPr sz="3000" cap="all" spc="800" baseline="0">
                <a:solidFill>
                  <a:schemeClr val="bg1"/>
                </a:solidFill>
              </a:defRPr>
            </a:lvl1pPr>
          </a:lstStyle>
          <a:p>
            <a:pPr lvl="0"/>
            <a:r>
              <a:rPr lang="en-US"/>
              <a:t>CLICK TO INSERT TITLE</a:t>
            </a:r>
          </a:p>
        </p:txBody>
      </p:sp>
    </p:spTree>
    <p:extLst>
      <p:ext uri="{BB962C8B-B14F-4D97-AF65-F5344CB8AC3E}">
        <p14:creationId xmlns:p14="http://schemas.microsoft.com/office/powerpoint/2010/main" val="148742941"/>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8B34D6-DC42-4145-BA7D-8D2E53014D4A}"/>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t="-1" b="7042"/>
          <a:stretch/>
        </p:blipFill>
        <p:spPr>
          <a:xfrm rot="16200000">
            <a:off x="2760601" y="-2573400"/>
            <a:ext cx="6670800" cy="12191999"/>
          </a:xfrm>
          <a:prstGeom prst="rect">
            <a:avLst/>
          </a:prstGeom>
        </p:spPr>
      </p:pic>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9" name="Object 8"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Subtitle 2"/>
          <p:cNvSpPr>
            <a:spLocks noGrp="1"/>
          </p:cNvSpPr>
          <p:nvPr>
            <p:ph type="subTitle" idx="1" hasCustomPrompt="1"/>
          </p:nvPr>
        </p:nvSpPr>
        <p:spPr>
          <a:xfrm>
            <a:off x="958084" y="5435302"/>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a:lnSpc>
                <a:spcPct val="100000"/>
              </a:lnSpc>
              <a:spcBef>
                <a:spcPts val="0"/>
              </a:spcBef>
              <a:defRPr lang="en-US" spc="-90" baseline="0" dirty="0">
                <a:solidFill>
                  <a:schemeClr val="bg1"/>
                </a:solidFill>
              </a:defRPr>
            </a:lvl1pPr>
          </a:lstStyle>
          <a:p>
            <a:pPr marR="0" lvl="0" fontAlgn="auto">
              <a:spcAft>
                <a:spcPts val="0"/>
              </a:spcAft>
              <a:buClrTx/>
              <a:buSzTx/>
              <a:tabLst/>
            </a:pPr>
            <a:r>
              <a:rPr lang="en-US"/>
              <a:t>Click to insert presenter, location, and date</a:t>
            </a:r>
          </a:p>
        </p:txBody>
      </p:sp>
      <p:sp>
        <p:nvSpPr>
          <p:cNvPr id="7" name="Text Placeholder 4">
            <a:extLst>
              <a:ext uri="{FF2B5EF4-FFF2-40B4-BE49-F238E27FC236}">
                <a16:creationId xmlns:a16="http://schemas.microsoft.com/office/drawing/2014/main" id="{1F3E939C-08F0-4EF6-9BF9-099A86FAC769}"/>
              </a:ext>
            </a:extLst>
          </p:cNvPr>
          <p:cNvSpPr>
            <a:spLocks noGrp="1"/>
          </p:cNvSpPr>
          <p:nvPr>
            <p:ph type="body" sz="quarter" idx="11" hasCustomPrompt="1"/>
          </p:nvPr>
        </p:nvSpPr>
        <p:spPr>
          <a:xfrm>
            <a:off x="958084" y="3979863"/>
            <a:ext cx="6234859" cy="1295400"/>
          </a:xfrm>
          <a:prstGeom prst="rect">
            <a:avLst/>
          </a:prstGeom>
        </p:spPr>
        <p:txBody>
          <a:bodyPr lIns="0" rIns="0" anchor="b" anchorCtr="0"/>
          <a:lstStyle>
            <a:lvl1pPr>
              <a:lnSpc>
                <a:spcPct val="100000"/>
              </a:lnSpc>
              <a:spcBef>
                <a:spcPts val="0"/>
              </a:spcBef>
              <a:defRPr sz="3000" cap="all" spc="800" baseline="0">
                <a:solidFill>
                  <a:schemeClr val="bg1"/>
                </a:solidFill>
              </a:defRPr>
            </a:lvl1pPr>
          </a:lstStyle>
          <a:p>
            <a:pPr lvl="0"/>
            <a:r>
              <a:rPr lang="en-US"/>
              <a:t>CLICK TO INSERT TITLE</a:t>
            </a:r>
          </a:p>
        </p:txBody>
      </p:sp>
      <p:pic>
        <p:nvPicPr>
          <p:cNvPr id="8" name="Picture 7">
            <a:extLst>
              <a:ext uri="{FF2B5EF4-FFF2-40B4-BE49-F238E27FC236}">
                <a16:creationId xmlns:a16="http://schemas.microsoft.com/office/drawing/2014/main" id="{C88218C7-B4AA-4C34-BF74-7043D9A9320F}"/>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6694470" y="0"/>
            <a:ext cx="5497530" cy="1656011"/>
          </a:xfrm>
          <a:prstGeom prst="rect">
            <a:avLst/>
          </a:prstGeom>
        </p:spPr>
      </p:pic>
    </p:spTree>
    <p:extLst>
      <p:ext uri="{BB962C8B-B14F-4D97-AF65-F5344CB8AC3E}">
        <p14:creationId xmlns:p14="http://schemas.microsoft.com/office/powerpoint/2010/main" val="3719910107"/>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Title Slide 1">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9" name="Picture 8">
            <a:extLst>
              <a:ext uri="{FF2B5EF4-FFF2-40B4-BE49-F238E27FC236}">
                <a16:creationId xmlns:a16="http://schemas.microsoft.com/office/drawing/2014/main" id="{07D2310B-8999-4DC3-90BF-37B9C9AD8943}"/>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l="19707" t="22063" r="12716" b="21499"/>
          <a:stretch/>
        </p:blipFill>
        <p:spPr>
          <a:xfrm rot="10800000">
            <a:off x="1" y="-7375"/>
            <a:ext cx="12191999" cy="6872750"/>
          </a:xfrm>
          <a:prstGeom prst="rect">
            <a:avLst/>
          </a:prstGeom>
        </p:spPr>
      </p:pic>
      <p:sp>
        <p:nvSpPr>
          <p:cNvPr id="12" name="Subtitle 2"/>
          <p:cNvSpPr>
            <a:spLocks noGrp="1"/>
          </p:cNvSpPr>
          <p:nvPr>
            <p:ph type="subTitle" idx="1" hasCustomPrompt="1"/>
          </p:nvPr>
        </p:nvSpPr>
        <p:spPr>
          <a:xfrm>
            <a:off x="4237984" y="4483921"/>
            <a:ext cx="6894202"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2000" spc="-90" baseline="0" dirty="0">
                <a:solidFill>
                  <a:schemeClr val="accent3"/>
                </a:solidFill>
              </a:defRPr>
            </a:lvl1pPr>
          </a:lstStyle>
          <a:p>
            <a:pPr marL="0" lvl="0"/>
            <a:r>
              <a:rPr lang="en-US"/>
              <a:t>Click to insert presenter, location, and date</a:t>
            </a:r>
          </a:p>
        </p:txBody>
      </p:sp>
      <p:sp>
        <p:nvSpPr>
          <p:cNvPr id="10" name="Text Placeholder 4">
            <a:extLst>
              <a:ext uri="{FF2B5EF4-FFF2-40B4-BE49-F238E27FC236}">
                <a16:creationId xmlns:a16="http://schemas.microsoft.com/office/drawing/2014/main" id="{66DB4EE8-307A-48A9-B938-9508B81352FF}"/>
              </a:ext>
            </a:extLst>
          </p:cNvPr>
          <p:cNvSpPr>
            <a:spLocks noGrp="1"/>
          </p:cNvSpPr>
          <p:nvPr>
            <p:ph type="body" sz="quarter" idx="11" hasCustomPrompt="1"/>
          </p:nvPr>
        </p:nvSpPr>
        <p:spPr>
          <a:xfrm>
            <a:off x="4237984" y="3015695"/>
            <a:ext cx="6894202" cy="1295400"/>
          </a:xfrm>
          <a:prstGeom prst="rect">
            <a:avLst/>
          </a:prstGeom>
        </p:spPr>
        <p:txBody>
          <a:bodyPr lIns="0" rIns="0" anchor="b" anchorCtr="0"/>
          <a:lstStyle>
            <a:lvl1pPr>
              <a:lnSpc>
                <a:spcPct val="100000"/>
              </a:lnSpc>
              <a:spcBef>
                <a:spcPts val="0"/>
              </a:spcBef>
              <a:defRPr sz="3000" cap="all" spc="800" baseline="0">
                <a:solidFill>
                  <a:schemeClr val="tx2"/>
                </a:solidFill>
              </a:defRPr>
            </a:lvl1pPr>
          </a:lstStyle>
          <a:p>
            <a:pPr lvl="0"/>
            <a:r>
              <a:rPr lang="en-US"/>
              <a:t>CLICK TO INSERT TITLE</a:t>
            </a:r>
          </a:p>
        </p:txBody>
      </p:sp>
      <p:pic>
        <p:nvPicPr>
          <p:cNvPr id="11" name="Picture 10">
            <a:extLst>
              <a:ext uri="{FF2B5EF4-FFF2-40B4-BE49-F238E27FC236}">
                <a16:creationId xmlns:a16="http://schemas.microsoft.com/office/drawing/2014/main" id="{4D93F2D0-8F43-4623-B602-F36EEF64020B}"/>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683732" y="1520788"/>
            <a:ext cx="5497530" cy="1656011"/>
          </a:xfrm>
          <a:prstGeom prst="rect">
            <a:avLst/>
          </a:prstGeom>
        </p:spPr>
      </p:pic>
    </p:spTree>
    <p:extLst>
      <p:ext uri="{BB962C8B-B14F-4D97-AF65-F5344CB8AC3E}">
        <p14:creationId xmlns:p14="http://schemas.microsoft.com/office/powerpoint/2010/main" val="776753245"/>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Slide 3">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40E73E1-9249-4111-82B0-88F1BB3D2E94}"/>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37524" t="24208" r="-90" b="15175"/>
          <a:stretch/>
        </p:blipFill>
        <p:spPr>
          <a:xfrm flipH="1" flipV="1">
            <a:off x="0" y="620688"/>
            <a:ext cx="12192000" cy="6237312"/>
          </a:xfrm>
          <a:prstGeom prst="rect">
            <a:avLst/>
          </a:prstGeom>
        </p:spPr>
      </p:pic>
      <p:graphicFrame>
        <p:nvGraphicFramePr>
          <p:cNvPr id="16" name="Object 15"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16" name="Object 15"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Subtitle 2">
            <a:extLst>
              <a:ext uri="{FF2B5EF4-FFF2-40B4-BE49-F238E27FC236}">
                <a16:creationId xmlns:a16="http://schemas.microsoft.com/office/drawing/2014/main" id="{6B437DF2-2033-4979-A53F-26C5459266C2}"/>
              </a:ext>
            </a:extLst>
          </p:cNvPr>
          <p:cNvSpPr>
            <a:spLocks noGrp="1"/>
          </p:cNvSpPr>
          <p:nvPr>
            <p:ph type="subTitle" idx="1" hasCustomPrompt="1"/>
          </p:nvPr>
        </p:nvSpPr>
        <p:spPr>
          <a:xfrm>
            <a:off x="3143672" y="1925427"/>
            <a:ext cx="7056784"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a:lnSpc>
                <a:spcPct val="100000"/>
              </a:lnSpc>
              <a:spcBef>
                <a:spcPts val="0"/>
              </a:spcBef>
              <a:defRPr lang="en-US" spc="-90" baseline="0" dirty="0">
                <a:solidFill>
                  <a:schemeClr val="bg1"/>
                </a:solidFill>
              </a:defRPr>
            </a:lvl1pPr>
          </a:lstStyle>
          <a:p>
            <a:pPr marR="0" lvl="0" fontAlgn="auto">
              <a:spcAft>
                <a:spcPts val="0"/>
              </a:spcAft>
              <a:buClrTx/>
              <a:buSzTx/>
              <a:tabLst/>
            </a:pPr>
            <a:r>
              <a:rPr lang="en-US"/>
              <a:t>Click to insert presenter, location, and date</a:t>
            </a:r>
          </a:p>
        </p:txBody>
      </p:sp>
      <p:sp>
        <p:nvSpPr>
          <p:cNvPr id="11" name="Text Placeholder 4">
            <a:extLst>
              <a:ext uri="{FF2B5EF4-FFF2-40B4-BE49-F238E27FC236}">
                <a16:creationId xmlns:a16="http://schemas.microsoft.com/office/drawing/2014/main" id="{E740637A-F5E3-41D2-A301-8494E1C17522}"/>
              </a:ext>
            </a:extLst>
          </p:cNvPr>
          <p:cNvSpPr>
            <a:spLocks noGrp="1"/>
          </p:cNvSpPr>
          <p:nvPr>
            <p:ph type="body" sz="quarter" idx="11" hasCustomPrompt="1"/>
          </p:nvPr>
        </p:nvSpPr>
        <p:spPr>
          <a:xfrm>
            <a:off x="3143672" y="404664"/>
            <a:ext cx="7056784" cy="1295400"/>
          </a:xfrm>
          <a:prstGeom prst="rect">
            <a:avLst/>
          </a:prstGeom>
        </p:spPr>
        <p:txBody>
          <a:bodyPr lIns="0" rIns="0" anchor="b" anchorCtr="0"/>
          <a:lstStyle>
            <a:lvl1pPr>
              <a:lnSpc>
                <a:spcPct val="100000"/>
              </a:lnSpc>
              <a:spcBef>
                <a:spcPts val="0"/>
              </a:spcBef>
              <a:defRPr sz="3000" cap="all" spc="800" baseline="0">
                <a:solidFill>
                  <a:schemeClr val="bg1"/>
                </a:solidFill>
              </a:defRPr>
            </a:lvl1pPr>
          </a:lstStyle>
          <a:p>
            <a:pPr lvl="0"/>
            <a:r>
              <a:rPr lang="en-US"/>
              <a:t>CLICK TO INSERT TITLE</a:t>
            </a:r>
          </a:p>
        </p:txBody>
      </p:sp>
      <p:pic>
        <p:nvPicPr>
          <p:cNvPr id="7" name="Picture 6">
            <a:extLst>
              <a:ext uri="{FF2B5EF4-FFF2-40B4-BE49-F238E27FC236}">
                <a16:creationId xmlns:a16="http://schemas.microsoft.com/office/drawing/2014/main" id="{7ED78FE8-04B7-4573-BE0E-31AD830577E6}"/>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0" y="5201989"/>
            <a:ext cx="5497530" cy="1656011"/>
          </a:xfrm>
          <a:prstGeom prst="rect">
            <a:avLst/>
          </a:prstGeom>
        </p:spPr>
      </p:pic>
    </p:spTree>
    <p:extLst>
      <p:ext uri="{BB962C8B-B14F-4D97-AF65-F5344CB8AC3E}">
        <p14:creationId xmlns:p14="http://schemas.microsoft.com/office/powerpoint/2010/main" val="1675535162"/>
      </p:ext>
    </p:extLst>
  </p:cSld>
  <p:clrMapOvr>
    <a:masterClrMapping/>
  </p:clrMapOvr>
  <p:extLst>
    <p:ext uri="{DCECCB84-F9BA-43D5-87BE-67443E8EF086}">
      <p15:sldGuideLst xmlns:p15="http://schemas.microsoft.com/office/powerpoint/2012/main">
        <p15:guide id="1" orient="horz" pos="935">
          <p15:clr>
            <a:srgbClr val="FBAE40"/>
          </p15:clr>
        </p15:guide>
        <p15:guide id="2" pos="257">
          <p15:clr>
            <a:srgbClr val="FBAE40"/>
          </p15:clr>
        </p15:guide>
        <p15:guide id="3" pos="316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Slide 1">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9C809448-E05F-4DD1-A710-7BDED19EAF00}"/>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12226" b="21020"/>
          <a:stretch/>
        </p:blipFill>
        <p:spPr>
          <a:xfrm flipH="1">
            <a:off x="900100" y="0"/>
            <a:ext cx="11291900" cy="6858000"/>
          </a:xfrm>
          <a:prstGeom prst="rect">
            <a:avLst/>
          </a:prstGeom>
        </p:spPr>
      </p:pic>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Subtitle 2"/>
          <p:cNvSpPr>
            <a:spLocks noGrp="1"/>
          </p:cNvSpPr>
          <p:nvPr>
            <p:ph type="subTitle" idx="1" hasCustomPrompt="1"/>
          </p:nvPr>
        </p:nvSpPr>
        <p:spPr>
          <a:xfrm>
            <a:off x="3518756" y="2814779"/>
            <a:ext cx="7329772"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2000" spc="-90" baseline="0" dirty="0">
                <a:solidFill>
                  <a:schemeClr val="accent1"/>
                </a:solidFill>
              </a:defRPr>
            </a:lvl1pPr>
          </a:lstStyle>
          <a:p>
            <a:pPr marL="0" lvl="0"/>
            <a:r>
              <a:rPr lang="en-US"/>
              <a:t>Click to insert presenter, location, and date</a:t>
            </a:r>
          </a:p>
        </p:txBody>
      </p:sp>
      <p:pic>
        <p:nvPicPr>
          <p:cNvPr id="8" name="Picture 7">
            <a:extLst>
              <a:ext uri="{FF2B5EF4-FFF2-40B4-BE49-F238E27FC236}">
                <a16:creationId xmlns:a16="http://schemas.microsoft.com/office/drawing/2014/main" id="{B4F850D1-1186-4CF0-B886-F2196D8F3E71}"/>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64710" y="5372084"/>
            <a:ext cx="4842000" cy="1257777"/>
          </a:xfrm>
          <a:prstGeom prst="rect">
            <a:avLst/>
          </a:prstGeom>
        </p:spPr>
      </p:pic>
      <p:sp>
        <p:nvSpPr>
          <p:cNvPr id="9" name="Text Placeholder 4">
            <a:extLst>
              <a:ext uri="{FF2B5EF4-FFF2-40B4-BE49-F238E27FC236}">
                <a16:creationId xmlns:a16="http://schemas.microsoft.com/office/drawing/2014/main" id="{75258C54-F4CA-495F-8929-BA73917B5665}"/>
              </a:ext>
            </a:extLst>
          </p:cNvPr>
          <p:cNvSpPr>
            <a:spLocks noGrp="1"/>
          </p:cNvSpPr>
          <p:nvPr>
            <p:ph type="body" sz="quarter" idx="11" hasCustomPrompt="1"/>
          </p:nvPr>
        </p:nvSpPr>
        <p:spPr>
          <a:xfrm>
            <a:off x="3518756" y="1376772"/>
            <a:ext cx="7329772" cy="1295400"/>
          </a:xfrm>
          <a:prstGeom prst="rect">
            <a:avLst/>
          </a:prstGeom>
        </p:spPr>
        <p:txBody>
          <a:bodyPr lIns="0" rIns="0" anchor="b" anchorCtr="0"/>
          <a:lstStyle>
            <a:lvl1pPr>
              <a:lnSpc>
                <a:spcPct val="100000"/>
              </a:lnSpc>
              <a:spcBef>
                <a:spcPts val="0"/>
              </a:spcBef>
              <a:defRPr sz="3000" cap="all" spc="800" baseline="0">
                <a:solidFill>
                  <a:schemeClr val="accent1"/>
                </a:solidFill>
              </a:defRPr>
            </a:lvl1pPr>
          </a:lstStyle>
          <a:p>
            <a:pPr lvl="0"/>
            <a:r>
              <a:rPr lang="en-US"/>
              <a:t>CLICK TO INSERT TITLE</a:t>
            </a:r>
          </a:p>
        </p:txBody>
      </p:sp>
    </p:spTree>
    <p:extLst>
      <p:ext uri="{BB962C8B-B14F-4D97-AF65-F5344CB8AC3E}">
        <p14:creationId xmlns:p14="http://schemas.microsoft.com/office/powerpoint/2010/main" val="3034856922"/>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5">
            <a:extLst>
              <a:ext uri="{FF2B5EF4-FFF2-40B4-BE49-F238E27FC236}">
                <a16:creationId xmlns:a16="http://schemas.microsoft.com/office/drawing/2014/main" id="{FF9205ED-710C-4095-8E8E-52528D2014C2}"/>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b="7022"/>
          <a:stretch/>
        </p:blipFill>
        <p:spPr>
          <a:xfrm rot="16200000" flipH="1" flipV="1">
            <a:off x="2761320" y="-2761320"/>
            <a:ext cx="6669360" cy="12192000"/>
          </a:xfrm>
          <a:prstGeom prst="rect">
            <a:avLst/>
          </a:prstGeom>
        </p:spPr>
      </p:pic>
      <p:sp>
        <p:nvSpPr>
          <p:cNvPr id="22" name="Subtitle 2"/>
          <p:cNvSpPr>
            <a:spLocks noGrp="1"/>
          </p:cNvSpPr>
          <p:nvPr>
            <p:ph type="subTitle" idx="1" hasCustomPrompt="1"/>
          </p:nvPr>
        </p:nvSpPr>
        <p:spPr>
          <a:xfrm>
            <a:off x="634048" y="1535683"/>
            <a:ext cx="73341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a:lnSpc>
                <a:spcPct val="100000"/>
              </a:lnSpc>
              <a:spcBef>
                <a:spcPts val="0"/>
              </a:spcBef>
              <a:defRPr lang="en-US" spc="-90" baseline="0" dirty="0">
                <a:solidFill>
                  <a:schemeClr val="bg1"/>
                </a:solidFill>
              </a:defRPr>
            </a:lvl1pPr>
          </a:lstStyle>
          <a:p>
            <a:pPr marR="0" lvl="0" fontAlgn="auto">
              <a:spcAft>
                <a:spcPts val="0"/>
              </a:spcAft>
              <a:buClrTx/>
              <a:buSzTx/>
              <a:tabLst/>
            </a:pPr>
            <a:r>
              <a:rPr lang="en-US"/>
              <a:t>Click to insert presenter, location, and date</a:t>
            </a:r>
          </a:p>
        </p:txBody>
      </p:sp>
      <p:pic>
        <p:nvPicPr>
          <p:cNvPr id="11" name="Picture 10">
            <a:extLst>
              <a:ext uri="{FF2B5EF4-FFF2-40B4-BE49-F238E27FC236}">
                <a16:creationId xmlns:a16="http://schemas.microsoft.com/office/drawing/2014/main" id="{6124A93A-DFC5-4C2A-9F76-B5EF38D9E67A}"/>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5735960" y="3861048"/>
            <a:ext cx="4795837" cy="1245787"/>
          </a:xfrm>
          <a:prstGeom prst="rect">
            <a:avLst/>
          </a:prstGeom>
        </p:spPr>
      </p:pic>
      <p:sp>
        <p:nvSpPr>
          <p:cNvPr id="12" name="Text Placeholder 4">
            <a:extLst>
              <a:ext uri="{FF2B5EF4-FFF2-40B4-BE49-F238E27FC236}">
                <a16:creationId xmlns:a16="http://schemas.microsoft.com/office/drawing/2014/main" id="{13145016-A221-4447-8CB2-E085AE5E926E}"/>
              </a:ext>
            </a:extLst>
          </p:cNvPr>
          <p:cNvSpPr>
            <a:spLocks noGrp="1"/>
          </p:cNvSpPr>
          <p:nvPr>
            <p:ph type="body" sz="quarter" idx="11" hasCustomPrompt="1"/>
          </p:nvPr>
        </p:nvSpPr>
        <p:spPr>
          <a:xfrm>
            <a:off x="634048" y="150664"/>
            <a:ext cx="7334159" cy="1295400"/>
          </a:xfrm>
          <a:prstGeom prst="rect">
            <a:avLst/>
          </a:prstGeom>
        </p:spPr>
        <p:txBody>
          <a:bodyPr lIns="0" rIns="0" anchor="b" anchorCtr="0"/>
          <a:lstStyle>
            <a:lvl1pPr>
              <a:lnSpc>
                <a:spcPct val="100000"/>
              </a:lnSpc>
              <a:spcBef>
                <a:spcPts val="0"/>
              </a:spcBef>
              <a:defRPr sz="3000" cap="all" spc="800" baseline="0">
                <a:solidFill>
                  <a:schemeClr val="bg1"/>
                </a:solidFill>
              </a:defRPr>
            </a:lvl1pPr>
          </a:lstStyle>
          <a:p>
            <a:pPr lvl="0"/>
            <a:r>
              <a:rPr lang="en-US"/>
              <a:t>CLICK TO INSERT TITLE</a:t>
            </a:r>
          </a:p>
        </p:txBody>
      </p:sp>
    </p:spTree>
    <p:extLst>
      <p:ext uri="{BB962C8B-B14F-4D97-AF65-F5344CB8AC3E}">
        <p14:creationId xmlns:p14="http://schemas.microsoft.com/office/powerpoint/2010/main" val="3701589150"/>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885580-55DA-44E5-A124-40D550B989A3}"/>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b="7051"/>
          <a:stretch/>
        </p:blipFill>
        <p:spPr>
          <a:xfrm rot="16200000">
            <a:off x="2760282" y="-2573718"/>
            <a:ext cx="6671438" cy="12191998"/>
          </a:xfrm>
          <a:prstGeom prst="rect">
            <a:avLst/>
          </a:prstGeom>
        </p:spPr>
      </p:pic>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9" name="Object 8"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 Placeholder 4">
            <a:extLst>
              <a:ext uri="{FF2B5EF4-FFF2-40B4-BE49-F238E27FC236}">
                <a16:creationId xmlns:a16="http://schemas.microsoft.com/office/drawing/2014/main" id="{08DE060F-5A5F-4C93-A299-6EA3336D7B7F}"/>
              </a:ext>
            </a:extLst>
          </p:cNvPr>
          <p:cNvSpPr>
            <a:spLocks noGrp="1"/>
          </p:cNvSpPr>
          <p:nvPr>
            <p:ph type="body" sz="quarter" idx="11" hasCustomPrompt="1"/>
          </p:nvPr>
        </p:nvSpPr>
        <p:spPr>
          <a:xfrm>
            <a:off x="1480457" y="4235602"/>
            <a:ext cx="7522160" cy="1656420"/>
          </a:xfrm>
          <a:prstGeom prst="rect">
            <a:avLst/>
          </a:prstGeom>
        </p:spPr>
        <p:txBody>
          <a:bodyPr lIns="0" rIns="0" anchor="ctr" anchorCtr="0"/>
          <a:lstStyle>
            <a:lvl1pPr>
              <a:lnSpc>
                <a:spcPct val="100000"/>
              </a:lnSpc>
              <a:spcBef>
                <a:spcPts val="0"/>
              </a:spcBef>
              <a:defRPr sz="4000" cap="all" spc="800" baseline="0">
                <a:solidFill>
                  <a:schemeClr val="bg1"/>
                </a:solidFill>
              </a:defRPr>
            </a:lvl1pPr>
          </a:lstStyle>
          <a:p>
            <a:pPr lvl="0"/>
            <a:r>
              <a:rPr lang="en-US"/>
              <a:t>CLICK TO INSERT TITLE</a:t>
            </a:r>
          </a:p>
        </p:txBody>
      </p:sp>
    </p:spTree>
    <p:extLst>
      <p:ext uri="{BB962C8B-B14F-4D97-AF65-F5344CB8AC3E}">
        <p14:creationId xmlns:p14="http://schemas.microsoft.com/office/powerpoint/2010/main" val="1979324977"/>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vider Slide 3">
    <p:spTree>
      <p:nvGrpSpPr>
        <p:cNvPr id="1" name=""/>
        <p:cNvGrpSpPr/>
        <p:nvPr/>
      </p:nvGrpSpPr>
      <p:grpSpPr>
        <a:xfrm>
          <a:off x="0" y="0"/>
          <a:ext cx="0" cy="0"/>
          <a:chOff x="0" y="0"/>
          <a:chExt cx="0" cy="0"/>
        </a:xfrm>
      </p:grpSpPr>
      <p:graphicFrame>
        <p:nvGraphicFramePr>
          <p:cNvPr id="14" name="Object 13"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4" name="Object 1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Picture 2">
            <a:extLst>
              <a:ext uri="{FF2B5EF4-FFF2-40B4-BE49-F238E27FC236}">
                <a16:creationId xmlns:a16="http://schemas.microsoft.com/office/drawing/2014/main" id="{3FEC4FB4-5D14-43DC-8BE5-B68FCD49B0C9}"/>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l="13041" t="2790" r="14190" b="36567"/>
          <a:stretch/>
        </p:blipFill>
        <p:spPr>
          <a:xfrm flipH="1">
            <a:off x="0" y="-1"/>
            <a:ext cx="12192000" cy="6858001"/>
          </a:xfrm>
          <a:prstGeom prst="rect">
            <a:avLst/>
          </a:prstGeom>
        </p:spPr>
      </p:pic>
      <p:sp>
        <p:nvSpPr>
          <p:cNvPr id="5" name="Text Placeholder 4">
            <a:extLst>
              <a:ext uri="{FF2B5EF4-FFF2-40B4-BE49-F238E27FC236}">
                <a16:creationId xmlns:a16="http://schemas.microsoft.com/office/drawing/2014/main" id="{D9DED03A-0319-4CD4-A0D6-34AE4C82A710}"/>
              </a:ext>
            </a:extLst>
          </p:cNvPr>
          <p:cNvSpPr>
            <a:spLocks noGrp="1"/>
          </p:cNvSpPr>
          <p:nvPr>
            <p:ph type="body" sz="quarter" idx="11" hasCustomPrompt="1"/>
          </p:nvPr>
        </p:nvSpPr>
        <p:spPr>
          <a:xfrm>
            <a:off x="3128485" y="4103915"/>
            <a:ext cx="5812316" cy="1656420"/>
          </a:xfrm>
          <a:prstGeom prst="rect">
            <a:avLst/>
          </a:prstGeom>
        </p:spPr>
        <p:txBody>
          <a:bodyPr lIns="0" rIns="0" anchor="ctr" anchorCtr="0"/>
          <a:lstStyle>
            <a:lvl1pPr>
              <a:lnSpc>
                <a:spcPct val="100000"/>
              </a:lnSpc>
              <a:spcBef>
                <a:spcPts val="0"/>
              </a:spcBef>
              <a:defRPr sz="4000" cap="all" spc="800" baseline="0">
                <a:solidFill>
                  <a:schemeClr val="bg1"/>
                </a:solidFill>
              </a:defRPr>
            </a:lvl1pPr>
          </a:lstStyle>
          <a:p>
            <a:pPr lvl="0"/>
            <a:r>
              <a:rPr lang="en-US"/>
              <a:t>CLICK TO INSERT TITLE</a:t>
            </a:r>
          </a:p>
        </p:txBody>
      </p:sp>
    </p:spTree>
    <p:extLst>
      <p:ext uri="{BB962C8B-B14F-4D97-AF65-F5344CB8AC3E}">
        <p14:creationId xmlns:p14="http://schemas.microsoft.com/office/powerpoint/2010/main" val="3176193358"/>
      </p:ext>
    </p:extLst>
  </p:cSld>
  <p:clrMapOvr>
    <a:masterClrMapping/>
  </p:clrMapOvr>
  <p:extLst>
    <p:ext uri="{DCECCB84-F9BA-43D5-87BE-67443E8EF086}">
      <p15:sldGuideLst xmlns:p15="http://schemas.microsoft.com/office/powerpoint/2012/main">
        <p15:guide id="1" pos="257">
          <p15:clr>
            <a:srgbClr val="FBAE40"/>
          </p15:clr>
        </p15:guide>
        <p15:guide id="2" orient="horz" pos="935">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Divider Slide 3">
    <p:spTree>
      <p:nvGrpSpPr>
        <p:cNvPr id="1" name=""/>
        <p:cNvGrpSpPr/>
        <p:nvPr/>
      </p:nvGrpSpPr>
      <p:grpSpPr>
        <a:xfrm>
          <a:off x="0" y="0"/>
          <a:ext cx="0" cy="0"/>
          <a:chOff x="0" y="0"/>
          <a:chExt cx="0" cy="0"/>
        </a:xfrm>
      </p:grpSpPr>
      <p:graphicFrame>
        <p:nvGraphicFramePr>
          <p:cNvPr id="14" name="Object 13"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4" name="Object 1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Picture 2">
            <a:extLst>
              <a:ext uri="{FF2B5EF4-FFF2-40B4-BE49-F238E27FC236}">
                <a16:creationId xmlns:a16="http://schemas.microsoft.com/office/drawing/2014/main" id="{56B3C774-7710-4537-8709-F9C61DF8309A}"/>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r="38559"/>
          <a:stretch/>
        </p:blipFill>
        <p:spPr>
          <a:xfrm rot="16200000" flipV="1">
            <a:off x="339080" y="-339080"/>
            <a:ext cx="6858000" cy="7536160"/>
          </a:xfrm>
          <a:prstGeom prst="rect">
            <a:avLst/>
          </a:prstGeom>
        </p:spPr>
      </p:pic>
      <p:sp>
        <p:nvSpPr>
          <p:cNvPr id="5" name="Text Placeholder 4">
            <a:extLst>
              <a:ext uri="{FF2B5EF4-FFF2-40B4-BE49-F238E27FC236}">
                <a16:creationId xmlns:a16="http://schemas.microsoft.com/office/drawing/2014/main" id="{D0E2F10B-2D66-4EAE-B6C9-0A7CB7937684}"/>
              </a:ext>
            </a:extLst>
          </p:cNvPr>
          <p:cNvSpPr>
            <a:spLocks noGrp="1"/>
          </p:cNvSpPr>
          <p:nvPr>
            <p:ph type="body" sz="quarter" idx="11" hasCustomPrompt="1"/>
          </p:nvPr>
        </p:nvSpPr>
        <p:spPr>
          <a:xfrm>
            <a:off x="6873171" y="3212976"/>
            <a:ext cx="5318829" cy="1656420"/>
          </a:xfrm>
          <a:prstGeom prst="rect">
            <a:avLst/>
          </a:prstGeom>
        </p:spPr>
        <p:txBody>
          <a:bodyPr lIns="0" rIns="0" anchor="ctr" anchorCtr="0"/>
          <a:lstStyle>
            <a:lvl1pPr>
              <a:lnSpc>
                <a:spcPct val="100000"/>
              </a:lnSpc>
              <a:spcBef>
                <a:spcPts val="0"/>
              </a:spcBef>
              <a:defRPr sz="4000" cap="all" spc="800" baseline="0">
                <a:solidFill>
                  <a:schemeClr val="bg1"/>
                </a:solidFill>
              </a:defRPr>
            </a:lvl1pPr>
          </a:lstStyle>
          <a:p>
            <a:pPr lvl="0"/>
            <a:r>
              <a:rPr lang="en-US"/>
              <a:t>CLICK TO INSERT TITLE</a:t>
            </a:r>
          </a:p>
        </p:txBody>
      </p:sp>
    </p:spTree>
    <p:extLst>
      <p:ext uri="{BB962C8B-B14F-4D97-AF65-F5344CB8AC3E}">
        <p14:creationId xmlns:p14="http://schemas.microsoft.com/office/powerpoint/2010/main" val="108043036"/>
      </p:ext>
    </p:extLst>
  </p:cSld>
  <p:clrMapOvr>
    <a:masterClrMapping/>
  </p:clrMapOvr>
  <p:extLst>
    <p:ext uri="{DCECCB84-F9BA-43D5-87BE-67443E8EF086}">
      <p15:sldGuideLst xmlns:p15="http://schemas.microsoft.com/office/powerpoint/2012/main">
        <p15:guide id="1" pos="257">
          <p15:clr>
            <a:srgbClr val="FBAE40"/>
          </p15:clr>
        </p15:guide>
        <p15:guide id="2" orient="horz" pos="935">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ivider Slide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457575-E58C-4956-B2C3-036FE3585232}"/>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r="11756" b="22011"/>
          <a:stretch/>
        </p:blipFill>
        <p:spPr>
          <a:xfrm flipH="1">
            <a:off x="695399" y="0"/>
            <a:ext cx="11496597" cy="6858000"/>
          </a:xfrm>
          <a:prstGeom prst="rect">
            <a:avLst/>
          </a:prstGeom>
        </p:spPr>
      </p:pic>
      <p:graphicFrame>
        <p:nvGraphicFramePr>
          <p:cNvPr id="14" name="Object 13"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14" name="Object 1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 Placeholder 4">
            <a:extLst>
              <a:ext uri="{FF2B5EF4-FFF2-40B4-BE49-F238E27FC236}">
                <a16:creationId xmlns:a16="http://schemas.microsoft.com/office/drawing/2014/main" id="{9AAA2175-205B-44CC-B0EB-0BD4096F38C4}"/>
              </a:ext>
            </a:extLst>
          </p:cNvPr>
          <p:cNvSpPr>
            <a:spLocks noGrp="1"/>
          </p:cNvSpPr>
          <p:nvPr>
            <p:ph type="body" sz="quarter" idx="11" hasCustomPrompt="1"/>
          </p:nvPr>
        </p:nvSpPr>
        <p:spPr>
          <a:xfrm>
            <a:off x="3317171" y="2231572"/>
            <a:ext cx="5812316" cy="1656420"/>
          </a:xfrm>
          <a:prstGeom prst="rect">
            <a:avLst/>
          </a:prstGeom>
        </p:spPr>
        <p:txBody>
          <a:bodyPr lIns="0" rIns="0" anchor="ctr" anchorCtr="0"/>
          <a:lstStyle>
            <a:lvl1pPr>
              <a:lnSpc>
                <a:spcPct val="100000"/>
              </a:lnSpc>
              <a:spcBef>
                <a:spcPts val="0"/>
              </a:spcBef>
              <a:defRPr sz="4000" cap="all" spc="800" baseline="0">
                <a:solidFill>
                  <a:schemeClr val="bg1"/>
                </a:solidFill>
              </a:defRPr>
            </a:lvl1pPr>
          </a:lstStyle>
          <a:p>
            <a:pPr lvl="0"/>
            <a:r>
              <a:rPr lang="en-US"/>
              <a:t>CLICK TO INSERT TITLE</a:t>
            </a:r>
          </a:p>
        </p:txBody>
      </p:sp>
    </p:spTree>
    <p:extLst>
      <p:ext uri="{BB962C8B-B14F-4D97-AF65-F5344CB8AC3E}">
        <p14:creationId xmlns:p14="http://schemas.microsoft.com/office/powerpoint/2010/main" val="2043520051"/>
      </p:ext>
    </p:extLst>
  </p:cSld>
  <p:clrMapOvr>
    <a:masterClrMapping/>
  </p:clrMapOvr>
  <p:extLst>
    <p:ext uri="{DCECCB84-F9BA-43D5-87BE-67443E8EF086}">
      <p15:sldGuideLst xmlns:p15="http://schemas.microsoft.com/office/powerpoint/2012/main">
        <p15:guide id="1" pos="257">
          <p15:clr>
            <a:srgbClr val="FBAE40"/>
          </p15:clr>
        </p15:guide>
        <p15:guide id="2" orient="horz" pos="935">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Divider Slide 4">
    <p:spTree>
      <p:nvGrpSpPr>
        <p:cNvPr id="1" name=""/>
        <p:cNvGrpSpPr/>
        <p:nvPr/>
      </p:nvGrpSpPr>
      <p:grpSpPr>
        <a:xfrm>
          <a:off x="0" y="0"/>
          <a:ext cx="0" cy="0"/>
          <a:chOff x="0" y="0"/>
          <a:chExt cx="0" cy="0"/>
        </a:xfrm>
      </p:grpSpPr>
      <p:graphicFrame>
        <p:nvGraphicFramePr>
          <p:cNvPr id="14" name="Object 13"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4" name="Object 1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 name="Picture 3">
            <a:extLst>
              <a:ext uri="{FF2B5EF4-FFF2-40B4-BE49-F238E27FC236}">
                <a16:creationId xmlns:a16="http://schemas.microsoft.com/office/drawing/2014/main" id="{CDF6B42C-C7DC-438F-A3D0-8C3FB6DFE958}"/>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l="2870" r="2870" b="43076"/>
          <a:stretch/>
        </p:blipFill>
        <p:spPr>
          <a:xfrm>
            <a:off x="0" y="0"/>
            <a:ext cx="12192000" cy="6858000"/>
          </a:xfrm>
          <a:prstGeom prst="rect">
            <a:avLst/>
          </a:prstGeom>
        </p:spPr>
      </p:pic>
      <p:sp>
        <p:nvSpPr>
          <p:cNvPr id="5" name="Text Placeholder 4">
            <a:extLst>
              <a:ext uri="{FF2B5EF4-FFF2-40B4-BE49-F238E27FC236}">
                <a16:creationId xmlns:a16="http://schemas.microsoft.com/office/drawing/2014/main" id="{8E94C099-9765-4EAF-B6CA-9B31030BD9A2}"/>
              </a:ext>
            </a:extLst>
          </p:cNvPr>
          <p:cNvSpPr>
            <a:spLocks noGrp="1"/>
          </p:cNvSpPr>
          <p:nvPr>
            <p:ph type="body" sz="quarter" idx="11" hasCustomPrompt="1"/>
          </p:nvPr>
        </p:nvSpPr>
        <p:spPr>
          <a:xfrm>
            <a:off x="6089400" y="4452258"/>
            <a:ext cx="5812316" cy="1656420"/>
          </a:xfrm>
          <a:prstGeom prst="rect">
            <a:avLst/>
          </a:prstGeom>
        </p:spPr>
        <p:txBody>
          <a:bodyPr lIns="0" rIns="0" anchor="ctr" anchorCtr="0"/>
          <a:lstStyle>
            <a:lvl1pPr>
              <a:lnSpc>
                <a:spcPct val="100000"/>
              </a:lnSpc>
              <a:spcBef>
                <a:spcPts val="0"/>
              </a:spcBef>
              <a:defRPr sz="4000" cap="all" spc="800" baseline="0">
                <a:solidFill>
                  <a:schemeClr val="bg1"/>
                </a:solidFill>
              </a:defRPr>
            </a:lvl1pPr>
          </a:lstStyle>
          <a:p>
            <a:pPr lvl="0"/>
            <a:r>
              <a:rPr lang="en-US"/>
              <a:t>CLICK TO INSERT TITLE</a:t>
            </a:r>
          </a:p>
        </p:txBody>
      </p:sp>
    </p:spTree>
    <p:extLst>
      <p:ext uri="{BB962C8B-B14F-4D97-AF65-F5344CB8AC3E}">
        <p14:creationId xmlns:p14="http://schemas.microsoft.com/office/powerpoint/2010/main" val="4272368686"/>
      </p:ext>
    </p:extLst>
  </p:cSld>
  <p:clrMapOvr>
    <a:masterClrMapping/>
  </p:clrMapOvr>
  <p:extLst>
    <p:ext uri="{DCECCB84-F9BA-43D5-87BE-67443E8EF086}">
      <p15:sldGuideLst xmlns:p15="http://schemas.microsoft.com/office/powerpoint/2012/main">
        <p15:guide id="1" pos="257">
          <p15:clr>
            <a:srgbClr val="FBAE40"/>
          </p15:clr>
        </p15:guide>
        <p15:guide id="2" orient="horz" pos="935">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_Divider Slide 4">
    <p:spTree>
      <p:nvGrpSpPr>
        <p:cNvPr id="1" name=""/>
        <p:cNvGrpSpPr/>
        <p:nvPr/>
      </p:nvGrpSpPr>
      <p:grpSpPr>
        <a:xfrm>
          <a:off x="0" y="0"/>
          <a:ext cx="0" cy="0"/>
          <a:chOff x="0" y="0"/>
          <a:chExt cx="0" cy="0"/>
        </a:xfrm>
      </p:grpSpPr>
      <p:graphicFrame>
        <p:nvGraphicFramePr>
          <p:cNvPr id="14" name="Object 13"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4" name="Object 1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3" name="Picture 12">
            <a:extLst>
              <a:ext uri="{FF2B5EF4-FFF2-40B4-BE49-F238E27FC236}">
                <a16:creationId xmlns:a16="http://schemas.microsoft.com/office/drawing/2014/main" id="{718F625D-58AC-4586-AF32-65684DDC3DF9}"/>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l="12842" t="10826" r="11936" b="25614"/>
          <a:stretch/>
        </p:blipFill>
        <p:spPr>
          <a:xfrm flipV="1">
            <a:off x="407988" y="-4"/>
            <a:ext cx="12024716" cy="6858003"/>
          </a:xfrm>
          <a:prstGeom prst="rect">
            <a:avLst/>
          </a:prstGeom>
        </p:spPr>
      </p:pic>
      <p:sp>
        <p:nvSpPr>
          <p:cNvPr id="5" name="Text Placeholder 4">
            <a:extLst>
              <a:ext uri="{FF2B5EF4-FFF2-40B4-BE49-F238E27FC236}">
                <a16:creationId xmlns:a16="http://schemas.microsoft.com/office/drawing/2014/main" id="{D7EE1508-E438-4557-9200-2F9C6667F87F}"/>
              </a:ext>
            </a:extLst>
          </p:cNvPr>
          <p:cNvSpPr>
            <a:spLocks noGrp="1"/>
          </p:cNvSpPr>
          <p:nvPr>
            <p:ph type="body" sz="quarter" idx="11" hasCustomPrompt="1"/>
          </p:nvPr>
        </p:nvSpPr>
        <p:spPr>
          <a:xfrm>
            <a:off x="2838200" y="2492829"/>
            <a:ext cx="5812316" cy="1656420"/>
          </a:xfrm>
          <a:prstGeom prst="rect">
            <a:avLst/>
          </a:prstGeom>
        </p:spPr>
        <p:txBody>
          <a:bodyPr lIns="0" rIns="0" anchor="ctr" anchorCtr="0"/>
          <a:lstStyle>
            <a:lvl1pPr>
              <a:lnSpc>
                <a:spcPct val="100000"/>
              </a:lnSpc>
              <a:spcBef>
                <a:spcPts val="0"/>
              </a:spcBef>
              <a:defRPr sz="4000" cap="all" spc="800" baseline="0">
                <a:solidFill>
                  <a:schemeClr val="accent1"/>
                </a:solidFill>
              </a:defRPr>
            </a:lvl1pPr>
          </a:lstStyle>
          <a:p>
            <a:pPr lvl="0"/>
            <a:r>
              <a:rPr lang="en-US"/>
              <a:t>CLICK TO INSERT TITLE</a:t>
            </a:r>
          </a:p>
        </p:txBody>
      </p:sp>
    </p:spTree>
    <p:extLst>
      <p:ext uri="{BB962C8B-B14F-4D97-AF65-F5344CB8AC3E}">
        <p14:creationId xmlns:p14="http://schemas.microsoft.com/office/powerpoint/2010/main" val="2708763934"/>
      </p:ext>
    </p:extLst>
  </p:cSld>
  <p:clrMapOvr>
    <a:masterClrMapping/>
  </p:clrMapOvr>
  <p:extLst>
    <p:ext uri="{DCECCB84-F9BA-43D5-87BE-67443E8EF086}">
      <p15:sldGuideLst xmlns:p15="http://schemas.microsoft.com/office/powerpoint/2012/main">
        <p15:guide id="1" pos="257">
          <p15:clr>
            <a:srgbClr val="FBAE40"/>
          </p15:clr>
        </p15:guide>
        <p15:guide id="2" orient="horz" pos="935">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Boiler Plate 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0FE82C-947F-4010-9F2B-F2101479F69D}"/>
              </a:ext>
            </a:extLst>
          </p:cNvPr>
          <p:cNvPicPr>
            <a:picLocks noChangeAspect="1"/>
          </p:cNvPicPr>
          <p:nvPr userDrawn="1"/>
        </p:nvPicPr>
        <p:blipFill rotWithShape="1">
          <a:blip r:embed="rId3">
            <a:extLst>
              <a:ext uri="{28A0092B-C50C-407E-A947-70E740481C1C}">
                <a14:useLocalDpi xmlns:a14="http://schemas.microsoft.com/office/drawing/2010/main"/>
              </a:ext>
            </a:extLst>
          </a:blip>
          <a:srcRect r="6549"/>
          <a:stretch/>
        </p:blipFill>
        <p:spPr>
          <a:xfrm rot="10800000">
            <a:off x="0" y="-2176"/>
            <a:ext cx="12192000" cy="6889672"/>
          </a:xfrm>
          <a:prstGeom prst="rect">
            <a:avLst/>
          </a:prstGeom>
        </p:spPr>
      </p:pic>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15">
            <a:extLst>
              <a:ext uri="{FF2B5EF4-FFF2-40B4-BE49-F238E27FC236}">
                <a16:creationId xmlns:a16="http://schemas.microsoft.com/office/drawing/2014/main" id="{9D493959-D479-46CF-9B88-C99644F86C11}"/>
              </a:ext>
            </a:extLst>
          </p:cNvPr>
          <p:cNvSpPr/>
          <p:nvPr userDrawn="1"/>
        </p:nvSpPr>
        <p:spPr>
          <a:xfrm>
            <a:off x="6130635" y="3637273"/>
            <a:ext cx="3668557"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spc="200" baseline="0">
                <a:solidFill>
                  <a:schemeClr val="bg1"/>
                </a:solidFill>
                <a:latin typeface="+mj-lt"/>
              </a:rPr>
              <a:t>ABOUT CAPGEMINI INVENT</a:t>
            </a:r>
          </a:p>
        </p:txBody>
      </p:sp>
      <p:pic>
        <p:nvPicPr>
          <p:cNvPr id="18" name="Picture 2" descr="D:\My Work\Template\Icons\Social Media\LinkedIN.png">
            <a:hlinkClick r:id="rId6"/>
            <a:extLst>
              <a:ext uri="{FF2B5EF4-FFF2-40B4-BE49-F238E27FC236}">
                <a16:creationId xmlns:a16="http://schemas.microsoft.com/office/drawing/2014/main" id="{0DD1957E-41EA-4B6A-AB35-8240577CD899}"/>
              </a:ext>
            </a:extLst>
          </p:cNvPr>
          <p:cNvPicPr>
            <a:picLocks noChangeAspect="1" noChangeArrowheads="1"/>
          </p:cNvPicPr>
          <p:nvPr userDrawn="1"/>
        </p:nvPicPr>
        <p:blipFill>
          <a:blip r:embed="rId7" cstate="email">
            <a:extLst>
              <a:ext uri="{28A0092B-C50C-407E-A947-70E740481C1C}">
                <a14:useLocalDpi xmlns:a14="http://schemas.microsoft.com/office/drawing/2010/main"/>
              </a:ext>
            </a:extLst>
          </a:blip>
          <a:srcRect/>
          <a:stretch>
            <a:fillRect/>
          </a:stretch>
        </p:blipFill>
        <p:spPr bwMode="auto">
          <a:xfrm>
            <a:off x="810097" y="4976083"/>
            <a:ext cx="333195" cy="333195"/>
          </a:xfrm>
          <a:prstGeom prst="rect">
            <a:avLst/>
          </a:prstGeom>
          <a:noFill/>
        </p:spPr>
      </p:pic>
      <p:pic>
        <p:nvPicPr>
          <p:cNvPr id="19" name="Picture 4" descr="D:\My Work\Template\Icons\Social Media\SlideShare.png">
            <a:hlinkClick r:id="rId8"/>
            <a:extLst>
              <a:ext uri="{FF2B5EF4-FFF2-40B4-BE49-F238E27FC236}">
                <a16:creationId xmlns:a16="http://schemas.microsoft.com/office/drawing/2014/main" id="{DDC91DD4-D921-4F72-A154-DD386349C5CC}"/>
              </a:ext>
            </a:extLst>
          </p:cNvPr>
          <p:cNvPicPr>
            <a:picLocks noChangeAspect="1" noChangeArrowheads="1"/>
          </p:cNvPicPr>
          <p:nvPr userDrawn="1"/>
        </p:nvPicPr>
        <p:blipFill>
          <a:blip r:embed="rId9" cstate="email">
            <a:extLst>
              <a:ext uri="{28A0092B-C50C-407E-A947-70E740481C1C}">
                <a14:useLocalDpi xmlns:a14="http://schemas.microsoft.com/office/drawing/2010/main"/>
              </a:ext>
            </a:extLst>
          </a:blip>
          <a:srcRect/>
          <a:stretch>
            <a:fillRect/>
          </a:stretch>
        </p:blipFill>
        <p:spPr bwMode="auto">
          <a:xfrm>
            <a:off x="1193474" y="4976083"/>
            <a:ext cx="333195" cy="333195"/>
          </a:xfrm>
          <a:prstGeom prst="rect">
            <a:avLst/>
          </a:prstGeom>
          <a:noFill/>
        </p:spPr>
      </p:pic>
      <p:pic>
        <p:nvPicPr>
          <p:cNvPr id="21" name="Picture 5" descr="D:\My Work\Template\Icons\Social Media\Twitter.png">
            <a:hlinkClick r:id="rId10"/>
            <a:extLst>
              <a:ext uri="{FF2B5EF4-FFF2-40B4-BE49-F238E27FC236}">
                <a16:creationId xmlns:a16="http://schemas.microsoft.com/office/drawing/2014/main" id="{50D41579-B18F-457F-A8A5-AF2C2B0526A1}"/>
              </a:ext>
            </a:extLst>
          </p:cNvPr>
          <p:cNvPicPr>
            <a:picLocks noChangeAspect="1" noChangeArrowheads="1"/>
          </p:cNvPicPr>
          <p:nvPr userDrawn="1"/>
        </p:nvPicPr>
        <p:blipFill>
          <a:blip r:embed="rId11" cstate="email">
            <a:extLst>
              <a:ext uri="{28A0092B-C50C-407E-A947-70E740481C1C}">
                <a14:useLocalDpi xmlns:a14="http://schemas.microsoft.com/office/drawing/2010/main"/>
              </a:ext>
            </a:extLst>
          </a:blip>
          <a:srcRect/>
          <a:stretch>
            <a:fillRect/>
          </a:stretch>
        </p:blipFill>
        <p:spPr bwMode="auto">
          <a:xfrm>
            <a:off x="1576851" y="4976083"/>
            <a:ext cx="333195" cy="333195"/>
          </a:xfrm>
          <a:prstGeom prst="rect">
            <a:avLst/>
          </a:prstGeom>
          <a:noFill/>
        </p:spPr>
      </p:pic>
      <p:pic>
        <p:nvPicPr>
          <p:cNvPr id="22" name="Picture 6" descr="D:\My Work\Template\Icons\Social Media\YouTube.png">
            <a:hlinkClick r:id="rId12"/>
            <a:extLst>
              <a:ext uri="{FF2B5EF4-FFF2-40B4-BE49-F238E27FC236}">
                <a16:creationId xmlns:a16="http://schemas.microsoft.com/office/drawing/2014/main" id="{53D4D78A-A7BD-4D62-B3A3-27E461667E06}"/>
              </a:ext>
            </a:extLst>
          </p:cNvPr>
          <p:cNvPicPr>
            <a:picLocks noChangeAspect="1" noChangeArrowheads="1"/>
          </p:cNvPicPr>
          <p:nvPr userDrawn="1"/>
        </p:nvPicPr>
        <p:blipFill>
          <a:blip r:embed="rId13" cstate="email">
            <a:extLst>
              <a:ext uri="{28A0092B-C50C-407E-A947-70E740481C1C}">
                <a14:useLocalDpi xmlns:a14="http://schemas.microsoft.com/office/drawing/2010/main"/>
              </a:ext>
            </a:extLst>
          </a:blip>
          <a:srcRect/>
          <a:stretch>
            <a:fillRect/>
          </a:stretch>
        </p:blipFill>
        <p:spPr bwMode="auto">
          <a:xfrm>
            <a:off x="1960227" y="4976083"/>
            <a:ext cx="333195" cy="333195"/>
          </a:xfrm>
          <a:prstGeom prst="rect">
            <a:avLst/>
          </a:prstGeom>
          <a:noFill/>
        </p:spPr>
      </p:pic>
      <p:pic>
        <p:nvPicPr>
          <p:cNvPr id="23" name="Picture 7" descr="D:\My Work\Template\Icons\Social Media\Facebook.png">
            <a:hlinkClick r:id="rId14"/>
            <a:extLst>
              <a:ext uri="{FF2B5EF4-FFF2-40B4-BE49-F238E27FC236}">
                <a16:creationId xmlns:a16="http://schemas.microsoft.com/office/drawing/2014/main" id="{17B8AAE7-3107-482A-9615-7D3E05FB31D2}"/>
              </a:ext>
            </a:extLst>
          </p:cNvPr>
          <p:cNvPicPr>
            <a:picLocks noChangeAspect="1" noChangeArrowheads="1"/>
          </p:cNvPicPr>
          <p:nvPr userDrawn="1"/>
        </p:nvPicPr>
        <p:blipFill>
          <a:blip r:embed="rId15" cstate="email">
            <a:extLst>
              <a:ext uri="{28A0092B-C50C-407E-A947-70E740481C1C}">
                <a14:useLocalDpi xmlns:a14="http://schemas.microsoft.com/office/drawing/2010/main"/>
              </a:ext>
            </a:extLst>
          </a:blip>
          <a:srcRect/>
          <a:stretch>
            <a:fillRect/>
          </a:stretch>
        </p:blipFill>
        <p:spPr bwMode="auto">
          <a:xfrm>
            <a:off x="426720" y="4976083"/>
            <a:ext cx="333195" cy="333195"/>
          </a:xfrm>
          <a:prstGeom prst="rect">
            <a:avLst/>
          </a:prstGeom>
          <a:noFill/>
        </p:spPr>
      </p:pic>
      <p:sp>
        <p:nvSpPr>
          <p:cNvPr id="24" name="Rectangle 23">
            <a:extLst>
              <a:ext uri="{FF2B5EF4-FFF2-40B4-BE49-F238E27FC236}">
                <a16:creationId xmlns:a16="http://schemas.microsoft.com/office/drawing/2014/main" id="{EA726FF3-09C6-4BE1-9DED-F22520BC1884}"/>
              </a:ext>
            </a:extLst>
          </p:cNvPr>
          <p:cNvSpPr/>
          <p:nvPr userDrawn="1"/>
        </p:nvSpPr>
        <p:spPr>
          <a:xfrm>
            <a:off x="426720" y="6022593"/>
            <a:ext cx="3465612" cy="446276"/>
          </a:xfrm>
          <a:prstGeom prst="rect">
            <a:avLst/>
          </a:prstGeom>
        </p:spPr>
        <p:txBody>
          <a:bodyPr wrap="square" lIns="0" tIns="0" rIns="0" bIns="0" anchor="b" anchorCtr="0">
            <a:spAutoFit/>
          </a:bodyPr>
          <a:lstStyle/>
          <a:p>
            <a:pPr>
              <a:spcAft>
                <a:spcPts val="600"/>
              </a:spcAft>
            </a:pPr>
            <a:r>
              <a:rPr lang="en-US" sz="800" noProof="0">
                <a:solidFill>
                  <a:schemeClr val="bg1"/>
                </a:solidFill>
                <a:latin typeface="+mj-lt"/>
                <a:cs typeface="Arial"/>
              </a:rPr>
              <a:t>This presentation contains information that may be privileged or confidential and is the property of the Capgemini Group.</a:t>
            </a:r>
          </a:p>
          <a:p>
            <a:pPr>
              <a:spcAft>
                <a:spcPts val="600"/>
              </a:spcAft>
            </a:pPr>
            <a:r>
              <a:rPr lang="en-US" sz="800" noProof="0">
                <a:solidFill>
                  <a:schemeClr val="bg1"/>
                </a:solidFill>
                <a:latin typeface="+mj-lt"/>
                <a:cs typeface="Arial"/>
              </a:rPr>
              <a:t>Copyright © 2018 Capgemini. All rights reserved.</a:t>
            </a:r>
          </a:p>
        </p:txBody>
      </p:sp>
      <p:sp>
        <p:nvSpPr>
          <p:cNvPr id="25" name="Rectangle 24">
            <a:hlinkClick r:id="rId16"/>
            <a:extLst>
              <a:ext uri="{FF2B5EF4-FFF2-40B4-BE49-F238E27FC236}">
                <a16:creationId xmlns:a16="http://schemas.microsoft.com/office/drawing/2014/main" id="{9F81E28A-4FC1-4C3D-8EEF-F0B729859246}"/>
              </a:ext>
            </a:extLst>
          </p:cNvPr>
          <p:cNvSpPr/>
          <p:nvPr userDrawn="1"/>
        </p:nvSpPr>
        <p:spPr>
          <a:xfrm>
            <a:off x="6333489" y="5821999"/>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latin typeface="+mj-lt"/>
            </a:endParaRPr>
          </a:p>
        </p:txBody>
      </p:sp>
      <p:grpSp>
        <p:nvGrpSpPr>
          <p:cNvPr id="26" name="Groupe 26">
            <a:extLst>
              <a:ext uri="{FF2B5EF4-FFF2-40B4-BE49-F238E27FC236}">
                <a16:creationId xmlns:a16="http://schemas.microsoft.com/office/drawing/2014/main" id="{9A7ABA97-C3D4-4777-B23E-FE59B08CBBA0}"/>
              </a:ext>
            </a:extLst>
          </p:cNvPr>
          <p:cNvGrpSpPr>
            <a:grpSpLocks noChangeAspect="1"/>
          </p:cNvGrpSpPr>
          <p:nvPr userDrawn="1"/>
        </p:nvGrpSpPr>
        <p:grpSpPr>
          <a:xfrm>
            <a:off x="444000" y="5468639"/>
            <a:ext cx="2340000" cy="181186"/>
            <a:chOff x="401412" y="4886021"/>
            <a:chExt cx="7483476" cy="579438"/>
          </a:xfrm>
          <a:solidFill>
            <a:schemeClr val="bg1"/>
          </a:solidFill>
        </p:grpSpPr>
        <p:sp>
          <p:nvSpPr>
            <p:cNvPr id="27" name="Freeform 5">
              <a:extLst>
                <a:ext uri="{FF2B5EF4-FFF2-40B4-BE49-F238E27FC236}">
                  <a16:creationId xmlns:a16="http://schemas.microsoft.com/office/drawing/2014/main" id="{5A208038-09A9-451C-88FE-F6CCA65DA5C4}"/>
                </a:ext>
              </a:extLst>
            </p:cNvPr>
            <p:cNvSpPr>
              <a:spLocks noEditPoints="1"/>
            </p:cNvSpPr>
            <p:nvPr userDrawn="1"/>
          </p:nvSpPr>
          <p:spPr bwMode="auto">
            <a:xfrm>
              <a:off x="401412" y="4930471"/>
              <a:ext cx="293688" cy="422275"/>
            </a:xfrm>
            <a:custGeom>
              <a:avLst/>
              <a:gdLst>
                <a:gd name="T0" fmla="*/ 18 w 48"/>
                <a:gd name="T1" fmla="*/ 0 h 67"/>
                <a:gd name="T2" fmla="*/ 41 w 48"/>
                <a:gd name="T3" fmla="*/ 5 h 67"/>
                <a:gd name="T4" fmla="*/ 48 w 48"/>
                <a:gd name="T5" fmla="*/ 22 h 67"/>
                <a:gd name="T6" fmla="*/ 46 w 48"/>
                <a:gd name="T7" fmla="*/ 32 h 67"/>
                <a:gd name="T8" fmla="*/ 40 w 48"/>
                <a:gd name="T9" fmla="*/ 39 h 67"/>
                <a:gd name="T10" fmla="*/ 31 w 48"/>
                <a:gd name="T11" fmla="*/ 43 h 67"/>
                <a:gd name="T12" fmla="*/ 18 w 48"/>
                <a:gd name="T13" fmla="*/ 44 h 67"/>
                <a:gd name="T14" fmla="*/ 12 w 48"/>
                <a:gd name="T15" fmla="*/ 44 h 67"/>
                <a:gd name="T16" fmla="*/ 12 w 48"/>
                <a:gd name="T17" fmla="*/ 67 h 67"/>
                <a:gd name="T18" fmla="*/ 0 w 48"/>
                <a:gd name="T19" fmla="*/ 67 h 67"/>
                <a:gd name="T20" fmla="*/ 0 w 48"/>
                <a:gd name="T21" fmla="*/ 2 h 67"/>
                <a:gd name="T22" fmla="*/ 9 w 48"/>
                <a:gd name="T23" fmla="*/ 1 h 67"/>
                <a:gd name="T24" fmla="*/ 18 w 48"/>
                <a:gd name="T25" fmla="*/ 0 h 67"/>
                <a:gd name="T26" fmla="*/ 19 w 48"/>
                <a:gd name="T27" fmla="*/ 11 h 67"/>
                <a:gd name="T28" fmla="*/ 12 w 48"/>
                <a:gd name="T29" fmla="*/ 11 h 67"/>
                <a:gd name="T30" fmla="*/ 12 w 48"/>
                <a:gd name="T31" fmla="*/ 34 h 67"/>
                <a:gd name="T32" fmla="*/ 18 w 48"/>
                <a:gd name="T33" fmla="*/ 34 h 67"/>
                <a:gd name="T34" fmla="*/ 31 w 48"/>
                <a:gd name="T35" fmla="*/ 31 h 67"/>
                <a:gd name="T36" fmla="*/ 36 w 48"/>
                <a:gd name="T37" fmla="*/ 22 h 67"/>
                <a:gd name="T38" fmla="*/ 35 w 48"/>
                <a:gd name="T39" fmla="*/ 16 h 67"/>
                <a:gd name="T40" fmla="*/ 31 w 48"/>
                <a:gd name="T41" fmla="*/ 13 h 67"/>
                <a:gd name="T42" fmla="*/ 26 w 48"/>
                <a:gd name="T43" fmla="*/ 11 h 67"/>
                <a:gd name="T44" fmla="*/ 19 w 48"/>
                <a:gd name="T45" fmla="*/ 1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8" h="67">
                  <a:moveTo>
                    <a:pt x="18" y="0"/>
                  </a:moveTo>
                  <a:cubicBezTo>
                    <a:pt x="28" y="0"/>
                    <a:pt x="36" y="2"/>
                    <a:pt x="41" y="5"/>
                  </a:cubicBezTo>
                  <a:cubicBezTo>
                    <a:pt x="46" y="9"/>
                    <a:pt x="48" y="14"/>
                    <a:pt x="48" y="22"/>
                  </a:cubicBezTo>
                  <a:cubicBezTo>
                    <a:pt x="48" y="26"/>
                    <a:pt x="48" y="29"/>
                    <a:pt x="46" y="32"/>
                  </a:cubicBezTo>
                  <a:cubicBezTo>
                    <a:pt x="45" y="35"/>
                    <a:pt x="43" y="37"/>
                    <a:pt x="40" y="39"/>
                  </a:cubicBezTo>
                  <a:cubicBezTo>
                    <a:pt x="38" y="41"/>
                    <a:pt x="35" y="42"/>
                    <a:pt x="31" y="43"/>
                  </a:cubicBezTo>
                  <a:cubicBezTo>
                    <a:pt x="27" y="44"/>
                    <a:pt x="23" y="44"/>
                    <a:pt x="18" y="44"/>
                  </a:cubicBezTo>
                  <a:cubicBezTo>
                    <a:pt x="12" y="44"/>
                    <a:pt x="12" y="44"/>
                    <a:pt x="12" y="44"/>
                  </a:cubicBezTo>
                  <a:cubicBezTo>
                    <a:pt x="12" y="67"/>
                    <a:pt x="12" y="67"/>
                    <a:pt x="12" y="67"/>
                  </a:cubicBezTo>
                  <a:cubicBezTo>
                    <a:pt x="0" y="67"/>
                    <a:pt x="0" y="67"/>
                    <a:pt x="0" y="67"/>
                  </a:cubicBezTo>
                  <a:cubicBezTo>
                    <a:pt x="0" y="2"/>
                    <a:pt x="0" y="2"/>
                    <a:pt x="0" y="2"/>
                  </a:cubicBezTo>
                  <a:cubicBezTo>
                    <a:pt x="2" y="1"/>
                    <a:pt x="6" y="1"/>
                    <a:pt x="9" y="1"/>
                  </a:cubicBezTo>
                  <a:cubicBezTo>
                    <a:pt x="12" y="0"/>
                    <a:pt x="16" y="0"/>
                    <a:pt x="18" y="0"/>
                  </a:cubicBezTo>
                  <a:close/>
                  <a:moveTo>
                    <a:pt x="19" y="11"/>
                  </a:moveTo>
                  <a:cubicBezTo>
                    <a:pt x="16" y="11"/>
                    <a:pt x="14" y="11"/>
                    <a:pt x="12" y="11"/>
                  </a:cubicBezTo>
                  <a:cubicBezTo>
                    <a:pt x="12" y="34"/>
                    <a:pt x="12" y="34"/>
                    <a:pt x="12" y="34"/>
                  </a:cubicBezTo>
                  <a:cubicBezTo>
                    <a:pt x="18" y="34"/>
                    <a:pt x="18" y="34"/>
                    <a:pt x="18" y="34"/>
                  </a:cubicBezTo>
                  <a:cubicBezTo>
                    <a:pt x="23" y="34"/>
                    <a:pt x="28" y="33"/>
                    <a:pt x="31" y="31"/>
                  </a:cubicBezTo>
                  <a:cubicBezTo>
                    <a:pt x="34" y="29"/>
                    <a:pt x="36" y="26"/>
                    <a:pt x="36" y="22"/>
                  </a:cubicBezTo>
                  <a:cubicBezTo>
                    <a:pt x="36" y="20"/>
                    <a:pt x="35" y="18"/>
                    <a:pt x="35" y="16"/>
                  </a:cubicBezTo>
                  <a:cubicBezTo>
                    <a:pt x="34" y="15"/>
                    <a:pt x="33" y="14"/>
                    <a:pt x="31" y="13"/>
                  </a:cubicBezTo>
                  <a:cubicBezTo>
                    <a:pt x="30" y="12"/>
                    <a:pt x="28" y="12"/>
                    <a:pt x="26" y="11"/>
                  </a:cubicBezTo>
                  <a:cubicBezTo>
                    <a:pt x="24" y="11"/>
                    <a:pt x="22" y="11"/>
                    <a:pt x="19" y="1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28" name="Freeform 6">
              <a:extLst>
                <a:ext uri="{FF2B5EF4-FFF2-40B4-BE49-F238E27FC236}">
                  <a16:creationId xmlns:a16="http://schemas.microsoft.com/office/drawing/2014/main" id="{1FE5D02E-DF0E-4563-A14A-01167876039D}"/>
                </a:ext>
              </a:extLst>
            </p:cNvPr>
            <p:cNvSpPr>
              <a:spLocks noEditPoints="1"/>
            </p:cNvSpPr>
            <p:nvPr userDrawn="1"/>
          </p:nvSpPr>
          <p:spPr bwMode="auto">
            <a:xfrm>
              <a:off x="714150" y="5030484"/>
              <a:ext cx="280988" cy="334963"/>
            </a:xfrm>
            <a:custGeom>
              <a:avLst/>
              <a:gdLst>
                <a:gd name="T0" fmla="*/ 0 w 46"/>
                <a:gd name="T1" fmla="*/ 27 h 53"/>
                <a:gd name="T2" fmla="*/ 2 w 46"/>
                <a:gd name="T3" fmla="*/ 15 h 53"/>
                <a:gd name="T4" fmla="*/ 8 w 46"/>
                <a:gd name="T5" fmla="*/ 7 h 53"/>
                <a:gd name="T6" fmla="*/ 15 w 46"/>
                <a:gd name="T7" fmla="*/ 2 h 53"/>
                <a:gd name="T8" fmla="*/ 24 w 46"/>
                <a:gd name="T9" fmla="*/ 0 h 53"/>
                <a:gd name="T10" fmla="*/ 40 w 46"/>
                <a:gd name="T11" fmla="*/ 6 h 53"/>
                <a:gd name="T12" fmla="*/ 46 w 46"/>
                <a:gd name="T13" fmla="*/ 26 h 53"/>
                <a:gd name="T14" fmla="*/ 46 w 46"/>
                <a:gd name="T15" fmla="*/ 28 h 53"/>
                <a:gd name="T16" fmla="*/ 46 w 46"/>
                <a:gd name="T17" fmla="*/ 30 h 53"/>
                <a:gd name="T18" fmla="*/ 12 w 46"/>
                <a:gd name="T19" fmla="*/ 30 h 53"/>
                <a:gd name="T20" fmla="*/ 17 w 46"/>
                <a:gd name="T21" fmla="*/ 39 h 53"/>
                <a:gd name="T22" fmla="*/ 28 w 46"/>
                <a:gd name="T23" fmla="*/ 43 h 53"/>
                <a:gd name="T24" fmla="*/ 35 w 46"/>
                <a:gd name="T25" fmla="*/ 42 h 53"/>
                <a:gd name="T26" fmla="*/ 41 w 46"/>
                <a:gd name="T27" fmla="*/ 40 h 53"/>
                <a:gd name="T28" fmla="*/ 43 w 46"/>
                <a:gd name="T29" fmla="*/ 50 h 53"/>
                <a:gd name="T30" fmla="*/ 40 w 46"/>
                <a:gd name="T31" fmla="*/ 51 h 53"/>
                <a:gd name="T32" fmla="*/ 36 w 46"/>
                <a:gd name="T33" fmla="*/ 52 h 53"/>
                <a:gd name="T34" fmla="*/ 31 w 46"/>
                <a:gd name="T35" fmla="*/ 52 h 53"/>
                <a:gd name="T36" fmla="*/ 26 w 46"/>
                <a:gd name="T37" fmla="*/ 53 h 53"/>
                <a:gd name="T38" fmla="*/ 15 w 46"/>
                <a:gd name="T39" fmla="*/ 51 h 53"/>
                <a:gd name="T40" fmla="*/ 7 w 46"/>
                <a:gd name="T41" fmla="*/ 45 h 53"/>
                <a:gd name="T42" fmla="*/ 2 w 46"/>
                <a:gd name="T43" fmla="*/ 37 h 53"/>
                <a:gd name="T44" fmla="*/ 0 w 46"/>
                <a:gd name="T45" fmla="*/ 27 h 53"/>
                <a:gd name="T46" fmla="*/ 34 w 46"/>
                <a:gd name="T47" fmla="*/ 21 h 53"/>
                <a:gd name="T48" fmla="*/ 34 w 46"/>
                <a:gd name="T49" fmla="*/ 17 h 53"/>
                <a:gd name="T50" fmla="*/ 32 w 46"/>
                <a:gd name="T51" fmla="*/ 13 h 53"/>
                <a:gd name="T52" fmla="*/ 28 w 46"/>
                <a:gd name="T53" fmla="*/ 11 h 53"/>
                <a:gd name="T54" fmla="*/ 24 w 46"/>
                <a:gd name="T55" fmla="*/ 10 h 53"/>
                <a:gd name="T56" fmla="*/ 19 w 46"/>
                <a:gd name="T57" fmla="*/ 11 h 53"/>
                <a:gd name="T58" fmla="*/ 16 w 46"/>
                <a:gd name="T59" fmla="*/ 13 h 53"/>
                <a:gd name="T60" fmla="*/ 14 w 46"/>
                <a:gd name="T61" fmla="*/ 17 h 53"/>
                <a:gd name="T62" fmla="*/ 13 w 46"/>
                <a:gd name="T63" fmla="*/ 21 h 53"/>
                <a:gd name="T64" fmla="*/ 34 w 46"/>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6" h="53">
                  <a:moveTo>
                    <a:pt x="0" y="27"/>
                  </a:moveTo>
                  <a:cubicBezTo>
                    <a:pt x="0" y="22"/>
                    <a:pt x="1" y="18"/>
                    <a:pt x="2" y="15"/>
                  </a:cubicBezTo>
                  <a:cubicBezTo>
                    <a:pt x="4" y="12"/>
                    <a:pt x="6" y="9"/>
                    <a:pt x="8" y="7"/>
                  </a:cubicBezTo>
                  <a:cubicBezTo>
                    <a:pt x="10" y="4"/>
                    <a:pt x="12" y="3"/>
                    <a:pt x="15" y="2"/>
                  </a:cubicBezTo>
                  <a:cubicBezTo>
                    <a:pt x="18" y="0"/>
                    <a:pt x="21" y="0"/>
                    <a:pt x="24" y="0"/>
                  </a:cubicBezTo>
                  <a:cubicBezTo>
                    <a:pt x="31" y="0"/>
                    <a:pt x="36" y="2"/>
                    <a:pt x="40" y="6"/>
                  </a:cubicBezTo>
                  <a:cubicBezTo>
                    <a:pt x="44" y="11"/>
                    <a:pt x="46" y="17"/>
                    <a:pt x="46" y="26"/>
                  </a:cubicBezTo>
                  <a:cubicBezTo>
                    <a:pt x="46" y="26"/>
                    <a:pt x="46" y="27"/>
                    <a:pt x="46" y="28"/>
                  </a:cubicBezTo>
                  <a:cubicBezTo>
                    <a:pt x="46" y="29"/>
                    <a:pt x="46" y="29"/>
                    <a:pt x="46" y="30"/>
                  </a:cubicBezTo>
                  <a:cubicBezTo>
                    <a:pt x="12" y="30"/>
                    <a:pt x="12" y="30"/>
                    <a:pt x="12" y="30"/>
                  </a:cubicBezTo>
                  <a:cubicBezTo>
                    <a:pt x="13" y="34"/>
                    <a:pt x="14" y="37"/>
                    <a:pt x="17" y="39"/>
                  </a:cubicBezTo>
                  <a:cubicBezTo>
                    <a:pt x="19" y="41"/>
                    <a:pt x="23" y="43"/>
                    <a:pt x="28" y="43"/>
                  </a:cubicBezTo>
                  <a:cubicBezTo>
                    <a:pt x="31" y="43"/>
                    <a:pt x="33" y="42"/>
                    <a:pt x="35" y="42"/>
                  </a:cubicBezTo>
                  <a:cubicBezTo>
                    <a:pt x="38" y="41"/>
                    <a:pt x="40" y="41"/>
                    <a:pt x="41" y="40"/>
                  </a:cubicBezTo>
                  <a:cubicBezTo>
                    <a:pt x="43" y="50"/>
                    <a:pt x="43" y="50"/>
                    <a:pt x="43" y="50"/>
                  </a:cubicBezTo>
                  <a:cubicBezTo>
                    <a:pt x="42" y="50"/>
                    <a:pt x="41" y="50"/>
                    <a:pt x="40" y="51"/>
                  </a:cubicBezTo>
                  <a:cubicBezTo>
                    <a:pt x="39" y="51"/>
                    <a:pt x="38" y="51"/>
                    <a:pt x="36" y="52"/>
                  </a:cubicBezTo>
                  <a:cubicBezTo>
                    <a:pt x="35" y="52"/>
                    <a:pt x="33" y="52"/>
                    <a:pt x="31" y="52"/>
                  </a:cubicBezTo>
                  <a:cubicBezTo>
                    <a:pt x="30" y="53"/>
                    <a:pt x="28" y="53"/>
                    <a:pt x="26" y="53"/>
                  </a:cubicBezTo>
                  <a:cubicBezTo>
                    <a:pt x="22" y="53"/>
                    <a:pt x="18" y="52"/>
                    <a:pt x="15" y="51"/>
                  </a:cubicBezTo>
                  <a:cubicBezTo>
                    <a:pt x="12" y="49"/>
                    <a:pt x="9" y="48"/>
                    <a:pt x="7" y="45"/>
                  </a:cubicBezTo>
                  <a:cubicBezTo>
                    <a:pt x="5" y="43"/>
                    <a:pt x="3" y="40"/>
                    <a:pt x="2" y="37"/>
                  </a:cubicBezTo>
                  <a:cubicBezTo>
                    <a:pt x="1" y="34"/>
                    <a:pt x="0" y="30"/>
                    <a:pt x="0" y="27"/>
                  </a:cubicBezTo>
                  <a:close/>
                  <a:moveTo>
                    <a:pt x="34" y="21"/>
                  </a:moveTo>
                  <a:cubicBezTo>
                    <a:pt x="34" y="20"/>
                    <a:pt x="34" y="18"/>
                    <a:pt x="34" y="17"/>
                  </a:cubicBezTo>
                  <a:cubicBezTo>
                    <a:pt x="33" y="15"/>
                    <a:pt x="32" y="14"/>
                    <a:pt x="32" y="13"/>
                  </a:cubicBezTo>
                  <a:cubicBezTo>
                    <a:pt x="31" y="12"/>
                    <a:pt x="30" y="11"/>
                    <a:pt x="28" y="11"/>
                  </a:cubicBezTo>
                  <a:cubicBezTo>
                    <a:pt x="27" y="10"/>
                    <a:pt x="26" y="10"/>
                    <a:pt x="24" y="10"/>
                  </a:cubicBezTo>
                  <a:cubicBezTo>
                    <a:pt x="22" y="10"/>
                    <a:pt x="21" y="10"/>
                    <a:pt x="19" y="11"/>
                  </a:cubicBezTo>
                  <a:cubicBezTo>
                    <a:pt x="18" y="11"/>
                    <a:pt x="17" y="12"/>
                    <a:pt x="16" y="13"/>
                  </a:cubicBezTo>
                  <a:cubicBezTo>
                    <a:pt x="15" y="14"/>
                    <a:pt x="14" y="16"/>
                    <a:pt x="14" y="17"/>
                  </a:cubicBezTo>
                  <a:cubicBezTo>
                    <a:pt x="13" y="18"/>
                    <a:pt x="13" y="20"/>
                    <a:pt x="13" y="21"/>
                  </a:cubicBezTo>
                  <a:lnTo>
                    <a:pt x="34"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29" name="Freeform 7">
              <a:extLst>
                <a:ext uri="{FF2B5EF4-FFF2-40B4-BE49-F238E27FC236}">
                  <a16:creationId xmlns:a16="http://schemas.microsoft.com/office/drawing/2014/main" id="{E87745CD-1FEA-4787-853E-B3F92946D114}"/>
                </a:ext>
              </a:extLst>
            </p:cNvPr>
            <p:cNvSpPr>
              <a:spLocks noEditPoints="1"/>
            </p:cNvSpPr>
            <p:nvPr userDrawn="1"/>
          </p:nvSpPr>
          <p:spPr bwMode="auto">
            <a:xfrm>
              <a:off x="1038000" y="5030484"/>
              <a:ext cx="298450" cy="334963"/>
            </a:xfrm>
            <a:custGeom>
              <a:avLst/>
              <a:gdLst>
                <a:gd name="T0" fmla="*/ 49 w 49"/>
                <a:gd name="T1" fmla="*/ 26 h 53"/>
                <a:gd name="T2" fmla="*/ 47 w 49"/>
                <a:gd name="T3" fmla="*/ 37 h 53"/>
                <a:gd name="T4" fmla="*/ 42 w 49"/>
                <a:gd name="T5" fmla="*/ 45 h 53"/>
                <a:gd name="T6" fmla="*/ 34 w 49"/>
                <a:gd name="T7" fmla="*/ 51 h 53"/>
                <a:gd name="T8" fmla="*/ 24 w 49"/>
                <a:gd name="T9" fmla="*/ 53 h 53"/>
                <a:gd name="T10" fmla="*/ 15 w 49"/>
                <a:gd name="T11" fmla="*/ 51 h 53"/>
                <a:gd name="T12" fmla="*/ 7 w 49"/>
                <a:gd name="T13" fmla="*/ 45 h 53"/>
                <a:gd name="T14" fmla="*/ 2 w 49"/>
                <a:gd name="T15" fmla="*/ 37 h 53"/>
                <a:gd name="T16" fmla="*/ 0 w 49"/>
                <a:gd name="T17" fmla="*/ 26 h 53"/>
                <a:gd name="T18" fmla="*/ 2 w 49"/>
                <a:gd name="T19" fmla="*/ 15 h 53"/>
                <a:gd name="T20" fmla="*/ 7 w 49"/>
                <a:gd name="T21" fmla="*/ 7 h 53"/>
                <a:gd name="T22" fmla="*/ 15 w 49"/>
                <a:gd name="T23" fmla="*/ 2 h 53"/>
                <a:gd name="T24" fmla="*/ 24 w 49"/>
                <a:gd name="T25" fmla="*/ 0 h 53"/>
                <a:gd name="T26" fmla="*/ 34 w 49"/>
                <a:gd name="T27" fmla="*/ 2 h 53"/>
                <a:gd name="T28" fmla="*/ 42 w 49"/>
                <a:gd name="T29" fmla="*/ 7 h 53"/>
                <a:gd name="T30" fmla="*/ 47 w 49"/>
                <a:gd name="T31" fmla="*/ 15 h 53"/>
                <a:gd name="T32" fmla="*/ 49 w 49"/>
                <a:gd name="T33" fmla="*/ 26 h 53"/>
                <a:gd name="T34" fmla="*/ 37 w 49"/>
                <a:gd name="T35" fmla="*/ 26 h 53"/>
                <a:gd name="T36" fmla="*/ 33 w 49"/>
                <a:gd name="T37" fmla="*/ 14 h 53"/>
                <a:gd name="T38" fmla="*/ 24 w 49"/>
                <a:gd name="T39" fmla="*/ 10 h 53"/>
                <a:gd name="T40" fmla="*/ 16 w 49"/>
                <a:gd name="T41" fmla="*/ 14 h 53"/>
                <a:gd name="T42" fmla="*/ 12 w 49"/>
                <a:gd name="T43" fmla="*/ 26 h 53"/>
                <a:gd name="T44" fmla="*/ 16 w 49"/>
                <a:gd name="T45" fmla="*/ 38 h 53"/>
                <a:gd name="T46" fmla="*/ 24 w 49"/>
                <a:gd name="T47" fmla="*/ 43 h 53"/>
                <a:gd name="T48" fmla="*/ 33 w 49"/>
                <a:gd name="T49" fmla="*/ 38 h 53"/>
                <a:gd name="T50" fmla="*/ 37 w 49"/>
                <a:gd name="T51"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53">
                  <a:moveTo>
                    <a:pt x="49" y="26"/>
                  </a:moveTo>
                  <a:cubicBezTo>
                    <a:pt x="49" y="30"/>
                    <a:pt x="48" y="34"/>
                    <a:pt x="47" y="37"/>
                  </a:cubicBezTo>
                  <a:cubicBezTo>
                    <a:pt x="46" y="40"/>
                    <a:pt x="44" y="43"/>
                    <a:pt x="42" y="45"/>
                  </a:cubicBezTo>
                  <a:cubicBezTo>
                    <a:pt x="40" y="48"/>
                    <a:pt x="37" y="50"/>
                    <a:pt x="34" y="51"/>
                  </a:cubicBezTo>
                  <a:cubicBezTo>
                    <a:pt x="31" y="52"/>
                    <a:pt x="28" y="53"/>
                    <a:pt x="24" y="53"/>
                  </a:cubicBezTo>
                  <a:cubicBezTo>
                    <a:pt x="21" y="53"/>
                    <a:pt x="18" y="52"/>
                    <a:pt x="15" y="51"/>
                  </a:cubicBezTo>
                  <a:cubicBezTo>
                    <a:pt x="12" y="50"/>
                    <a:pt x="9" y="48"/>
                    <a:pt x="7" y="45"/>
                  </a:cubicBezTo>
                  <a:cubicBezTo>
                    <a:pt x="5" y="43"/>
                    <a:pt x="3" y="40"/>
                    <a:pt x="2" y="37"/>
                  </a:cubicBezTo>
                  <a:cubicBezTo>
                    <a:pt x="1" y="34"/>
                    <a:pt x="0" y="30"/>
                    <a:pt x="0" y="26"/>
                  </a:cubicBezTo>
                  <a:cubicBezTo>
                    <a:pt x="0" y="22"/>
                    <a:pt x="1" y="19"/>
                    <a:pt x="2" y="15"/>
                  </a:cubicBezTo>
                  <a:cubicBezTo>
                    <a:pt x="3" y="12"/>
                    <a:pt x="5" y="9"/>
                    <a:pt x="7" y="7"/>
                  </a:cubicBezTo>
                  <a:cubicBezTo>
                    <a:pt x="9" y="5"/>
                    <a:pt x="12" y="3"/>
                    <a:pt x="15" y="2"/>
                  </a:cubicBezTo>
                  <a:cubicBezTo>
                    <a:pt x="18" y="1"/>
                    <a:pt x="21" y="0"/>
                    <a:pt x="24" y="0"/>
                  </a:cubicBezTo>
                  <a:cubicBezTo>
                    <a:pt x="28" y="0"/>
                    <a:pt x="31" y="1"/>
                    <a:pt x="34" y="2"/>
                  </a:cubicBezTo>
                  <a:cubicBezTo>
                    <a:pt x="37" y="3"/>
                    <a:pt x="40" y="5"/>
                    <a:pt x="42" y="7"/>
                  </a:cubicBezTo>
                  <a:cubicBezTo>
                    <a:pt x="44" y="9"/>
                    <a:pt x="46" y="12"/>
                    <a:pt x="47" y="15"/>
                  </a:cubicBezTo>
                  <a:cubicBezTo>
                    <a:pt x="48" y="19"/>
                    <a:pt x="49" y="22"/>
                    <a:pt x="49" y="26"/>
                  </a:cubicBezTo>
                  <a:close/>
                  <a:moveTo>
                    <a:pt x="37" y="26"/>
                  </a:moveTo>
                  <a:cubicBezTo>
                    <a:pt x="37" y="21"/>
                    <a:pt x="36" y="17"/>
                    <a:pt x="33" y="14"/>
                  </a:cubicBezTo>
                  <a:cubicBezTo>
                    <a:pt x="31" y="11"/>
                    <a:pt x="28" y="10"/>
                    <a:pt x="24" y="10"/>
                  </a:cubicBezTo>
                  <a:cubicBezTo>
                    <a:pt x="21" y="10"/>
                    <a:pt x="18" y="11"/>
                    <a:pt x="16" y="14"/>
                  </a:cubicBezTo>
                  <a:cubicBezTo>
                    <a:pt x="13" y="17"/>
                    <a:pt x="12" y="21"/>
                    <a:pt x="12" y="26"/>
                  </a:cubicBezTo>
                  <a:cubicBezTo>
                    <a:pt x="12" y="31"/>
                    <a:pt x="13" y="35"/>
                    <a:pt x="16" y="38"/>
                  </a:cubicBezTo>
                  <a:cubicBezTo>
                    <a:pt x="18" y="41"/>
                    <a:pt x="21" y="43"/>
                    <a:pt x="24" y="43"/>
                  </a:cubicBezTo>
                  <a:cubicBezTo>
                    <a:pt x="28" y="43"/>
                    <a:pt x="31" y="41"/>
                    <a:pt x="33" y="38"/>
                  </a:cubicBezTo>
                  <a:cubicBezTo>
                    <a:pt x="36" y="35"/>
                    <a:pt x="37" y="31"/>
                    <a:pt x="37" y="2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0" name="Freeform 8">
              <a:extLst>
                <a:ext uri="{FF2B5EF4-FFF2-40B4-BE49-F238E27FC236}">
                  <a16:creationId xmlns:a16="http://schemas.microsoft.com/office/drawing/2014/main" id="{736BE8F4-4385-41DC-891E-4C7A0CB2F177}"/>
                </a:ext>
              </a:extLst>
            </p:cNvPr>
            <p:cNvSpPr>
              <a:spLocks noEditPoints="1"/>
            </p:cNvSpPr>
            <p:nvPr userDrawn="1"/>
          </p:nvSpPr>
          <p:spPr bwMode="auto">
            <a:xfrm>
              <a:off x="1398362" y="5030484"/>
              <a:ext cx="274638" cy="434975"/>
            </a:xfrm>
            <a:custGeom>
              <a:avLst/>
              <a:gdLst>
                <a:gd name="T0" fmla="*/ 45 w 45"/>
                <a:gd name="T1" fmla="*/ 26 h 69"/>
                <a:gd name="T2" fmla="*/ 43 w 45"/>
                <a:gd name="T3" fmla="*/ 37 h 69"/>
                <a:gd name="T4" fmla="*/ 39 w 45"/>
                <a:gd name="T5" fmla="*/ 45 h 69"/>
                <a:gd name="T6" fmla="*/ 32 w 45"/>
                <a:gd name="T7" fmla="*/ 51 h 69"/>
                <a:gd name="T8" fmla="*/ 23 w 45"/>
                <a:gd name="T9" fmla="*/ 52 h 69"/>
                <a:gd name="T10" fmla="*/ 16 w 45"/>
                <a:gd name="T11" fmla="*/ 52 h 69"/>
                <a:gd name="T12" fmla="*/ 11 w 45"/>
                <a:gd name="T13" fmla="*/ 50 h 69"/>
                <a:gd name="T14" fmla="*/ 11 w 45"/>
                <a:gd name="T15" fmla="*/ 69 h 69"/>
                <a:gd name="T16" fmla="*/ 0 w 45"/>
                <a:gd name="T17" fmla="*/ 69 h 69"/>
                <a:gd name="T18" fmla="*/ 0 w 45"/>
                <a:gd name="T19" fmla="*/ 3 h 69"/>
                <a:gd name="T20" fmla="*/ 8 w 45"/>
                <a:gd name="T21" fmla="*/ 1 h 69"/>
                <a:gd name="T22" fmla="*/ 19 w 45"/>
                <a:gd name="T23" fmla="*/ 0 h 69"/>
                <a:gd name="T24" fmla="*/ 30 w 45"/>
                <a:gd name="T25" fmla="*/ 2 h 69"/>
                <a:gd name="T26" fmla="*/ 38 w 45"/>
                <a:gd name="T27" fmla="*/ 7 h 69"/>
                <a:gd name="T28" fmla="*/ 43 w 45"/>
                <a:gd name="T29" fmla="*/ 15 h 69"/>
                <a:gd name="T30" fmla="*/ 45 w 45"/>
                <a:gd name="T31" fmla="*/ 26 h 69"/>
                <a:gd name="T32" fmla="*/ 33 w 45"/>
                <a:gd name="T33" fmla="*/ 27 h 69"/>
                <a:gd name="T34" fmla="*/ 29 w 45"/>
                <a:gd name="T35" fmla="*/ 14 h 69"/>
                <a:gd name="T36" fmla="*/ 18 w 45"/>
                <a:gd name="T37" fmla="*/ 10 h 69"/>
                <a:gd name="T38" fmla="*/ 15 w 45"/>
                <a:gd name="T39" fmla="*/ 10 h 69"/>
                <a:gd name="T40" fmla="*/ 11 w 45"/>
                <a:gd name="T41" fmla="*/ 11 h 69"/>
                <a:gd name="T42" fmla="*/ 11 w 45"/>
                <a:gd name="T43" fmla="*/ 40 h 69"/>
                <a:gd name="T44" fmla="*/ 15 w 45"/>
                <a:gd name="T45" fmla="*/ 42 h 69"/>
                <a:gd name="T46" fmla="*/ 21 w 45"/>
                <a:gd name="T47" fmla="*/ 42 h 69"/>
                <a:gd name="T48" fmla="*/ 30 w 45"/>
                <a:gd name="T49" fmla="*/ 38 h 69"/>
                <a:gd name="T50" fmla="*/ 33 w 45"/>
                <a:gd name="T51" fmla="*/ 2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5" h="69">
                  <a:moveTo>
                    <a:pt x="45" y="26"/>
                  </a:moveTo>
                  <a:cubicBezTo>
                    <a:pt x="45" y="30"/>
                    <a:pt x="44" y="34"/>
                    <a:pt x="43" y="37"/>
                  </a:cubicBezTo>
                  <a:cubicBezTo>
                    <a:pt x="42" y="40"/>
                    <a:pt x="41" y="43"/>
                    <a:pt x="39" y="45"/>
                  </a:cubicBezTo>
                  <a:cubicBezTo>
                    <a:pt x="37" y="47"/>
                    <a:pt x="35" y="49"/>
                    <a:pt x="32" y="51"/>
                  </a:cubicBezTo>
                  <a:cubicBezTo>
                    <a:pt x="29" y="52"/>
                    <a:pt x="26" y="52"/>
                    <a:pt x="23" y="52"/>
                  </a:cubicBezTo>
                  <a:cubicBezTo>
                    <a:pt x="20" y="52"/>
                    <a:pt x="18" y="52"/>
                    <a:pt x="16" y="52"/>
                  </a:cubicBezTo>
                  <a:cubicBezTo>
                    <a:pt x="14" y="51"/>
                    <a:pt x="13" y="50"/>
                    <a:pt x="11" y="50"/>
                  </a:cubicBezTo>
                  <a:cubicBezTo>
                    <a:pt x="11" y="69"/>
                    <a:pt x="11" y="69"/>
                    <a:pt x="11" y="69"/>
                  </a:cubicBezTo>
                  <a:cubicBezTo>
                    <a:pt x="0" y="69"/>
                    <a:pt x="0" y="69"/>
                    <a:pt x="0" y="69"/>
                  </a:cubicBezTo>
                  <a:cubicBezTo>
                    <a:pt x="0" y="3"/>
                    <a:pt x="0" y="3"/>
                    <a:pt x="0" y="3"/>
                  </a:cubicBezTo>
                  <a:cubicBezTo>
                    <a:pt x="2" y="2"/>
                    <a:pt x="5" y="2"/>
                    <a:pt x="8" y="1"/>
                  </a:cubicBezTo>
                  <a:cubicBezTo>
                    <a:pt x="12" y="0"/>
                    <a:pt x="16" y="0"/>
                    <a:pt x="19" y="0"/>
                  </a:cubicBezTo>
                  <a:cubicBezTo>
                    <a:pt x="23" y="0"/>
                    <a:pt x="27" y="1"/>
                    <a:pt x="30" y="2"/>
                  </a:cubicBezTo>
                  <a:cubicBezTo>
                    <a:pt x="33" y="3"/>
                    <a:pt x="36" y="5"/>
                    <a:pt x="38" y="7"/>
                  </a:cubicBezTo>
                  <a:cubicBezTo>
                    <a:pt x="40" y="9"/>
                    <a:pt x="42" y="12"/>
                    <a:pt x="43" y="15"/>
                  </a:cubicBezTo>
                  <a:cubicBezTo>
                    <a:pt x="44" y="19"/>
                    <a:pt x="45" y="22"/>
                    <a:pt x="45" y="26"/>
                  </a:cubicBezTo>
                  <a:close/>
                  <a:moveTo>
                    <a:pt x="33" y="27"/>
                  </a:moveTo>
                  <a:cubicBezTo>
                    <a:pt x="33" y="21"/>
                    <a:pt x="32" y="17"/>
                    <a:pt x="29" y="14"/>
                  </a:cubicBezTo>
                  <a:cubicBezTo>
                    <a:pt x="27" y="12"/>
                    <a:pt x="23" y="10"/>
                    <a:pt x="18" y="10"/>
                  </a:cubicBezTo>
                  <a:cubicBezTo>
                    <a:pt x="17" y="10"/>
                    <a:pt x="16" y="10"/>
                    <a:pt x="15" y="10"/>
                  </a:cubicBezTo>
                  <a:cubicBezTo>
                    <a:pt x="14" y="10"/>
                    <a:pt x="12" y="11"/>
                    <a:pt x="11" y="11"/>
                  </a:cubicBezTo>
                  <a:cubicBezTo>
                    <a:pt x="11" y="40"/>
                    <a:pt x="11" y="40"/>
                    <a:pt x="11" y="40"/>
                  </a:cubicBezTo>
                  <a:cubicBezTo>
                    <a:pt x="12" y="40"/>
                    <a:pt x="14" y="41"/>
                    <a:pt x="15" y="42"/>
                  </a:cubicBezTo>
                  <a:cubicBezTo>
                    <a:pt x="17" y="42"/>
                    <a:pt x="19" y="42"/>
                    <a:pt x="21" y="42"/>
                  </a:cubicBezTo>
                  <a:cubicBezTo>
                    <a:pt x="25" y="42"/>
                    <a:pt x="28" y="41"/>
                    <a:pt x="30" y="38"/>
                  </a:cubicBezTo>
                  <a:cubicBezTo>
                    <a:pt x="32" y="35"/>
                    <a:pt x="33" y="31"/>
                    <a:pt x="33" y="2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1" name="Freeform 9">
              <a:extLst>
                <a:ext uri="{FF2B5EF4-FFF2-40B4-BE49-F238E27FC236}">
                  <a16:creationId xmlns:a16="http://schemas.microsoft.com/office/drawing/2014/main" id="{F61E42E2-4849-4296-AD4C-9F7E6208C913}"/>
                </a:ext>
              </a:extLst>
            </p:cNvPr>
            <p:cNvSpPr>
              <a:spLocks/>
            </p:cNvSpPr>
            <p:nvPr userDrawn="1"/>
          </p:nvSpPr>
          <p:spPr bwMode="auto">
            <a:xfrm>
              <a:off x="1734912" y="4886021"/>
              <a:ext cx="115888" cy="473075"/>
            </a:xfrm>
            <a:custGeom>
              <a:avLst/>
              <a:gdLst>
                <a:gd name="T0" fmla="*/ 17 w 19"/>
                <a:gd name="T1" fmla="*/ 75 h 75"/>
                <a:gd name="T2" fmla="*/ 9 w 19"/>
                <a:gd name="T3" fmla="*/ 74 h 75"/>
                <a:gd name="T4" fmla="*/ 3 w 19"/>
                <a:gd name="T5" fmla="*/ 71 h 75"/>
                <a:gd name="T6" fmla="*/ 1 w 19"/>
                <a:gd name="T7" fmla="*/ 66 h 75"/>
                <a:gd name="T8" fmla="*/ 0 w 19"/>
                <a:gd name="T9" fmla="*/ 60 h 75"/>
                <a:gd name="T10" fmla="*/ 0 w 19"/>
                <a:gd name="T11" fmla="*/ 2 h 75"/>
                <a:gd name="T12" fmla="*/ 11 w 19"/>
                <a:gd name="T13" fmla="*/ 0 h 75"/>
                <a:gd name="T14" fmla="*/ 11 w 19"/>
                <a:gd name="T15" fmla="*/ 57 h 75"/>
                <a:gd name="T16" fmla="*/ 12 w 19"/>
                <a:gd name="T17" fmla="*/ 61 h 75"/>
                <a:gd name="T18" fmla="*/ 13 w 19"/>
                <a:gd name="T19" fmla="*/ 63 h 75"/>
                <a:gd name="T20" fmla="*/ 15 w 19"/>
                <a:gd name="T21" fmla="*/ 65 h 75"/>
                <a:gd name="T22" fmla="*/ 19 w 19"/>
                <a:gd name="T23" fmla="*/ 66 h 75"/>
                <a:gd name="T24" fmla="*/ 17 w 19"/>
                <a:gd name="T25"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75">
                  <a:moveTo>
                    <a:pt x="17" y="75"/>
                  </a:moveTo>
                  <a:cubicBezTo>
                    <a:pt x="14" y="75"/>
                    <a:pt x="11" y="75"/>
                    <a:pt x="9" y="74"/>
                  </a:cubicBezTo>
                  <a:cubicBezTo>
                    <a:pt x="7" y="73"/>
                    <a:pt x="5" y="72"/>
                    <a:pt x="3" y="71"/>
                  </a:cubicBezTo>
                  <a:cubicBezTo>
                    <a:pt x="2" y="70"/>
                    <a:pt x="1" y="68"/>
                    <a:pt x="1" y="66"/>
                  </a:cubicBezTo>
                  <a:cubicBezTo>
                    <a:pt x="0" y="64"/>
                    <a:pt x="0" y="62"/>
                    <a:pt x="0" y="60"/>
                  </a:cubicBezTo>
                  <a:cubicBezTo>
                    <a:pt x="0" y="2"/>
                    <a:pt x="0" y="2"/>
                    <a:pt x="0" y="2"/>
                  </a:cubicBezTo>
                  <a:cubicBezTo>
                    <a:pt x="11" y="0"/>
                    <a:pt x="11" y="0"/>
                    <a:pt x="11" y="0"/>
                  </a:cubicBezTo>
                  <a:cubicBezTo>
                    <a:pt x="11" y="57"/>
                    <a:pt x="11" y="57"/>
                    <a:pt x="11" y="57"/>
                  </a:cubicBezTo>
                  <a:cubicBezTo>
                    <a:pt x="11" y="59"/>
                    <a:pt x="11" y="60"/>
                    <a:pt x="12" y="61"/>
                  </a:cubicBezTo>
                  <a:cubicBezTo>
                    <a:pt x="12" y="62"/>
                    <a:pt x="12" y="63"/>
                    <a:pt x="13" y="63"/>
                  </a:cubicBezTo>
                  <a:cubicBezTo>
                    <a:pt x="13" y="64"/>
                    <a:pt x="14" y="65"/>
                    <a:pt x="15" y="65"/>
                  </a:cubicBezTo>
                  <a:cubicBezTo>
                    <a:pt x="16" y="65"/>
                    <a:pt x="18" y="66"/>
                    <a:pt x="19" y="66"/>
                  </a:cubicBezTo>
                  <a:lnTo>
                    <a:pt x="17" y="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2" name="Freeform 10">
              <a:extLst>
                <a:ext uri="{FF2B5EF4-FFF2-40B4-BE49-F238E27FC236}">
                  <a16:creationId xmlns:a16="http://schemas.microsoft.com/office/drawing/2014/main" id="{90999C1F-E9A1-4857-94A7-BE92F2D5B14A}"/>
                </a:ext>
              </a:extLst>
            </p:cNvPr>
            <p:cNvSpPr>
              <a:spLocks noEditPoints="1"/>
            </p:cNvSpPr>
            <p:nvPr userDrawn="1"/>
          </p:nvSpPr>
          <p:spPr bwMode="auto">
            <a:xfrm>
              <a:off x="1880962" y="5030484"/>
              <a:ext cx="274638" cy="334963"/>
            </a:xfrm>
            <a:custGeom>
              <a:avLst/>
              <a:gdLst>
                <a:gd name="T0" fmla="*/ 0 w 45"/>
                <a:gd name="T1" fmla="*/ 27 h 53"/>
                <a:gd name="T2" fmla="*/ 2 w 45"/>
                <a:gd name="T3" fmla="*/ 15 h 53"/>
                <a:gd name="T4" fmla="*/ 7 w 45"/>
                <a:gd name="T5" fmla="*/ 7 h 53"/>
                <a:gd name="T6" fmla="*/ 14 w 45"/>
                <a:gd name="T7" fmla="*/ 2 h 53"/>
                <a:gd name="T8" fmla="*/ 23 w 45"/>
                <a:gd name="T9" fmla="*/ 0 h 53"/>
                <a:gd name="T10" fmla="*/ 39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0 w 45"/>
                <a:gd name="T27" fmla="*/ 40 h 53"/>
                <a:gd name="T28" fmla="*/ 42 w 45"/>
                <a:gd name="T29" fmla="*/ 50 h 53"/>
                <a:gd name="T30" fmla="*/ 39 w 45"/>
                <a:gd name="T31" fmla="*/ 51 h 53"/>
                <a:gd name="T32" fmla="*/ 35 w 45"/>
                <a:gd name="T33" fmla="*/ 52 h 53"/>
                <a:gd name="T34" fmla="*/ 31 w 45"/>
                <a:gd name="T35" fmla="*/ 52 h 53"/>
                <a:gd name="T36" fmla="*/ 26 w 45"/>
                <a:gd name="T37" fmla="*/ 53 h 53"/>
                <a:gd name="T38" fmla="*/ 14 w 45"/>
                <a:gd name="T39" fmla="*/ 51 h 53"/>
                <a:gd name="T40" fmla="*/ 6 w 45"/>
                <a:gd name="T41" fmla="*/ 45 h 53"/>
                <a:gd name="T42" fmla="*/ 1 w 45"/>
                <a:gd name="T43" fmla="*/ 37 h 53"/>
                <a:gd name="T44" fmla="*/ 0 w 45"/>
                <a:gd name="T45" fmla="*/ 27 h 53"/>
                <a:gd name="T46" fmla="*/ 33 w 45"/>
                <a:gd name="T47" fmla="*/ 21 h 53"/>
                <a:gd name="T48" fmla="*/ 33 w 45"/>
                <a:gd name="T49" fmla="*/ 17 h 53"/>
                <a:gd name="T50" fmla="*/ 31 w 45"/>
                <a:gd name="T51" fmla="*/ 13 h 53"/>
                <a:gd name="T52" fmla="*/ 28 w 45"/>
                <a:gd name="T53" fmla="*/ 11 h 53"/>
                <a:gd name="T54" fmla="*/ 23 w 45"/>
                <a:gd name="T55" fmla="*/ 10 h 53"/>
                <a:gd name="T56" fmla="*/ 18 w 45"/>
                <a:gd name="T57" fmla="*/ 11 h 53"/>
                <a:gd name="T58" fmla="*/ 15 w 45"/>
                <a:gd name="T59" fmla="*/ 13 h 53"/>
                <a:gd name="T60" fmla="*/ 13 w 45"/>
                <a:gd name="T61" fmla="*/ 17 h 53"/>
                <a:gd name="T62" fmla="*/ 12 w 45"/>
                <a:gd name="T63" fmla="*/ 21 h 53"/>
                <a:gd name="T64" fmla="*/ 33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0" y="18"/>
                    <a:pt x="2" y="15"/>
                  </a:cubicBezTo>
                  <a:cubicBezTo>
                    <a:pt x="3" y="12"/>
                    <a:pt x="5" y="9"/>
                    <a:pt x="7" y="7"/>
                  </a:cubicBezTo>
                  <a:cubicBezTo>
                    <a:pt x="9" y="4"/>
                    <a:pt x="12" y="3"/>
                    <a:pt x="14" y="2"/>
                  </a:cubicBezTo>
                  <a:cubicBezTo>
                    <a:pt x="17" y="0"/>
                    <a:pt x="20" y="0"/>
                    <a:pt x="23" y="0"/>
                  </a:cubicBezTo>
                  <a:cubicBezTo>
                    <a:pt x="30" y="0"/>
                    <a:pt x="35" y="2"/>
                    <a:pt x="39" y="6"/>
                  </a:cubicBezTo>
                  <a:cubicBezTo>
                    <a:pt x="43"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2" y="43"/>
                    <a:pt x="27" y="43"/>
                  </a:cubicBezTo>
                  <a:cubicBezTo>
                    <a:pt x="30" y="43"/>
                    <a:pt x="32" y="42"/>
                    <a:pt x="35" y="42"/>
                  </a:cubicBezTo>
                  <a:cubicBezTo>
                    <a:pt x="37" y="41"/>
                    <a:pt x="39" y="41"/>
                    <a:pt x="40" y="40"/>
                  </a:cubicBezTo>
                  <a:cubicBezTo>
                    <a:pt x="42" y="50"/>
                    <a:pt x="42" y="50"/>
                    <a:pt x="42" y="50"/>
                  </a:cubicBezTo>
                  <a:cubicBezTo>
                    <a:pt x="41" y="50"/>
                    <a:pt x="40" y="50"/>
                    <a:pt x="39" y="51"/>
                  </a:cubicBezTo>
                  <a:cubicBezTo>
                    <a:pt x="38" y="51"/>
                    <a:pt x="37" y="51"/>
                    <a:pt x="35" y="52"/>
                  </a:cubicBezTo>
                  <a:cubicBezTo>
                    <a:pt x="34" y="52"/>
                    <a:pt x="32" y="52"/>
                    <a:pt x="31" y="52"/>
                  </a:cubicBezTo>
                  <a:cubicBezTo>
                    <a:pt x="29" y="53"/>
                    <a:pt x="27" y="53"/>
                    <a:pt x="26" y="53"/>
                  </a:cubicBezTo>
                  <a:cubicBezTo>
                    <a:pt x="21" y="53"/>
                    <a:pt x="17" y="52"/>
                    <a:pt x="14" y="51"/>
                  </a:cubicBezTo>
                  <a:cubicBezTo>
                    <a:pt x="11" y="49"/>
                    <a:pt x="8" y="48"/>
                    <a:pt x="6" y="45"/>
                  </a:cubicBezTo>
                  <a:cubicBezTo>
                    <a:pt x="4" y="43"/>
                    <a:pt x="2" y="40"/>
                    <a:pt x="1" y="37"/>
                  </a:cubicBezTo>
                  <a:cubicBezTo>
                    <a:pt x="0" y="34"/>
                    <a:pt x="0" y="30"/>
                    <a:pt x="0" y="27"/>
                  </a:cubicBezTo>
                  <a:close/>
                  <a:moveTo>
                    <a:pt x="33" y="21"/>
                  </a:moveTo>
                  <a:cubicBezTo>
                    <a:pt x="33" y="20"/>
                    <a:pt x="33" y="18"/>
                    <a:pt x="33" y="17"/>
                  </a:cubicBezTo>
                  <a:cubicBezTo>
                    <a:pt x="32" y="15"/>
                    <a:pt x="32" y="14"/>
                    <a:pt x="31" y="13"/>
                  </a:cubicBezTo>
                  <a:cubicBezTo>
                    <a:pt x="30" y="12"/>
                    <a:pt x="29" y="11"/>
                    <a:pt x="28" y="11"/>
                  </a:cubicBezTo>
                  <a:cubicBezTo>
                    <a:pt x="26" y="10"/>
                    <a:pt x="25" y="10"/>
                    <a:pt x="23" y="10"/>
                  </a:cubicBezTo>
                  <a:cubicBezTo>
                    <a:pt x="21" y="10"/>
                    <a:pt x="20" y="10"/>
                    <a:pt x="18" y="11"/>
                  </a:cubicBezTo>
                  <a:cubicBezTo>
                    <a:pt x="17" y="11"/>
                    <a:pt x="16" y="12"/>
                    <a:pt x="15" y="13"/>
                  </a:cubicBezTo>
                  <a:cubicBezTo>
                    <a:pt x="14" y="14"/>
                    <a:pt x="13" y="16"/>
                    <a:pt x="13" y="17"/>
                  </a:cubicBezTo>
                  <a:cubicBezTo>
                    <a:pt x="12" y="18"/>
                    <a:pt x="12" y="20"/>
                    <a:pt x="12" y="21"/>
                  </a:cubicBezTo>
                  <a:lnTo>
                    <a:pt x="33"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3" name="Freeform 11">
              <a:extLst>
                <a:ext uri="{FF2B5EF4-FFF2-40B4-BE49-F238E27FC236}">
                  <a16:creationId xmlns:a16="http://schemas.microsoft.com/office/drawing/2014/main" id="{55510841-B679-4200-BD83-157497D64970}"/>
                </a:ext>
              </a:extLst>
            </p:cNvPr>
            <p:cNvSpPr>
              <a:spLocks/>
            </p:cNvSpPr>
            <p:nvPr userDrawn="1"/>
          </p:nvSpPr>
          <p:spPr bwMode="auto">
            <a:xfrm>
              <a:off x="2346100" y="5030484"/>
              <a:ext cx="422275" cy="322263"/>
            </a:xfrm>
            <a:custGeom>
              <a:avLst/>
              <a:gdLst>
                <a:gd name="T0" fmla="*/ 29 w 69"/>
                <a:gd name="T1" fmla="*/ 25 h 51"/>
                <a:gd name="T2" fmla="*/ 27 w 69"/>
                <a:gd name="T3" fmla="*/ 14 h 51"/>
                <a:gd name="T4" fmla="*/ 19 w 69"/>
                <a:gd name="T5" fmla="*/ 10 h 51"/>
                <a:gd name="T6" fmla="*/ 15 w 69"/>
                <a:gd name="T7" fmla="*/ 10 h 51"/>
                <a:gd name="T8" fmla="*/ 12 w 69"/>
                <a:gd name="T9" fmla="*/ 11 h 51"/>
                <a:gd name="T10" fmla="*/ 12 w 69"/>
                <a:gd name="T11" fmla="*/ 51 h 51"/>
                <a:gd name="T12" fmla="*/ 0 w 69"/>
                <a:gd name="T13" fmla="*/ 51 h 51"/>
                <a:gd name="T14" fmla="*/ 0 w 69"/>
                <a:gd name="T15" fmla="*/ 3 h 51"/>
                <a:gd name="T16" fmla="*/ 9 w 69"/>
                <a:gd name="T17" fmla="*/ 1 h 51"/>
                <a:gd name="T18" fmla="*/ 20 w 69"/>
                <a:gd name="T19" fmla="*/ 0 h 51"/>
                <a:gd name="T20" fmla="*/ 29 w 69"/>
                <a:gd name="T21" fmla="*/ 1 h 51"/>
                <a:gd name="T22" fmla="*/ 34 w 69"/>
                <a:gd name="T23" fmla="*/ 5 h 51"/>
                <a:gd name="T24" fmla="*/ 37 w 69"/>
                <a:gd name="T25" fmla="*/ 3 h 51"/>
                <a:gd name="T26" fmla="*/ 41 w 69"/>
                <a:gd name="T27" fmla="*/ 2 h 51"/>
                <a:gd name="T28" fmla="*/ 45 w 69"/>
                <a:gd name="T29" fmla="*/ 1 h 51"/>
                <a:gd name="T30" fmla="*/ 49 w 69"/>
                <a:gd name="T31" fmla="*/ 0 h 51"/>
                <a:gd name="T32" fmla="*/ 59 w 69"/>
                <a:gd name="T33" fmla="*/ 2 h 51"/>
                <a:gd name="T34" fmla="*/ 65 w 69"/>
                <a:gd name="T35" fmla="*/ 6 h 51"/>
                <a:gd name="T36" fmla="*/ 68 w 69"/>
                <a:gd name="T37" fmla="*/ 14 h 51"/>
                <a:gd name="T38" fmla="*/ 69 w 69"/>
                <a:gd name="T39" fmla="*/ 23 h 51"/>
                <a:gd name="T40" fmla="*/ 69 w 69"/>
                <a:gd name="T41" fmla="*/ 51 h 51"/>
                <a:gd name="T42" fmla="*/ 57 w 69"/>
                <a:gd name="T43" fmla="*/ 51 h 51"/>
                <a:gd name="T44" fmla="*/ 57 w 69"/>
                <a:gd name="T45" fmla="*/ 25 h 51"/>
                <a:gd name="T46" fmla="*/ 55 w 69"/>
                <a:gd name="T47" fmla="*/ 14 h 51"/>
                <a:gd name="T48" fmla="*/ 48 w 69"/>
                <a:gd name="T49" fmla="*/ 10 h 51"/>
                <a:gd name="T50" fmla="*/ 43 w 69"/>
                <a:gd name="T51" fmla="*/ 11 h 51"/>
                <a:gd name="T52" fmla="*/ 39 w 69"/>
                <a:gd name="T53" fmla="*/ 13 h 51"/>
                <a:gd name="T54" fmla="*/ 40 w 69"/>
                <a:gd name="T55" fmla="*/ 18 h 51"/>
                <a:gd name="T56" fmla="*/ 40 w 69"/>
                <a:gd name="T57" fmla="*/ 24 h 51"/>
                <a:gd name="T58" fmla="*/ 40 w 69"/>
                <a:gd name="T59" fmla="*/ 51 h 51"/>
                <a:gd name="T60" fmla="*/ 29 w 69"/>
                <a:gd name="T61" fmla="*/ 51 h 51"/>
                <a:gd name="T62" fmla="*/ 29 w 69"/>
                <a:gd name="T63"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9" h="51">
                  <a:moveTo>
                    <a:pt x="29" y="25"/>
                  </a:moveTo>
                  <a:cubicBezTo>
                    <a:pt x="29" y="20"/>
                    <a:pt x="28" y="16"/>
                    <a:pt x="27" y="14"/>
                  </a:cubicBezTo>
                  <a:cubicBezTo>
                    <a:pt x="25" y="11"/>
                    <a:pt x="23" y="10"/>
                    <a:pt x="19" y="10"/>
                  </a:cubicBezTo>
                  <a:cubicBezTo>
                    <a:pt x="18" y="10"/>
                    <a:pt x="17" y="10"/>
                    <a:pt x="15" y="10"/>
                  </a:cubicBezTo>
                  <a:cubicBezTo>
                    <a:pt x="13" y="11"/>
                    <a:pt x="12" y="11"/>
                    <a:pt x="12" y="11"/>
                  </a:cubicBezTo>
                  <a:cubicBezTo>
                    <a:pt x="12" y="51"/>
                    <a:pt x="12" y="51"/>
                    <a:pt x="12" y="51"/>
                  </a:cubicBezTo>
                  <a:cubicBezTo>
                    <a:pt x="0" y="51"/>
                    <a:pt x="0" y="51"/>
                    <a:pt x="0" y="51"/>
                  </a:cubicBezTo>
                  <a:cubicBezTo>
                    <a:pt x="0" y="3"/>
                    <a:pt x="0" y="3"/>
                    <a:pt x="0" y="3"/>
                  </a:cubicBezTo>
                  <a:cubicBezTo>
                    <a:pt x="2" y="2"/>
                    <a:pt x="5" y="2"/>
                    <a:pt x="9" y="1"/>
                  </a:cubicBezTo>
                  <a:cubicBezTo>
                    <a:pt x="12" y="0"/>
                    <a:pt x="16" y="0"/>
                    <a:pt x="20" y="0"/>
                  </a:cubicBezTo>
                  <a:cubicBezTo>
                    <a:pt x="24" y="0"/>
                    <a:pt x="26" y="1"/>
                    <a:pt x="29" y="1"/>
                  </a:cubicBezTo>
                  <a:cubicBezTo>
                    <a:pt x="31" y="2"/>
                    <a:pt x="33" y="4"/>
                    <a:pt x="34" y="5"/>
                  </a:cubicBezTo>
                  <a:cubicBezTo>
                    <a:pt x="35" y="4"/>
                    <a:pt x="36" y="4"/>
                    <a:pt x="37" y="3"/>
                  </a:cubicBezTo>
                  <a:cubicBezTo>
                    <a:pt x="38" y="3"/>
                    <a:pt x="39" y="2"/>
                    <a:pt x="41" y="2"/>
                  </a:cubicBezTo>
                  <a:cubicBezTo>
                    <a:pt x="42" y="1"/>
                    <a:pt x="43" y="1"/>
                    <a:pt x="45" y="1"/>
                  </a:cubicBezTo>
                  <a:cubicBezTo>
                    <a:pt x="46" y="0"/>
                    <a:pt x="48" y="0"/>
                    <a:pt x="49" y="0"/>
                  </a:cubicBezTo>
                  <a:cubicBezTo>
                    <a:pt x="53" y="0"/>
                    <a:pt x="56" y="1"/>
                    <a:pt x="59" y="2"/>
                  </a:cubicBezTo>
                  <a:cubicBezTo>
                    <a:pt x="62" y="3"/>
                    <a:pt x="63" y="4"/>
                    <a:pt x="65" y="6"/>
                  </a:cubicBezTo>
                  <a:cubicBezTo>
                    <a:pt x="66" y="9"/>
                    <a:pt x="67" y="11"/>
                    <a:pt x="68" y="14"/>
                  </a:cubicBezTo>
                  <a:cubicBezTo>
                    <a:pt x="68" y="17"/>
                    <a:pt x="69" y="20"/>
                    <a:pt x="69" y="23"/>
                  </a:cubicBezTo>
                  <a:cubicBezTo>
                    <a:pt x="69" y="51"/>
                    <a:pt x="69" y="51"/>
                    <a:pt x="69" y="51"/>
                  </a:cubicBezTo>
                  <a:cubicBezTo>
                    <a:pt x="57" y="51"/>
                    <a:pt x="57" y="51"/>
                    <a:pt x="57" y="51"/>
                  </a:cubicBezTo>
                  <a:cubicBezTo>
                    <a:pt x="57" y="25"/>
                    <a:pt x="57" y="25"/>
                    <a:pt x="57" y="25"/>
                  </a:cubicBezTo>
                  <a:cubicBezTo>
                    <a:pt x="57" y="20"/>
                    <a:pt x="56" y="16"/>
                    <a:pt x="55" y="14"/>
                  </a:cubicBezTo>
                  <a:cubicBezTo>
                    <a:pt x="54" y="11"/>
                    <a:pt x="51" y="10"/>
                    <a:pt x="48" y="10"/>
                  </a:cubicBezTo>
                  <a:cubicBezTo>
                    <a:pt x="46" y="10"/>
                    <a:pt x="44" y="10"/>
                    <a:pt x="43" y="11"/>
                  </a:cubicBezTo>
                  <a:cubicBezTo>
                    <a:pt x="41" y="12"/>
                    <a:pt x="40" y="12"/>
                    <a:pt x="39" y="13"/>
                  </a:cubicBezTo>
                  <a:cubicBezTo>
                    <a:pt x="39" y="14"/>
                    <a:pt x="40" y="16"/>
                    <a:pt x="40" y="18"/>
                  </a:cubicBezTo>
                  <a:cubicBezTo>
                    <a:pt x="40" y="20"/>
                    <a:pt x="40" y="22"/>
                    <a:pt x="40" y="24"/>
                  </a:cubicBezTo>
                  <a:cubicBezTo>
                    <a:pt x="40" y="51"/>
                    <a:pt x="40" y="51"/>
                    <a:pt x="40" y="51"/>
                  </a:cubicBezTo>
                  <a:cubicBezTo>
                    <a:pt x="29" y="51"/>
                    <a:pt x="29" y="51"/>
                    <a:pt x="29" y="51"/>
                  </a:cubicBezTo>
                  <a:lnTo>
                    <a:pt x="29" y="2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4" name="Freeform 12">
              <a:extLst>
                <a:ext uri="{FF2B5EF4-FFF2-40B4-BE49-F238E27FC236}">
                  <a16:creationId xmlns:a16="http://schemas.microsoft.com/office/drawing/2014/main" id="{333909EC-AA30-49D2-B39E-0474767BA1C3}"/>
                </a:ext>
              </a:extLst>
            </p:cNvPr>
            <p:cNvSpPr>
              <a:spLocks noEditPoints="1"/>
            </p:cNvSpPr>
            <p:nvPr userDrawn="1"/>
          </p:nvSpPr>
          <p:spPr bwMode="auto">
            <a:xfrm>
              <a:off x="2816000" y="5030484"/>
              <a:ext cx="250825" cy="328613"/>
            </a:xfrm>
            <a:custGeom>
              <a:avLst/>
              <a:gdLst>
                <a:gd name="T0" fmla="*/ 21 w 41"/>
                <a:gd name="T1" fmla="*/ 0 h 52"/>
                <a:gd name="T2" fmla="*/ 30 w 41"/>
                <a:gd name="T3" fmla="*/ 1 h 52"/>
                <a:gd name="T4" fmla="*/ 37 w 41"/>
                <a:gd name="T5" fmla="*/ 5 h 52"/>
                <a:gd name="T6" fmla="*/ 40 w 41"/>
                <a:gd name="T7" fmla="*/ 12 h 52"/>
                <a:gd name="T8" fmla="*/ 41 w 41"/>
                <a:gd name="T9" fmla="*/ 20 h 52"/>
                <a:gd name="T10" fmla="*/ 41 w 41"/>
                <a:gd name="T11" fmla="*/ 50 h 52"/>
                <a:gd name="T12" fmla="*/ 33 w 41"/>
                <a:gd name="T13" fmla="*/ 52 h 52"/>
                <a:gd name="T14" fmla="*/ 21 w 41"/>
                <a:gd name="T15" fmla="*/ 52 h 52"/>
                <a:gd name="T16" fmla="*/ 12 w 41"/>
                <a:gd name="T17" fmla="*/ 52 h 52"/>
                <a:gd name="T18" fmla="*/ 6 w 41"/>
                <a:gd name="T19" fmla="*/ 49 h 52"/>
                <a:gd name="T20" fmla="*/ 2 w 41"/>
                <a:gd name="T21" fmla="*/ 44 h 52"/>
                <a:gd name="T22" fmla="*/ 0 w 41"/>
                <a:gd name="T23" fmla="*/ 36 h 52"/>
                <a:gd name="T24" fmla="*/ 2 w 41"/>
                <a:gd name="T25" fmla="*/ 29 h 52"/>
                <a:gd name="T26" fmla="*/ 7 w 41"/>
                <a:gd name="T27" fmla="*/ 24 h 52"/>
                <a:gd name="T28" fmla="*/ 13 w 41"/>
                <a:gd name="T29" fmla="*/ 21 h 52"/>
                <a:gd name="T30" fmla="*/ 21 w 41"/>
                <a:gd name="T31" fmla="*/ 21 h 52"/>
                <a:gd name="T32" fmla="*/ 25 w 41"/>
                <a:gd name="T33" fmla="*/ 21 h 52"/>
                <a:gd name="T34" fmla="*/ 30 w 41"/>
                <a:gd name="T35" fmla="*/ 22 h 52"/>
                <a:gd name="T36" fmla="*/ 30 w 41"/>
                <a:gd name="T37" fmla="*/ 20 h 52"/>
                <a:gd name="T38" fmla="*/ 29 w 41"/>
                <a:gd name="T39" fmla="*/ 16 h 52"/>
                <a:gd name="T40" fmla="*/ 28 w 41"/>
                <a:gd name="T41" fmla="*/ 13 h 52"/>
                <a:gd name="T42" fmla="*/ 25 w 41"/>
                <a:gd name="T43" fmla="*/ 10 h 52"/>
                <a:gd name="T44" fmla="*/ 20 w 41"/>
                <a:gd name="T45" fmla="*/ 10 h 52"/>
                <a:gd name="T46" fmla="*/ 12 w 41"/>
                <a:gd name="T47" fmla="*/ 10 h 52"/>
                <a:gd name="T48" fmla="*/ 7 w 41"/>
                <a:gd name="T49" fmla="*/ 12 h 52"/>
                <a:gd name="T50" fmla="*/ 5 w 41"/>
                <a:gd name="T51" fmla="*/ 2 h 52"/>
                <a:gd name="T52" fmla="*/ 12 w 41"/>
                <a:gd name="T53" fmla="*/ 1 h 52"/>
                <a:gd name="T54" fmla="*/ 21 w 41"/>
                <a:gd name="T55" fmla="*/ 0 h 52"/>
                <a:gd name="T56" fmla="*/ 22 w 41"/>
                <a:gd name="T57" fmla="*/ 43 h 52"/>
                <a:gd name="T58" fmla="*/ 30 w 41"/>
                <a:gd name="T59" fmla="*/ 43 h 52"/>
                <a:gd name="T60" fmla="*/ 30 w 41"/>
                <a:gd name="T61" fmla="*/ 30 h 52"/>
                <a:gd name="T62" fmla="*/ 27 w 41"/>
                <a:gd name="T63" fmla="*/ 29 h 52"/>
                <a:gd name="T64" fmla="*/ 23 w 41"/>
                <a:gd name="T65" fmla="*/ 29 h 52"/>
                <a:gd name="T66" fmla="*/ 19 w 41"/>
                <a:gd name="T67" fmla="*/ 29 h 52"/>
                <a:gd name="T68" fmla="*/ 16 w 41"/>
                <a:gd name="T69" fmla="*/ 30 h 52"/>
                <a:gd name="T70" fmla="*/ 13 w 41"/>
                <a:gd name="T71" fmla="*/ 32 h 52"/>
                <a:gd name="T72" fmla="*/ 12 w 41"/>
                <a:gd name="T73" fmla="*/ 36 h 52"/>
                <a:gd name="T74" fmla="*/ 15 w 41"/>
                <a:gd name="T75" fmla="*/ 42 h 52"/>
                <a:gd name="T76" fmla="*/ 22 w 41"/>
                <a:gd name="T77" fmla="*/ 4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 h="52">
                  <a:moveTo>
                    <a:pt x="21" y="0"/>
                  </a:moveTo>
                  <a:cubicBezTo>
                    <a:pt x="25" y="0"/>
                    <a:pt x="28" y="0"/>
                    <a:pt x="30" y="1"/>
                  </a:cubicBezTo>
                  <a:cubicBezTo>
                    <a:pt x="33" y="2"/>
                    <a:pt x="35" y="4"/>
                    <a:pt x="37" y="5"/>
                  </a:cubicBezTo>
                  <a:cubicBezTo>
                    <a:pt x="38" y="7"/>
                    <a:pt x="39" y="9"/>
                    <a:pt x="40" y="12"/>
                  </a:cubicBezTo>
                  <a:cubicBezTo>
                    <a:pt x="41" y="14"/>
                    <a:pt x="41" y="17"/>
                    <a:pt x="41" y="20"/>
                  </a:cubicBezTo>
                  <a:cubicBezTo>
                    <a:pt x="41" y="50"/>
                    <a:pt x="41" y="50"/>
                    <a:pt x="41" y="50"/>
                  </a:cubicBezTo>
                  <a:cubicBezTo>
                    <a:pt x="39" y="51"/>
                    <a:pt x="37" y="51"/>
                    <a:pt x="33" y="52"/>
                  </a:cubicBezTo>
                  <a:cubicBezTo>
                    <a:pt x="29" y="52"/>
                    <a:pt x="25" y="52"/>
                    <a:pt x="21" y="52"/>
                  </a:cubicBezTo>
                  <a:cubicBezTo>
                    <a:pt x="18" y="52"/>
                    <a:pt x="15" y="52"/>
                    <a:pt x="12" y="52"/>
                  </a:cubicBezTo>
                  <a:cubicBezTo>
                    <a:pt x="10" y="51"/>
                    <a:pt x="8" y="50"/>
                    <a:pt x="6" y="49"/>
                  </a:cubicBezTo>
                  <a:cubicBezTo>
                    <a:pt x="4" y="47"/>
                    <a:pt x="3" y="46"/>
                    <a:pt x="2" y="44"/>
                  </a:cubicBezTo>
                  <a:cubicBezTo>
                    <a:pt x="1" y="42"/>
                    <a:pt x="0" y="39"/>
                    <a:pt x="0" y="36"/>
                  </a:cubicBezTo>
                  <a:cubicBezTo>
                    <a:pt x="0" y="33"/>
                    <a:pt x="1" y="31"/>
                    <a:pt x="2" y="29"/>
                  </a:cubicBezTo>
                  <a:cubicBezTo>
                    <a:pt x="3" y="27"/>
                    <a:pt x="5" y="25"/>
                    <a:pt x="7" y="24"/>
                  </a:cubicBezTo>
                  <a:cubicBezTo>
                    <a:pt x="9" y="23"/>
                    <a:pt x="11" y="22"/>
                    <a:pt x="13" y="21"/>
                  </a:cubicBezTo>
                  <a:cubicBezTo>
                    <a:pt x="16" y="21"/>
                    <a:pt x="19" y="21"/>
                    <a:pt x="21" y="21"/>
                  </a:cubicBezTo>
                  <a:cubicBezTo>
                    <a:pt x="23" y="21"/>
                    <a:pt x="24" y="21"/>
                    <a:pt x="25" y="21"/>
                  </a:cubicBezTo>
                  <a:cubicBezTo>
                    <a:pt x="27" y="21"/>
                    <a:pt x="28" y="21"/>
                    <a:pt x="30" y="22"/>
                  </a:cubicBezTo>
                  <a:cubicBezTo>
                    <a:pt x="30" y="20"/>
                    <a:pt x="30" y="20"/>
                    <a:pt x="30" y="20"/>
                  </a:cubicBezTo>
                  <a:cubicBezTo>
                    <a:pt x="30" y="18"/>
                    <a:pt x="30" y="17"/>
                    <a:pt x="29" y="16"/>
                  </a:cubicBezTo>
                  <a:cubicBezTo>
                    <a:pt x="29" y="15"/>
                    <a:pt x="28" y="14"/>
                    <a:pt x="28" y="13"/>
                  </a:cubicBezTo>
                  <a:cubicBezTo>
                    <a:pt x="27" y="12"/>
                    <a:pt x="26" y="11"/>
                    <a:pt x="25" y="10"/>
                  </a:cubicBezTo>
                  <a:cubicBezTo>
                    <a:pt x="23" y="10"/>
                    <a:pt x="22" y="10"/>
                    <a:pt x="20" y="10"/>
                  </a:cubicBezTo>
                  <a:cubicBezTo>
                    <a:pt x="17" y="10"/>
                    <a:pt x="14" y="10"/>
                    <a:pt x="12" y="10"/>
                  </a:cubicBezTo>
                  <a:cubicBezTo>
                    <a:pt x="10" y="11"/>
                    <a:pt x="8" y="11"/>
                    <a:pt x="7" y="12"/>
                  </a:cubicBezTo>
                  <a:cubicBezTo>
                    <a:pt x="5" y="2"/>
                    <a:pt x="5" y="2"/>
                    <a:pt x="5" y="2"/>
                  </a:cubicBezTo>
                  <a:cubicBezTo>
                    <a:pt x="7" y="2"/>
                    <a:pt x="9" y="1"/>
                    <a:pt x="12" y="1"/>
                  </a:cubicBezTo>
                  <a:cubicBezTo>
                    <a:pt x="15" y="0"/>
                    <a:pt x="18" y="0"/>
                    <a:pt x="21" y="0"/>
                  </a:cubicBezTo>
                  <a:close/>
                  <a:moveTo>
                    <a:pt x="22" y="43"/>
                  </a:moveTo>
                  <a:cubicBezTo>
                    <a:pt x="25" y="43"/>
                    <a:pt x="28" y="43"/>
                    <a:pt x="30" y="43"/>
                  </a:cubicBezTo>
                  <a:cubicBezTo>
                    <a:pt x="30" y="30"/>
                    <a:pt x="30" y="30"/>
                    <a:pt x="30" y="30"/>
                  </a:cubicBezTo>
                  <a:cubicBezTo>
                    <a:pt x="29" y="30"/>
                    <a:pt x="28" y="29"/>
                    <a:pt x="27" y="29"/>
                  </a:cubicBezTo>
                  <a:cubicBezTo>
                    <a:pt x="26" y="29"/>
                    <a:pt x="24" y="29"/>
                    <a:pt x="23" y="29"/>
                  </a:cubicBezTo>
                  <a:cubicBezTo>
                    <a:pt x="22" y="29"/>
                    <a:pt x="20" y="29"/>
                    <a:pt x="19" y="29"/>
                  </a:cubicBezTo>
                  <a:cubicBezTo>
                    <a:pt x="18" y="29"/>
                    <a:pt x="17" y="30"/>
                    <a:pt x="16" y="30"/>
                  </a:cubicBezTo>
                  <a:cubicBezTo>
                    <a:pt x="15" y="31"/>
                    <a:pt x="14" y="31"/>
                    <a:pt x="13" y="32"/>
                  </a:cubicBezTo>
                  <a:cubicBezTo>
                    <a:pt x="12" y="33"/>
                    <a:pt x="12" y="35"/>
                    <a:pt x="12" y="36"/>
                  </a:cubicBezTo>
                  <a:cubicBezTo>
                    <a:pt x="12" y="39"/>
                    <a:pt x="13" y="41"/>
                    <a:pt x="15" y="42"/>
                  </a:cubicBezTo>
                  <a:cubicBezTo>
                    <a:pt x="16" y="43"/>
                    <a:pt x="19" y="43"/>
                    <a:pt x="22" y="4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5" name="Freeform 13">
              <a:extLst>
                <a:ext uri="{FF2B5EF4-FFF2-40B4-BE49-F238E27FC236}">
                  <a16:creationId xmlns:a16="http://schemas.microsoft.com/office/drawing/2014/main" id="{1113DFDA-E0B1-47E5-8DE6-79A15DDC5AFE}"/>
                </a:ext>
              </a:extLst>
            </p:cNvPr>
            <p:cNvSpPr>
              <a:spLocks/>
            </p:cNvSpPr>
            <p:nvPr userDrawn="1"/>
          </p:nvSpPr>
          <p:spPr bwMode="auto">
            <a:xfrm>
              <a:off x="3141437"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5"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5" y="67"/>
                    <a:pt x="12" y="66"/>
                    <a:pt x="9"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6" name="Freeform 14">
              <a:extLst>
                <a:ext uri="{FF2B5EF4-FFF2-40B4-BE49-F238E27FC236}">
                  <a16:creationId xmlns:a16="http://schemas.microsoft.com/office/drawing/2014/main" id="{DFF7EBE7-46DF-420A-977A-B72CB2796408}"/>
                </a:ext>
              </a:extLst>
            </p:cNvPr>
            <p:cNvSpPr>
              <a:spLocks/>
            </p:cNvSpPr>
            <p:nvPr userDrawn="1"/>
          </p:nvSpPr>
          <p:spPr bwMode="auto">
            <a:xfrm>
              <a:off x="3373212" y="4943171"/>
              <a:ext cx="188913" cy="422275"/>
            </a:xfrm>
            <a:custGeom>
              <a:avLst/>
              <a:gdLst>
                <a:gd name="T0" fmla="*/ 0 w 31"/>
                <a:gd name="T1" fmla="*/ 2 h 67"/>
                <a:gd name="T2" fmla="*/ 12 w 31"/>
                <a:gd name="T3" fmla="*/ 0 h 67"/>
                <a:gd name="T4" fmla="*/ 12 w 31"/>
                <a:gd name="T5" fmla="*/ 15 h 67"/>
                <a:gd name="T6" fmla="*/ 29 w 31"/>
                <a:gd name="T7" fmla="*/ 15 h 67"/>
                <a:gd name="T8" fmla="*/ 29 w 31"/>
                <a:gd name="T9" fmla="*/ 25 h 67"/>
                <a:gd name="T10" fmla="*/ 12 w 31"/>
                <a:gd name="T11" fmla="*/ 25 h 67"/>
                <a:gd name="T12" fmla="*/ 12 w 31"/>
                <a:gd name="T13" fmla="*/ 45 h 67"/>
                <a:gd name="T14" fmla="*/ 14 w 31"/>
                <a:gd name="T15" fmla="*/ 54 h 67"/>
                <a:gd name="T16" fmla="*/ 20 w 31"/>
                <a:gd name="T17" fmla="*/ 57 h 67"/>
                <a:gd name="T18" fmla="*/ 26 w 31"/>
                <a:gd name="T19" fmla="*/ 56 h 67"/>
                <a:gd name="T20" fmla="*/ 30 w 31"/>
                <a:gd name="T21" fmla="*/ 55 h 67"/>
                <a:gd name="T22" fmla="*/ 31 w 31"/>
                <a:gd name="T23" fmla="*/ 64 h 67"/>
                <a:gd name="T24" fmla="*/ 26 w 31"/>
                <a:gd name="T25" fmla="*/ 66 h 67"/>
                <a:gd name="T26" fmla="*/ 19 w 31"/>
                <a:gd name="T27" fmla="*/ 67 h 67"/>
                <a:gd name="T28" fmla="*/ 10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2" y="0"/>
                    <a:pt x="12" y="0"/>
                    <a:pt x="12" y="0"/>
                  </a:cubicBezTo>
                  <a:cubicBezTo>
                    <a:pt x="12" y="15"/>
                    <a:pt x="12" y="15"/>
                    <a:pt x="12" y="15"/>
                  </a:cubicBezTo>
                  <a:cubicBezTo>
                    <a:pt x="29" y="15"/>
                    <a:pt x="29" y="15"/>
                    <a:pt x="29" y="15"/>
                  </a:cubicBezTo>
                  <a:cubicBezTo>
                    <a:pt x="29" y="25"/>
                    <a:pt x="29" y="25"/>
                    <a:pt x="29" y="25"/>
                  </a:cubicBezTo>
                  <a:cubicBezTo>
                    <a:pt x="12" y="25"/>
                    <a:pt x="12" y="25"/>
                    <a:pt x="12" y="25"/>
                  </a:cubicBezTo>
                  <a:cubicBezTo>
                    <a:pt x="12" y="45"/>
                    <a:pt x="12" y="45"/>
                    <a:pt x="12" y="45"/>
                  </a:cubicBezTo>
                  <a:cubicBezTo>
                    <a:pt x="12" y="49"/>
                    <a:pt x="12" y="52"/>
                    <a:pt x="14" y="54"/>
                  </a:cubicBezTo>
                  <a:cubicBezTo>
                    <a:pt x="15" y="56"/>
                    <a:pt x="17" y="57"/>
                    <a:pt x="20" y="57"/>
                  </a:cubicBezTo>
                  <a:cubicBezTo>
                    <a:pt x="22" y="57"/>
                    <a:pt x="24" y="56"/>
                    <a:pt x="26" y="56"/>
                  </a:cubicBezTo>
                  <a:cubicBezTo>
                    <a:pt x="27" y="55"/>
                    <a:pt x="29" y="55"/>
                    <a:pt x="30" y="55"/>
                  </a:cubicBezTo>
                  <a:cubicBezTo>
                    <a:pt x="31" y="64"/>
                    <a:pt x="31" y="64"/>
                    <a:pt x="31" y="64"/>
                  </a:cubicBezTo>
                  <a:cubicBezTo>
                    <a:pt x="30" y="64"/>
                    <a:pt x="28" y="65"/>
                    <a:pt x="26" y="66"/>
                  </a:cubicBezTo>
                  <a:cubicBezTo>
                    <a:pt x="24" y="66"/>
                    <a:pt x="21" y="67"/>
                    <a:pt x="19" y="67"/>
                  </a:cubicBezTo>
                  <a:cubicBezTo>
                    <a:pt x="15" y="67"/>
                    <a:pt x="12" y="66"/>
                    <a:pt x="10"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7" name="Freeform 15">
              <a:extLst>
                <a:ext uri="{FF2B5EF4-FFF2-40B4-BE49-F238E27FC236}">
                  <a16:creationId xmlns:a16="http://schemas.microsoft.com/office/drawing/2014/main" id="{F7108A62-9DDD-43B8-AA5B-E17F6010FA10}"/>
                </a:ext>
              </a:extLst>
            </p:cNvPr>
            <p:cNvSpPr>
              <a:spLocks noEditPoints="1"/>
            </p:cNvSpPr>
            <p:nvPr userDrawn="1"/>
          </p:nvSpPr>
          <p:spPr bwMode="auto">
            <a:xfrm>
              <a:off x="3587525" y="5030484"/>
              <a:ext cx="274638" cy="334963"/>
            </a:xfrm>
            <a:custGeom>
              <a:avLst/>
              <a:gdLst>
                <a:gd name="T0" fmla="*/ 0 w 45"/>
                <a:gd name="T1" fmla="*/ 27 h 53"/>
                <a:gd name="T2" fmla="*/ 2 w 45"/>
                <a:gd name="T3" fmla="*/ 15 h 53"/>
                <a:gd name="T4" fmla="*/ 7 w 45"/>
                <a:gd name="T5" fmla="*/ 7 h 53"/>
                <a:gd name="T6" fmla="*/ 15 w 45"/>
                <a:gd name="T7" fmla="*/ 2 h 53"/>
                <a:gd name="T8" fmla="*/ 23 w 45"/>
                <a:gd name="T9" fmla="*/ 0 h 53"/>
                <a:gd name="T10" fmla="*/ 40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1 w 45"/>
                <a:gd name="T27" fmla="*/ 40 h 53"/>
                <a:gd name="T28" fmla="*/ 42 w 45"/>
                <a:gd name="T29" fmla="*/ 50 h 53"/>
                <a:gd name="T30" fmla="*/ 40 w 45"/>
                <a:gd name="T31" fmla="*/ 51 h 53"/>
                <a:gd name="T32" fmla="*/ 36 w 45"/>
                <a:gd name="T33" fmla="*/ 52 h 53"/>
                <a:gd name="T34" fmla="*/ 31 w 45"/>
                <a:gd name="T35" fmla="*/ 52 h 53"/>
                <a:gd name="T36" fmla="*/ 26 w 45"/>
                <a:gd name="T37" fmla="*/ 53 h 53"/>
                <a:gd name="T38" fmla="*/ 14 w 45"/>
                <a:gd name="T39" fmla="*/ 51 h 53"/>
                <a:gd name="T40" fmla="*/ 6 w 45"/>
                <a:gd name="T41" fmla="*/ 45 h 53"/>
                <a:gd name="T42" fmla="*/ 2 w 45"/>
                <a:gd name="T43" fmla="*/ 37 h 53"/>
                <a:gd name="T44" fmla="*/ 0 w 45"/>
                <a:gd name="T45" fmla="*/ 27 h 53"/>
                <a:gd name="T46" fmla="*/ 34 w 45"/>
                <a:gd name="T47" fmla="*/ 21 h 53"/>
                <a:gd name="T48" fmla="*/ 33 w 45"/>
                <a:gd name="T49" fmla="*/ 17 h 53"/>
                <a:gd name="T50" fmla="*/ 31 w 45"/>
                <a:gd name="T51" fmla="*/ 13 h 53"/>
                <a:gd name="T52" fmla="*/ 28 w 45"/>
                <a:gd name="T53" fmla="*/ 11 h 53"/>
                <a:gd name="T54" fmla="*/ 24 w 45"/>
                <a:gd name="T55" fmla="*/ 10 h 53"/>
                <a:gd name="T56" fmla="*/ 19 w 45"/>
                <a:gd name="T57" fmla="*/ 11 h 53"/>
                <a:gd name="T58" fmla="*/ 15 w 45"/>
                <a:gd name="T59" fmla="*/ 13 h 53"/>
                <a:gd name="T60" fmla="*/ 13 w 45"/>
                <a:gd name="T61" fmla="*/ 17 h 53"/>
                <a:gd name="T62" fmla="*/ 12 w 45"/>
                <a:gd name="T63" fmla="*/ 21 h 53"/>
                <a:gd name="T64" fmla="*/ 34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1" y="18"/>
                    <a:pt x="2" y="15"/>
                  </a:cubicBezTo>
                  <a:cubicBezTo>
                    <a:pt x="3" y="12"/>
                    <a:pt x="5" y="9"/>
                    <a:pt x="7" y="7"/>
                  </a:cubicBezTo>
                  <a:cubicBezTo>
                    <a:pt x="9" y="4"/>
                    <a:pt x="12" y="3"/>
                    <a:pt x="15" y="2"/>
                  </a:cubicBezTo>
                  <a:cubicBezTo>
                    <a:pt x="18" y="0"/>
                    <a:pt x="21" y="0"/>
                    <a:pt x="23" y="0"/>
                  </a:cubicBezTo>
                  <a:cubicBezTo>
                    <a:pt x="30" y="0"/>
                    <a:pt x="36" y="2"/>
                    <a:pt x="40" y="6"/>
                  </a:cubicBezTo>
                  <a:cubicBezTo>
                    <a:pt x="44"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3" y="43"/>
                    <a:pt x="27" y="43"/>
                  </a:cubicBezTo>
                  <a:cubicBezTo>
                    <a:pt x="30" y="43"/>
                    <a:pt x="33" y="42"/>
                    <a:pt x="35" y="42"/>
                  </a:cubicBezTo>
                  <a:cubicBezTo>
                    <a:pt x="37" y="41"/>
                    <a:pt x="39" y="41"/>
                    <a:pt x="41" y="40"/>
                  </a:cubicBezTo>
                  <a:cubicBezTo>
                    <a:pt x="42" y="50"/>
                    <a:pt x="42" y="50"/>
                    <a:pt x="42" y="50"/>
                  </a:cubicBezTo>
                  <a:cubicBezTo>
                    <a:pt x="42" y="50"/>
                    <a:pt x="41" y="50"/>
                    <a:pt x="40" y="51"/>
                  </a:cubicBezTo>
                  <a:cubicBezTo>
                    <a:pt x="38" y="51"/>
                    <a:pt x="37" y="51"/>
                    <a:pt x="36" y="52"/>
                  </a:cubicBezTo>
                  <a:cubicBezTo>
                    <a:pt x="34" y="52"/>
                    <a:pt x="33" y="52"/>
                    <a:pt x="31" y="52"/>
                  </a:cubicBezTo>
                  <a:cubicBezTo>
                    <a:pt x="29" y="53"/>
                    <a:pt x="28" y="53"/>
                    <a:pt x="26" y="53"/>
                  </a:cubicBezTo>
                  <a:cubicBezTo>
                    <a:pt x="22" y="53"/>
                    <a:pt x="18" y="52"/>
                    <a:pt x="14" y="51"/>
                  </a:cubicBezTo>
                  <a:cubicBezTo>
                    <a:pt x="11" y="49"/>
                    <a:pt x="8" y="48"/>
                    <a:pt x="6" y="45"/>
                  </a:cubicBezTo>
                  <a:cubicBezTo>
                    <a:pt x="4" y="43"/>
                    <a:pt x="3" y="40"/>
                    <a:pt x="2" y="37"/>
                  </a:cubicBezTo>
                  <a:cubicBezTo>
                    <a:pt x="1" y="34"/>
                    <a:pt x="0" y="30"/>
                    <a:pt x="0" y="27"/>
                  </a:cubicBezTo>
                  <a:close/>
                  <a:moveTo>
                    <a:pt x="34" y="21"/>
                  </a:moveTo>
                  <a:cubicBezTo>
                    <a:pt x="34" y="20"/>
                    <a:pt x="34" y="18"/>
                    <a:pt x="33" y="17"/>
                  </a:cubicBezTo>
                  <a:cubicBezTo>
                    <a:pt x="33" y="15"/>
                    <a:pt x="32" y="14"/>
                    <a:pt x="31" y="13"/>
                  </a:cubicBezTo>
                  <a:cubicBezTo>
                    <a:pt x="30" y="12"/>
                    <a:pt x="29" y="11"/>
                    <a:pt x="28" y="11"/>
                  </a:cubicBezTo>
                  <a:cubicBezTo>
                    <a:pt x="27" y="10"/>
                    <a:pt x="25" y="10"/>
                    <a:pt x="24" y="10"/>
                  </a:cubicBezTo>
                  <a:cubicBezTo>
                    <a:pt x="22" y="10"/>
                    <a:pt x="20" y="10"/>
                    <a:pt x="19" y="11"/>
                  </a:cubicBezTo>
                  <a:cubicBezTo>
                    <a:pt x="18" y="11"/>
                    <a:pt x="16" y="12"/>
                    <a:pt x="15" y="13"/>
                  </a:cubicBezTo>
                  <a:cubicBezTo>
                    <a:pt x="15" y="14"/>
                    <a:pt x="14" y="16"/>
                    <a:pt x="13" y="17"/>
                  </a:cubicBezTo>
                  <a:cubicBezTo>
                    <a:pt x="13" y="18"/>
                    <a:pt x="12" y="20"/>
                    <a:pt x="12" y="21"/>
                  </a:cubicBezTo>
                  <a:lnTo>
                    <a:pt x="34"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8" name="Freeform 16">
              <a:extLst>
                <a:ext uri="{FF2B5EF4-FFF2-40B4-BE49-F238E27FC236}">
                  <a16:creationId xmlns:a16="http://schemas.microsoft.com/office/drawing/2014/main" id="{345C6F0D-0CE1-48FC-8770-F292F203232B}"/>
                </a:ext>
              </a:extLst>
            </p:cNvPr>
            <p:cNvSpPr>
              <a:spLocks/>
            </p:cNvSpPr>
            <p:nvPr userDrawn="1"/>
          </p:nvSpPr>
          <p:spPr bwMode="auto">
            <a:xfrm>
              <a:off x="3928837" y="5030484"/>
              <a:ext cx="184150" cy="322263"/>
            </a:xfrm>
            <a:custGeom>
              <a:avLst/>
              <a:gdLst>
                <a:gd name="T0" fmla="*/ 28 w 30"/>
                <a:gd name="T1" fmla="*/ 12 h 51"/>
                <a:gd name="T2" fmla="*/ 24 w 30"/>
                <a:gd name="T3" fmla="*/ 11 h 51"/>
                <a:gd name="T4" fmla="*/ 19 w 30"/>
                <a:gd name="T5" fmla="*/ 10 h 51"/>
                <a:gd name="T6" fmla="*/ 14 w 30"/>
                <a:gd name="T7" fmla="*/ 10 h 51"/>
                <a:gd name="T8" fmla="*/ 11 w 30"/>
                <a:gd name="T9" fmla="*/ 11 h 51"/>
                <a:gd name="T10" fmla="*/ 11 w 30"/>
                <a:gd name="T11" fmla="*/ 51 h 51"/>
                <a:gd name="T12" fmla="*/ 0 w 30"/>
                <a:gd name="T13" fmla="*/ 51 h 51"/>
                <a:gd name="T14" fmla="*/ 0 w 30"/>
                <a:gd name="T15" fmla="*/ 4 h 51"/>
                <a:gd name="T16" fmla="*/ 8 w 30"/>
                <a:gd name="T17" fmla="*/ 1 h 51"/>
                <a:gd name="T18" fmla="*/ 19 w 30"/>
                <a:gd name="T19" fmla="*/ 0 h 51"/>
                <a:gd name="T20" fmla="*/ 22 w 30"/>
                <a:gd name="T21" fmla="*/ 0 h 51"/>
                <a:gd name="T22" fmla="*/ 25 w 30"/>
                <a:gd name="T23" fmla="*/ 1 h 51"/>
                <a:gd name="T24" fmla="*/ 28 w 30"/>
                <a:gd name="T25" fmla="*/ 1 h 51"/>
                <a:gd name="T26" fmla="*/ 30 w 30"/>
                <a:gd name="T27" fmla="*/ 2 h 51"/>
                <a:gd name="T28" fmla="*/ 28 w 30"/>
                <a:gd name="T29"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51">
                  <a:moveTo>
                    <a:pt x="28" y="12"/>
                  </a:moveTo>
                  <a:cubicBezTo>
                    <a:pt x="27" y="11"/>
                    <a:pt x="26" y="11"/>
                    <a:pt x="24" y="11"/>
                  </a:cubicBezTo>
                  <a:cubicBezTo>
                    <a:pt x="23" y="10"/>
                    <a:pt x="21" y="10"/>
                    <a:pt x="19" y="10"/>
                  </a:cubicBezTo>
                  <a:cubicBezTo>
                    <a:pt x="17" y="10"/>
                    <a:pt x="16" y="10"/>
                    <a:pt x="14" y="10"/>
                  </a:cubicBezTo>
                  <a:cubicBezTo>
                    <a:pt x="13" y="11"/>
                    <a:pt x="12" y="11"/>
                    <a:pt x="11" y="11"/>
                  </a:cubicBezTo>
                  <a:cubicBezTo>
                    <a:pt x="11" y="51"/>
                    <a:pt x="11" y="51"/>
                    <a:pt x="11" y="51"/>
                  </a:cubicBezTo>
                  <a:cubicBezTo>
                    <a:pt x="0" y="51"/>
                    <a:pt x="0" y="51"/>
                    <a:pt x="0" y="51"/>
                  </a:cubicBezTo>
                  <a:cubicBezTo>
                    <a:pt x="0" y="4"/>
                    <a:pt x="0" y="4"/>
                    <a:pt x="0" y="4"/>
                  </a:cubicBezTo>
                  <a:cubicBezTo>
                    <a:pt x="2" y="3"/>
                    <a:pt x="5" y="2"/>
                    <a:pt x="8" y="1"/>
                  </a:cubicBezTo>
                  <a:cubicBezTo>
                    <a:pt x="12" y="0"/>
                    <a:pt x="15" y="0"/>
                    <a:pt x="19" y="0"/>
                  </a:cubicBezTo>
                  <a:cubicBezTo>
                    <a:pt x="20" y="0"/>
                    <a:pt x="21" y="0"/>
                    <a:pt x="22" y="0"/>
                  </a:cubicBezTo>
                  <a:cubicBezTo>
                    <a:pt x="23" y="0"/>
                    <a:pt x="24" y="0"/>
                    <a:pt x="25" y="1"/>
                  </a:cubicBezTo>
                  <a:cubicBezTo>
                    <a:pt x="26" y="1"/>
                    <a:pt x="27" y="1"/>
                    <a:pt x="28" y="1"/>
                  </a:cubicBezTo>
                  <a:cubicBezTo>
                    <a:pt x="29" y="1"/>
                    <a:pt x="30" y="2"/>
                    <a:pt x="30" y="2"/>
                  </a:cubicBezTo>
                  <a:lnTo>
                    <a:pt x="28" y="1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9" name="Freeform 17">
              <a:extLst>
                <a:ext uri="{FF2B5EF4-FFF2-40B4-BE49-F238E27FC236}">
                  <a16:creationId xmlns:a16="http://schemas.microsoft.com/office/drawing/2014/main" id="{A59DA117-A374-4644-BC04-888AFAC54E66}"/>
                </a:ext>
              </a:extLst>
            </p:cNvPr>
            <p:cNvSpPr>
              <a:spLocks/>
            </p:cNvSpPr>
            <p:nvPr userDrawn="1"/>
          </p:nvSpPr>
          <p:spPr bwMode="auto">
            <a:xfrm>
              <a:off x="4100287" y="5276546"/>
              <a:ext cx="98425" cy="176213"/>
            </a:xfrm>
            <a:custGeom>
              <a:avLst/>
              <a:gdLst>
                <a:gd name="T0" fmla="*/ 16 w 16"/>
                <a:gd name="T1" fmla="*/ 0 h 28"/>
                <a:gd name="T2" fmla="*/ 16 w 16"/>
                <a:gd name="T3" fmla="*/ 2 h 28"/>
                <a:gd name="T4" fmla="*/ 16 w 16"/>
                <a:gd name="T5" fmla="*/ 4 h 28"/>
                <a:gd name="T6" fmla="*/ 14 w 16"/>
                <a:gd name="T7" fmla="*/ 16 h 28"/>
                <a:gd name="T8" fmla="*/ 9 w 16"/>
                <a:gd name="T9" fmla="*/ 28 h 28"/>
                <a:gd name="T10" fmla="*/ 0 w 16"/>
                <a:gd name="T11" fmla="*/ 25 h 28"/>
                <a:gd name="T12" fmla="*/ 3 w 16"/>
                <a:gd name="T13" fmla="*/ 14 h 28"/>
                <a:gd name="T14" fmla="*/ 4 w 16"/>
                <a:gd name="T15" fmla="*/ 5 h 28"/>
                <a:gd name="T16" fmla="*/ 4 w 16"/>
                <a:gd name="T17" fmla="*/ 2 h 28"/>
                <a:gd name="T18" fmla="*/ 4 w 16"/>
                <a:gd name="T19" fmla="*/ 0 h 28"/>
                <a:gd name="T20" fmla="*/ 16 w 16"/>
                <a:gd name="T21"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28">
                  <a:moveTo>
                    <a:pt x="16" y="0"/>
                  </a:moveTo>
                  <a:cubicBezTo>
                    <a:pt x="16" y="1"/>
                    <a:pt x="16" y="1"/>
                    <a:pt x="16" y="2"/>
                  </a:cubicBezTo>
                  <a:cubicBezTo>
                    <a:pt x="16" y="3"/>
                    <a:pt x="16" y="3"/>
                    <a:pt x="16" y="4"/>
                  </a:cubicBezTo>
                  <a:cubicBezTo>
                    <a:pt x="16" y="8"/>
                    <a:pt x="15" y="12"/>
                    <a:pt x="14" y="16"/>
                  </a:cubicBezTo>
                  <a:cubicBezTo>
                    <a:pt x="13" y="20"/>
                    <a:pt x="11" y="24"/>
                    <a:pt x="9" y="28"/>
                  </a:cubicBezTo>
                  <a:cubicBezTo>
                    <a:pt x="0" y="25"/>
                    <a:pt x="0" y="25"/>
                    <a:pt x="0" y="25"/>
                  </a:cubicBezTo>
                  <a:cubicBezTo>
                    <a:pt x="1" y="22"/>
                    <a:pt x="2" y="18"/>
                    <a:pt x="3" y="14"/>
                  </a:cubicBezTo>
                  <a:cubicBezTo>
                    <a:pt x="3" y="11"/>
                    <a:pt x="4" y="8"/>
                    <a:pt x="4" y="5"/>
                  </a:cubicBezTo>
                  <a:cubicBezTo>
                    <a:pt x="4" y="4"/>
                    <a:pt x="4" y="3"/>
                    <a:pt x="4" y="2"/>
                  </a:cubicBezTo>
                  <a:cubicBezTo>
                    <a:pt x="4" y="1"/>
                    <a:pt x="4" y="0"/>
                    <a:pt x="4" y="0"/>
                  </a:cubicBezTo>
                  <a:lnTo>
                    <a:pt x="16"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0" name="Freeform 18">
              <a:extLst>
                <a:ext uri="{FF2B5EF4-FFF2-40B4-BE49-F238E27FC236}">
                  <a16:creationId xmlns:a16="http://schemas.microsoft.com/office/drawing/2014/main" id="{EF74D334-9926-443B-8D36-5E68913EDC9A}"/>
                </a:ext>
              </a:extLst>
            </p:cNvPr>
            <p:cNvSpPr>
              <a:spLocks/>
            </p:cNvSpPr>
            <p:nvPr userDrawn="1"/>
          </p:nvSpPr>
          <p:spPr bwMode="auto">
            <a:xfrm>
              <a:off x="4393975" y="5030484"/>
              <a:ext cx="188913" cy="322263"/>
            </a:xfrm>
            <a:custGeom>
              <a:avLst/>
              <a:gdLst>
                <a:gd name="T0" fmla="*/ 29 w 31"/>
                <a:gd name="T1" fmla="*/ 12 h 51"/>
                <a:gd name="T2" fmla="*/ 25 w 31"/>
                <a:gd name="T3" fmla="*/ 11 h 51"/>
                <a:gd name="T4" fmla="*/ 19 w 31"/>
                <a:gd name="T5" fmla="*/ 10 h 51"/>
                <a:gd name="T6" fmla="*/ 15 w 31"/>
                <a:gd name="T7" fmla="*/ 10 h 51"/>
                <a:gd name="T8" fmla="*/ 12 w 31"/>
                <a:gd name="T9" fmla="*/ 11 h 51"/>
                <a:gd name="T10" fmla="*/ 12 w 31"/>
                <a:gd name="T11" fmla="*/ 51 h 51"/>
                <a:gd name="T12" fmla="*/ 0 w 31"/>
                <a:gd name="T13" fmla="*/ 51 h 51"/>
                <a:gd name="T14" fmla="*/ 0 w 31"/>
                <a:gd name="T15" fmla="*/ 4 h 51"/>
                <a:gd name="T16" fmla="*/ 9 w 31"/>
                <a:gd name="T17" fmla="*/ 1 h 51"/>
                <a:gd name="T18" fmla="*/ 20 w 31"/>
                <a:gd name="T19" fmla="*/ 0 h 51"/>
                <a:gd name="T20" fmla="*/ 22 w 31"/>
                <a:gd name="T21" fmla="*/ 0 h 51"/>
                <a:gd name="T22" fmla="*/ 25 w 31"/>
                <a:gd name="T23" fmla="*/ 1 h 51"/>
                <a:gd name="T24" fmla="*/ 28 w 31"/>
                <a:gd name="T25" fmla="*/ 1 h 51"/>
                <a:gd name="T26" fmla="*/ 31 w 31"/>
                <a:gd name="T27" fmla="*/ 2 h 51"/>
                <a:gd name="T28" fmla="*/ 29 w 31"/>
                <a:gd name="T29"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51">
                  <a:moveTo>
                    <a:pt x="29" y="12"/>
                  </a:moveTo>
                  <a:cubicBezTo>
                    <a:pt x="28" y="11"/>
                    <a:pt x="26" y="11"/>
                    <a:pt x="25" y="11"/>
                  </a:cubicBezTo>
                  <a:cubicBezTo>
                    <a:pt x="23" y="10"/>
                    <a:pt x="21" y="10"/>
                    <a:pt x="19" y="10"/>
                  </a:cubicBezTo>
                  <a:cubicBezTo>
                    <a:pt x="18" y="10"/>
                    <a:pt x="16" y="10"/>
                    <a:pt x="15" y="10"/>
                  </a:cubicBezTo>
                  <a:cubicBezTo>
                    <a:pt x="13" y="11"/>
                    <a:pt x="12" y="11"/>
                    <a:pt x="12" y="11"/>
                  </a:cubicBezTo>
                  <a:cubicBezTo>
                    <a:pt x="12" y="51"/>
                    <a:pt x="12" y="51"/>
                    <a:pt x="12" y="51"/>
                  </a:cubicBezTo>
                  <a:cubicBezTo>
                    <a:pt x="0" y="51"/>
                    <a:pt x="0" y="51"/>
                    <a:pt x="0" y="51"/>
                  </a:cubicBezTo>
                  <a:cubicBezTo>
                    <a:pt x="0" y="4"/>
                    <a:pt x="0" y="4"/>
                    <a:pt x="0" y="4"/>
                  </a:cubicBezTo>
                  <a:cubicBezTo>
                    <a:pt x="2" y="3"/>
                    <a:pt x="5" y="2"/>
                    <a:pt x="9" y="1"/>
                  </a:cubicBezTo>
                  <a:cubicBezTo>
                    <a:pt x="12" y="0"/>
                    <a:pt x="16" y="0"/>
                    <a:pt x="20" y="0"/>
                  </a:cubicBezTo>
                  <a:cubicBezTo>
                    <a:pt x="20" y="0"/>
                    <a:pt x="21" y="0"/>
                    <a:pt x="22" y="0"/>
                  </a:cubicBezTo>
                  <a:cubicBezTo>
                    <a:pt x="23" y="0"/>
                    <a:pt x="24" y="0"/>
                    <a:pt x="25" y="1"/>
                  </a:cubicBezTo>
                  <a:cubicBezTo>
                    <a:pt x="26" y="1"/>
                    <a:pt x="27" y="1"/>
                    <a:pt x="28" y="1"/>
                  </a:cubicBezTo>
                  <a:cubicBezTo>
                    <a:pt x="29" y="1"/>
                    <a:pt x="30" y="2"/>
                    <a:pt x="31" y="2"/>
                  </a:cubicBezTo>
                  <a:lnTo>
                    <a:pt x="29" y="1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1" name="Freeform 19">
              <a:extLst>
                <a:ext uri="{FF2B5EF4-FFF2-40B4-BE49-F238E27FC236}">
                  <a16:creationId xmlns:a16="http://schemas.microsoft.com/office/drawing/2014/main" id="{313A94D4-14DD-4111-B098-613DD350F6F0}"/>
                </a:ext>
              </a:extLst>
            </p:cNvPr>
            <p:cNvSpPr>
              <a:spLocks noEditPoints="1"/>
            </p:cNvSpPr>
            <p:nvPr userDrawn="1"/>
          </p:nvSpPr>
          <p:spPr bwMode="auto">
            <a:xfrm>
              <a:off x="4601938" y="5030484"/>
              <a:ext cx="274638" cy="334963"/>
            </a:xfrm>
            <a:custGeom>
              <a:avLst/>
              <a:gdLst>
                <a:gd name="T0" fmla="*/ 0 w 45"/>
                <a:gd name="T1" fmla="*/ 27 h 53"/>
                <a:gd name="T2" fmla="*/ 2 w 45"/>
                <a:gd name="T3" fmla="*/ 15 h 53"/>
                <a:gd name="T4" fmla="*/ 7 w 45"/>
                <a:gd name="T5" fmla="*/ 7 h 53"/>
                <a:gd name="T6" fmla="*/ 15 w 45"/>
                <a:gd name="T7" fmla="*/ 2 h 53"/>
                <a:gd name="T8" fmla="*/ 23 w 45"/>
                <a:gd name="T9" fmla="*/ 0 h 53"/>
                <a:gd name="T10" fmla="*/ 40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1 w 45"/>
                <a:gd name="T27" fmla="*/ 40 h 53"/>
                <a:gd name="T28" fmla="*/ 42 w 45"/>
                <a:gd name="T29" fmla="*/ 50 h 53"/>
                <a:gd name="T30" fmla="*/ 40 w 45"/>
                <a:gd name="T31" fmla="*/ 51 h 53"/>
                <a:gd name="T32" fmla="*/ 36 w 45"/>
                <a:gd name="T33" fmla="*/ 52 h 53"/>
                <a:gd name="T34" fmla="*/ 31 w 45"/>
                <a:gd name="T35" fmla="*/ 52 h 53"/>
                <a:gd name="T36" fmla="*/ 26 w 45"/>
                <a:gd name="T37" fmla="*/ 53 h 53"/>
                <a:gd name="T38" fmla="*/ 14 w 45"/>
                <a:gd name="T39" fmla="*/ 51 h 53"/>
                <a:gd name="T40" fmla="*/ 6 w 45"/>
                <a:gd name="T41" fmla="*/ 45 h 53"/>
                <a:gd name="T42" fmla="*/ 2 w 45"/>
                <a:gd name="T43" fmla="*/ 37 h 53"/>
                <a:gd name="T44" fmla="*/ 0 w 45"/>
                <a:gd name="T45" fmla="*/ 27 h 53"/>
                <a:gd name="T46" fmla="*/ 34 w 45"/>
                <a:gd name="T47" fmla="*/ 21 h 53"/>
                <a:gd name="T48" fmla="*/ 33 w 45"/>
                <a:gd name="T49" fmla="*/ 17 h 53"/>
                <a:gd name="T50" fmla="*/ 31 w 45"/>
                <a:gd name="T51" fmla="*/ 13 h 53"/>
                <a:gd name="T52" fmla="*/ 28 w 45"/>
                <a:gd name="T53" fmla="*/ 11 h 53"/>
                <a:gd name="T54" fmla="*/ 24 w 45"/>
                <a:gd name="T55" fmla="*/ 10 h 53"/>
                <a:gd name="T56" fmla="*/ 19 w 45"/>
                <a:gd name="T57" fmla="*/ 11 h 53"/>
                <a:gd name="T58" fmla="*/ 15 w 45"/>
                <a:gd name="T59" fmla="*/ 13 h 53"/>
                <a:gd name="T60" fmla="*/ 13 w 45"/>
                <a:gd name="T61" fmla="*/ 17 h 53"/>
                <a:gd name="T62" fmla="*/ 12 w 45"/>
                <a:gd name="T63" fmla="*/ 21 h 53"/>
                <a:gd name="T64" fmla="*/ 34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1" y="18"/>
                    <a:pt x="2" y="15"/>
                  </a:cubicBezTo>
                  <a:cubicBezTo>
                    <a:pt x="3" y="12"/>
                    <a:pt x="5" y="9"/>
                    <a:pt x="7" y="7"/>
                  </a:cubicBezTo>
                  <a:cubicBezTo>
                    <a:pt x="9" y="4"/>
                    <a:pt x="12" y="3"/>
                    <a:pt x="15" y="2"/>
                  </a:cubicBezTo>
                  <a:cubicBezTo>
                    <a:pt x="18" y="0"/>
                    <a:pt x="20" y="0"/>
                    <a:pt x="23" y="0"/>
                  </a:cubicBezTo>
                  <a:cubicBezTo>
                    <a:pt x="30" y="0"/>
                    <a:pt x="36" y="2"/>
                    <a:pt x="40" y="6"/>
                  </a:cubicBezTo>
                  <a:cubicBezTo>
                    <a:pt x="43"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3" y="43"/>
                    <a:pt x="27" y="43"/>
                  </a:cubicBezTo>
                  <a:cubicBezTo>
                    <a:pt x="30" y="43"/>
                    <a:pt x="33" y="42"/>
                    <a:pt x="35" y="42"/>
                  </a:cubicBezTo>
                  <a:cubicBezTo>
                    <a:pt x="37" y="41"/>
                    <a:pt x="39" y="41"/>
                    <a:pt x="41" y="40"/>
                  </a:cubicBezTo>
                  <a:cubicBezTo>
                    <a:pt x="42" y="50"/>
                    <a:pt x="42" y="50"/>
                    <a:pt x="42" y="50"/>
                  </a:cubicBezTo>
                  <a:cubicBezTo>
                    <a:pt x="42" y="50"/>
                    <a:pt x="41" y="50"/>
                    <a:pt x="40" y="51"/>
                  </a:cubicBezTo>
                  <a:cubicBezTo>
                    <a:pt x="38" y="51"/>
                    <a:pt x="37" y="51"/>
                    <a:pt x="36" y="52"/>
                  </a:cubicBezTo>
                  <a:cubicBezTo>
                    <a:pt x="34" y="52"/>
                    <a:pt x="33" y="52"/>
                    <a:pt x="31" y="52"/>
                  </a:cubicBezTo>
                  <a:cubicBezTo>
                    <a:pt x="29" y="53"/>
                    <a:pt x="28" y="53"/>
                    <a:pt x="26" y="53"/>
                  </a:cubicBezTo>
                  <a:cubicBezTo>
                    <a:pt x="22" y="53"/>
                    <a:pt x="18" y="52"/>
                    <a:pt x="14" y="51"/>
                  </a:cubicBezTo>
                  <a:cubicBezTo>
                    <a:pt x="11" y="49"/>
                    <a:pt x="8" y="48"/>
                    <a:pt x="6" y="45"/>
                  </a:cubicBezTo>
                  <a:cubicBezTo>
                    <a:pt x="4" y="43"/>
                    <a:pt x="3" y="40"/>
                    <a:pt x="2" y="37"/>
                  </a:cubicBezTo>
                  <a:cubicBezTo>
                    <a:pt x="1" y="34"/>
                    <a:pt x="0" y="30"/>
                    <a:pt x="0" y="27"/>
                  </a:cubicBezTo>
                  <a:close/>
                  <a:moveTo>
                    <a:pt x="34" y="21"/>
                  </a:moveTo>
                  <a:cubicBezTo>
                    <a:pt x="34" y="20"/>
                    <a:pt x="34" y="18"/>
                    <a:pt x="33" y="17"/>
                  </a:cubicBezTo>
                  <a:cubicBezTo>
                    <a:pt x="33" y="15"/>
                    <a:pt x="32" y="14"/>
                    <a:pt x="31" y="13"/>
                  </a:cubicBezTo>
                  <a:cubicBezTo>
                    <a:pt x="30" y="12"/>
                    <a:pt x="29" y="11"/>
                    <a:pt x="28" y="11"/>
                  </a:cubicBezTo>
                  <a:cubicBezTo>
                    <a:pt x="27" y="10"/>
                    <a:pt x="25" y="10"/>
                    <a:pt x="24" y="10"/>
                  </a:cubicBezTo>
                  <a:cubicBezTo>
                    <a:pt x="22" y="10"/>
                    <a:pt x="20" y="10"/>
                    <a:pt x="19" y="11"/>
                  </a:cubicBezTo>
                  <a:cubicBezTo>
                    <a:pt x="17" y="11"/>
                    <a:pt x="16" y="12"/>
                    <a:pt x="15" y="13"/>
                  </a:cubicBezTo>
                  <a:cubicBezTo>
                    <a:pt x="14" y="14"/>
                    <a:pt x="14" y="16"/>
                    <a:pt x="13" y="17"/>
                  </a:cubicBezTo>
                  <a:cubicBezTo>
                    <a:pt x="13" y="18"/>
                    <a:pt x="12" y="20"/>
                    <a:pt x="12" y="21"/>
                  </a:cubicBezTo>
                  <a:lnTo>
                    <a:pt x="34"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2" name="Freeform 20">
              <a:extLst>
                <a:ext uri="{FF2B5EF4-FFF2-40B4-BE49-F238E27FC236}">
                  <a16:creationId xmlns:a16="http://schemas.microsoft.com/office/drawing/2014/main" id="{25E6B7CD-3505-4929-827A-066E4FC0A268}"/>
                </a:ext>
              </a:extLst>
            </p:cNvPr>
            <p:cNvSpPr>
              <a:spLocks/>
            </p:cNvSpPr>
            <p:nvPr userDrawn="1"/>
          </p:nvSpPr>
          <p:spPr bwMode="auto">
            <a:xfrm>
              <a:off x="4919438" y="5030484"/>
              <a:ext cx="227013" cy="334963"/>
            </a:xfrm>
            <a:custGeom>
              <a:avLst/>
              <a:gdLst>
                <a:gd name="T0" fmla="*/ 16 w 37"/>
                <a:gd name="T1" fmla="*/ 43 h 53"/>
                <a:gd name="T2" fmla="*/ 23 w 37"/>
                <a:gd name="T3" fmla="*/ 42 h 53"/>
                <a:gd name="T4" fmla="*/ 25 w 37"/>
                <a:gd name="T5" fmla="*/ 38 h 53"/>
                <a:gd name="T6" fmla="*/ 23 w 37"/>
                <a:gd name="T7" fmla="*/ 34 h 53"/>
                <a:gd name="T8" fmla="*/ 15 w 37"/>
                <a:gd name="T9" fmla="*/ 30 h 53"/>
                <a:gd name="T10" fmla="*/ 10 w 37"/>
                <a:gd name="T11" fmla="*/ 28 h 53"/>
                <a:gd name="T12" fmla="*/ 5 w 37"/>
                <a:gd name="T13" fmla="*/ 25 h 53"/>
                <a:gd name="T14" fmla="*/ 2 w 37"/>
                <a:gd name="T15" fmla="*/ 21 h 53"/>
                <a:gd name="T16" fmla="*/ 1 w 37"/>
                <a:gd name="T17" fmla="*/ 15 h 53"/>
                <a:gd name="T18" fmla="*/ 6 w 37"/>
                <a:gd name="T19" fmla="*/ 4 h 53"/>
                <a:gd name="T20" fmla="*/ 20 w 37"/>
                <a:gd name="T21" fmla="*/ 0 h 53"/>
                <a:gd name="T22" fmla="*/ 28 w 37"/>
                <a:gd name="T23" fmla="*/ 1 h 53"/>
                <a:gd name="T24" fmla="*/ 34 w 37"/>
                <a:gd name="T25" fmla="*/ 2 h 53"/>
                <a:gd name="T26" fmla="*/ 32 w 37"/>
                <a:gd name="T27" fmla="*/ 12 h 53"/>
                <a:gd name="T28" fmla="*/ 27 w 37"/>
                <a:gd name="T29" fmla="*/ 10 h 53"/>
                <a:gd name="T30" fmla="*/ 20 w 37"/>
                <a:gd name="T31" fmla="*/ 9 h 53"/>
                <a:gd name="T32" fmla="*/ 15 w 37"/>
                <a:gd name="T33" fmla="*/ 11 h 53"/>
                <a:gd name="T34" fmla="*/ 13 w 37"/>
                <a:gd name="T35" fmla="*/ 14 h 53"/>
                <a:gd name="T36" fmla="*/ 13 w 37"/>
                <a:gd name="T37" fmla="*/ 17 h 53"/>
                <a:gd name="T38" fmla="*/ 14 w 37"/>
                <a:gd name="T39" fmla="*/ 18 h 53"/>
                <a:gd name="T40" fmla="*/ 17 w 37"/>
                <a:gd name="T41" fmla="*/ 20 h 53"/>
                <a:gd name="T42" fmla="*/ 21 w 37"/>
                <a:gd name="T43" fmla="*/ 22 h 53"/>
                <a:gd name="T44" fmla="*/ 28 w 37"/>
                <a:gd name="T45" fmla="*/ 25 h 53"/>
                <a:gd name="T46" fmla="*/ 33 w 37"/>
                <a:gd name="T47" fmla="*/ 28 h 53"/>
                <a:gd name="T48" fmla="*/ 36 w 37"/>
                <a:gd name="T49" fmla="*/ 32 h 53"/>
                <a:gd name="T50" fmla="*/ 37 w 37"/>
                <a:gd name="T51" fmla="*/ 38 h 53"/>
                <a:gd name="T52" fmla="*/ 31 w 37"/>
                <a:gd name="T53" fmla="*/ 49 h 53"/>
                <a:gd name="T54" fmla="*/ 16 w 37"/>
                <a:gd name="T55" fmla="*/ 53 h 53"/>
                <a:gd name="T56" fmla="*/ 6 w 37"/>
                <a:gd name="T57" fmla="*/ 52 h 53"/>
                <a:gd name="T58" fmla="*/ 0 w 37"/>
                <a:gd name="T59" fmla="*/ 50 h 53"/>
                <a:gd name="T60" fmla="*/ 2 w 37"/>
                <a:gd name="T61" fmla="*/ 40 h 53"/>
                <a:gd name="T62" fmla="*/ 8 w 37"/>
                <a:gd name="T63" fmla="*/ 42 h 53"/>
                <a:gd name="T64" fmla="*/ 16 w 37"/>
                <a:gd name="T65"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 h="53">
                  <a:moveTo>
                    <a:pt x="16" y="43"/>
                  </a:moveTo>
                  <a:cubicBezTo>
                    <a:pt x="19" y="43"/>
                    <a:pt x="22" y="43"/>
                    <a:pt x="23" y="42"/>
                  </a:cubicBezTo>
                  <a:cubicBezTo>
                    <a:pt x="24" y="41"/>
                    <a:pt x="25" y="40"/>
                    <a:pt x="25" y="38"/>
                  </a:cubicBezTo>
                  <a:cubicBezTo>
                    <a:pt x="25" y="36"/>
                    <a:pt x="24" y="35"/>
                    <a:pt x="23" y="34"/>
                  </a:cubicBezTo>
                  <a:cubicBezTo>
                    <a:pt x="21" y="33"/>
                    <a:pt x="19" y="32"/>
                    <a:pt x="15" y="30"/>
                  </a:cubicBezTo>
                  <a:cubicBezTo>
                    <a:pt x="13" y="30"/>
                    <a:pt x="11" y="29"/>
                    <a:pt x="10" y="28"/>
                  </a:cubicBezTo>
                  <a:cubicBezTo>
                    <a:pt x="8" y="27"/>
                    <a:pt x="6" y="26"/>
                    <a:pt x="5" y="25"/>
                  </a:cubicBezTo>
                  <a:cubicBezTo>
                    <a:pt x="4" y="24"/>
                    <a:pt x="3" y="22"/>
                    <a:pt x="2" y="21"/>
                  </a:cubicBezTo>
                  <a:cubicBezTo>
                    <a:pt x="1" y="19"/>
                    <a:pt x="1" y="17"/>
                    <a:pt x="1" y="15"/>
                  </a:cubicBezTo>
                  <a:cubicBezTo>
                    <a:pt x="1" y="10"/>
                    <a:pt x="3" y="7"/>
                    <a:pt x="6" y="4"/>
                  </a:cubicBezTo>
                  <a:cubicBezTo>
                    <a:pt x="9" y="1"/>
                    <a:pt x="14" y="0"/>
                    <a:pt x="20" y="0"/>
                  </a:cubicBezTo>
                  <a:cubicBezTo>
                    <a:pt x="23" y="0"/>
                    <a:pt x="26" y="0"/>
                    <a:pt x="28" y="1"/>
                  </a:cubicBezTo>
                  <a:cubicBezTo>
                    <a:pt x="31" y="1"/>
                    <a:pt x="33" y="2"/>
                    <a:pt x="34" y="2"/>
                  </a:cubicBezTo>
                  <a:cubicBezTo>
                    <a:pt x="32" y="12"/>
                    <a:pt x="32" y="12"/>
                    <a:pt x="32" y="12"/>
                  </a:cubicBezTo>
                  <a:cubicBezTo>
                    <a:pt x="31" y="11"/>
                    <a:pt x="29" y="11"/>
                    <a:pt x="27" y="10"/>
                  </a:cubicBezTo>
                  <a:cubicBezTo>
                    <a:pt x="25" y="10"/>
                    <a:pt x="23" y="9"/>
                    <a:pt x="20" y="9"/>
                  </a:cubicBezTo>
                  <a:cubicBezTo>
                    <a:pt x="18" y="9"/>
                    <a:pt x="16" y="10"/>
                    <a:pt x="15" y="11"/>
                  </a:cubicBezTo>
                  <a:cubicBezTo>
                    <a:pt x="13" y="11"/>
                    <a:pt x="13" y="13"/>
                    <a:pt x="13" y="14"/>
                  </a:cubicBezTo>
                  <a:cubicBezTo>
                    <a:pt x="13" y="15"/>
                    <a:pt x="13" y="16"/>
                    <a:pt x="13" y="17"/>
                  </a:cubicBezTo>
                  <a:cubicBezTo>
                    <a:pt x="13" y="17"/>
                    <a:pt x="14" y="18"/>
                    <a:pt x="14" y="18"/>
                  </a:cubicBezTo>
                  <a:cubicBezTo>
                    <a:pt x="15" y="19"/>
                    <a:pt x="16" y="19"/>
                    <a:pt x="17" y="20"/>
                  </a:cubicBezTo>
                  <a:cubicBezTo>
                    <a:pt x="18" y="20"/>
                    <a:pt x="20" y="21"/>
                    <a:pt x="21" y="22"/>
                  </a:cubicBezTo>
                  <a:cubicBezTo>
                    <a:pt x="24" y="23"/>
                    <a:pt x="27" y="24"/>
                    <a:pt x="28" y="25"/>
                  </a:cubicBezTo>
                  <a:cubicBezTo>
                    <a:pt x="30" y="26"/>
                    <a:pt x="32" y="27"/>
                    <a:pt x="33" y="28"/>
                  </a:cubicBezTo>
                  <a:cubicBezTo>
                    <a:pt x="34" y="29"/>
                    <a:pt x="35" y="31"/>
                    <a:pt x="36" y="32"/>
                  </a:cubicBezTo>
                  <a:cubicBezTo>
                    <a:pt x="37" y="34"/>
                    <a:pt x="37" y="36"/>
                    <a:pt x="37" y="38"/>
                  </a:cubicBezTo>
                  <a:cubicBezTo>
                    <a:pt x="37" y="43"/>
                    <a:pt x="35" y="46"/>
                    <a:pt x="31" y="49"/>
                  </a:cubicBezTo>
                  <a:cubicBezTo>
                    <a:pt x="28" y="51"/>
                    <a:pt x="23" y="53"/>
                    <a:pt x="16" y="53"/>
                  </a:cubicBezTo>
                  <a:cubicBezTo>
                    <a:pt x="12" y="53"/>
                    <a:pt x="8" y="52"/>
                    <a:pt x="6" y="52"/>
                  </a:cubicBezTo>
                  <a:cubicBezTo>
                    <a:pt x="3" y="51"/>
                    <a:pt x="1" y="50"/>
                    <a:pt x="0" y="50"/>
                  </a:cubicBezTo>
                  <a:cubicBezTo>
                    <a:pt x="2" y="40"/>
                    <a:pt x="2" y="40"/>
                    <a:pt x="2" y="40"/>
                  </a:cubicBezTo>
                  <a:cubicBezTo>
                    <a:pt x="4" y="41"/>
                    <a:pt x="6" y="41"/>
                    <a:pt x="8" y="42"/>
                  </a:cubicBezTo>
                  <a:cubicBezTo>
                    <a:pt x="11" y="43"/>
                    <a:pt x="13" y="43"/>
                    <a:pt x="16" y="4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3" name="Freeform 21">
              <a:extLst>
                <a:ext uri="{FF2B5EF4-FFF2-40B4-BE49-F238E27FC236}">
                  <a16:creationId xmlns:a16="http://schemas.microsoft.com/office/drawing/2014/main" id="{BB0673E4-9C2A-495A-9B24-42ACDAA07D1E}"/>
                </a:ext>
              </a:extLst>
            </p:cNvPr>
            <p:cNvSpPr>
              <a:spLocks/>
            </p:cNvSpPr>
            <p:nvPr userDrawn="1"/>
          </p:nvSpPr>
          <p:spPr bwMode="auto">
            <a:xfrm>
              <a:off x="5195663" y="5036834"/>
              <a:ext cx="255588" cy="328613"/>
            </a:xfrm>
            <a:custGeom>
              <a:avLst/>
              <a:gdLst>
                <a:gd name="T0" fmla="*/ 42 w 42"/>
                <a:gd name="T1" fmla="*/ 49 h 52"/>
                <a:gd name="T2" fmla="*/ 33 w 42"/>
                <a:gd name="T3" fmla="*/ 51 h 52"/>
                <a:gd name="T4" fmla="*/ 21 w 42"/>
                <a:gd name="T5" fmla="*/ 52 h 52"/>
                <a:gd name="T6" fmla="*/ 11 w 42"/>
                <a:gd name="T7" fmla="*/ 50 h 52"/>
                <a:gd name="T8" fmla="*/ 5 w 42"/>
                <a:gd name="T9" fmla="*/ 45 h 52"/>
                <a:gd name="T10" fmla="*/ 1 w 42"/>
                <a:gd name="T11" fmla="*/ 38 h 52"/>
                <a:gd name="T12" fmla="*/ 0 w 42"/>
                <a:gd name="T13" fmla="*/ 28 h 52"/>
                <a:gd name="T14" fmla="*/ 0 w 42"/>
                <a:gd name="T15" fmla="*/ 0 h 52"/>
                <a:gd name="T16" fmla="*/ 12 w 42"/>
                <a:gd name="T17" fmla="*/ 0 h 52"/>
                <a:gd name="T18" fmla="*/ 12 w 42"/>
                <a:gd name="T19" fmla="*/ 26 h 52"/>
                <a:gd name="T20" fmla="*/ 14 w 42"/>
                <a:gd name="T21" fmla="*/ 38 h 52"/>
                <a:gd name="T22" fmla="*/ 22 w 42"/>
                <a:gd name="T23" fmla="*/ 41 h 52"/>
                <a:gd name="T24" fmla="*/ 27 w 42"/>
                <a:gd name="T25" fmla="*/ 41 h 52"/>
                <a:gd name="T26" fmla="*/ 30 w 42"/>
                <a:gd name="T27" fmla="*/ 41 h 52"/>
                <a:gd name="T28" fmla="*/ 30 w 42"/>
                <a:gd name="T29" fmla="*/ 0 h 52"/>
                <a:gd name="T30" fmla="*/ 42 w 42"/>
                <a:gd name="T31" fmla="*/ 0 h 52"/>
                <a:gd name="T32" fmla="*/ 42 w 42"/>
                <a:gd name="T33" fmla="*/ 4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52">
                  <a:moveTo>
                    <a:pt x="42" y="49"/>
                  </a:moveTo>
                  <a:cubicBezTo>
                    <a:pt x="40" y="49"/>
                    <a:pt x="37" y="50"/>
                    <a:pt x="33" y="51"/>
                  </a:cubicBezTo>
                  <a:cubicBezTo>
                    <a:pt x="30" y="51"/>
                    <a:pt x="26" y="52"/>
                    <a:pt x="21" y="52"/>
                  </a:cubicBezTo>
                  <a:cubicBezTo>
                    <a:pt x="17" y="52"/>
                    <a:pt x="14" y="51"/>
                    <a:pt x="11" y="50"/>
                  </a:cubicBezTo>
                  <a:cubicBezTo>
                    <a:pt x="9" y="49"/>
                    <a:pt x="6" y="47"/>
                    <a:pt x="5" y="45"/>
                  </a:cubicBezTo>
                  <a:cubicBezTo>
                    <a:pt x="3" y="43"/>
                    <a:pt x="2" y="40"/>
                    <a:pt x="1" y="38"/>
                  </a:cubicBezTo>
                  <a:cubicBezTo>
                    <a:pt x="1" y="35"/>
                    <a:pt x="0" y="32"/>
                    <a:pt x="0" y="28"/>
                  </a:cubicBezTo>
                  <a:cubicBezTo>
                    <a:pt x="0" y="0"/>
                    <a:pt x="0" y="0"/>
                    <a:pt x="0" y="0"/>
                  </a:cubicBezTo>
                  <a:cubicBezTo>
                    <a:pt x="12" y="0"/>
                    <a:pt x="12" y="0"/>
                    <a:pt x="12" y="0"/>
                  </a:cubicBezTo>
                  <a:cubicBezTo>
                    <a:pt x="12" y="26"/>
                    <a:pt x="12" y="26"/>
                    <a:pt x="12" y="26"/>
                  </a:cubicBezTo>
                  <a:cubicBezTo>
                    <a:pt x="12" y="32"/>
                    <a:pt x="13" y="36"/>
                    <a:pt x="14" y="38"/>
                  </a:cubicBezTo>
                  <a:cubicBezTo>
                    <a:pt x="16" y="40"/>
                    <a:pt x="18" y="41"/>
                    <a:pt x="22" y="41"/>
                  </a:cubicBezTo>
                  <a:cubicBezTo>
                    <a:pt x="24" y="41"/>
                    <a:pt x="25" y="41"/>
                    <a:pt x="27" y="41"/>
                  </a:cubicBezTo>
                  <a:cubicBezTo>
                    <a:pt x="28" y="41"/>
                    <a:pt x="30" y="41"/>
                    <a:pt x="30" y="41"/>
                  </a:cubicBezTo>
                  <a:cubicBezTo>
                    <a:pt x="30" y="0"/>
                    <a:pt x="30" y="0"/>
                    <a:pt x="30" y="0"/>
                  </a:cubicBezTo>
                  <a:cubicBezTo>
                    <a:pt x="42" y="0"/>
                    <a:pt x="42" y="0"/>
                    <a:pt x="42" y="0"/>
                  </a:cubicBezTo>
                  <a:lnTo>
                    <a:pt x="42" y="4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4" name="Freeform 22">
              <a:extLst>
                <a:ext uri="{FF2B5EF4-FFF2-40B4-BE49-F238E27FC236}">
                  <a16:creationId xmlns:a16="http://schemas.microsoft.com/office/drawing/2014/main" id="{7BACE70A-F6C3-4350-A63E-239D9587D764}"/>
                </a:ext>
              </a:extLst>
            </p:cNvPr>
            <p:cNvSpPr>
              <a:spLocks/>
            </p:cNvSpPr>
            <p:nvPr userDrawn="1"/>
          </p:nvSpPr>
          <p:spPr bwMode="auto">
            <a:xfrm>
              <a:off x="5530625" y="4886021"/>
              <a:ext cx="117475" cy="473075"/>
            </a:xfrm>
            <a:custGeom>
              <a:avLst/>
              <a:gdLst>
                <a:gd name="T0" fmla="*/ 17 w 19"/>
                <a:gd name="T1" fmla="*/ 75 h 75"/>
                <a:gd name="T2" fmla="*/ 9 w 19"/>
                <a:gd name="T3" fmla="*/ 74 h 75"/>
                <a:gd name="T4" fmla="*/ 3 w 19"/>
                <a:gd name="T5" fmla="*/ 71 h 75"/>
                <a:gd name="T6" fmla="*/ 0 w 19"/>
                <a:gd name="T7" fmla="*/ 66 h 75"/>
                <a:gd name="T8" fmla="*/ 0 w 19"/>
                <a:gd name="T9" fmla="*/ 60 h 75"/>
                <a:gd name="T10" fmla="*/ 0 w 19"/>
                <a:gd name="T11" fmla="*/ 2 h 75"/>
                <a:gd name="T12" fmla="*/ 11 w 19"/>
                <a:gd name="T13" fmla="*/ 0 h 75"/>
                <a:gd name="T14" fmla="*/ 11 w 19"/>
                <a:gd name="T15" fmla="*/ 57 h 75"/>
                <a:gd name="T16" fmla="*/ 12 w 19"/>
                <a:gd name="T17" fmla="*/ 61 h 75"/>
                <a:gd name="T18" fmla="*/ 13 w 19"/>
                <a:gd name="T19" fmla="*/ 63 h 75"/>
                <a:gd name="T20" fmla="*/ 15 w 19"/>
                <a:gd name="T21" fmla="*/ 65 h 75"/>
                <a:gd name="T22" fmla="*/ 19 w 19"/>
                <a:gd name="T23" fmla="*/ 66 h 75"/>
                <a:gd name="T24" fmla="*/ 17 w 19"/>
                <a:gd name="T25"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75">
                  <a:moveTo>
                    <a:pt x="17" y="75"/>
                  </a:moveTo>
                  <a:cubicBezTo>
                    <a:pt x="14" y="75"/>
                    <a:pt x="11" y="75"/>
                    <a:pt x="9" y="74"/>
                  </a:cubicBezTo>
                  <a:cubicBezTo>
                    <a:pt x="6" y="73"/>
                    <a:pt x="5" y="72"/>
                    <a:pt x="3" y="71"/>
                  </a:cubicBezTo>
                  <a:cubicBezTo>
                    <a:pt x="2" y="70"/>
                    <a:pt x="1" y="68"/>
                    <a:pt x="0" y="66"/>
                  </a:cubicBezTo>
                  <a:cubicBezTo>
                    <a:pt x="0" y="64"/>
                    <a:pt x="0" y="62"/>
                    <a:pt x="0" y="60"/>
                  </a:cubicBezTo>
                  <a:cubicBezTo>
                    <a:pt x="0" y="2"/>
                    <a:pt x="0" y="2"/>
                    <a:pt x="0" y="2"/>
                  </a:cubicBezTo>
                  <a:cubicBezTo>
                    <a:pt x="11" y="0"/>
                    <a:pt x="11" y="0"/>
                    <a:pt x="11" y="0"/>
                  </a:cubicBezTo>
                  <a:cubicBezTo>
                    <a:pt x="11" y="57"/>
                    <a:pt x="11" y="57"/>
                    <a:pt x="11" y="57"/>
                  </a:cubicBezTo>
                  <a:cubicBezTo>
                    <a:pt x="11" y="59"/>
                    <a:pt x="11" y="60"/>
                    <a:pt x="12" y="61"/>
                  </a:cubicBezTo>
                  <a:cubicBezTo>
                    <a:pt x="12" y="62"/>
                    <a:pt x="12" y="63"/>
                    <a:pt x="13" y="63"/>
                  </a:cubicBezTo>
                  <a:cubicBezTo>
                    <a:pt x="13" y="64"/>
                    <a:pt x="14" y="65"/>
                    <a:pt x="15" y="65"/>
                  </a:cubicBezTo>
                  <a:cubicBezTo>
                    <a:pt x="16" y="65"/>
                    <a:pt x="17" y="66"/>
                    <a:pt x="19" y="66"/>
                  </a:cubicBezTo>
                  <a:lnTo>
                    <a:pt x="17" y="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5" name="Freeform 23">
              <a:extLst>
                <a:ext uri="{FF2B5EF4-FFF2-40B4-BE49-F238E27FC236}">
                  <a16:creationId xmlns:a16="http://schemas.microsoft.com/office/drawing/2014/main" id="{BA945C11-EE8D-4A32-8347-B8FFB8F2F10E}"/>
                </a:ext>
              </a:extLst>
            </p:cNvPr>
            <p:cNvSpPr>
              <a:spLocks/>
            </p:cNvSpPr>
            <p:nvPr userDrawn="1"/>
          </p:nvSpPr>
          <p:spPr bwMode="auto">
            <a:xfrm>
              <a:off x="5690963"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5"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5" y="67"/>
                    <a:pt x="12" y="66"/>
                    <a:pt x="9"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6" name="Freeform 24">
              <a:extLst>
                <a:ext uri="{FF2B5EF4-FFF2-40B4-BE49-F238E27FC236}">
                  <a16:creationId xmlns:a16="http://schemas.microsoft.com/office/drawing/2014/main" id="{DB8701A0-F0F7-4D6B-B79A-2F60F01BEC92}"/>
                </a:ext>
              </a:extLst>
            </p:cNvPr>
            <p:cNvSpPr>
              <a:spLocks/>
            </p:cNvSpPr>
            <p:nvPr userDrawn="1"/>
          </p:nvSpPr>
          <p:spPr bwMode="auto">
            <a:xfrm>
              <a:off x="5903688" y="5030484"/>
              <a:ext cx="227013" cy="334963"/>
            </a:xfrm>
            <a:custGeom>
              <a:avLst/>
              <a:gdLst>
                <a:gd name="T0" fmla="*/ 16 w 37"/>
                <a:gd name="T1" fmla="*/ 43 h 53"/>
                <a:gd name="T2" fmla="*/ 23 w 37"/>
                <a:gd name="T3" fmla="*/ 42 h 53"/>
                <a:gd name="T4" fmla="*/ 25 w 37"/>
                <a:gd name="T5" fmla="*/ 38 h 53"/>
                <a:gd name="T6" fmla="*/ 23 w 37"/>
                <a:gd name="T7" fmla="*/ 34 h 53"/>
                <a:gd name="T8" fmla="*/ 15 w 37"/>
                <a:gd name="T9" fmla="*/ 30 h 53"/>
                <a:gd name="T10" fmla="*/ 9 w 37"/>
                <a:gd name="T11" fmla="*/ 28 h 53"/>
                <a:gd name="T12" fmla="*/ 5 w 37"/>
                <a:gd name="T13" fmla="*/ 25 h 53"/>
                <a:gd name="T14" fmla="*/ 2 w 37"/>
                <a:gd name="T15" fmla="*/ 21 h 53"/>
                <a:gd name="T16" fmla="*/ 1 w 37"/>
                <a:gd name="T17" fmla="*/ 15 h 53"/>
                <a:gd name="T18" fmla="*/ 6 w 37"/>
                <a:gd name="T19" fmla="*/ 4 h 53"/>
                <a:gd name="T20" fmla="*/ 20 w 37"/>
                <a:gd name="T21" fmla="*/ 0 h 53"/>
                <a:gd name="T22" fmla="*/ 28 w 37"/>
                <a:gd name="T23" fmla="*/ 1 h 53"/>
                <a:gd name="T24" fmla="*/ 34 w 37"/>
                <a:gd name="T25" fmla="*/ 2 h 53"/>
                <a:gd name="T26" fmla="*/ 32 w 37"/>
                <a:gd name="T27" fmla="*/ 12 h 53"/>
                <a:gd name="T28" fmla="*/ 27 w 37"/>
                <a:gd name="T29" fmla="*/ 10 h 53"/>
                <a:gd name="T30" fmla="*/ 20 w 37"/>
                <a:gd name="T31" fmla="*/ 9 h 53"/>
                <a:gd name="T32" fmla="*/ 15 w 37"/>
                <a:gd name="T33" fmla="*/ 11 h 53"/>
                <a:gd name="T34" fmla="*/ 12 w 37"/>
                <a:gd name="T35" fmla="*/ 14 h 53"/>
                <a:gd name="T36" fmla="*/ 13 w 37"/>
                <a:gd name="T37" fmla="*/ 17 h 53"/>
                <a:gd name="T38" fmla="*/ 14 w 37"/>
                <a:gd name="T39" fmla="*/ 18 h 53"/>
                <a:gd name="T40" fmla="*/ 17 w 37"/>
                <a:gd name="T41" fmla="*/ 20 h 53"/>
                <a:gd name="T42" fmla="*/ 21 w 37"/>
                <a:gd name="T43" fmla="*/ 22 h 53"/>
                <a:gd name="T44" fmla="*/ 28 w 37"/>
                <a:gd name="T45" fmla="*/ 25 h 53"/>
                <a:gd name="T46" fmla="*/ 33 w 37"/>
                <a:gd name="T47" fmla="*/ 28 h 53"/>
                <a:gd name="T48" fmla="*/ 36 w 37"/>
                <a:gd name="T49" fmla="*/ 32 h 53"/>
                <a:gd name="T50" fmla="*/ 37 w 37"/>
                <a:gd name="T51" fmla="*/ 38 h 53"/>
                <a:gd name="T52" fmla="*/ 31 w 37"/>
                <a:gd name="T53" fmla="*/ 49 h 53"/>
                <a:gd name="T54" fmla="*/ 16 w 37"/>
                <a:gd name="T55" fmla="*/ 53 h 53"/>
                <a:gd name="T56" fmla="*/ 5 w 37"/>
                <a:gd name="T57" fmla="*/ 52 h 53"/>
                <a:gd name="T58" fmla="*/ 0 w 37"/>
                <a:gd name="T59" fmla="*/ 50 h 53"/>
                <a:gd name="T60" fmla="*/ 2 w 37"/>
                <a:gd name="T61" fmla="*/ 40 h 53"/>
                <a:gd name="T62" fmla="*/ 8 w 37"/>
                <a:gd name="T63" fmla="*/ 42 h 53"/>
                <a:gd name="T64" fmla="*/ 16 w 37"/>
                <a:gd name="T65"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 h="53">
                  <a:moveTo>
                    <a:pt x="16" y="43"/>
                  </a:moveTo>
                  <a:cubicBezTo>
                    <a:pt x="19" y="43"/>
                    <a:pt x="21" y="43"/>
                    <a:pt x="23" y="42"/>
                  </a:cubicBezTo>
                  <a:cubicBezTo>
                    <a:pt x="24" y="41"/>
                    <a:pt x="25" y="40"/>
                    <a:pt x="25" y="38"/>
                  </a:cubicBezTo>
                  <a:cubicBezTo>
                    <a:pt x="25" y="36"/>
                    <a:pt x="24" y="35"/>
                    <a:pt x="23" y="34"/>
                  </a:cubicBezTo>
                  <a:cubicBezTo>
                    <a:pt x="21" y="33"/>
                    <a:pt x="19" y="32"/>
                    <a:pt x="15" y="30"/>
                  </a:cubicBezTo>
                  <a:cubicBezTo>
                    <a:pt x="13" y="30"/>
                    <a:pt x="11" y="29"/>
                    <a:pt x="9" y="28"/>
                  </a:cubicBezTo>
                  <a:cubicBezTo>
                    <a:pt x="8" y="27"/>
                    <a:pt x="6" y="26"/>
                    <a:pt x="5" y="25"/>
                  </a:cubicBezTo>
                  <a:cubicBezTo>
                    <a:pt x="4" y="24"/>
                    <a:pt x="3" y="22"/>
                    <a:pt x="2" y="21"/>
                  </a:cubicBezTo>
                  <a:cubicBezTo>
                    <a:pt x="1" y="19"/>
                    <a:pt x="1" y="17"/>
                    <a:pt x="1" y="15"/>
                  </a:cubicBezTo>
                  <a:cubicBezTo>
                    <a:pt x="1" y="10"/>
                    <a:pt x="2" y="7"/>
                    <a:pt x="6" y="4"/>
                  </a:cubicBezTo>
                  <a:cubicBezTo>
                    <a:pt x="9" y="1"/>
                    <a:pt x="14" y="0"/>
                    <a:pt x="20" y="0"/>
                  </a:cubicBezTo>
                  <a:cubicBezTo>
                    <a:pt x="23" y="0"/>
                    <a:pt x="25" y="0"/>
                    <a:pt x="28" y="1"/>
                  </a:cubicBezTo>
                  <a:cubicBezTo>
                    <a:pt x="31" y="1"/>
                    <a:pt x="33" y="2"/>
                    <a:pt x="34" y="2"/>
                  </a:cubicBezTo>
                  <a:cubicBezTo>
                    <a:pt x="32" y="12"/>
                    <a:pt x="32" y="12"/>
                    <a:pt x="32" y="12"/>
                  </a:cubicBezTo>
                  <a:cubicBezTo>
                    <a:pt x="31" y="11"/>
                    <a:pt x="29" y="11"/>
                    <a:pt x="27" y="10"/>
                  </a:cubicBezTo>
                  <a:cubicBezTo>
                    <a:pt x="25" y="10"/>
                    <a:pt x="23" y="9"/>
                    <a:pt x="20" y="9"/>
                  </a:cubicBezTo>
                  <a:cubicBezTo>
                    <a:pt x="18" y="9"/>
                    <a:pt x="16" y="10"/>
                    <a:pt x="15" y="11"/>
                  </a:cubicBezTo>
                  <a:cubicBezTo>
                    <a:pt x="13" y="11"/>
                    <a:pt x="12" y="13"/>
                    <a:pt x="12" y="14"/>
                  </a:cubicBezTo>
                  <a:cubicBezTo>
                    <a:pt x="12" y="15"/>
                    <a:pt x="12" y="16"/>
                    <a:pt x="13" y="17"/>
                  </a:cubicBezTo>
                  <a:cubicBezTo>
                    <a:pt x="13" y="17"/>
                    <a:pt x="14" y="18"/>
                    <a:pt x="14" y="18"/>
                  </a:cubicBezTo>
                  <a:cubicBezTo>
                    <a:pt x="15" y="19"/>
                    <a:pt x="16" y="19"/>
                    <a:pt x="17" y="20"/>
                  </a:cubicBezTo>
                  <a:cubicBezTo>
                    <a:pt x="18" y="20"/>
                    <a:pt x="20" y="21"/>
                    <a:pt x="21" y="22"/>
                  </a:cubicBezTo>
                  <a:cubicBezTo>
                    <a:pt x="24" y="23"/>
                    <a:pt x="26" y="24"/>
                    <a:pt x="28" y="25"/>
                  </a:cubicBezTo>
                  <a:cubicBezTo>
                    <a:pt x="30" y="26"/>
                    <a:pt x="32" y="27"/>
                    <a:pt x="33" y="28"/>
                  </a:cubicBezTo>
                  <a:cubicBezTo>
                    <a:pt x="34" y="29"/>
                    <a:pt x="35" y="31"/>
                    <a:pt x="36" y="32"/>
                  </a:cubicBezTo>
                  <a:cubicBezTo>
                    <a:pt x="36" y="34"/>
                    <a:pt x="37" y="36"/>
                    <a:pt x="37" y="38"/>
                  </a:cubicBezTo>
                  <a:cubicBezTo>
                    <a:pt x="37" y="43"/>
                    <a:pt x="35" y="46"/>
                    <a:pt x="31" y="49"/>
                  </a:cubicBezTo>
                  <a:cubicBezTo>
                    <a:pt x="28" y="51"/>
                    <a:pt x="23" y="53"/>
                    <a:pt x="16" y="53"/>
                  </a:cubicBezTo>
                  <a:cubicBezTo>
                    <a:pt x="12" y="53"/>
                    <a:pt x="8" y="52"/>
                    <a:pt x="5" y="52"/>
                  </a:cubicBezTo>
                  <a:cubicBezTo>
                    <a:pt x="3" y="51"/>
                    <a:pt x="1" y="50"/>
                    <a:pt x="0" y="50"/>
                  </a:cubicBezTo>
                  <a:cubicBezTo>
                    <a:pt x="2" y="40"/>
                    <a:pt x="2" y="40"/>
                    <a:pt x="2" y="40"/>
                  </a:cubicBezTo>
                  <a:cubicBezTo>
                    <a:pt x="3" y="41"/>
                    <a:pt x="6" y="41"/>
                    <a:pt x="8" y="42"/>
                  </a:cubicBezTo>
                  <a:cubicBezTo>
                    <a:pt x="10" y="43"/>
                    <a:pt x="13" y="43"/>
                    <a:pt x="16" y="4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7" name="Freeform 25">
              <a:extLst>
                <a:ext uri="{FF2B5EF4-FFF2-40B4-BE49-F238E27FC236}">
                  <a16:creationId xmlns:a16="http://schemas.microsoft.com/office/drawing/2014/main" id="{6A5E9F5E-8D3C-4355-B793-3B4BF49E24CC}"/>
                </a:ext>
              </a:extLst>
            </p:cNvPr>
            <p:cNvSpPr>
              <a:spLocks/>
            </p:cNvSpPr>
            <p:nvPr userDrawn="1"/>
          </p:nvSpPr>
          <p:spPr bwMode="auto">
            <a:xfrm>
              <a:off x="6289450" y="5030484"/>
              <a:ext cx="238125" cy="334963"/>
            </a:xfrm>
            <a:custGeom>
              <a:avLst/>
              <a:gdLst>
                <a:gd name="T0" fmla="*/ 0 w 39"/>
                <a:gd name="T1" fmla="*/ 26 h 53"/>
                <a:gd name="T2" fmla="*/ 2 w 39"/>
                <a:gd name="T3" fmla="*/ 16 h 53"/>
                <a:gd name="T4" fmla="*/ 7 w 39"/>
                <a:gd name="T5" fmla="*/ 7 h 53"/>
                <a:gd name="T6" fmla="*/ 15 w 39"/>
                <a:gd name="T7" fmla="*/ 2 h 53"/>
                <a:gd name="T8" fmla="*/ 25 w 39"/>
                <a:gd name="T9" fmla="*/ 0 h 53"/>
                <a:gd name="T10" fmla="*/ 39 w 39"/>
                <a:gd name="T11" fmla="*/ 3 h 53"/>
                <a:gd name="T12" fmla="*/ 36 w 39"/>
                <a:gd name="T13" fmla="*/ 12 h 53"/>
                <a:gd name="T14" fmla="*/ 31 w 39"/>
                <a:gd name="T15" fmla="*/ 11 h 53"/>
                <a:gd name="T16" fmla="*/ 26 w 39"/>
                <a:gd name="T17" fmla="*/ 10 h 53"/>
                <a:gd name="T18" fmla="*/ 16 w 39"/>
                <a:gd name="T19" fmla="*/ 14 h 53"/>
                <a:gd name="T20" fmla="*/ 12 w 39"/>
                <a:gd name="T21" fmla="*/ 26 h 53"/>
                <a:gd name="T22" fmla="*/ 15 w 39"/>
                <a:gd name="T23" fmla="*/ 38 h 53"/>
                <a:gd name="T24" fmla="*/ 27 w 39"/>
                <a:gd name="T25" fmla="*/ 43 h 53"/>
                <a:gd name="T26" fmla="*/ 33 w 39"/>
                <a:gd name="T27" fmla="*/ 42 h 53"/>
                <a:gd name="T28" fmla="*/ 38 w 39"/>
                <a:gd name="T29" fmla="*/ 41 h 53"/>
                <a:gd name="T30" fmla="*/ 39 w 39"/>
                <a:gd name="T31" fmla="*/ 50 h 53"/>
                <a:gd name="T32" fmla="*/ 33 w 39"/>
                <a:gd name="T33" fmla="*/ 52 h 53"/>
                <a:gd name="T34" fmla="*/ 25 w 39"/>
                <a:gd name="T35" fmla="*/ 53 h 53"/>
                <a:gd name="T36" fmla="*/ 14 w 39"/>
                <a:gd name="T37" fmla="*/ 51 h 53"/>
                <a:gd name="T38" fmla="*/ 6 w 39"/>
                <a:gd name="T39" fmla="*/ 45 h 53"/>
                <a:gd name="T40" fmla="*/ 2 w 39"/>
                <a:gd name="T41" fmla="*/ 37 h 53"/>
                <a:gd name="T42" fmla="*/ 0 w 39"/>
                <a:gd name="T43"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9" h="53">
                  <a:moveTo>
                    <a:pt x="0" y="26"/>
                  </a:moveTo>
                  <a:cubicBezTo>
                    <a:pt x="0" y="23"/>
                    <a:pt x="1" y="19"/>
                    <a:pt x="2" y="16"/>
                  </a:cubicBezTo>
                  <a:cubicBezTo>
                    <a:pt x="3" y="13"/>
                    <a:pt x="5" y="10"/>
                    <a:pt x="7" y="7"/>
                  </a:cubicBezTo>
                  <a:cubicBezTo>
                    <a:pt x="9" y="5"/>
                    <a:pt x="12" y="3"/>
                    <a:pt x="15" y="2"/>
                  </a:cubicBezTo>
                  <a:cubicBezTo>
                    <a:pt x="18" y="1"/>
                    <a:pt x="21" y="0"/>
                    <a:pt x="25" y="0"/>
                  </a:cubicBezTo>
                  <a:cubicBezTo>
                    <a:pt x="30" y="0"/>
                    <a:pt x="34" y="1"/>
                    <a:pt x="39" y="3"/>
                  </a:cubicBezTo>
                  <a:cubicBezTo>
                    <a:pt x="36" y="12"/>
                    <a:pt x="36" y="12"/>
                    <a:pt x="36" y="12"/>
                  </a:cubicBezTo>
                  <a:cubicBezTo>
                    <a:pt x="35" y="11"/>
                    <a:pt x="33" y="11"/>
                    <a:pt x="31" y="11"/>
                  </a:cubicBezTo>
                  <a:cubicBezTo>
                    <a:pt x="30" y="10"/>
                    <a:pt x="28" y="10"/>
                    <a:pt x="26" y="10"/>
                  </a:cubicBezTo>
                  <a:cubicBezTo>
                    <a:pt x="21" y="10"/>
                    <a:pt x="18" y="11"/>
                    <a:pt x="16" y="14"/>
                  </a:cubicBezTo>
                  <a:cubicBezTo>
                    <a:pt x="13" y="17"/>
                    <a:pt x="12" y="21"/>
                    <a:pt x="12" y="26"/>
                  </a:cubicBezTo>
                  <a:cubicBezTo>
                    <a:pt x="12" y="31"/>
                    <a:pt x="13" y="35"/>
                    <a:pt x="15" y="38"/>
                  </a:cubicBezTo>
                  <a:cubicBezTo>
                    <a:pt x="18" y="41"/>
                    <a:pt x="21" y="43"/>
                    <a:pt x="27" y="43"/>
                  </a:cubicBezTo>
                  <a:cubicBezTo>
                    <a:pt x="29" y="43"/>
                    <a:pt x="31" y="42"/>
                    <a:pt x="33" y="42"/>
                  </a:cubicBezTo>
                  <a:cubicBezTo>
                    <a:pt x="35" y="42"/>
                    <a:pt x="36" y="41"/>
                    <a:pt x="38" y="41"/>
                  </a:cubicBezTo>
                  <a:cubicBezTo>
                    <a:pt x="39" y="50"/>
                    <a:pt x="39" y="50"/>
                    <a:pt x="39" y="50"/>
                  </a:cubicBezTo>
                  <a:cubicBezTo>
                    <a:pt x="38" y="51"/>
                    <a:pt x="36" y="51"/>
                    <a:pt x="33" y="52"/>
                  </a:cubicBezTo>
                  <a:cubicBezTo>
                    <a:pt x="31" y="52"/>
                    <a:pt x="28" y="53"/>
                    <a:pt x="25" y="53"/>
                  </a:cubicBezTo>
                  <a:cubicBezTo>
                    <a:pt x="21" y="53"/>
                    <a:pt x="17" y="52"/>
                    <a:pt x="14" y="51"/>
                  </a:cubicBezTo>
                  <a:cubicBezTo>
                    <a:pt x="11" y="49"/>
                    <a:pt x="8" y="48"/>
                    <a:pt x="6" y="45"/>
                  </a:cubicBezTo>
                  <a:cubicBezTo>
                    <a:pt x="4" y="43"/>
                    <a:pt x="3" y="40"/>
                    <a:pt x="2" y="37"/>
                  </a:cubicBezTo>
                  <a:cubicBezTo>
                    <a:pt x="1" y="34"/>
                    <a:pt x="0" y="30"/>
                    <a:pt x="0" y="2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8" name="Freeform 26">
              <a:extLst>
                <a:ext uri="{FF2B5EF4-FFF2-40B4-BE49-F238E27FC236}">
                  <a16:creationId xmlns:a16="http://schemas.microsoft.com/office/drawing/2014/main" id="{34B851D5-2E68-4505-9B8C-3D6521CB7186}"/>
                </a:ext>
              </a:extLst>
            </p:cNvPr>
            <p:cNvSpPr>
              <a:spLocks noEditPoints="1"/>
            </p:cNvSpPr>
            <p:nvPr userDrawn="1"/>
          </p:nvSpPr>
          <p:spPr bwMode="auto">
            <a:xfrm>
              <a:off x="6552975" y="5030484"/>
              <a:ext cx="292100" cy="334963"/>
            </a:xfrm>
            <a:custGeom>
              <a:avLst/>
              <a:gdLst>
                <a:gd name="T0" fmla="*/ 48 w 48"/>
                <a:gd name="T1" fmla="*/ 26 h 53"/>
                <a:gd name="T2" fmla="*/ 46 w 48"/>
                <a:gd name="T3" fmla="*/ 37 h 53"/>
                <a:gd name="T4" fmla="*/ 41 w 48"/>
                <a:gd name="T5" fmla="*/ 45 h 53"/>
                <a:gd name="T6" fmla="*/ 33 w 48"/>
                <a:gd name="T7" fmla="*/ 51 h 53"/>
                <a:gd name="T8" fmla="*/ 24 w 48"/>
                <a:gd name="T9" fmla="*/ 53 h 53"/>
                <a:gd name="T10" fmla="*/ 14 w 48"/>
                <a:gd name="T11" fmla="*/ 51 h 53"/>
                <a:gd name="T12" fmla="*/ 6 w 48"/>
                <a:gd name="T13" fmla="*/ 45 h 53"/>
                <a:gd name="T14" fmla="*/ 1 w 48"/>
                <a:gd name="T15" fmla="*/ 37 h 53"/>
                <a:gd name="T16" fmla="*/ 0 w 48"/>
                <a:gd name="T17" fmla="*/ 26 h 53"/>
                <a:gd name="T18" fmla="*/ 1 w 48"/>
                <a:gd name="T19" fmla="*/ 15 h 53"/>
                <a:gd name="T20" fmla="*/ 6 w 48"/>
                <a:gd name="T21" fmla="*/ 7 h 53"/>
                <a:gd name="T22" fmla="*/ 14 w 48"/>
                <a:gd name="T23" fmla="*/ 2 h 53"/>
                <a:gd name="T24" fmla="*/ 24 w 48"/>
                <a:gd name="T25" fmla="*/ 0 h 53"/>
                <a:gd name="T26" fmla="*/ 33 w 48"/>
                <a:gd name="T27" fmla="*/ 2 h 53"/>
                <a:gd name="T28" fmla="*/ 41 w 48"/>
                <a:gd name="T29" fmla="*/ 7 h 53"/>
                <a:gd name="T30" fmla="*/ 46 w 48"/>
                <a:gd name="T31" fmla="*/ 15 h 53"/>
                <a:gd name="T32" fmla="*/ 48 w 48"/>
                <a:gd name="T33" fmla="*/ 26 h 53"/>
                <a:gd name="T34" fmla="*/ 36 w 48"/>
                <a:gd name="T35" fmla="*/ 26 h 53"/>
                <a:gd name="T36" fmla="*/ 33 w 48"/>
                <a:gd name="T37" fmla="*/ 14 h 53"/>
                <a:gd name="T38" fmla="*/ 24 w 48"/>
                <a:gd name="T39" fmla="*/ 10 h 53"/>
                <a:gd name="T40" fmla="*/ 15 w 48"/>
                <a:gd name="T41" fmla="*/ 14 h 53"/>
                <a:gd name="T42" fmla="*/ 11 w 48"/>
                <a:gd name="T43" fmla="*/ 26 h 53"/>
                <a:gd name="T44" fmla="*/ 15 w 48"/>
                <a:gd name="T45" fmla="*/ 38 h 53"/>
                <a:gd name="T46" fmla="*/ 24 w 48"/>
                <a:gd name="T47" fmla="*/ 43 h 53"/>
                <a:gd name="T48" fmla="*/ 33 w 48"/>
                <a:gd name="T49" fmla="*/ 38 h 53"/>
                <a:gd name="T50" fmla="*/ 36 w 48"/>
                <a:gd name="T51"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8" h="53">
                  <a:moveTo>
                    <a:pt x="48" y="26"/>
                  </a:moveTo>
                  <a:cubicBezTo>
                    <a:pt x="48" y="30"/>
                    <a:pt x="47" y="34"/>
                    <a:pt x="46" y="37"/>
                  </a:cubicBezTo>
                  <a:cubicBezTo>
                    <a:pt x="45" y="40"/>
                    <a:pt x="43" y="43"/>
                    <a:pt x="41" y="45"/>
                  </a:cubicBezTo>
                  <a:cubicBezTo>
                    <a:pt x="39" y="48"/>
                    <a:pt x="36" y="50"/>
                    <a:pt x="33" y="51"/>
                  </a:cubicBezTo>
                  <a:cubicBezTo>
                    <a:pt x="30" y="52"/>
                    <a:pt x="27" y="53"/>
                    <a:pt x="24" y="53"/>
                  </a:cubicBezTo>
                  <a:cubicBezTo>
                    <a:pt x="20" y="53"/>
                    <a:pt x="17" y="52"/>
                    <a:pt x="14" y="51"/>
                  </a:cubicBezTo>
                  <a:cubicBezTo>
                    <a:pt x="11" y="50"/>
                    <a:pt x="8" y="48"/>
                    <a:pt x="6" y="45"/>
                  </a:cubicBezTo>
                  <a:cubicBezTo>
                    <a:pt x="4" y="43"/>
                    <a:pt x="2" y="40"/>
                    <a:pt x="1" y="37"/>
                  </a:cubicBezTo>
                  <a:cubicBezTo>
                    <a:pt x="0" y="34"/>
                    <a:pt x="0" y="30"/>
                    <a:pt x="0" y="26"/>
                  </a:cubicBezTo>
                  <a:cubicBezTo>
                    <a:pt x="0" y="22"/>
                    <a:pt x="0" y="19"/>
                    <a:pt x="1" y="15"/>
                  </a:cubicBezTo>
                  <a:cubicBezTo>
                    <a:pt x="2" y="12"/>
                    <a:pt x="4" y="9"/>
                    <a:pt x="6" y="7"/>
                  </a:cubicBezTo>
                  <a:cubicBezTo>
                    <a:pt x="8" y="5"/>
                    <a:pt x="11" y="3"/>
                    <a:pt x="14" y="2"/>
                  </a:cubicBezTo>
                  <a:cubicBezTo>
                    <a:pt x="17" y="1"/>
                    <a:pt x="20" y="0"/>
                    <a:pt x="24" y="0"/>
                  </a:cubicBezTo>
                  <a:cubicBezTo>
                    <a:pt x="27" y="0"/>
                    <a:pt x="30" y="1"/>
                    <a:pt x="33" y="2"/>
                  </a:cubicBezTo>
                  <a:cubicBezTo>
                    <a:pt x="36" y="3"/>
                    <a:pt x="39" y="5"/>
                    <a:pt x="41" y="7"/>
                  </a:cubicBezTo>
                  <a:cubicBezTo>
                    <a:pt x="43" y="9"/>
                    <a:pt x="45" y="12"/>
                    <a:pt x="46" y="15"/>
                  </a:cubicBezTo>
                  <a:cubicBezTo>
                    <a:pt x="47" y="19"/>
                    <a:pt x="48" y="22"/>
                    <a:pt x="48" y="26"/>
                  </a:cubicBezTo>
                  <a:close/>
                  <a:moveTo>
                    <a:pt x="36" y="26"/>
                  </a:moveTo>
                  <a:cubicBezTo>
                    <a:pt x="36" y="21"/>
                    <a:pt x="35" y="17"/>
                    <a:pt x="33" y="14"/>
                  </a:cubicBezTo>
                  <a:cubicBezTo>
                    <a:pt x="30" y="11"/>
                    <a:pt x="27" y="10"/>
                    <a:pt x="24" y="10"/>
                  </a:cubicBezTo>
                  <a:cubicBezTo>
                    <a:pt x="20" y="10"/>
                    <a:pt x="17" y="11"/>
                    <a:pt x="15" y="14"/>
                  </a:cubicBezTo>
                  <a:cubicBezTo>
                    <a:pt x="13" y="17"/>
                    <a:pt x="11" y="21"/>
                    <a:pt x="11" y="26"/>
                  </a:cubicBezTo>
                  <a:cubicBezTo>
                    <a:pt x="11" y="31"/>
                    <a:pt x="13" y="35"/>
                    <a:pt x="15" y="38"/>
                  </a:cubicBezTo>
                  <a:cubicBezTo>
                    <a:pt x="17" y="41"/>
                    <a:pt x="20" y="43"/>
                    <a:pt x="24" y="43"/>
                  </a:cubicBezTo>
                  <a:cubicBezTo>
                    <a:pt x="27" y="43"/>
                    <a:pt x="30" y="41"/>
                    <a:pt x="33" y="38"/>
                  </a:cubicBezTo>
                  <a:cubicBezTo>
                    <a:pt x="35" y="35"/>
                    <a:pt x="36" y="31"/>
                    <a:pt x="36" y="2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9" name="Freeform 27">
              <a:extLst>
                <a:ext uri="{FF2B5EF4-FFF2-40B4-BE49-F238E27FC236}">
                  <a16:creationId xmlns:a16="http://schemas.microsoft.com/office/drawing/2014/main" id="{A5043529-B5D2-4082-80C6-2BBCBF3B2172}"/>
                </a:ext>
              </a:extLst>
            </p:cNvPr>
            <p:cNvSpPr>
              <a:spLocks/>
            </p:cNvSpPr>
            <p:nvPr userDrawn="1"/>
          </p:nvSpPr>
          <p:spPr bwMode="auto">
            <a:xfrm>
              <a:off x="6900638" y="5036834"/>
              <a:ext cx="257175" cy="328613"/>
            </a:xfrm>
            <a:custGeom>
              <a:avLst/>
              <a:gdLst>
                <a:gd name="T0" fmla="*/ 42 w 42"/>
                <a:gd name="T1" fmla="*/ 49 h 52"/>
                <a:gd name="T2" fmla="*/ 33 w 42"/>
                <a:gd name="T3" fmla="*/ 51 h 52"/>
                <a:gd name="T4" fmla="*/ 21 w 42"/>
                <a:gd name="T5" fmla="*/ 52 h 52"/>
                <a:gd name="T6" fmla="*/ 11 w 42"/>
                <a:gd name="T7" fmla="*/ 50 h 52"/>
                <a:gd name="T8" fmla="*/ 5 w 42"/>
                <a:gd name="T9" fmla="*/ 45 h 52"/>
                <a:gd name="T10" fmla="*/ 1 w 42"/>
                <a:gd name="T11" fmla="*/ 38 h 52"/>
                <a:gd name="T12" fmla="*/ 0 w 42"/>
                <a:gd name="T13" fmla="*/ 28 h 52"/>
                <a:gd name="T14" fmla="*/ 0 w 42"/>
                <a:gd name="T15" fmla="*/ 0 h 52"/>
                <a:gd name="T16" fmla="*/ 12 w 42"/>
                <a:gd name="T17" fmla="*/ 0 h 52"/>
                <a:gd name="T18" fmla="*/ 12 w 42"/>
                <a:gd name="T19" fmla="*/ 26 h 52"/>
                <a:gd name="T20" fmla="*/ 14 w 42"/>
                <a:gd name="T21" fmla="*/ 38 h 52"/>
                <a:gd name="T22" fmla="*/ 22 w 42"/>
                <a:gd name="T23" fmla="*/ 41 h 52"/>
                <a:gd name="T24" fmla="*/ 27 w 42"/>
                <a:gd name="T25" fmla="*/ 41 h 52"/>
                <a:gd name="T26" fmla="*/ 30 w 42"/>
                <a:gd name="T27" fmla="*/ 41 h 52"/>
                <a:gd name="T28" fmla="*/ 30 w 42"/>
                <a:gd name="T29" fmla="*/ 0 h 52"/>
                <a:gd name="T30" fmla="*/ 42 w 42"/>
                <a:gd name="T31" fmla="*/ 0 h 52"/>
                <a:gd name="T32" fmla="*/ 42 w 42"/>
                <a:gd name="T33" fmla="*/ 4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52">
                  <a:moveTo>
                    <a:pt x="42" y="49"/>
                  </a:moveTo>
                  <a:cubicBezTo>
                    <a:pt x="40" y="49"/>
                    <a:pt x="37" y="50"/>
                    <a:pt x="33" y="51"/>
                  </a:cubicBezTo>
                  <a:cubicBezTo>
                    <a:pt x="30" y="51"/>
                    <a:pt x="26" y="52"/>
                    <a:pt x="21" y="52"/>
                  </a:cubicBezTo>
                  <a:cubicBezTo>
                    <a:pt x="17" y="52"/>
                    <a:pt x="14" y="51"/>
                    <a:pt x="11" y="50"/>
                  </a:cubicBezTo>
                  <a:cubicBezTo>
                    <a:pt x="9" y="49"/>
                    <a:pt x="6" y="47"/>
                    <a:pt x="5" y="45"/>
                  </a:cubicBezTo>
                  <a:cubicBezTo>
                    <a:pt x="3" y="43"/>
                    <a:pt x="2" y="40"/>
                    <a:pt x="1" y="38"/>
                  </a:cubicBezTo>
                  <a:cubicBezTo>
                    <a:pt x="1" y="35"/>
                    <a:pt x="0" y="32"/>
                    <a:pt x="0" y="28"/>
                  </a:cubicBezTo>
                  <a:cubicBezTo>
                    <a:pt x="0" y="0"/>
                    <a:pt x="0" y="0"/>
                    <a:pt x="0" y="0"/>
                  </a:cubicBezTo>
                  <a:cubicBezTo>
                    <a:pt x="12" y="0"/>
                    <a:pt x="12" y="0"/>
                    <a:pt x="12" y="0"/>
                  </a:cubicBezTo>
                  <a:cubicBezTo>
                    <a:pt x="12" y="26"/>
                    <a:pt x="12" y="26"/>
                    <a:pt x="12" y="26"/>
                  </a:cubicBezTo>
                  <a:cubicBezTo>
                    <a:pt x="12" y="32"/>
                    <a:pt x="13" y="36"/>
                    <a:pt x="14" y="38"/>
                  </a:cubicBezTo>
                  <a:cubicBezTo>
                    <a:pt x="16" y="40"/>
                    <a:pt x="19" y="41"/>
                    <a:pt x="22" y="41"/>
                  </a:cubicBezTo>
                  <a:cubicBezTo>
                    <a:pt x="24" y="41"/>
                    <a:pt x="25" y="41"/>
                    <a:pt x="27" y="41"/>
                  </a:cubicBezTo>
                  <a:cubicBezTo>
                    <a:pt x="28" y="41"/>
                    <a:pt x="30" y="41"/>
                    <a:pt x="30" y="41"/>
                  </a:cubicBezTo>
                  <a:cubicBezTo>
                    <a:pt x="30" y="0"/>
                    <a:pt x="30" y="0"/>
                    <a:pt x="30" y="0"/>
                  </a:cubicBezTo>
                  <a:cubicBezTo>
                    <a:pt x="42" y="0"/>
                    <a:pt x="42" y="0"/>
                    <a:pt x="42" y="0"/>
                  </a:cubicBezTo>
                  <a:lnTo>
                    <a:pt x="42" y="4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50" name="Freeform 28">
              <a:extLst>
                <a:ext uri="{FF2B5EF4-FFF2-40B4-BE49-F238E27FC236}">
                  <a16:creationId xmlns:a16="http://schemas.microsoft.com/office/drawing/2014/main" id="{5EE8F553-B800-40BB-AAD8-6B44CEB10929}"/>
                </a:ext>
              </a:extLst>
            </p:cNvPr>
            <p:cNvSpPr>
              <a:spLocks/>
            </p:cNvSpPr>
            <p:nvPr userDrawn="1"/>
          </p:nvSpPr>
          <p:spPr bwMode="auto">
            <a:xfrm>
              <a:off x="7237188" y="5030484"/>
              <a:ext cx="257175" cy="322263"/>
            </a:xfrm>
            <a:custGeom>
              <a:avLst/>
              <a:gdLst>
                <a:gd name="T0" fmla="*/ 0 w 42"/>
                <a:gd name="T1" fmla="*/ 3 h 51"/>
                <a:gd name="T2" fmla="*/ 9 w 42"/>
                <a:gd name="T3" fmla="*/ 1 h 51"/>
                <a:gd name="T4" fmla="*/ 20 w 42"/>
                <a:gd name="T5" fmla="*/ 0 h 51"/>
                <a:gd name="T6" fmla="*/ 31 w 42"/>
                <a:gd name="T7" fmla="*/ 2 h 51"/>
                <a:gd name="T8" fmla="*/ 37 w 42"/>
                <a:gd name="T9" fmla="*/ 6 h 51"/>
                <a:gd name="T10" fmla="*/ 41 w 42"/>
                <a:gd name="T11" fmla="*/ 14 h 51"/>
                <a:gd name="T12" fmla="*/ 42 w 42"/>
                <a:gd name="T13" fmla="*/ 23 h 51"/>
                <a:gd name="T14" fmla="*/ 42 w 42"/>
                <a:gd name="T15" fmla="*/ 51 h 51"/>
                <a:gd name="T16" fmla="*/ 30 w 42"/>
                <a:gd name="T17" fmla="*/ 51 h 51"/>
                <a:gd name="T18" fmla="*/ 30 w 42"/>
                <a:gd name="T19" fmla="*/ 25 h 51"/>
                <a:gd name="T20" fmla="*/ 30 w 42"/>
                <a:gd name="T21" fmla="*/ 18 h 51"/>
                <a:gd name="T22" fmla="*/ 28 w 42"/>
                <a:gd name="T23" fmla="*/ 13 h 51"/>
                <a:gd name="T24" fmla="*/ 25 w 42"/>
                <a:gd name="T25" fmla="*/ 11 h 51"/>
                <a:gd name="T26" fmla="*/ 20 w 42"/>
                <a:gd name="T27" fmla="*/ 10 h 51"/>
                <a:gd name="T28" fmla="*/ 15 w 42"/>
                <a:gd name="T29" fmla="*/ 10 h 51"/>
                <a:gd name="T30" fmla="*/ 11 w 42"/>
                <a:gd name="T31" fmla="*/ 11 h 51"/>
                <a:gd name="T32" fmla="*/ 11 w 42"/>
                <a:gd name="T33" fmla="*/ 51 h 51"/>
                <a:gd name="T34" fmla="*/ 0 w 42"/>
                <a:gd name="T35" fmla="*/ 51 h 51"/>
                <a:gd name="T36" fmla="*/ 0 w 42"/>
                <a:gd name="T37"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51">
                  <a:moveTo>
                    <a:pt x="0" y="3"/>
                  </a:moveTo>
                  <a:cubicBezTo>
                    <a:pt x="2" y="2"/>
                    <a:pt x="5" y="2"/>
                    <a:pt x="9" y="1"/>
                  </a:cubicBezTo>
                  <a:cubicBezTo>
                    <a:pt x="12" y="0"/>
                    <a:pt x="16" y="0"/>
                    <a:pt x="20" y="0"/>
                  </a:cubicBezTo>
                  <a:cubicBezTo>
                    <a:pt x="25" y="0"/>
                    <a:pt x="28" y="1"/>
                    <a:pt x="31" y="2"/>
                  </a:cubicBezTo>
                  <a:cubicBezTo>
                    <a:pt x="34" y="3"/>
                    <a:pt x="36" y="4"/>
                    <a:pt x="37" y="6"/>
                  </a:cubicBezTo>
                  <a:cubicBezTo>
                    <a:pt x="39" y="9"/>
                    <a:pt x="40" y="11"/>
                    <a:pt x="41" y="14"/>
                  </a:cubicBezTo>
                  <a:cubicBezTo>
                    <a:pt x="41" y="17"/>
                    <a:pt x="42" y="20"/>
                    <a:pt x="42" y="23"/>
                  </a:cubicBezTo>
                  <a:cubicBezTo>
                    <a:pt x="42" y="51"/>
                    <a:pt x="42" y="51"/>
                    <a:pt x="42" y="51"/>
                  </a:cubicBezTo>
                  <a:cubicBezTo>
                    <a:pt x="30" y="51"/>
                    <a:pt x="30" y="51"/>
                    <a:pt x="30" y="51"/>
                  </a:cubicBezTo>
                  <a:cubicBezTo>
                    <a:pt x="30" y="25"/>
                    <a:pt x="30" y="25"/>
                    <a:pt x="30" y="25"/>
                  </a:cubicBezTo>
                  <a:cubicBezTo>
                    <a:pt x="30" y="22"/>
                    <a:pt x="30" y="20"/>
                    <a:pt x="30" y="18"/>
                  </a:cubicBezTo>
                  <a:cubicBezTo>
                    <a:pt x="29" y="16"/>
                    <a:pt x="29" y="15"/>
                    <a:pt x="28" y="13"/>
                  </a:cubicBezTo>
                  <a:cubicBezTo>
                    <a:pt x="27" y="12"/>
                    <a:pt x="26" y="11"/>
                    <a:pt x="25" y="11"/>
                  </a:cubicBezTo>
                  <a:cubicBezTo>
                    <a:pt x="23" y="10"/>
                    <a:pt x="22" y="10"/>
                    <a:pt x="20" y="10"/>
                  </a:cubicBezTo>
                  <a:cubicBezTo>
                    <a:pt x="18" y="10"/>
                    <a:pt x="17" y="10"/>
                    <a:pt x="15" y="10"/>
                  </a:cubicBezTo>
                  <a:cubicBezTo>
                    <a:pt x="13" y="11"/>
                    <a:pt x="12" y="11"/>
                    <a:pt x="11" y="11"/>
                  </a:cubicBezTo>
                  <a:cubicBezTo>
                    <a:pt x="11" y="51"/>
                    <a:pt x="11" y="51"/>
                    <a:pt x="11" y="51"/>
                  </a:cubicBezTo>
                  <a:cubicBezTo>
                    <a:pt x="0" y="51"/>
                    <a:pt x="0" y="51"/>
                    <a:pt x="0" y="51"/>
                  </a:cubicBezTo>
                  <a:lnTo>
                    <a:pt x="0" y="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51" name="Freeform 29">
              <a:extLst>
                <a:ext uri="{FF2B5EF4-FFF2-40B4-BE49-F238E27FC236}">
                  <a16:creationId xmlns:a16="http://schemas.microsoft.com/office/drawing/2014/main" id="{A504CBB8-2109-4DD4-BA71-EF173341A56A}"/>
                </a:ext>
              </a:extLst>
            </p:cNvPr>
            <p:cNvSpPr>
              <a:spLocks/>
            </p:cNvSpPr>
            <p:nvPr userDrawn="1"/>
          </p:nvSpPr>
          <p:spPr bwMode="auto">
            <a:xfrm>
              <a:off x="7567388"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3 w 31"/>
                <a:gd name="T31" fmla="*/ 61 h 67"/>
                <a:gd name="T32" fmla="*/ 0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4"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4" y="67"/>
                    <a:pt x="11" y="66"/>
                    <a:pt x="9" y="65"/>
                  </a:cubicBezTo>
                  <a:cubicBezTo>
                    <a:pt x="7" y="64"/>
                    <a:pt x="5" y="63"/>
                    <a:pt x="3" y="61"/>
                  </a:cubicBezTo>
                  <a:cubicBezTo>
                    <a:pt x="2" y="59"/>
                    <a:pt x="1" y="57"/>
                    <a:pt x="0" y="54"/>
                  </a:cubicBezTo>
                  <a:cubicBezTo>
                    <a:pt x="0" y="52"/>
                    <a:pt x="0" y="49"/>
                    <a:pt x="0" y="45"/>
                  </a:cubicBezTo>
                  <a:lnTo>
                    <a:pt x="0" y="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52" name="Freeform 30">
              <a:extLst>
                <a:ext uri="{FF2B5EF4-FFF2-40B4-BE49-F238E27FC236}">
                  <a16:creationId xmlns:a16="http://schemas.microsoft.com/office/drawing/2014/main" id="{8D20F235-BF4A-4E34-986F-0A130CB48908}"/>
                </a:ext>
              </a:extLst>
            </p:cNvPr>
            <p:cNvSpPr>
              <a:spLocks/>
            </p:cNvSpPr>
            <p:nvPr userDrawn="1"/>
          </p:nvSpPr>
          <p:spPr bwMode="auto">
            <a:xfrm>
              <a:off x="7792813" y="5263846"/>
              <a:ext cx="92075" cy="101600"/>
            </a:xfrm>
            <a:custGeom>
              <a:avLst/>
              <a:gdLst>
                <a:gd name="T0" fmla="*/ 15 w 15"/>
                <a:gd name="T1" fmla="*/ 8 h 16"/>
                <a:gd name="T2" fmla="*/ 13 w 15"/>
                <a:gd name="T3" fmla="*/ 14 h 16"/>
                <a:gd name="T4" fmla="*/ 8 w 15"/>
                <a:gd name="T5" fmla="*/ 16 h 16"/>
                <a:gd name="T6" fmla="*/ 2 w 15"/>
                <a:gd name="T7" fmla="*/ 14 h 16"/>
                <a:gd name="T8" fmla="*/ 0 w 15"/>
                <a:gd name="T9" fmla="*/ 8 h 16"/>
                <a:gd name="T10" fmla="*/ 2 w 15"/>
                <a:gd name="T11" fmla="*/ 3 h 16"/>
                <a:gd name="T12" fmla="*/ 8 w 15"/>
                <a:gd name="T13" fmla="*/ 0 h 16"/>
                <a:gd name="T14" fmla="*/ 13 w 15"/>
                <a:gd name="T15" fmla="*/ 3 h 16"/>
                <a:gd name="T16" fmla="*/ 15 w 15"/>
                <a:gd name="T17"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6">
                  <a:moveTo>
                    <a:pt x="15" y="8"/>
                  </a:moveTo>
                  <a:cubicBezTo>
                    <a:pt x="15" y="10"/>
                    <a:pt x="14" y="12"/>
                    <a:pt x="13" y="14"/>
                  </a:cubicBezTo>
                  <a:cubicBezTo>
                    <a:pt x="11" y="15"/>
                    <a:pt x="10" y="16"/>
                    <a:pt x="8" y="16"/>
                  </a:cubicBezTo>
                  <a:cubicBezTo>
                    <a:pt x="5" y="16"/>
                    <a:pt x="4" y="15"/>
                    <a:pt x="2" y="14"/>
                  </a:cubicBezTo>
                  <a:cubicBezTo>
                    <a:pt x="1" y="12"/>
                    <a:pt x="0" y="10"/>
                    <a:pt x="0" y="8"/>
                  </a:cubicBezTo>
                  <a:cubicBezTo>
                    <a:pt x="0" y="6"/>
                    <a:pt x="1" y="4"/>
                    <a:pt x="2" y="3"/>
                  </a:cubicBezTo>
                  <a:cubicBezTo>
                    <a:pt x="4" y="1"/>
                    <a:pt x="5" y="0"/>
                    <a:pt x="8" y="0"/>
                  </a:cubicBezTo>
                  <a:cubicBezTo>
                    <a:pt x="10" y="0"/>
                    <a:pt x="11" y="1"/>
                    <a:pt x="13" y="3"/>
                  </a:cubicBezTo>
                  <a:cubicBezTo>
                    <a:pt x="14" y="4"/>
                    <a:pt x="15" y="6"/>
                    <a:pt x="15" y="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grpSp>
      <p:pic>
        <p:nvPicPr>
          <p:cNvPr id="53" name="Picture 52">
            <a:extLst>
              <a:ext uri="{FF2B5EF4-FFF2-40B4-BE49-F238E27FC236}">
                <a16:creationId xmlns:a16="http://schemas.microsoft.com/office/drawing/2014/main" id="{D5BF4DE0-6F5F-46E6-B698-1D6B6DC223CD}"/>
              </a:ext>
            </a:extLst>
          </p:cNvPr>
          <p:cNvPicPr>
            <a:picLocks noChangeAspect="1"/>
          </p:cNvPicPr>
          <p:nvPr userDrawn="1"/>
        </p:nvPicPr>
        <p:blipFill>
          <a:blip r:embed="rId17" cstate="email">
            <a:extLst>
              <a:ext uri="{28A0092B-C50C-407E-A947-70E740481C1C}">
                <a14:useLocalDpi xmlns:a14="http://schemas.microsoft.com/office/drawing/2010/main"/>
              </a:ext>
            </a:extLst>
          </a:blip>
          <a:stretch>
            <a:fillRect/>
          </a:stretch>
        </p:blipFill>
        <p:spPr>
          <a:xfrm>
            <a:off x="0" y="0"/>
            <a:ext cx="5497530" cy="1656011"/>
          </a:xfrm>
          <a:prstGeom prst="rect">
            <a:avLst/>
          </a:prstGeom>
        </p:spPr>
      </p:pic>
      <p:sp>
        <p:nvSpPr>
          <p:cNvPr id="55" name="Rectangle 54">
            <a:extLst>
              <a:ext uri="{FF2B5EF4-FFF2-40B4-BE49-F238E27FC236}">
                <a16:creationId xmlns:a16="http://schemas.microsoft.com/office/drawing/2014/main" id="{ECB19421-3B10-499C-A823-B62CB9DADE28}"/>
              </a:ext>
            </a:extLst>
          </p:cNvPr>
          <p:cNvSpPr/>
          <p:nvPr userDrawn="1"/>
        </p:nvSpPr>
        <p:spPr>
          <a:xfrm>
            <a:off x="6124673" y="3995756"/>
            <a:ext cx="4899531"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en-GB" sz="900" kern="1200">
                <a:solidFill>
                  <a:schemeClr val="lt1"/>
                </a:solidFill>
                <a:effectLst/>
                <a:latin typeface="+mn-lt"/>
                <a:ea typeface="+mn-ea"/>
                <a:cs typeface="+mn-cs"/>
              </a:rPr>
              <a:t>As the digital innovation, consulting and transformation brand of the Capgemini Group, Capgemini Invent helps </a:t>
            </a:r>
            <a:r>
              <a:rPr lang="en-GB" sz="900" kern="1200" err="1">
                <a:solidFill>
                  <a:schemeClr val="lt1"/>
                </a:solidFill>
                <a:effectLst/>
                <a:latin typeface="+mn-lt"/>
                <a:ea typeface="+mn-ea"/>
                <a:cs typeface="+mn-cs"/>
              </a:rPr>
              <a:t>CxOs</a:t>
            </a:r>
            <a:r>
              <a:rPr lang="en-GB" sz="900" kern="1200">
                <a:solidFill>
                  <a:schemeClr val="lt1"/>
                </a:solidFill>
                <a:effectLst/>
                <a:latin typeface="+mn-lt"/>
                <a:ea typeface="+mn-ea"/>
                <a:cs typeface="+mn-cs"/>
              </a:rPr>
              <a:t> envision and build what’s next for their organizations. Located in more than 30 offices and 10 creative studios around the world, its 6,000+ strong team combines strategy, technology, data science and creative design with deep industry expertise and insights, to develop new digital solutions and business models of the future.</a:t>
            </a:r>
            <a:endParaRPr lang="fr-FR" sz="900" kern="1200">
              <a:solidFill>
                <a:schemeClr val="lt1"/>
              </a:solidFill>
              <a:effectLst/>
              <a:latin typeface="+mn-lt"/>
              <a:ea typeface="+mn-ea"/>
              <a:cs typeface="+mn-cs"/>
            </a:endParaRPr>
          </a:p>
          <a:p>
            <a:r>
              <a:rPr lang="en-GB" sz="900" b="1" i="1" kern="1200">
                <a:solidFill>
                  <a:schemeClr val="lt1"/>
                </a:solidFill>
                <a:effectLst/>
                <a:latin typeface="+mn-lt"/>
                <a:ea typeface="+mn-ea"/>
                <a:cs typeface="+mn-cs"/>
              </a:rPr>
              <a:t> </a:t>
            </a:r>
            <a:endParaRPr lang="fr-FR" sz="900" kern="1200">
              <a:solidFill>
                <a:schemeClr val="lt1"/>
              </a:solidFill>
              <a:effectLst/>
              <a:latin typeface="+mn-lt"/>
              <a:ea typeface="+mn-ea"/>
              <a:cs typeface="+mn-cs"/>
            </a:endParaRPr>
          </a:p>
          <a:p>
            <a:r>
              <a:rPr lang="en-GB" sz="900" kern="1200">
                <a:solidFill>
                  <a:schemeClr val="lt1"/>
                </a:solidFill>
                <a:effectLst/>
                <a:latin typeface="+mn-lt"/>
                <a:ea typeface="+mn-ea"/>
                <a:cs typeface="+mn-cs"/>
              </a:rPr>
              <a:t>Capgemini Invent is an integral part of Capgemini, a global leader in consulting, technology services and digital transformation. The Group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Capgemini is driven by the conviction that the business value of technology comes from and through people. It is a multicultural company of 200,000 team members in over 40 countries. The Group reported 2017 global revenues of EUR 12.8 billion.</a:t>
            </a:r>
            <a:endParaRPr lang="en-US" sz="900" i="1" kern="1200">
              <a:solidFill>
                <a:schemeClr val="lt1"/>
              </a:solidFill>
              <a:effectLst/>
              <a:latin typeface="+mn-lt"/>
              <a:ea typeface="+mn-ea"/>
              <a:cs typeface="+mn-cs"/>
            </a:endParaRPr>
          </a:p>
          <a:p>
            <a:r>
              <a:rPr lang="en-GB" sz="900" kern="1200">
                <a:solidFill>
                  <a:schemeClr val="lt1"/>
                </a:solidFill>
                <a:effectLst/>
                <a:latin typeface="+mn-lt"/>
                <a:ea typeface="+mn-ea"/>
                <a:cs typeface="+mn-cs"/>
              </a:rPr>
              <a:t> </a:t>
            </a:r>
            <a:endParaRPr lang="fr-FR" sz="900" kern="1200">
              <a:solidFill>
                <a:schemeClr val="lt1"/>
              </a:solidFill>
              <a:effectLst/>
              <a:latin typeface="+mn-lt"/>
              <a:ea typeface="+mn-ea"/>
              <a:cs typeface="+mn-cs"/>
            </a:endParaRPr>
          </a:p>
          <a:p>
            <a:r>
              <a:rPr lang="en-US" sz="900" kern="1200">
                <a:solidFill>
                  <a:schemeClr val="lt1"/>
                </a:solidFill>
                <a:effectLst/>
                <a:latin typeface="+mn-lt"/>
                <a:ea typeface="+mn-ea"/>
                <a:cs typeface="+mn-cs"/>
              </a:rPr>
              <a:t>Visit us at </a:t>
            </a:r>
            <a:r>
              <a:rPr lang="en-US" sz="900" u="sng" kern="1200">
                <a:solidFill>
                  <a:schemeClr val="lt1"/>
                </a:solidFill>
                <a:effectLst/>
                <a:latin typeface="+mn-lt"/>
                <a:ea typeface="+mn-ea"/>
                <a:cs typeface="+mn-cs"/>
                <a:hlinkClick r:id="rId18"/>
              </a:rPr>
              <a:t>www.capgemini.com/invent</a:t>
            </a:r>
            <a:endParaRPr lang="en-US" sz="900" kern="1200">
              <a:solidFill>
                <a:schemeClr val="bg1"/>
              </a:solidFill>
              <a:effectLst/>
              <a:latin typeface="+mj-lt"/>
              <a:ea typeface="+mn-ea"/>
              <a:cs typeface="+mn-cs"/>
            </a:endParaRPr>
          </a:p>
        </p:txBody>
      </p:sp>
    </p:spTree>
    <p:extLst>
      <p:ext uri="{BB962C8B-B14F-4D97-AF65-F5344CB8AC3E}">
        <p14:creationId xmlns:p14="http://schemas.microsoft.com/office/powerpoint/2010/main" val="1987385757"/>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_Boiler Plate 1">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D3A531D6-7F54-468E-BE97-182109E059F4}"/>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24105" t="16685" b="16426"/>
          <a:stretch/>
        </p:blipFill>
        <p:spPr>
          <a:xfrm flipH="1">
            <a:off x="665094" y="0"/>
            <a:ext cx="11526903" cy="6858000"/>
          </a:xfrm>
          <a:prstGeom prst="rect">
            <a:avLst/>
          </a:prstGeom>
        </p:spPr>
      </p:pic>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6" name="Picture 2" descr="D:\My Work\Template\Icons\Social Media\LinkedIN.png">
            <a:hlinkClick r:id="rId6"/>
            <a:extLst>
              <a:ext uri="{FF2B5EF4-FFF2-40B4-BE49-F238E27FC236}">
                <a16:creationId xmlns:a16="http://schemas.microsoft.com/office/drawing/2014/main" id="{41317199-4495-43F9-8AB5-EAB37B66ABA0}"/>
              </a:ext>
            </a:extLst>
          </p:cNvPr>
          <p:cNvPicPr>
            <a:picLocks noChangeAspect="1" noChangeArrowheads="1"/>
          </p:cNvPicPr>
          <p:nvPr userDrawn="1"/>
        </p:nvPicPr>
        <p:blipFill>
          <a:blip r:embed="rId7" cstate="email">
            <a:grayscl/>
            <a:extLst>
              <a:ext uri="{BEBA8EAE-BF5A-486C-A8C5-ECC9F3942E4B}">
                <a14:imgProps xmlns:a14="http://schemas.microsoft.com/office/drawing/2010/main">
                  <a14:imgLayer r:embed="rId8">
                    <a14:imgEffect>
                      <a14:brightnessContrast bright="-40000" contrast="-40000"/>
                    </a14:imgEffect>
                  </a14:imgLayer>
                </a14:imgProps>
              </a:ext>
              <a:ext uri="{28A0092B-C50C-407E-A947-70E740481C1C}">
                <a14:useLocalDpi xmlns:a14="http://schemas.microsoft.com/office/drawing/2010/main"/>
              </a:ext>
            </a:extLst>
          </a:blip>
          <a:srcRect/>
          <a:stretch>
            <a:fillRect/>
          </a:stretch>
        </p:blipFill>
        <p:spPr bwMode="auto">
          <a:xfrm>
            <a:off x="810097" y="4976083"/>
            <a:ext cx="333195" cy="333195"/>
          </a:xfrm>
          <a:prstGeom prst="rect">
            <a:avLst/>
          </a:prstGeom>
          <a:noFill/>
        </p:spPr>
      </p:pic>
      <p:pic>
        <p:nvPicPr>
          <p:cNvPr id="87" name="Picture 4" descr="D:\My Work\Template\Icons\Social Media\SlideShare.png">
            <a:hlinkClick r:id="rId9"/>
            <a:extLst>
              <a:ext uri="{FF2B5EF4-FFF2-40B4-BE49-F238E27FC236}">
                <a16:creationId xmlns:a16="http://schemas.microsoft.com/office/drawing/2014/main" id="{2E2ADE1A-C3C0-4660-AC94-57A1140E0AC1}"/>
              </a:ext>
            </a:extLst>
          </p:cNvPr>
          <p:cNvPicPr>
            <a:picLocks noChangeAspect="1" noChangeArrowheads="1"/>
          </p:cNvPicPr>
          <p:nvPr userDrawn="1"/>
        </p:nvPicPr>
        <p:blipFill>
          <a:blip r:embed="rId10" cstate="email">
            <a:grayscl/>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a:ext>
            </a:extLst>
          </a:blip>
          <a:srcRect/>
          <a:stretch>
            <a:fillRect/>
          </a:stretch>
        </p:blipFill>
        <p:spPr bwMode="auto">
          <a:xfrm>
            <a:off x="1193474" y="4976083"/>
            <a:ext cx="333195" cy="333195"/>
          </a:xfrm>
          <a:prstGeom prst="rect">
            <a:avLst/>
          </a:prstGeom>
          <a:noFill/>
        </p:spPr>
      </p:pic>
      <p:pic>
        <p:nvPicPr>
          <p:cNvPr id="88" name="Picture 5" descr="D:\My Work\Template\Icons\Social Media\Twitter.png">
            <a:hlinkClick r:id="rId12"/>
            <a:extLst>
              <a:ext uri="{FF2B5EF4-FFF2-40B4-BE49-F238E27FC236}">
                <a16:creationId xmlns:a16="http://schemas.microsoft.com/office/drawing/2014/main" id="{910AA22A-87DB-4FAA-80DE-DC0795E32AA9}"/>
              </a:ext>
            </a:extLst>
          </p:cNvPr>
          <p:cNvPicPr>
            <a:picLocks noChangeAspect="1" noChangeArrowheads="1"/>
          </p:cNvPicPr>
          <p:nvPr userDrawn="1"/>
        </p:nvPicPr>
        <p:blipFill>
          <a:blip r:embed="rId13" cstate="email">
            <a:grayscl/>
            <a:extLst>
              <a:ext uri="{BEBA8EAE-BF5A-486C-A8C5-ECC9F3942E4B}">
                <a14:imgProps xmlns:a14="http://schemas.microsoft.com/office/drawing/2010/main">
                  <a14:imgLayer r:embed="rId14">
                    <a14:imgEffect>
                      <a14:brightnessContrast bright="-40000" contrast="-40000"/>
                    </a14:imgEffect>
                  </a14:imgLayer>
                </a14:imgProps>
              </a:ext>
              <a:ext uri="{28A0092B-C50C-407E-A947-70E740481C1C}">
                <a14:useLocalDpi xmlns:a14="http://schemas.microsoft.com/office/drawing/2010/main"/>
              </a:ext>
            </a:extLst>
          </a:blip>
          <a:srcRect/>
          <a:stretch>
            <a:fillRect/>
          </a:stretch>
        </p:blipFill>
        <p:spPr bwMode="auto">
          <a:xfrm>
            <a:off x="1576851" y="4976083"/>
            <a:ext cx="333195" cy="333195"/>
          </a:xfrm>
          <a:prstGeom prst="rect">
            <a:avLst/>
          </a:prstGeom>
          <a:noFill/>
        </p:spPr>
      </p:pic>
      <p:pic>
        <p:nvPicPr>
          <p:cNvPr id="89" name="Picture 6" descr="D:\My Work\Template\Icons\Social Media\YouTube.png">
            <a:hlinkClick r:id="rId15"/>
            <a:extLst>
              <a:ext uri="{FF2B5EF4-FFF2-40B4-BE49-F238E27FC236}">
                <a16:creationId xmlns:a16="http://schemas.microsoft.com/office/drawing/2014/main" id="{37640355-7005-48F3-90E6-6D11D28CC445}"/>
              </a:ext>
            </a:extLst>
          </p:cNvPr>
          <p:cNvPicPr>
            <a:picLocks noChangeAspect="1" noChangeArrowheads="1"/>
          </p:cNvPicPr>
          <p:nvPr userDrawn="1"/>
        </p:nvPicPr>
        <p:blipFill>
          <a:blip r:embed="rId16" cstate="email">
            <a:grayscl/>
            <a:extLst>
              <a:ext uri="{BEBA8EAE-BF5A-486C-A8C5-ECC9F3942E4B}">
                <a14:imgProps xmlns:a14="http://schemas.microsoft.com/office/drawing/2010/main">
                  <a14:imgLayer r:embed="rId17">
                    <a14:imgEffect>
                      <a14:brightnessContrast bright="-40000" contrast="-40000"/>
                    </a14:imgEffect>
                  </a14:imgLayer>
                </a14:imgProps>
              </a:ext>
              <a:ext uri="{28A0092B-C50C-407E-A947-70E740481C1C}">
                <a14:useLocalDpi xmlns:a14="http://schemas.microsoft.com/office/drawing/2010/main"/>
              </a:ext>
            </a:extLst>
          </a:blip>
          <a:srcRect/>
          <a:stretch>
            <a:fillRect/>
          </a:stretch>
        </p:blipFill>
        <p:spPr bwMode="auto">
          <a:xfrm>
            <a:off x="1960227" y="4976083"/>
            <a:ext cx="333195" cy="333195"/>
          </a:xfrm>
          <a:prstGeom prst="rect">
            <a:avLst/>
          </a:prstGeom>
          <a:noFill/>
        </p:spPr>
      </p:pic>
      <p:pic>
        <p:nvPicPr>
          <p:cNvPr id="90" name="Picture 7" descr="D:\My Work\Template\Icons\Social Media\Facebook.png">
            <a:hlinkClick r:id="rId18"/>
            <a:extLst>
              <a:ext uri="{FF2B5EF4-FFF2-40B4-BE49-F238E27FC236}">
                <a16:creationId xmlns:a16="http://schemas.microsoft.com/office/drawing/2014/main" id="{149A6EEA-AF1A-41A2-890E-C37238FD6B94}"/>
              </a:ext>
            </a:extLst>
          </p:cNvPr>
          <p:cNvPicPr>
            <a:picLocks noChangeAspect="1" noChangeArrowheads="1"/>
          </p:cNvPicPr>
          <p:nvPr userDrawn="1"/>
        </p:nvPicPr>
        <p:blipFill>
          <a:blip r:embed="rId19" cstate="email">
            <a:grayscl/>
            <a:extLst>
              <a:ext uri="{BEBA8EAE-BF5A-486C-A8C5-ECC9F3942E4B}">
                <a14:imgProps xmlns:a14="http://schemas.microsoft.com/office/drawing/2010/main">
                  <a14:imgLayer r:embed="rId20">
                    <a14:imgEffect>
                      <a14:sharpenSoften amount="50000"/>
                    </a14:imgEffect>
                    <a14:imgEffect>
                      <a14:brightnessContrast bright="-40000" contrast="-40000"/>
                    </a14:imgEffect>
                  </a14:imgLayer>
                </a14:imgProps>
              </a:ext>
              <a:ext uri="{28A0092B-C50C-407E-A947-70E740481C1C}">
                <a14:useLocalDpi xmlns:a14="http://schemas.microsoft.com/office/drawing/2010/main"/>
              </a:ext>
            </a:extLst>
          </a:blip>
          <a:srcRect/>
          <a:stretch>
            <a:fillRect/>
          </a:stretch>
        </p:blipFill>
        <p:spPr bwMode="auto">
          <a:xfrm>
            <a:off x="426720" y="4976083"/>
            <a:ext cx="333195" cy="333195"/>
          </a:xfrm>
          <a:prstGeom prst="rect">
            <a:avLst/>
          </a:prstGeom>
          <a:noFill/>
        </p:spPr>
      </p:pic>
      <p:sp>
        <p:nvSpPr>
          <p:cNvPr id="91" name="Rectangle 90">
            <a:extLst>
              <a:ext uri="{FF2B5EF4-FFF2-40B4-BE49-F238E27FC236}">
                <a16:creationId xmlns:a16="http://schemas.microsoft.com/office/drawing/2014/main" id="{E746141B-9A30-4DAC-8BAF-A9386F043CE4}"/>
              </a:ext>
            </a:extLst>
          </p:cNvPr>
          <p:cNvSpPr/>
          <p:nvPr userDrawn="1"/>
        </p:nvSpPr>
        <p:spPr>
          <a:xfrm>
            <a:off x="426720" y="6022593"/>
            <a:ext cx="3465612" cy="446276"/>
          </a:xfrm>
          <a:prstGeom prst="rect">
            <a:avLst/>
          </a:prstGeom>
        </p:spPr>
        <p:txBody>
          <a:bodyPr wrap="square" lIns="0" tIns="0" rIns="0" bIns="0" anchor="b" anchorCtr="0">
            <a:spAutoFit/>
          </a:bodyPr>
          <a:lstStyle/>
          <a:p>
            <a:pPr>
              <a:spcAft>
                <a:spcPts val="600"/>
              </a:spcAft>
            </a:pPr>
            <a:r>
              <a:rPr lang="en-US" sz="800" noProof="0">
                <a:solidFill>
                  <a:schemeClr val="accent1">
                    <a:lumMod val="50000"/>
                  </a:schemeClr>
                </a:solidFill>
                <a:latin typeface="+mj-lt"/>
                <a:cs typeface="Arial"/>
              </a:rPr>
              <a:t>This presentation contains information that may be privileged or confidential and is the property of the Capgemini Group.</a:t>
            </a:r>
          </a:p>
          <a:p>
            <a:pPr>
              <a:spcAft>
                <a:spcPts val="600"/>
              </a:spcAft>
            </a:pPr>
            <a:r>
              <a:rPr lang="en-US" sz="800" noProof="0">
                <a:solidFill>
                  <a:schemeClr val="accent1">
                    <a:lumMod val="50000"/>
                  </a:schemeClr>
                </a:solidFill>
                <a:latin typeface="+mj-lt"/>
                <a:cs typeface="Arial"/>
              </a:rPr>
              <a:t>Copyright © 2018 Capgemini. All rights reserved.</a:t>
            </a:r>
          </a:p>
        </p:txBody>
      </p:sp>
      <p:grpSp>
        <p:nvGrpSpPr>
          <p:cNvPr id="92" name="Groupe 26">
            <a:extLst>
              <a:ext uri="{FF2B5EF4-FFF2-40B4-BE49-F238E27FC236}">
                <a16:creationId xmlns:a16="http://schemas.microsoft.com/office/drawing/2014/main" id="{4E38E393-22B7-46BA-9B3B-9AC6E6B272CE}"/>
              </a:ext>
            </a:extLst>
          </p:cNvPr>
          <p:cNvGrpSpPr>
            <a:grpSpLocks noChangeAspect="1"/>
          </p:cNvGrpSpPr>
          <p:nvPr userDrawn="1"/>
        </p:nvGrpSpPr>
        <p:grpSpPr>
          <a:xfrm>
            <a:off x="444000" y="5468639"/>
            <a:ext cx="2340000" cy="181186"/>
            <a:chOff x="401412" y="4886021"/>
            <a:chExt cx="7483476" cy="579438"/>
          </a:xfrm>
          <a:solidFill>
            <a:schemeClr val="accent1">
              <a:lumMod val="50000"/>
            </a:schemeClr>
          </a:solidFill>
        </p:grpSpPr>
        <p:sp>
          <p:nvSpPr>
            <p:cNvPr id="93" name="Freeform 5">
              <a:extLst>
                <a:ext uri="{FF2B5EF4-FFF2-40B4-BE49-F238E27FC236}">
                  <a16:creationId xmlns:a16="http://schemas.microsoft.com/office/drawing/2014/main" id="{FB4EB5B8-61BC-421E-B206-2AE198F6DA3D}"/>
                </a:ext>
              </a:extLst>
            </p:cNvPr>
            <p:cNvSpPr>
              <a:spLocks noEditPoints="1"/>
            </p:cNvSpPr>
            <p:nvPr userDrawn="1"/>
          </p:nvSpPr>
          <p:spPr bwMode="auto">
            <a:xfrm>
              <a:off x="401412" y="4930471"/>
              <a:ext cx="293688" cy="422275"/>
            </a:xfrm>
            <a:custGeom>
              <a:avLst/>
              <a:gdLst>
                <a:gd name="T0" fmla="*/ 18 w 48"/>
                <a:gd name="T1" fmla="*/ 0 h 67"/>
                <a:gd name="T2" fmla="*/ 41 w 48"/>
                <a:gd name="T3" fmla="*/ 5 h 67"/>
                <a:gd name="T4" fmla="*/ 48 w 48"/>
                <a:gd name="T5" fmla="*/ 22 h 67"/>
                <a:gd name="T6" fmla="*/ 46 w 48"/>
                <a:gd name="T7" fmla="*/ 32 h 67"/>
                <a:gd name="T8" fmla="*/ 40 w 48"/>
                <a:gd name="T9" fmla="*/ 39 h 67"/>
                <a:gd name="T10" fmla="*/ 31 w 48"/>
                <a:gd name="T11" fmla="*/ 43 h 67"/>
                <a:gd name="T12" fmla="*/ 18 w 48"/>
                <a:gd name="T13" fmla="*/ 44 h 67"/>
                <a:gd name="T14" fmla="*/ 12 w 48"/>
                <a:gd name="T15" fmla="*/ 44 h 67"/>
                <a:gd name="T16" fmla="*/ 12 w 48"/>
                <a:gd name="T17" fmla="*/ 67 h 67"/>
                <a:gd name="T18" fmla="*/ 0 w 48"/>
                <a:gd name="T19" fmla="*/ 67 h 67"/>
                <a:gd name="T20" fmla="*/ 0 w 48"/>
                <a:gd name="T21" fmla="*/ 2 h 67"/>
                <a:gd name="T22" fmla="*/ 9 w 48"/>
                <a:gd name="T23" fmla="*/ 1 h 67"/>
                <a:gd name="T24" fmla="*/ 18 w 48"/>
                <a:gd name="T25" fmla="*/ 0 h 67"/>
                <a:gd name="T26" fmla="*/ 19 w 48"/>
                <a:gd name="T27" fmla="*/ 11 h 67"/>
                <a:gd name="T28" fmla="*/ 12 w 48"/>
                <a:gd name="T29" fmla="*/ 11 h 67"/>
                <a:gd name="T30" fmla="*/ 12 w 48"/>
                <a:gd name="T31" fmla="*/ 34 h 67"/>
                <a:gd name="T32" fmla="*/ 18 w 48"/>
                <a:gd name="T33" fmla="*/ 34 h 67"/>
                <a:gd name="T34" fmla="*/ 31 w 48"/>
                <a:gd name="T35" fmla="*/ 31 h 67"/>
                <a:gd name="T36" fmla="*/ 36 w 48"/>
                <a:gd name="T37" fmla="*/ 22 h 67"/>
                <a:gd name="T38" fmla="*/ 35 w 48"/>
                <a:gd name="T39" fmla="*/ 16 h 67"/>
                <a:gd name="T40" fmla="*/ 31 w 48"/>
                <a:gd name="T41" fmla="*/ 13 h 67"/>
                <a:gd name="T42" fmla="*/ 26 w 48"/>
                <a:gd name="T43" fmla="*/ 11 h 67"/>
                <a:gd name="T44" fmla="*/ 19 w 48"/>
                <a:gd name="T45" fmla="*/ 1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8" h="67">
                  <a:moveTo>
                    <a:pt x="18" y="0"/>
                  </a:moveTo>
                  <a:cubicBezTo>
                    <a:pt x="28" y="0"/>
                    <a:pt x="36" y="2"/>
                    <a:pt x="41" y="5"/>
                  </a:cubicBezTo>
                  <a:cubicBezTo>
                    <a:pt x="46" y="9"/>
                    <a:pt x="48" y="14"/>
                    <a:pt x="48" y="22"/>
                  </a:cubicBezTo>
                  <a:cubicBezTo>
                    <a:pt x="48" y="26"/>
                    <a:pt x="48" y="29"/>
                    <a:pt x="46" y="32"/>
                  </a:cubicBezTo>
                  <a:cubicBezTo>
                    <a:pt x="45" y="35"/>
                    <a:pt x="43" y="37"/>
                    <a:pt x="40" y="39"/>
                  </a:cubicBezTo>
                  <a:cubicBezTo>
                    <a:pt x="38" y="41"/>
                    <a:pt x="35" y="42"/>
                    <a:pt x="31" y="43"/>
                  </a:cubicBezTo>
                  <a:cubicBezTo>
                    <a:pt x="27" y="44"/>
                    <a:pt x="23" y="44"/>
                    <a:pt x="18" y="44"/>
                  </a:cubicBezTo>
                  <a:cubicBezTo>
                    <a:pt x="12" y="44"/>
                    <a:pt x="12" y="44"/>
                    <a:pt x="12" y="44"/>
                  </a:cubicBezTo>
                  <a:cubicBezTo>
                    <a:pt x="12" y="67"/>
                    <a:pt x="12" y="67"/>
                    <a:pt x="12" y="67"/>
                  </a:cubicBezTo>
                  <a:cubicBezTo>
                    <a:pt x="0" y="67"/>
                    <a:pt x="0" y="67"/>
                    <a:pt x="0" y="67"/>
                  </a:cubicBezTo>
                  <a:cubicBezTo>
                    <a:pt x="0" y="2"/>
                    <a:pt x="0" y="2"/>
                    <a:pt x="0" y="2"/>
                  </a:cubicBezTo>
                  <a:cubicBezTo>
                    <a:pt x="2" y="1"/>
                    <a:pt x="6" y="1"/>
                    <a:pt x="9" y="1"/>
                  </a:cubicBezTo>
                  <a:cubicBezTo>
                    <a:pt x="12" y="0"/>
                    <a:pt x="16" y="0"/>
                    <a:pt x="18" y="0"/>
                  </a:cubicBezTo>
                  <a:close/>
                  <a:moveTo>
                    <a:pt x="19" y="11"/>
                  </a:moveTo>
                  <a:cubicBezTo>
                    <a:pt x="16" y="11"/>
                    <a:pt x="14" y="11"/>
                    <a:pt x="12" y="11"/>
                  </a:cubicBezTo>
                  <a:cubicBezTo>
                    <a:pt x="12" y="34"/>
                    <a:pt x="12" y="34"/>
                    <a:pt x="12" y="34"/>
                  </a:cubicBezTo>
                  <a:cubicBezTo>
                    <a:pt x="18" y="34"/>
                    <a:pt x="18" y="34"/>
                    <a:pt x="18" y="34"/>
                  </a:cubicBezTo>
                  <a:cubicBezTo>
                    <a:pt x="23" y="34"/>
                    <a:pt x="28" y="33"/>
                    <a:pt x="31" y="31"/>
                  </a:cubicBezTo>
                  <a:cubicBezTo>
                    <a:pt x="34" y="29"/>
                    <a:pt x="36" y="26"/>
                    <a:pt x="36" y="22"/>
                  </a:cubicBezTo>
                  <a:cubicBezTo>
                    <a:pt x="36" y="20"/>
                    <a:pt x="35" y="18"/>
                    <a:pt x="35" y="16"/>
                  </a:cubicBezTo>
                  <a:cubicBezTo>
                    <a:pt x="34" y="15"/>
                    <a:pt x="33" y="14"/>
                    <a:pt x="31" y="13"/>
                  </a:cubicBezTo>
                  <a:cubicBezTo>
                    <a:pt x="30" y="12"/>
                    <a:pt x="28" y="12"/>
                    <a:pt x="26" y="11"/>
                  </a:cubicBezTo>
                  <a:cubicBezTo>
                    <a:pt x="24" y="11"/>
                    <a:pt x="22" y="11"/>
                    <a:pt x="19" y="1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94" name="Freeform 6">
              <a:extLst>
                <a:ext uri="{FF2B5EF4-FFF2-40B4-BE49-F238E27FC236}">
                  <a16:creationId xmlns:a16="http://schemas.microsoft.com/office/drawing/2014/main" id="{348675FE-6288-4652-BEAC-50D1C91A01EC}"/>
                </a:ext>
              </a:extLst>
            </p:cNvPr>
            <p:cNvSpPr>
              <a:spLocks noEditPoints="1"/>
            </p:cNvSpPr>
            <p:nvPr userDrawn="1"/>
          </p:nvSpPr>
          <p:spPr bwMode="auto">
            <a:xfrm>
              <a:off x="714150" y="5030484"/>
              <a:ext cx="280988" cy="334963"/>
            </a:xfrm>
            <a:custGeom>
              <a:avLst/>
              <a:gdLst>
                <a:gd name="T0" fmla="*/ 0 w 46"/>
                <a:gd name="T1" fmla="*/ 27 h 53"/>
                <a:gd name="T2" fmla="*/ 2 w 46"/>
                <a:gd name="T3" fmla="*/ 15 h 53"/>
                <a:gd name="T4" fmla="*/ 8 w 46"/>
                <a:gd name="T5" fmla="*/ 7 h 53"/>
                <a:gd name="T6" fmla="*/ 15 w 46"/>
                <a:gd name="T7" fmla="*/ 2 h 53"/>
                <a:gd name="T8" fmla="*/ 24 w 46"/>
                <a:gd name="T9" fmla="*/ 0 h 53"/>
                <a:gd name="T10" fmla="*/ 40 w 46"/>
                <a:gd name="T11" fmla="*/ 6 h 53"/>
                <a:gd name="T12" fmla="*/ 46 w 46"/>
                <a:gd name="T13" fmla="*/ 26 h 53"/>
                <a:gd name="T14" fmla="*/ 46 w 46"/>
                <a:gd name="T15" fmla="*/ 28 h 53"/>
                <a:gd name="T16" fmla="*/ 46 w 46"/>
                <a:gd name="T17" fmla="*/ 30 h 53"/>
                <a:gd name="T18" fmla="*/ 12 w 46"/>
                <a:gd name="T19" fmla="*/ 30 h 53"/>
                <a:gd name="T20" fmla="*/ 17 w 46"/>
                <a:gd name="T21" fmla="*/ 39 h 53"/>
                <a:gd name="T22" fmla="*/ 28 w 46"/>
                <a:gd name="T23" fmla="*/ 43 h 53"/>
                <a:gd name="T24" fmla="*/ 35 w 46"/>
                <a:gd name="T25" fmla="*/ 42 h 53"/>
                <a:gd name="T26" fmla="*/ 41 w 46"/>
                <a:gd name="T27" fmla="*/ 40 h 53"/>
                <a:gd name="T28" fmla="*/ 43 w 46"/>
                <a:gd name="T29" fmla="*/ 50 h 53"/>
                <a:gd name="T30" fmla="*/ 40 w 46"/>
                <a:gd name="T31" fmla="*/ 51 h 53"/>
                <a:gd name="T32" fmla="*/ 36 w 46"/>
                <a:gd name="T33" fmla="*/ 52 h 53"/>
                <a:gd name="T34" fmla="*/ 31 w 46"/>
                <a:gd name="T35" fmla="*/ 52 h 53"/>
                <a:gd name="T36" fmla="*/ 26 w 46"/>
                <a:gd name="T37" fmla="*/ 53 h 53"/>
                <a:gd name="T38" fmla="*/ 15 w 46"/>
                <a:gd name="T39" fmla="*/ 51 h 53"/>
                <a:gd name="T40" fmla="*/ 7 w 46"/>
                <a:gd name="T41" fmla="*/ 45 h 53"/>
                <a:gd name="T42" fmla="*/ 2 w 46"/>
                <a:gd name="T43" fmla="*/ 37 h 53"/>
                <a:gd name="T44" fmla="*/ 0 w 46"/>
                <a:gd name="T45" fmla="*/ 27 h 53"/>
                <a:gd name="T46" fmla="*/ 34 w 46"/>
                <a:gd name="T47" fmla="*/ 21 h 53"/>
                <a:gd name="T48" fmla="*/ 34 w 46"/>
                <a:gd name="T49" fmla="*/ 17 h 53"/>
                <a:gd name="T50" fmla="*/ 32 w 46"/>
                <a:gd name="T51" fmla="*/ 13 h 53"/>
                <a:gd name="T52" fmla="*/ 28 w 46"/>
                <a:gd name="T53" fmla="*/ 11 h 53"/>
                <a:gd name="T54" fmla="*/ 24 w 46"/>
                <a:gd name="T55" fmla="*/ 10 h 53"/>
                <a:gd name="T56" fmla="*/ 19 w 46"/>
                <a:gd name="T57" fmla="*/ 11 h 53"/>
                <a:gd name="T58" fmla="*/ 16 w 46"/>
                <a:gd name="T59" fmla="*/ 13 h 53"/>
                <a:gd name="T60" fmla="*/ 14 w 46"/>
                <a:gd name="T61" fmla="*/ 17 h 53"/>
                <a:gd name="T62" fmla="*/ 13 w 46"/>
                <a:gd name="T63" fmla="*/ 21 h 53"/>
                <a:gd name="T64" fmla="*/ 34 w 46"/>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6" h="53">
                  <a:moveTo>
                    <a:pt x="0" y="27"/>
                  </a:moveTo>
                  <a:cubicBezTo>
                    <a:pt x="0" y="22"/>
                    <a:pt x="1" y="18"/>
                    <a:pt x="2" y="15"/>
                  </a:cubicBezTo>
                  <a:cubicBezTo>
                    <a:pt x="4" y="12"/>
                    <a:pt x="6" y="9"/>
                    <a:pt x="8" y="7"/>
                  </a:cubicBezTo>
                  <a:cubicBezTo>
                    <a:pt x="10" y="4"/>
                    <a:pt x="12" y="3"/>
                    <a:pt x="15" y="2"/>
                  </a:cubicBezTo>
                  <a:cubicBezTo>
                    <a:pt x="18" y="0"/>
                    <a:pt x="21" y="0"/>
                    <a:pt x="24" y="0"/>
                  </a:cubicBezTo>
                  <a:cubicBezTo>
                    <a:pt x="31" y="0"/>
                    <a:pt x="36" y="2"/>
                    <a:pt x="40" y="6"/>
                  </a:cubicBezTo>
                  <a:cubicBezTo>
                    <a:pt x="44" y="11"/>
                    <a:pt x="46" y="17"/>
                    <a:pt x="46" y="26"/>
                  </a:cubicBezTo>
                  <a:cubicBezTo>
                    <a:pt x="46" y="26"/>
                    <a:pt x="46" y="27"/>
                    <a:pt x="46" y="28"/>
                  </a:cubicBezTo>
                  <a:cubicBezTo>
                    <a:pt x="46" y="29"/>
                    <a:pt x="46" y="29"/>
                    <a:pt x="46" y="30"/>
                  </a:cubicBezTo>
                  <a:cubicBezTo>
                    <a:pt x="12" y="30"/>
                    <a:pt x="12" y="30"/>
                    <a:pt x="12" y="30"/>
                  </a:cubicBezTo>
                  <a:cubicBezTo>
                    <a:pt x="13" y="34"/>
                    <a:pt x="14" y="37"/>
                    <a:pt x="17" y="39"/>
                  </a:cubicBezTo>
                  <a:cubicBezTo>
                    <a:pt x="19" y="41"/>
                    <a:pt x="23" y="43"/>
                    <a:pt x="28" y="43"/>
                  </a:cubicBezTo>
                  <a:cubicBezTo>
                    <a:pt x="31" y="43"/>
                    <a:pt x="33" y="42"/>
                    <a:pt x="35" y="42"/>
                  </a:cubicBezTo>
                  <a:cubicBezTo>
                    <a:pt x="38" y="41"/>
                    <a:pt x="40" y="41"/>
                    <a:pt x="41" y="40"/>
                  </a:cubicBezTo>
                  <a:cubicBezTo>
                    <a:pt x="43" y="50"/>
                    <a:pt x="43" y="50"/>
                    <a:pt x="43" y="50"/>
                  </a:cubicBezTo>
                  <a:cubicBezTo>
                    <a:pt x="42" y="50"/>
                    <a:pt x="41" y="50"/>
                    <a:pt x="40" y="51"/>
                  </a:cubicBezTo>
                  <a:cubicBezTo>
                    <a:pt x="39" y="51"/>
                    <a:pt x="38" y="51"/>
                    <a:pt x="36" y="52"/>
                  </a:cubicBezTo>
                  <a:cubicBezTo>
                    <a:pt x="35" y="52"/>
                    <a:pt x="33" y="52"/>
                    <a:pt x="31" y="52"/>
                  </a:cubicBezTo>
                  <a:cubicBezTo>
                    <a:pt x="30" y="53"/>
                    <a:pt x="28" y="53"/>
                    <a:pt x="26" y="53"/>
                  </a:cubicBezTo>
                  <a:cubicBezTo>
                    <a:pt x="22" y="53"/>
                    <a:pt x="18" y="52"/>
                    <a:pt x="15" y="51"/>
                  </a:cubicBezTo>
                  <a:cubicBezTo>
                    <a:pt x="12" y="49"/>
                    <a:pt x="9" y="48"/>
                    <a:pt x="7" y="45"/>
                  </a:cubicBezTo>
                  <a:cubicBezTo>
                    <a:pt x="5" y="43"/>
                    <a:pt x="3" y="40"/>
                    <a:pt x="2" y="37"/>
                  </a:cubicBezTo>
                  <a:cubicBezTo>
                    <a:pt x="1" y="34"/>
                    <a:pt x="0" y="30"/>
                    <a:pt x="0" y="27"/>
                  </a:cubicBezTo>
                  <a:close/>
                  <a:moveTo>
                    <a:pt x="34" y="21"/>
                  </a:moveTo>
                  <a:cubicBezTo>
                    <a:pt x="34" y="20"/>
                    <a:pt x="34" y="18"/>
                    <a:pt x="34" y="17"/>
                  </a:cubicBezTo>
                  <a:cubicBezTo>
                    <a:pt x="33" y="15"/>
                    <a:pt x="32" y="14"/>
                    <a:pt x="32" y="13"/>
                  </a:cubicBezTo>
                  <a:cubicBezTo>
                    <a:pt x="31" y="12"/>
                    <a:pt x="30" y="11"/>
                    <a:pt x="28" y="11"/>
                  </a:cubicBezTo>
                  <a:cubicBezTo>
                    <a:pt x="27" y="10"/>
                    <a:pt x="26" y="10"/>
                    <a:pt x="24" y="10"/>
                  </a:cubicBezTo>
                  <a:cubicBezTo>
                    <a:pt x="22" y="10"/>
                    <a:pt x="21" y="10"/>
                    <a:pt x="19" y="11"/>
                  </a:cubicBezTo>
                  <a:cubicBezTo>
                    <a:pt x="18" y="11"/>
                    <a:pt x="17" y="12"/>
                    <a:pt x="16" y="13"/>
                  </a:cubicBezTo>
                  <a:cubicBezTo>
                    <a:pt x="15" y="14"/>
                    <a:pt x="14" y="16"/>
                    <a:pt x="14" y="17"/>
                  </a:cubicBezTo>
                  <a:cubicBezTo>
                    <a:pt x="13" y="18"/>
                    <a:pt x="13" y="20"/>
                    <a:pt x="13" y="21"/>
                  </a:cubicBezTo>
                  <a:lnTo>
                    <a:pt x="34"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95" name="Freeform 7">
              <a:extLst>
                <a:ext uri="{FF2B5EF4-FFF2-40B4-BE49-F238E27FC236}">
                  <a16:creationId xmlns:a16="http://schemas.microsoft.com/office/drawing/2014/main" id="{FED76AF2-F99D-414E-9C55-AB48B8D3E28A}"/>
                </a:ext>
              </a:extLst>
            </p:cNvPr>
            <p:cNvSpPr>
              <a:spLocks noEditPoints="1"/>
            </p:cNvSpPr>
            <p:nvPr userDrawn="1"/>
          </p:nvSpPr>
          <p:spPr bwMode="auto">
            <a:xfrm>
              <a:off x="1038000" y="5030484"/>
              <a:ext cx="298450" cy="334963"/>
            </a:xfrm>
            <a:custGeom>
              <a:avLst/>
              <a:gdLst>
                <a:gd name="T0" fmla="*/ 49 w 49"/>
                <a:gd name="T1" fmla="*/ 26 h 53"/>
                <a:gd name="T2" fmla="*/ 47 w 49"/>
                <a:gd name="T3" fmla="*/ 37 h 53"/>
                <a:gd name="T4" fmla="*/ 42 w 49"/>
                <a:gd name="T5" fmla="*/ 45 h 53"/>
                <a:gd name="T6" fmla="*/ 34 w 49"/>
                <a:gd name="T7" fmla="*/ 51 h 53"/>
                <a:gd name="T8" fmla="*/ 24 w 49"/>
                <a:gd name="T9" fmla="*/ 53 h 53"/>
                <a:gd name="T10" fmla="*/ 15 w 49"/>
                <a:gd name="T11" fmla="*/ 51 h 53"/>
                <a:gd name="T12" fmla="*/ 7 w 49"/>
                <a:gd name="T13" fmla="*/ 45 h 53"/>
                <a:gd name="T14" fmla="*/ 2 w 49"/>
                <a:gd name="T15" fmla="*/ 37 h 53"/>
                <a:gd name="T16" fmla="*/ 0 w 49"/>
                <a:gd name="T17" fmla="*/ 26 h 53"/>
                <a:gd name="T18" fmla="*/ 2 w 49"/>
                <a:gd name="T19" fmla="*/ 15 h 53"/>
                <a:gd name="T20" fmla="*/ 7 w 49"/>
                <a:gd name="T21" fmla="*/ 7 h 53"/>
                <a:gd name="T22" fmla="*/ 15 w 49"/>
                <a:gd name="T23" fmla="*/ 2 h 53"/>
                <a:gd name="T24" fmla="*/ 24 w 49"/>
                <a:gd name="T25" fmla="*/ 0 h 53"/>
                <a:gd name="T26" fmla="*/ 34 w 49"/>
                <a:gd name="T27" fmla="*/ 2 h 53"/>
                <a:gd name="T28" fmla="*/ 42 w 49"/>
                <a:gd name="T29" fmla="*/ 7 h 53"/>
                <a:gd name="T30" fmla="*/ 47 w 49"/>
                <a:gd name="T31" fmla="*/ 15 h 53"/>
                <a:gd name="T32" fmla="*/ 49 w 49"/>
                <a:gd name="T33" fmla="*/ 26 h 53"/>
                <a:gd name="T34" fmla="*/ 37 w 49"/>
                <a:gd name="T35" fmla="*/ 26 h 53"/>
                <a:gd name="T36" fmla="*/ 33 w 49"/>
                <a:gd name="T37" fmla="*/ 14 h 53"/>
                <a:gd name="T38" fmla="*/ 24 w 49"/>
                <a:gd name="T39" fmla="*/ 10 h 53"/>
                <a:gd name="T40" fmla="*/ 16 w 49"/>
                <a:gd name="T41" fmla="*/ 14 h 53"/>
                <a:gd name="T42" fmla="*/ 12 w 49"/>
                <a:gd name="T43" fmla="*/ 26 h 53"/>
                <a:gd name="T44" fmla="*/ 16 w 49"/>
                <a:gd name="T45" fmla="*/ 38 h 53"/>
                <a:gd name="T46" fmla="*/ 24 w 49"/>
                <a:gd name="T47" fmla="*/ 43 h 53"/>
                <a:gd name="T48" fmla="*/ 33 w 49"/>
                <a:gd name="T49" fmla="*/ 38 h 53"/>
                <a:gd name="T50" fmla="*/ 37 w 49"/>
                <a:gd name="T51"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53">
                  <a:moveTo>
                    <a:pt x="49" y="26"/>
                  </a:moveTo>
                  <a:cubicBezTo>
                    <a:pt x="49" y="30"/>
                    <a:pt x="48" y="34"/>
                    <a:pt x="47" y="37"/>
                  </a:cubicBezTo>
                  <a:cubicBezTo>
                    <a:pt x="46" y="40"/>
                    <a:pt x="44" y="43"/>
                    <a:pt x="42" y="45"/>
                  </a:cubicBezTo>
                  <a:cubicBezTo>
                    <a:pt x="40" y="48"/>
                    <a:pt x="37" y="50"/>
                    <a:pt x="34" y="51"/>
                  </a:cubicBezTo>
                  <a:cubicBezTo>
                    <a:pt x="31" y="52"/>
                    <a:pt x="28" y="53"/>
                    <a:pt x="24" y="53"/>
                  </a:cubicBezTo>
                  <a:cubicBezTo>
                    <a:pt x="21" y="53"/>
                    <a:pt x="18" y="52"/>
                    <a:pt x="15" y="51"/>
                  </a:cubicBezTo>
                  <a:cubicBezTo>
                    <a:pt x="12" y="50"/>
                    <a:pt x="9" y="48"/>
                    <a:pt x="7" y="45"/>
                  </a:cubicBezTo>
                  <a:cubicBezTo>
                    <a:pt x="5" y="43"/>
                    <a:pt x="3" y="40"/>
                    <a:pt x="2" y="37"/>
                  </a:cubicBezTo>
                  <a:cubicBezTo>
                    <a:pt x="1" y="34"/>
                    <a:pt x="0" y="30"/>
                    <a:pt x="0" y="26"/>
                  </a:cubicBezTo>
                  <a:cubicBezTo>
                    <a:pt x="0" y="22"/>
                    <a:pt x="1" y="19"/>
                    <a:pt x="2" y="15"/>
                  </a:cubicBezTo>
                  <a:cubicBezTo>
                    <a:pt x="3" y="12"/>
                    <a:pt x="5" y="9"/>
                    <a:pt x="7" y="7"/>
                  </a:cubicBezTo>
                  <a:cubicBezTo>
                    <a:pt x="9" y="5"/>
                    <a:pt x="12" y="3"/>
                    <a:pt x="15" y="2"/>
                  </a:cubicBezTo>
                  <a:cubicBezTo>
                    <a:pt x="18" y="1"/>
                    <a:pt x="21" y="0"/>
                    <a:pt x="24" y="0"/>
                  </a:cubicBezTo>
                  <a:cubicBezTo>
                    <a:pt x="28" y="0"/>
                    <a:pt x="31" y="1"/>
                    <a:pt x="34" y="2"/>
                  </a:cubicBezTo>
                  <a:cubicBezTo>
                    <a:pt x="37" y="3"/>
                    <a:pt x="40" y="5"/>
                    <a:pt x="42" y="7"/>
                  </a:cubicBezTo>
                  <a:cubicBezTo>
                    <a:pt x="44" y="9"/>
                    <a:pt x="46" y="12"/>
                    <a:pt x="47" y="15"/>
                  </a:cubicBezTo>
                  <a:cubicBezTo>
                    <a:pt x="48" y="19"/>
                    <a:pt x="49" y="22"/>
                    <a:pt x="49" y="26"/>
                  </a:cubicBezTo>
                  <a:close/>
                  <a:moveTo>
                    <a:pt x="37" y="26"/>
                  </a:moveTo>
                  <a:cubicBezTo>
                    <a:pt x="37" y="21"/>
                    <a:pt x="36" y="17"/>
                    <a:pt x="33" y="14"/>
                  </a:cubicBezTo>
                  <a:cubicBezTo>
                    <a:pt x="31" y="11"/>
                    <a:pt x="28" y="10"/>
                    <a:pt x="24" y="10"/>
                  </a:cubicBezTo>
                  <a:cubicBezTo>
                    <a:pt x="21" y="10"/>
                    <a:pt x="18" y="11"/>
                    <a:pt x="16" y="14"/>
                  </a:cubicBezTo>
                  <a:cubicBezTo>
                    <a:pt x="13" y="17"/>
                    <a:pt x="12" y="21"/>
                    <a:pt x="12" y="26"/>
                  </a:cubicBezTo>
                  <a:cubicBezTo>
                    <a:pt x="12" y="31"/>
                    <a:pt x="13" y="35"/>
                    <a:pt x="16" y="38"/>
                  </a:cubicBezTo>
                  <a:cubicBezTo>
                    <a:pt x="18" y="41"/>
                    <a:pt x="21" y="43"/>
                    <a:pt x="24" y="43"/>
                  </a:cubicBezTo>
                  <a:cubicBezTo>
                    <a:pt x="28" y="43"/>
                    <a:pt x="31" y="41"/>
                    <a:pt x="33" y="38"/>
                  </a:cubicBezTo>
                  <a:cubicBezTo>
                    <a:pt x="36" y="35"/>
                    <a:pt x="37" y="31"/>
                    <a:pt x="37" y="2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96" name="Freeform 8">
              <a:extLst>
                <a:ext uri="{FF2B5EF4-FFF2-40B4-BE49-F238E27FC236}">
                  <a16:creationId xmlns:a16="http://schemas.microsoft.com/office/drawing/2014/main" id="{E572003B-1A42-4FEF-AD6B-095652B50DDF}"/>
                </a:ext>
              </a:extLst>
            </p:cNvPr>
            <p:cNvSpPr>
              <a:spLocks noEditPoints="1"/>
            </p:cNvSpPr>
            <p:nvPr userDrawn="1"/>
          </p:nvSpPr>
          <p:spPr bwMode="auto">
            <a:xfrm>
              <a:off x="1398362" y="5030484"/>
              <a:ext cx="274638" cy="434975"/>
            </a:xfrm>
            <a:custGeom>
              <a:avLst/>
              <a:gdLst>
                <a:gd name="T0" fmla="*/ 45 w 45"/>
                <a:gd name="T1" fmla="*/ 26 h 69"/>
                <a:gd name="T2" fmla="*/ 43 w 45"/>
                <a:gd name="T3" fmla="*/ 37 h 69"/>
                <a:gd name="T4" fmla="*/ 39 w 45"/>
                <a:gd name="T5" fmla="*/ 45 h 69"/>
                <a:gd name="T6" fmla="*/ 32 w 45"/>
                <a:gd name="T7" fmla="*/ 51 h 69"/>
                <a:gd name="T8" fmla="*/ 23 w 45"/>
                <a:gd name="T9" fmla="*/ 52 h 69"/>
                <a:gd name="T10" fmla="*/ 16 w 45"/>
                <a:gd name="T11" fmla="*/ 52 h 69"/>
                <a:gd name="T12" fmla="*/ 11 w 45"/>
                <a:gd name="T13" fmla="*/ 50 h 69"/>
                <a:gd name="T14" fmla="*/ 11 w 45"/>
                <a:gd name="T15" fmla="*/ 69 h 69"/>
                <a:gd name="T16" fmla="*/ 0 w 45"/>
                <a:gd name="T17" fmla="*/ 69 h 69"/>
                <a:gd name="T18" fmla="*/ 0 w 45"/>
                <a:gd name="T19" fmla="*/ 3 h 69"/>
                <a:gd name="T20" fmla="*/ 8 w 45"/>
                <a:gd name="T21" fmla="*/ 1 h 69"/>
                <a:gd name="T22" fmla="*/ 19 w 45"/>
                <a:gd name="T23" fmla="*/ 0 h 69"/>
                <a:gd name="T24" fmla="*/ 30 w 45"/>
                <a:gd name="T25" fmla="*/ 2 h 69"/>
                <a:gd name="T26" fmla="*/ 38 w 45"/>
                <a:gd name="T27" fmla="*/ 7 h 69"/>
                <a:gd name="T28" fmla="*/ 43 w 45"/>
                <a:gd name="T29" fmla="*/ 15 h 69"/>
                <a:gd name="T30" fmla="*/ 45 w 45"/>
                <a:gd name="T31" fmla="*/ 26 h 69"/>
                <a:gd name="T32" fmla="*/ 33 w 45"/>
                <a:gd name="T33" fmla="*/ 27 h 69"/>
                <a:gd name="T34" fmla="*/ 29 w 45"/>
                <a:gd name="T35" fmla="*/ 14 h 69"/>
                <a:gd name="T36" fmla="*/ 18 w 45"/>
                <a:gd name="T37" fmla="*/ 10 h 69"/>
                <a:gd name="T38" fmla="*/ 15 w 45"/>
                <a:gd name="T39" fmla="*/ 10 h 69"/>
                <a:gd name="T40" fmla="*/ 11 w 45"/>
                <a:gd name="T41" fmla="*/ 11 h 69"/>
                <a:gd name="T42" fmla="*/ 11 w 45"/>
                <a:gd name="T43" fmla="*/ 40 h 69"/>
                <a:gd name="T44" fmla="*/ 15 w 45"/>
                <a:gd name="T45" fmla="*/ 42 h 69"/>
                <a:gd name="T46" fmla="*/ 21 w 45"/>
                <a:gd name="T47" fmla="*/ 42 h 69"/>
                <a:gd name="T48" fmla="*/ 30 w 45"/>
                <a:gd name="T49" fmla="*/ 38 h 69"/>
                <a:gd name="T50" fmla="*/ 33 w 45"/>
                <a:gd name="T51" fmla="*/ 2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5" h="69">
                  <a:moveTo>
                    <a:pt x="45" y="26"/>
                  </a:moveTo>
                  <a:cubicBezTo>
                    <a:pt x="45" y="30"/>
                    <a:pt x="44" y="34"/>
                    <a:pt x="43" y="37"/>
                  </a:cubicBezTo>
                  <a:cubicBezTo>
                    <a:pt x="42" y="40"/>
                    <a:pt x="41" y="43"/>
                    <a:pt x="39" y="45"/>
                  </a:cubicBezTo>
                  <a:cubicBezTo>
                    <a:pt x="37" y="47"/>
                    <a:pt x="35" y="49"/>
                    <a:pt x="32" y="51"/>
                  </a:cubicBezTo>
                  <a:cubicBezTo>
                    <a:pt x="29" y="52"/>
                    <a:pt x="26" y="52"/>
                    <a:pt x="23" y="52"/>
                  </a:cubicBezTo>
                  <a:cubicBezTo>
                    <a:pt x="20" y="52"/>
                    <a:pt x="18" y="52"/>
                    <a:pt x="16" y="52"/>
                  </a:cubicBezTo>
                  <a:cubicBezTo>
                    <a:pt x="14" y="51"/>
                    <a:pt x="13" y="50"/>
                    <a:pt x="11" y="50"/>
                  </a:cubicBezTo>
                  <a:cubicBezTo>
                    <a:pt x="11" y="69"/>
                    <a:pt x="11" y="69"/>
                    <a:pt x="11" y="69"/>
                  </a:cubicBezTo>
                  <a:cubicBezTo>
                    <a:pt x="0" y="69"/>
                    <a:pt x="0" y="69"/>
                    <a:pt x="0" y="69"/>
                  </a:cubicBezTo>
                  <a:cubicBezTo>
                    <a:pt x="0" y="3"/>
                    <a:pt x="0" y="3"/>
                    <a:pt x="0" y="3"/>
                  </a:cubicBezTo>
                  <a:cubicBezTo>
                    <a:pt x="2" y="2"/>
                    <a:pt x="5" y="2"/>
                    <a:pt x="8" y="1"/>
                  </a:cubicBezTo>
                  <a:cubicBezTo>
                    <a:pt x="12" y="0"/>
                    <a:pt x="16" y="0"/>
                    <a:pt x="19" y="0"/>
                  </a:cubicBezTo>
                  <a:cubicBezTo>
                    <a:pt x="23" y="0"/>
                    <a:pt x="27" y="1"/>
                    <a:pt x="30" y="2"/>
                  </a:cubicBezTo>
                  <a:cubicBezTo>
                    <a:pt x="33" y="3"/>
                    <a:pt x="36" y="5"/>
                    <a:pt x="38" y="7"/>
                  </a:cubicBezTo>
                  <a:cubicBezTo>
                    <a:pt x="40" y="9"/>
                    <a:pt x="42" y="12"/>
                    <a:pt x="43" y="15"/>
                  </a:cubicBezTo>
                  <a:cubicBezTo>
                    <a:pt x="44" y="19"/>
                    <a:pt x="45" y="22"/>
                    <a:pt x="45" y="26"/>
                  </a:cubicBezTo>
                  <a:close/>
                  <a:moveTo>
                    <a:pt x="33" y="27"/>
                  </a:moveTo>
                  <a:cubicBezTo>
                    <a:pt x="33" y="21"/>
                    <a:pt x="32" y="17"/>
                    <a:pt x="29" y="14"/>
                  </a:cubicBezTo>
                  <a:cubicBezTo>
                    <a:pt x="27" y="12"/>
                    <a:pt x="23" y="10"/>
                    <a:pt x="18" y="10"/>
                  </a:cubicBezTo>
                  <a:cubicBezTo>
                    <a:pt x="17" y="10"/>
                    <a:pt x="16" y="10"/>
                    <a:pt x="15" y="10"/>
                  </a:cubicBezTo>
                  <a:cubicBezTo>
                    <a:pt x="14" y="10"/>
                    <a:pt x="12" y="11"/>
                    <a:pt x="11" y="11"/>
                  </a:cubicBezTo>
                  <a:cubicBezTo>
                    <a:pt x="11" y="40"/>
                    <a:pt x="11" y="40"/>
                    <a:pt x="11" y="40"/>
                  </a:cubicBezTo>
                  <a:cubicBezTo>
                    <a:pt x="12" y="40"/>
                    <a:pt x="14" y="41"/>
                    <a:pt x="15" y="42"/>
                  </a:cubicBezTo>
                  <a:cubicBezTo>
                    <a:pt x="17" y="42"/>
                    <a:pt x="19" y="42"/>
                    <a:pt x="21" y="42"/>
                  </a:cubicBezTo>
                  <a:cubicBezTo>
                    <a:pt x="25" y="42"/>
                    <a:pt x="28" y="41"/>
                    <a:pt x="30" y="38"/>
                  </a:cubicBezTo>
                  <a:cubicBezTo>
                    <a:pt x="32" y="35"/>
                    <a:pt x="33" y="31"/>
                    <a:pt x="33" y="2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97" name="Freeform 9">
              <a:extLst>
                <a:ext uri="{FF2B5EF4-FFF2-40B4-BE49-F238E27FC236}">
                  <a16:creationId xmlns:a16="http://schemas.microsoft.com/office/drawing/2014/main" id="{69BECA15-62D8-41D0-91AC-2308A1C08A65}"/>
                </a:ext>
              </a:extLst>
            </p:cNvPr>
            <p:cNvSpPr>
              <a:spLocks/>
            </p:cNvSpPr>
            <p:nvPr userDrawn="1"/>
          </p:nvSpPr>
          <p:spPr bwMode="auto">
            <a:xfrm>
              <a:off x="1734912" y="4886021"/>
              <a:ext cx="115888" cy="473075"/>
            </a:xfrm>
            <a:custGeom>
              <a:avLst/>
              <a:gdLst>
                <a:gd name="T0" fmla="*/ 17 w 19"/>
                <a:gd name="T1" fmla="*/ 75 h 75"/>
                <a:gd name="T2" fmla="*/ 9 w 19"/>
                <a:gd name="T3" fmla="*/ 74 h 75"/>
                <a:gd name="T4" fmla="*/ 3 w 19"/>
                <a:gd name="T5" fmla="*/ 71 h 75"/>
                <a:gd name="T6" fmla="*/ 1 w 19"/>
                <a:gd name="T7" fmla="*/ 66 h 75"/>
                <a:gd name="T8" fmla="*/ 0 w 19"/>
                <a:gd name="T9" fmla="*/ 60 h 75"/>
                <a:gd name="T10" fmla="*/ 0 w 19"/>
                <a:gd name="T11" fmla="*/ 2 h 75"/>
                <a:gd name="T12" fmla="*/ 11 w 19"/>
                <a:gd name="T13" fmla="*/ 0 h 75"/>
                <a:gd name="T14" fmla="*/ 11 w 19"/>
                <a:gd name="T15" fmla="*/ 57 h 75"/>
                <a:gd name="T16" fmla="*/ 12 w 19"/>
                <a:gd name="T17" fmla="*/ 61 h 75"/>
                <a:gd name="T18" fmla="*/ 13 w 19"/>
                <a:gd name="T19" fmla="*/ 63 h 75"/>
                <a:gd name="T20" fmla="*/ 15 w 19"/>
                <a:gd name="T21" fmla="*/ 65 h 75"/>
                <a:gd name="T22" fmla="*/ 19 w 19"/>
                <a:gd name="T23" fmla="*/ 66 h 75"/>
                <a:gd name="T24" fmla="*/ 17 w 19"/>
                <a:gd name="T25"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75">
                  <a:moveTo>
                    <a:pt x="17" y="75"/>
                  </a:moveTo>
                  <a:cubicBezTo>
                    <a:pt x="14" y="75"/>
                    <a:pt x="11" y="75"/>
                    <a:pt x="9" y="74"/>
                  </a:cubicBezTo>
                  <a:cubicBezTo>
                    <a:pt x="7" y="73"/>
                    <a:pt x="5" y="72"/>
                    <a:pt x="3" y="71"/>
                  </a:cubicBezTo>
                  <a:cubicBezTo>
                    <a:pt x="2" y="70"/>
                    <a:pt x="1" y="68"/>
                    <a:pt x="1" y="66"/>
                  </a:cubicBezTo>
                  <a:cubicBezTo>
                    <a:pt x="0" y="64"/>
                    <a:pt x="0" y="62"/>
                    <a:pt x="0" y="60"/>
                  </a:cubicBezTo>
                  <a:cubicBezTo>
                    <a:pt x="0" y="2"/>
                    <a:pt x="0" y="2"/>
                    <a:pt x="0" y="2"/>
                  </a:cubicBezTo>
                  <a:cubicBezTo>
                    <a:pt x="11" y="0"/>
                    <a:pt x="11" y="0"/>
                    <a:pt x="11" y="0"/>
                  </a:cubicBezTo>
                  <a:cubicBezTo>
                    <a:pt x="11" y="57"/>
                    <a:pt x="11" y="57"/>
                    <a:pt x="11" y="57"/>
                  </a:cubicBezTo>
                  <a:cubicBezTo>
                    <a:pt x="11" y="59"/>
                    <a:pt x="11" y="60"/>
                    <a:pt x="12" y="61"/>
                  </a:cubicBezTo>
                  <a:cubicBezTo>
                    <a:pt x="12" y="62"/>
                    <a:pt x="12" y="63"/>
                    <a:pt x="13" y="63"/>
                  </a:cubicBezTo>
                  <a:cubicBezTo>
                    <a:pt x="13" y="64"/>
                    <a:pt x="14" y="65"/>
                    <a:pt x="15" y="65"/>
                  </a:cubicBezTo>
                  <a:cubicBezTo>
                    <a:pt x="16" y="65"/>
                    <a:pt x="18" y="66"/>
                    <a:pt x="19" y="66"/>
                  </a:cubicBezTo>
                  <a:lnTo>
                    <a:pt x="17" y="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98" name="Freeform 10">
              <a:extLst>
                <a:ext uri="{FF2B5EF4-FFF2-40B4-BE49-F238E27FC236}">
                  <a16:creationId xmlns:a16="http://schemas.microsoft.com/office/drawing/2014/main" id="{79012618-8ADC-4261-891B-5C2D8C33D4B9}"/>
                </a:ext>
              </a:extLst>
            </p:cNvPr>
            <p:cNvSpPr>
              <a:spLocks noEditPoints="1"/>
            </p:cNvSpPr>
            <p:nvPr userDrawn="1"/>
          </p:nvSpPr>
          <p:spPr bwMode="auto">
            <a:xfrm>
              <a:off x="1880962" y="5030484"/>
              <a:ext cx="274638" cy="334963"/>
            </a:xfrm>
            <a:custGeom>
              <a:avLst/>
              <a:gdLst>
                <a:gd name="T0" fmla="*/ 0 w 45"/>
                <a:gd name="T1" fmla="*/ 27 h 53"/>
                <a:gd name="T2" fmla="*/ 2 w 45"/>
                <a:gd name="T3" fmla="*/ 15 h 53"/>
                <a:gd name="T4" fmla="*/ 7 w 45"/>
                <a:gd name="T5" fmla="*/ 7 h 53"/>
                <a:gd name="T6" fmla="*/ 14 w 45"/>
                <a:gd name="T7" fmla="*/ 2 h 53"/>
                <a:gd name="T8" fmla="*/ 23 w 45"/>
                <a:gd name="T9" fmla="*/ 0 h 53"/>
                <a:gd name="T10" fmla="*/ 39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0 w 45"/>
                <a:gd name="T27" fmla="*/ 40 h 53"/>
                <a:gd name="T28" fmla="*/ 42 w 45"/>
                <a:gd name="T29" fmla="*/ 50 h 53"/>
                <a:gd name="T30" fmla="*/ 39 w 45"/>
                <a:gd name="T31" fmla="*/ 51 h 53"/>
                <a:gd name="T32" fmla="*/ 35 w 45"/>
                <a:gd name="T33" fmla="*/ 52 h 53"/>
                <a:gd name="T34" fmla="*/ 31 w 45"/>
                <a:gd name="T35" fmla="*/ 52 h 53"/>
                <a:gd name="T36" fmla="*/ 26 w 45"/>
                <a:gd name="T37" fmla="*/ 53 h 53"/>
                <a:gd name="T38" fmla="*/ 14 w 45"/>
                <a:gd name="T39" fmla="*/ 51 h 53"/>
                <a:gd name="T40" fmla="*/ 6 w 45"/>
                <a:gd name="T41" fmla="*/ 45 h 53"/>
                <a:gd name="T42" fmla="*/ 1 w 45"/>
                <a:gd name="T43" fmla="*/ 37 h 53"/>
                <a:gd name="T44" fmla="*/ 0 w 45"/>
                <a:gd name="T45" fmla="*/ 27 h 53"/>
                <a:gd name="T46" fmla="*/ 33 w 45"/>
                <a:gd name="T47" fmla="*/ 21 h 53"/>
                <a:gd name="T48" fmla="*/ 33 w 45"/>
                <a:gd name="T49" fmla="*/ 17 h 53"/>
                <a:gd name="T50" fmla="*/ 31 w 45"/>
                <a:gd name="T51" fmla="*/ 13 h 53"/>
                <a:gd name="T52" fmla="*/ 28 w 45"/>
                <a:gd name="T53" fmla="*/ 11 h 53"/>
                <a:gd name="T54" fmla="*/ 23 w 45"/>
                <a:gd name="T55" fmla="*/ 10 h 53"/>
                <a:gd name="T56" fmla="*/ 18 w 45"/>
                <a:gd name="T57" fmla="*/ 11 h 53"/>
                <a:gd name="T58" fmla="*/ 15 w 45"/>
                <a:gd name="T59" fmla="*/ 13 h 53"/>
                <a:gd name="T60" fmla="*/ 13 w 45"/>
                <a:gd name="T61" fmla="*/ 17 h 53"/>
                <a:gd name="T62" fmla="*/ 12 w 45"/>
                <a:gd name="T63" fmla="*/ 21 h 53"/>
                <a:gd name="T64" fmla="*/ 33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0" y="18"/>
                    <a:pt x="2" y="15"/>
                  </a:cubicBezTo>
                  <a:cubicBezTo>
                    <a:pt x="3" y="12"/>
                    <a:pt x="5" y="9"/>
                    <a:pt x="7" y="7"/>
                  </a:cubicBezTo>
                  <a:cubicBezTo>
                    <a:pt x="9" y="4"/>
                    <a:pt x="12" y="3"/>
                    <a:pt x="14" y="2"/>
                  </a:cubicBezTo>
                  <a:cubicBezTo>
                    <a:pt x="17" y="0"/>
                    <a:pt x="20" y="0"/>
                    <a:pt x="23" y="0"/>
                  </a:cubicBezTo>
                  <a:cubicBezTo>
                    <a:pt x="30" y="0"/>
                    <a:pt x="35" y="2"/>
                    <a:pt x="39" y="6"/>
                  </a:cubicBezTo>
                  <a:cubicBezTo>
                    <a:pt x="43"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2" y="43"/>
                    <a:pt x="27" y="43"/>
                  </a:cubicBezTo>
                  <a:cubicBezTo>
                    <a:pt x="30" y="43"/>
                    <a:pt x="32" y="42"/>
                    <a:pt x="35" y="42"/>
                  </a:cubicBezTo>
                  <a:cubicBezTo>
                    <a:pt x="37" y="41"/>
                    <a:pt x="39" y="41"/>
                    <a:pt x="40" y="40"/>
                  </a:cubicBezTo>
                  <a:cubicBezTo>
                    <a:pt x="42" y="50"/>
                    <a:pt x="42" y="50"/>
                    <a:pt x="42" y="50"/>
                  </a:cubicBezTo>
                  <a:cubicBezTo>
                    <a:pt x="41" y="50"/>
                    <a:pt x="40" y="50"/>
                    <a:pt x="39" y="51"/>
                  </a:cubicBezTo>
                  <a:cubicBezTo>
                    <a:pt x="38" y="51"/>
                    <a:pt x="37" y="51"/>
                    <a:pt x="35" y="52"/>
                  </a:cubicBezTo>
                  <a:cubicBezTo>
                    <a:pt x="34" y="52"/>
                    <a:pt x="32" y="52"/>
                    <a:pt x="31" y="52"/>
                  </a:cubicBezTo>
                  <a:cubicBezTo>
                    <a:pt x="29" y="53"/>
                    <a:pt x="27" y="53"/>
                    <a:pt x="26" y="53"/>
                  </a:cubicBezTo>
                  <a:cubicBezTo>
                    <a:pt x="21" y="53"/>
                    <a:pt x="17" y="52"/>
                    <a:pt x="14" y="51"/>
                  </a:cubicBezTo>
                  <a:cubicBezTo>
                    <a:pt x="11" y="49"/>
                    <a:pt x="8" y="48"/>
                    <a:pt x="6" y="45"/>
                  </a:cubicBezTo>
                  <a:cubicBezTo>
                    <a:pt x="4" y="43"/>
                    <a:pt x="2" y="40"/>
                    <a:pt x="1" y="37"/>
                  </a:cubicBezTo>
                  <a:cubicBezTo>
                    <a:pt x="0" y="34"/>
                    <a:pt x="0" y="30"/>
                    <a:pt x="0" y="27"/>
                  </a:cubicBezTo>
                  <a:close/>
                  <a:moveTo>
                    <a:pt x="33" y="21"/>
                  </a:moveTo>
                  <a:cubicBezTo>
                    <a:pt x="33" y="20"/>
                    <a:pt x="33" y="18"/>
                    <a:pt x="33" y="17"/>
                  </a:cubicBezTo>
                  <a:cubicBezTo>
                    <a:pt x="32" y="15"/>
                    <a:pt x="32" y="14"/>
                    <a:pt x="31" y="13"/>
                  </a:cubicBezTo>
                  <a:cubicBezTo>
                    <a:pt x="30" y="12"/>
                    <a:pt x="29" y="11"/>
                    <a:pt x="28" y="11"/>
                  </a:cubicBezTo>
                  <a:cubicBezTo>
                    <a:pt x="26" y="10"/>
                    <a:pt x="25" y="10"/>
                    <a:pt x="23" y="10"/>
                  </a:cubicBezTo>
                  <a:cubicBezTo>
                    <a:pt x="21" y="10"/>
                    <a:pt x="20" y="10"/>
                    <a:pt x="18" y="11"/>
                  </a:cubicBezTo>
                  <a:cubicBezTo>
                    <a:pt x="17" y="11"/>
                    <a:pt x="16" y="12"/>
                    <a:pt x="15" y="13"/>
                  </a:cubicBezTo>
                  <a:cubicBezTo>
                    <a:pt x="14" y="14"/>
                    <a:pt x="13" y="16"/>
                    <a:pt x="13" y="17"/>
                  </a:cubicBezTo>
                  <a:cubicBezTo>
                    <a:pt x="12" y="18"/>
                    <a:pt x="12" y="20"/>
                    <a:pt x="12" y="21"/>
                  </a:cubicBezTo>
                  <a:lnTo>
                    <a:pt x="33"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99" name="Freeform 11">
              <a:extLst>
                <a:ext uri="{FF2B5EF4-FFF2-40B4-BE49-F238E27FC236}">
                  <a16:creationId xmlns:a16="http://schemas.microsoft.com/office/drawing/2014/main" id="{8422468B-1990-4B47-9106-6CAD4240D704}"/>
                </a:ext>
              </a:extLst>
            </p:cNvPr>
            <p:cNvSpPr>
              <a:spLocks/>
            </p:cNvSpPr>
            <p:nvPr userDrawn="1"/>
          </p:nvSpPr>
          <p:spPr bwMode="auto">
            <a:xfrm>
              <a:off x="2346100" y="5030484"/>
              <a:ext cx="422275" cy="322263"/>
            </a:xfrm>
            <a:custGeom>
              <a:avLst/>
              <a:gdLst>
                <a:gd name="T0" fmla="*/ 29 w 69"/>
                <a:gd name="T1" fmla="*/ 25 h 51"/>
                <a:gd name="T2" fmla="*/ 27 w 69"/>
                <a:gd name="T3" fmla="*/ 14 h 51"/>
                <a:gd name="T4" fmla="*/ 19 w 69"/>
                <a:gd name="T5" fmla="*/ 10 h 51"/>
                <a:gd name="T6" fmla="*/ 15 w 69"/>
                <a:gd name="T7" fmla="*/ 10 h 51"/>
                <a:gd name="T8" fmla="*/ 12 w 69"/>
                <a:gd name="T9" fmla="*/ 11 h 51"/>
                <a:gd name="T10" fmla="*/ 12 w 69"/>
                <a:gd name="T11" fmla="*/ 51 h 51"/>
                <a:gd name="T12" fmla="*/ 0 w 69"/>
                <a:gd name="T13" fmla="*/ 51 h 51"/>
                <a:gd name="T14" fmla="*/ 0 w 69"/>
                <a:gd name="T15" fmla="*/ 3 h 51"/>
                <a:gd name="T16" fmla="*/ 9 w 69"/>
                <a:gd name="T17" fmla="*/ 1 h 51"/>
                <a:gd name="T18" fmla="*/ 20 w 69"/>
                <a:gd name="T19" fmla="*/ 0 h 51"/>
                <a:gd name="T20" fmla="*/ 29 w 69"/>
                <a:gd name="T21" fmla="*/ 1 h 51"/>
                <a:gd name="T22" fmla="*/ 34 w 69"/>
                <a:gd name="T23" fmla="*/ 5 h 51"/>
                <a:gd name="T24" fmla="*/ 37 w 69"/>
                <a:gd name="T25" fmla="*/ 3 h 51"/>
                <a:gd name="T26" fmla="*/ 41 w 69"/>
                <a:gd name="T27" fmla="*/ 2 h 51"/>
                <a:gd name="T28" fmla="*/ 45 w 69"/>
                <a:gd name="T29" fmla="*/ 1 h 51"/>
                <a:gd name="T30" fmla="*/ 49 w 69"/>
                <a:gd name="T31" fmla="*/ 0 h 51"/>
                <a:gd name="T32" fmla="*/ 59 w 69"/>
                <a:gd name="T33" fmla="*/ 2 h 51"/>
                <a:gd name="T34" fmla="*/ 65 w 69"/>
                <a:gd name="T35" fmla="*/ 6 h 51"/>
                <a:gd name="T36" fmla="*/ 68 w 69"/>
                <a:gd name="T37" fmla="*/ 14 h 51"/>
                <a:gd name="T38" fmla="*/ 69 w 69"/>
                <a:gd name="T39" fmla="*/ 23 h 51"/>
                <a:gd name="T40" fmla="*/ 69 w 69"/>
                <a:gd name="T41" fmla="*/ 51 h 51"/>
                <a:gd name="T42" fmla="*/ 57 w 69"/>
                <a:gd name="T43" fmla="*/ 51 h 51"/>
                <a:gd name="T44" fmla="*/ 57 w 69"/>
                <a:gd name="T45" fmla="*/ 25 h 51"/>
                <a:gd name="T46" fmla="*/ 55 w 69"/>
                <a:gd name="T47" fmla="*/ 14 h 51"/>
                <a:gd name="T48" fmla="*/ 48 w 69"/>
                <a:gd name="T49" fmla="*/ 10 h 51"/>
                <a:gd name="T50" fmla="*/ 43 w 69"/>
                <a:gd name="T51" fmla="*/ 11 h 51"/>
                <a:gd name="T52" fmla="*/ 39 w 69"/>
                <a:gd name="T53" fmla="*/ 13 h 51"/>
                <a:gd name="T54" fmla="*/ 40 w 69"/>
                <a:gd name="T55" fmla="*/ 18 h 51"/>
                <a:gd name="T56" fmla="*/ 40 w 69"/>
                <a:gd name="T57" fmla="*/ 24 h 51"/>
                <a:gd name="T58" fmla="*/ 40 w 69"/>
                <a:gd name="T59" fmla="*/ 51 h 51"/>
                <a:gd name="T60" fmla="*/ 29 w 69"/>
                <a:gd name="T61" fmla="*/ 51 h 51"/>
                <a:gd name="T62" fmla="*/ 29 w 69"/>
                <a:gd name="T63"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9" h="51">
                  <a:moveTo>
                    <a:pt x="29" y="25"/>
                  </a:moveTo>
                  <a:cubicBezTo>
                    <a:pt x="29" y="20"/>
                    <a:pt x="28" y="16"/>
                    <a:pt x="27" y="14"/>
                  </a:cubicBezTo>
                  <a:cubicBezTo>
                    <a:pt x="25" y="11"/>
                    <a:pt x="23" y="10"/>
                    <a:pt x="19" y="10"/>
                  </a:cubicBezTo>
                  <a:cubicBezTo>
                    <a:pt x="18" y="10"/>
                    <a:pt x="17" y="10"/>
                    <a:pt x="15" y="10"/>
                  </a:cubicBezTo>
                  <a:cubicBezTo>
                    <a:pt x="13" y="11"/>
                    <a:pt x="12" y="11"/>
                    <a:pt x="12" y="11"/>
                  </a:cubicBezTo>
                  <a:cubicBezTo>
                    <a:pt x="12" y="51"/>
                    <a:pt x="12" y="51"/>
                    <a:pt x="12" y="51"/>
                  </a:cubicBezTo>
                  <a:cubicBezTo>
                    <a:pt x="0" y="51"/>
                    <a:pt x="0" y="51"/>
                    <a:pt x="0" y="51"/>
                  </a:cubicBezTo>
                  <a:cubicBezTo>
                    <a:pt x="0" y="3"/>
                    <a:pt x="0" y="3"/>
                    <a:pt x="0" y="3"/>
                  </a:cubicBezTo>
                  <a:cubicBezTo>
                    <a:pt x="2" y="2"/>
                    <a:pt x="5" y="2"/>
                    <a:pt x="9" y="1"/>
                  </a:cubicBezTo>
                  <a:cubicBezTo>
                    <a:pt x="12" y="0"/>
                    <a:pt x="16" y="0"/>
                    <a:pt x="20" y="0"/>
                  </a:cubicBezTo>
                  <a:cubicBezTo>
                    <a:pt x="24" y="0"/>
                    <a:pt x="26" y="1"/>
                    <a:pt x="29" y="1"/>
                  </a:cubicBezTo>
                  <a:cubicBezTo>
                    <a:pt x="31" y="2"/>
                    <a:pt x="33" y="4"/>
                    <a:pt x="34" y="5"/>
                  </a:cubicBezTo>
                  <a:cubicBezTo>
                    <a:pt x="35" y="4"/>
                    <a:pt x="36" y="4"/>
                    <a:pt x="37" y="3"/>
                  </a:cubicBezTo>
                  <a:cubicBezTo>
                    <a:pt x="38" y="3"/>
                    <a:pt x="39" y="2"/>
                    <a:pt x="41" y="2"/>
                  </a:cubicBezTo>
                  <a:cubicBezTo>
                    <a:pt x="42" y="1"/>
                    <a:pt x="43" y="1"/>
                    <a:pt x="45" y="1"/>
                  </a:cubicBezTo>
                  <a:cubicBezTo>
                    <a:pt x="46" y="0"/>
                    <a:pt x="48" y="0"/>
                    <a:pt x="49" y="0"/>
                  </a:cubicBezTo>
                  <a:cubicBezTo>
                    <a:pt x="53" y="0"/>
                    <a:pt x="56" y="1"/>
                    <a:pt x="59" y="2"/>
                  </a:cubicBezTo>
                  <a:cubicBezTo>
                    <a:pt x="62" y="3"/>
                    <a:pt x="63" y="4"/>
                    <a:pt x="65" y="6"/>
                  </a:cubicBezTo>
                  <a:cubicBezTo>
                    <a:pt x="66" y="9"/>
                    <a:pt x="67" y="11"/>
                    <a:pt x="68" y="14"/>
                  </a:cubicBezTo>
                  <a:cubicBezTo>
                    <a:pt x="68" y="17"/>
                    <a:pt x="69" y="20"/>
                    <a:pt x="69" y="23"/>
                  </a:cubicBezTo>
                  <a:cubicBezTo>
                    <a:pt x="69" y="51"/>
                    <a:pt x="69" y="51"/>
                    <a:pt x="69" y="51"/>
                  </a:cubicBezTo>
                  <a:cubicBezTo>
                    <a:pt x="57" y="51"/>
                    <a:pt x="57" y="51"/>
                    <a:pt x="57" y="51"/>
                  </a:cubicBezTo>
                  <a:cubicBezTo>
                    <a:pt x="57" y="25"/>
                    <a:pt x="57" y="25"/>
                    <a:pt x="57" y="25"/>
                  </a:cubicBezTo>
                  <a:cubicBezTo>
                    <a:pt x="57" y="20"/>
                    <a:pt x="56" y="16"/>
                    <a:pt x="55" y="14"/>
                  </a:cubicBezTo>
                  <a:cubicBezTo>
                    <a:pt x="54" y="11"/>
                    <a:pt x="51" y="10"/>
                    <a:pt x="48" y="10"/>
                  </a:cubicBezTo>
                  <a:cubicBezTo>
                    <a:pt x="46" y="10"/>
                    <a:pt x="44" y="10"/>
                    <a:pt x="43" y="11"/>
                  </a:cubicBezTo>
                  <a:cubicBezTo>
                    <a:pt x="41" y="12"/>
                    <a:pt x="40" y="12"/>
                    <a:pt x="39" y="13"/>
                  </a:cubicBezTo>
                  <a:cubicBezTo>
                    <a:pt x="39" y="14"/>
                    <a:pt x="40" y="16"/>
                    <a:pt x="40" y="18"/>
                  </a:cubicBezTo>
                  <a:cubicBezTo>
                    <a:pt x="40" y="20"/>
                    <a:pt x="40" y="22"/>
                    <a:pt x="40" y="24"/>
                  </a:cubicBezTo>
                  <a:cubicBezTo>
                    <a:pt x="40" y="51"/>
                    <a:pt x="40" y="51"/>
                    <a:pt x="40" y="51"/>
                  </a:cubicBezTo>
                  <a:cubicBezTo>
                    <a:pt x="29" y="51"/>
                    <a:pt x="29" y="51"/>
                    <a:pt x="29" y="51"/>
                  </a:cubicBezTo>
                  <a:lnTo>
                    <a:pt x="29" y="2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00" name="Freeform 12">
              <a:extLst>
                <a:ext uri="{FF2B5EF4-FFF2-40B4-BE49-F238E27FC236}">
                  <a16:creationId xmlns:a16="http://schemas.microsoft.com/office/drawing/2014/main" id="{5074DF56-6CCB-48E7-A2F7-4F1C2D7FAE15}"/>
                </a:ext>
              </a:extLst>
            </p:cNvPr>
            <p:cNvSpPr>
              <a:spLocks noEditPoints="1"/>
            </p:cNvSpPr>
            <p:nvPr userDrawn="1"/>
          </p:nvSpPr>
          <p:spPr bwMode="auto">
            <a:xfrm>
              <a:off x="2816000" y="5030484"/>
              <a:ext cx="250825" cy="328613"/>
            </a:xfrm>
            <a:custGeom>
              <a:avLst/>
              <a:gdLst>
                <a:gd name="T0" fmla="*/ 21 w 41"/>
                <a:gd name="T1" fmla="*/ 0 h 52"/>
                <a:gd name="T2" fmla="*/ 30 w 41"/>
                <a:gd name="T3" fmla="*/ 1 h 52"/>
                <a:gd name="T4" fmla="*/ 37 w 41"/>
                <a:gd name="T5" fmla="*/ 5 h 52"/>
                <a:gd name="T6" fmla="*/ 40 w 41"/>
                <a:gd name="T7" fmla="*/ 12 h 52"/>
                <a:gd name="T8" fmla="*/ 41 w 41"/>
                <a:gd name="T9" fmla="*/ 20 h 52"/>
                <a:gd name="T10" fmla="*/ 41 w 41"/>
                <a:gd name="T11" fmla="*/ 50 h 52"/>
                <a:gd name="T12" fmla="*/ 33 w 41"/>
                <a:gd name="T13" fmla="*/ 52 h 52"/>
                <a:gd name="T14" fmla="*/ 21 w 41"/>
                <a:gd name="T15" fmla="*/ 52 h 52"/>
                <a:gd name="T16" fmla="*/ 12 w 41"/>
                <a:gd name="T17" fmla="*/ 52 h 52"/>
                <a:gd name="T18" fmla="*/ 6 w 41"/>
                <a:gd name="T19" fmla="*/ 49 h 52"/>
                <a:gd name="T20" fmla="*/ 2 w 41"/>
                <a:gd name="T21" fmla="*/ 44 h 52"/>
                <a:gd name="T22" fmla="*/ 0 w 41"/>
                <a:gd name="T23" fmla="*/ 36 h 52"/>
                <a:gd name="T24" fmla="*/ 2 w 41"/>
                <a:gd name="T25" fmla="*/ 29 h 52"/>
                <a:gd name="T26" fmla="*/ 7 w 41"/>
                <a:gd name="T27" fmla="*/ 24 h 52"/>
                <a:gd name="T28" fmla="*/ 13 w 41"/>
                <a:gd name="T29" fmla="*/ 21 h 52"/>
                <a:gd name="T30" fmla="*/ 21 w 41"/>
                <a:gd name="T31" fmla="*/ 21 h 52"/>
                <a:gd name="T32" fmla="*/ 25 w 41"/>
                <a:gd name="T33" fmla="*/ 21 h 52"/>
                <a:gd name="T34" fmla="*/ 30 w 41"/>
                <a:gd name="T35" fmla="*/ 22 h 52"/>
                <a:gd name="T36" fmla="*/ 30 w 41"/>
                <a:gd name="T37" fmla="*/ 20 h 52"/>
                <a:gd name="T38" fmla="*/ 29 w 41"/>
                <a:gd name="T39" fmla="*/ 16 h 52"/>
                <a:gd name="T40" fmla="*/ 28 w 41"/>
                <a:gd name="T41" fmla="*/ 13 h 52"/>
                <a:gd name="T42" fmla="*/ 25 w 41"/>
                <a:gd name="T43" fmla="*/ 10 h 52"/>
                <a:gd name="T44" fmla="*/ 20 w 41"/>
                <a:gd name="T45" fmla="*/ 10 h 52"/>
                <a:gd name="T46" fmla="*/ 12 w 41"/>
                <a:gd name="T47" fmla="*/ 10 h 52"/>
                <a:gd name="T48" fmla="*/ 7 w 41"/>
                <a:gd name="T49" fmla="*/ 12 h 52"/>
                <a:gd name="T50" fmla="*/ 5 w 41"/>
                <a:gd name="T51" fmla="*/ 2 h 52"/>
                <a:gd name="T52" fmla="*/ 12 w 41"/>
                <a:gd name="T53" fmla="*/ 1 h 52"/>
                <a:gd name="T54" fmla="*/ 21 w 41"/>
                <a:gd name="T55" fmla="*/ 0 h 52"/>
                <a:gd name="T56" fmla="*/ 22 w 41"/>
                <a:gd name="T57" fmla="*/ 43 h 52"/>
                <a:gd name="T58" fmla="*/ 30 w 41"/>
                <a:gd name="T59" fmla="*/ 43 h 52"/>
                <a:gd name="T60" fmla="*/ 30 w 41"/>
                <a:gd name="T61" fmla="*/ 30 h 52"/>
                <a:gd name="T62" fmla="*/ 27 w 41"/>
                <a:gd name="T63" fmla="*/ 29 h 52"/>
                <a:gd name="T64" fmla="*/ 23 w 41"/>
                <a:gd name="T65" fmla="*/ 29 h 52"/>
                <a:gd name="T66" fmla="*/ 19 w 41"/>
                <a:gd name="T67" fmla="*/ 29 h 52"/>
                <a:gd name="T68" fmla="*/ 16 w 41"/>
                <a:gd name="T69" fmla="*/ 30 h 52"/>
                <a:gd name="T70" fmla="*/ 13 w 41"/>
                <a:gd name="T71" fmla="*/ 32 h 52"/>
                <a:gd name="T72" fmla="*/ 12 w 41"/>
                <a:gd name="T73" fmla="*/ 36 h 52"/>
                <a:gd name="T74" fmla="*/ 15 w 41"/>
                <a:gd name="T75" fmla="*/ 42 h 52"/>
                <a:gd name="T76" fmla="*/ 22 w 41"/>
                <a:gd name="T77" fmla="*/ 4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 h="52">
                  <a:moveTo>
                    <a:pt x="21" y="0"/>
                  </a:moveTo>
                  <a:cubicBezTo>
                    <a:pt x="25" y="0"/>
                    <a:pt x="28" y="0"/>
                    <a:pt x="30" y="1"/>
                  </a:cubicBezTo>
                  <a:cubicBezTo>
                    <a:pt x="33" y="2"/>
                    <a:pt x="35" y="4"/>
                    <a:pt x="37" y="5"/>
                  </a:cubicBezTo>
                  <a:cubicBezTo>
                    <a:pt x="38" y="7"/>
                    <a:pt x="39" y="9"/>
                    <a:pt x="40" y="12"/>
                  </a:cubicBezTo>
                  <a:cubicBezTo>
                    <a:pt x="41" y="14"/>
                    <a:pt x="41" y="17"/>
                    <a:pt x="41" y="20"/>
                  </a:cubicBezTo>
                  <a:cubicBezTo>
                    <a:pt x="41" y="50"/>
                    <a:pt x="41" y="50"/>
                    <a:pt x="41" y="50"/>
                  </a:cubicBezTo>
                  <a:cubicBezTo>
                    <a:pt x="39" y="51"/>
                    <a:pt x="37" y="51"/>
                    <a:pt x="33" y="52"/>
                  </a:cubicBezTo>
                  <a:cubicBezTo>
                    <a:pt x="29" y="52"/>
                    <a:pt x="25" y="52"/>
                    <a:pt x="21" y="52"/>
                  </a:cubicBezTo>
                  <a:cubicBezTo>
                    <a:pt x="18" y="52"/>
                    <a:pt x="15" y="52"/>
                    <a:pt x="12" y="52"/>
                  </a:cubicBezTo>
                  <a:cubicBezTo>
                    <a:pt x="10" y="51"/>
                    <a:pt x="8" y="50"/>
                    <a:pt x="6" y="49"/>
                  </a:cubicBezTo>
                  <a:cubicBezTo>
                    <a:pt x="4" y="47"/>
                    <a:pt x="3" y="46"/>
                    <a:pt x="2" y="44"/>
                  </a:cubicBezTo>
                  <a:cubicBezTo>
                    <a:pt x="1" y="42"/>
                    <a:pt x="0" y="39"/>
                    <a:pt x="0" y="36"/>
                  </a:cubicBezTo>
                  <a:cubicBezTo>
                    <a:pt x="0" y="33"/>
                    <a:pt x="1" y="31"/>
                    <a:pt x="2" y="29"/>
                  </a:cubicBezTo>
                  <a:cubicBezTo>
                    <a:pt x="3" y="27"/>
                    <a:pt x="5" y="25"/>
                    <a:pt x="7" y="24"/>
                  </a:cubicBezTo>
                  <a:cubicBezTo>
                    <a:pt x="9" y="23"/>
                    <a:pt x="11" y="22"/>
                    <a:pt x="13" y="21"/>
                  </a:cubicBezTo>
                  <a:cubicBezTo>
                    <a:pt x="16" y="21"/>
                    <a:pt x="19" y="21"/>
                    <a:pt x="21" y="21"/>
                  </a:cubicBezTo>
                  <a:cubicBezTo>
                    <a:pt x="23" y="21"/>
                    <a:pt x="24" y="21"/>
                    <a:pt x="25" y="21"/>
                  </a:cubicBezTo>
                  <a:cubicBezTo>
                    <a:pt x="27" y="21"/>
                    <a:pt x="28" y="21"/>
                    <a:pt x="30" y="22"/>
                  </a:cubicBezTo>
                  <a:cubicBezTo>
                    <a:pt x="30" y="20"/>
                    <a:pt x="30" y="20"/>
                    <a:pt x="30" y="20"/>
                  </a:cubicBezTo>
                  <a:cubicBezTo>
                    <a:pt x="30" y="18"/>
                    <a:pt x="30" y="17"/>
                    <a:pt x="29" y="16"/>
                  </a:cubicBezTo>
                  <a:cubicBezTo>
                    <a:pt x="29" y="15"/>
                    <a:pt x="28" y="14"/>
                    <a:pt x="28" y="13"/>
                  </a:cubicBezTo>
                  <a:cubicBezTo>
                    <a:pt x="27" y="12"/>
                    <a:pt x="26" y="11"/>
                    <a:pt x="25" y="10"/>
                  </a:cubicBezTo>
                  <a:cubicBezTo>
                    <a:pt x="23" y="10"/>
                    <a:pt x="22" y="10"/>
                    <a:pt x="20" y="10"/>
                  </a:cubicBezTo>
                  <a:cubicBezTo>
                    <a:pt x="17" y="10"/>
                    <a:pt x="14" y="10"/>
                    <a:pt x="12" y="10"/>
                  </a:cubicBezTo>
                  <a:cubicBezTo>
                    <a:pt x="10" y="11"/>
                    <a:pt x="8" y="11"/>
                    <a:pt x="7" y="12"/>
                  </a:cubicBezTo>
                  <a:cubicBezTo>
                    <a:pt x="5" y="2"/>
                    <a:pt x="5" y="2"/>
                    <a:pt x="5" y="2"/>
                  </a:cubicBezTo>
                  <a:cubicBezTo>
                    <a:pt x="7" y="2"/>
                    <a:pt x="9" y="1"/>
                    <a:pt x="12" y="1"/>
                  </a:cubicBezTo>
                  <a:cubicBezTo>
                    <a:pt x="15" y="0"/>
                    <a:pt x="18" y="0"/>
                    <a:pt x="21" y="0"/>
                  </a:cubicBezTo>
                  <a:close/>
                  <a:moveTo>
                    <a:pt x="22" y="43"/>
                  </a:moveTo>
                  <a:cubicBezTo>
                    <a:pt x="25" y="43"/>
                    <a:pt x="28" y="43"/>
                    <a:pt x="30" y="43"/>
                  </a:cubicBezTo>
                  <a:cubicBezTo>
                    <a:pt x="30" y="30"/>
                    <a:pt x="30" y="30"/>
                    <a:pt x="30" y="30"/>
                  </a:cubicBezTo>
                  <a:cubicBezTo>
                    <a:pt x="29" y="30"/>
                    <a:pt x="28" y="29"/>
                    <a:pt x="27" y="29"/>
                  </a:cubicBezTo>
                  <a:cubicBezTo>
                    <a:pt x="26" y="29"/>
                    <a:pt x="24" y="29"/>
                    <a:pt x="23" y="29"/>
                  </a:cubicBezTo>
                  <a:cubicBezTo>
                    <a:pt x="22" y="29"/>
                    <a:pt x="20" y="29"/>
                    <a:pt x="19" y="29"/>
                  </a:cubicBezTo>
                  <a:cubicBezTo>
                    <a:pt x="18" y="29"/>
                    <a:pt x="17" y="30"/>
                    <a:pt x="16" y="30"/>
                  </a:cubicBezTo>
                  <a:cubicBezTo>
                    <a:pt x="15" y="31"/>
                    <a:pt x="14" y="31"/>
                    <a:pt x="13" y="32"/>
                  </a:cubicBezTo>
                  <a:cubicBezTo>
                    <a:pt x="12" y="33"/>
                    <a:pt x="12" y="35"/>
                    <a:pt x="12" y="36"/>
                  </a:cubicBezTo>
                  <a:cubicBezTo>
                    <a:pt x="12" y="39"/>
                    <a:pt x="13" y="41"/>
                    <a:pt x="15" y="42"/>
                  </a:cubicBezTo>
                  <a:cubicBezTo>
                    <a:pt x="16" y="43"/>
                    <a:pt x="19" y="43"/>
                    <a:pt x="22" y="4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01" name="Freeform 13">
              <a:extLst>
                <a:ext uri="{FF2B5EF4-FFF2-40B4-BE49-F238E27FC236}">
                  <a16:creationId xmlns:a16="http://schemas.microsoft.com/office/drawing/2014/main" id="{17581EC1-A18F-4CA6-A548-B28E50EA876E}"/>
                </a:ext>
              </a:extLst>
            </p:cNvPr>
            <p:cNvSpPr>
              <a:spLocks/>
            </p:cNvSpPr>
            <p:nvPr userDrawn="1"/>
          </p:nvSpPr>
          <p:spPr bwMode="auto">
            <a:xfrm>
              <a:off x="3141437"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5"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5" y="67"/>
                    <a:pt x="12" y="66"/>
                    <a:pt x="9"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02" name="Freeform 14">
              <a:extLst>
                <a:ext uri="{FF2B5EF4-FFF2-40B4-BE49-F238E27FC236}">
                  <a16:creationId xmlns:a16="http://schemas.microsoft.com/office/drawing/2014/main" id="{06A3D3AE-00A7-445D-BF5E-DAE1CEB18A98}"/>
                </a:ext>
              </a:extLst>
            </p:cNvPr>
            <p:cNvSpPr>
              <a:spLocks/>
            </p:cNvSpPr>
            <p:nvPr userDrawn="1"/>
          </p:nvSpPr>
          <p:spPr bwMode="auto">
            <a:xfrm>
              <a:off x="3373212" y="4943171"/>
              <a:ext cx="188913" cy="422275"/>
            </a:xfrm>
            <a:custGeom>
              <a:avLst/>
              <a:gdLst>
                <a:gd name="T0" fmla="*/ 0 w 31"/>
                <a:gd name="T1" fmla="*/ 2 h 67"/>
                <a:gd name="T2" fmla="*/ 12 w 31"/>
                <a:gd name="T3" fmla="*/ 0 h 67"/>
                <a:gd name="T4" fmla="*/ 12 w 31"/>
                <a:gd name="T5" fmla="*/ 15 h 67"/>
                <a:gd name="T6" fmla="*/ 29 w 31"/>
                <a:gd name="T7" fmla="*/ 15 h 67"/>
                <a:gd name="T8" fmla="*/ 29 w 31"/>
                <a:gd name="T9" fmla="*/ 25 h 67"/>
                <a:gd name="T10" fmla="*/ 12 w 31"/>
                <a:gd name="T11" fmla="*/ 25 h 67"/>
                <a:gd name="T12" fmla="*/ 12 w 31"/>
                <a:gd name="T13" fmla="*/ 45 h 67"/>
                <a:gd name="T14" fmla="*/ 14 w 31"/>
                <a:gd name="T15" fmla="*/ 54 h 67"/>
                <a:gd name="T16" fmla="*/ 20 w 31"/>
                <a:gd name="T17" fmla="*/ 57 h 67"/>
                <a:gd name="T18" fmla="*/ 26 w 31"/>
                <a:gd name="T19" fmla="*/ 56 h 67"/>
                <a:gd name="T20" fmla="*/ 30 w 31"/>
                <a:gd name="T21" fmla="*/ 55 h 67"/>
                <a:gd name="T22" fmla="*/ 31 w 31"/>
                <a:gd name="T23" fmla="*/ 64 h 67"/>
                <a:gd name="T24" fmla="*/ 26 w 31"/>
                <a:gd name="T25" fmla="*/ 66 h 67"/>
                <a:gd name="T26" fmla="*/ 19 w 31"/>
                <a:gd name="T27" fmla="*/ 67 h 67"/>
                <a:gd name="T28" fmla="*/ 10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2" y="0"/>
                    <a:pt x="12" y="0"/>
                    <a:pt x="12" y="0"/>
                  </a:cubicBezTo>
                  <a:cubicBezTo>
                    <a:pt x="12" y="15"/>
                    <a:pt x="12" y="15"/>
                    <a:pt x="12" y="15"/>
                  </a:cubicBezTo>
                  <a:cubicBezTo>
                    <a:pt x="29" y="15"/>
                    <a:pt x="29" y="15"/>
                    <a:pt x="29" y="15"/>
                  </a:cubicBezTo>
                  <a:cubicBezTo>
                    <a:pt x="29" y="25"/>
                    <a:pt x="29" y="25"/>
                    <a:pt x="29" y="25"/>
                  </a:cubicBezTo>
                  <a:cubicBezTo>
                    <a:pt x="12" y="25"/>
                    <a:pt x="12" y="25"/>
                    <a:pt x="12" y="25"/>
                  </a:cubicBezTo>
                  <a:cubicBezTo>
                    <a:pt x="12" y="45"/>
                    <a:pt x="12" y="45"/>
                    <a:pt x="12" y="45"/>
                  </a:cubicBezTo>
                  <a:cubicBezTo>
                    <a:pt x="12" y="49"/>
                    <a:pt x="12" y="52"/>
                    <a:pt x="14" y="54"/>
                  </a:cubicBezTo>
                  <a:cubicBezTo>
                    <a:pt x="15" y="56"/>
                    <a:pt x="17" y="57"/>
                    <a:pt x="20" y="57"/>
                  </a:cubicBezTo>
                  <a:cubicBezTo>
                    <a:pt x="22" y="57"/>
                    <a:pt x="24" y="56"/>
                    <a:pt x="26" y="56"/>
                  </a:cubicBezTo>
                  <a:cubicBezTo>
                    <a:pt x="27" y="55"/>
                    <a:pt x="29" y="55"/>
                    <a:pt x="30" y="55"/>
                  </a:cubicBezTo>
                  <a:cubicBezTo>
                    <a:pt x="31" y="64"/>
                    <a:pt x="31" y="64"/>
                    <a:pt x="31" y="64"/>
                  </a:cubicBezTo>
                  <a:cubicBezTo>
                    <a:pt x="30" y="64"/>
                    <a:pt x="28" y="65"/>
                    <a:pt x="26" y="66"/>
                  </a:cubicBezTo>
                  <a:cubicBezTo>
                    <a:pt x="24" y="66"/>
                    <a:pt x="21" y="67"/>
                    <a:pt x="19" y="67"/>
                  </a:cubicBezTo>
                  <a:cubicBezTo>
                    <a:pt x="15" y="67"/>
                    <a:pt x="12" y="66"/>
                    <a:pt x="10"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03" name="Freeform 15">
              <a:extLst>
                <a:ext uri="{FF2B5EF4-FFF2-40B4-BE49-F238E27FC236}">
                  <a16:creationId xmlns:a16="http://schemas.microsoft.com/office/drawing/2014/main" id="{BB9D29E0-C2EF-43C4-B561-516A5F5603BD}"/>
                </a:ext>
              </a:extLst>
            </p:cNvPr>
            <p:cNvSpPr>
              <a:spLocks noEditPoints="1"/>
            </p:cNvSpPr>
            <p:nvPr userDrawn="1"/>
          </p:nvSpPr>
          <p:spPr bwMode="auto">
            <a:xfrm>
              <a:off x="3587525" y="5030484"/>
              <a:ext cx="274638" cy="334963"/>
            </a:xfrm>
            <a:custGeom>
              <a:avLst/>
              <a:gdLst>
                <a:gd name="T0" fmla="*/ 0 w 45"/>
                <a:gd name="T1" fmla="*/ 27 h 53"/>
                <a:gd name="T2" fmla="*/ 2 w 45"/>
                <a:gd name="T3" fmla="*/ 15 h 53"/>
                <a:gd name="T4" fmla="*/ 7 w 45"/>
                <a:gd name="T5" fmla="*/ 7 h 53"/>
                <a:gd name="T6" fmla="*/ 15 w 45"/>
                <a:gd name="T7" fmla="*/ 2 h 53"/>
                <a:gd name="T8" fmla="*/ 23 w 45"/>
                <a:gd name="T9" fmla="*/ 0 h 53"/>
                <a:gd name="T10" fmla="*/ 40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1 w 45"/>
                <a:gd name="T27" fmla="*/ 40 h 53"/>
                <a:gd name="T28" fmla="*/ 42 w 45"/>
                <a:gd name="T29" fmla="*/ 50 h 53"/>
                <a:gd name="T30" fmla="*/ 40 w 45"/>
                <a:gd name="T31" fmla="*/ 51 h 53"/>
                <a:gd name="T32" fmla="*/ 36 w 45"/>
                <a:gd name="T33" fmla="*/ 52 h 53"/>
                <a:gd name="T34" fmla="*/ 31 w 45"/>
                <a:gd name="T35" fmla="*/ 52 h 53"/>
                <a:gd name="T36" fmla="*/ 26 w 45"/>
                <a:gd name="T37" fmla="*/ 53 h 53"/>
                <a:gd name="T38" fmla="*/ 14 w 45"/>
                <a:gd name="T39" fmla="*/ 51 h 53"/>
                <a:gd name="T40" fmla="*/ 6 w 45"/>
                <a:gd name="T41" fmla="*/ 45 h 53"/>
                <a:gd name="T42" fmla="*/ 2 w 45"/>
                <a:gd name="T43" fmla="*/ 37 h 53"/>
                <a:gd name="T44" fmla="*/ 0 w 45"/>
                <a:gd name="T45" fmla="*/ 27 h 53"/>
                <a:gd name="T46" fmla="*/ 34 w 45"/>
                <a:gd name="T47" fmla="*/ 21 h 53"/>
                <a:gd name="T48" fmla="*/ 33 w 45"/>
                <a:gd name="T49" fmla="*/ 17 h 53"/>
                <a:gd name="T50" fmla="*/ 31 w 45"/>
                <a:gd name="T51" fmla="*/ 13 h 53"/>
                <a:gd name="T52" fmla="*/ 28 w 45"/>
                <a:gd name="T53" fmla="*/ 11 h 53"/>
                <a:gd name="T54" fmla="*/ 24 w 45"/>
                <a:gd name="T55" fmla="*/ 10 h 53"/>
                <a:gd name="T56" fmla="*/ 19 w 45"/>
                <a:gd name="T57" fmla="*/ 11 h 53"/>
                <a:gd name="T58" fmla="*/ 15 w 45"/>
                <a:gd name="T59" fmla="*/ 13 h 53"/>
                <a:gd name="T60" fmla="*/ 13 w 45"/>
                <a:gd name="T61" fmla="*/ 17 h 53"/>
                <a:gd name="T62" fmla="*/ 12 w 45"/>
                <a:gd name="T63" fmla="*/ 21 h 53"/>
                <a:gd name="T64" fmla="*/ 34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1" y="18"/>
                    <a:pt x="2" y="15"/>
                  </a:cubicBezTo>
                  <a:cubicBezTo>
                    <a:pt x="3" y="12"/>
                    <a:pt x="5" y="9"/>
                    <a:pt x="7" y="7"/>
                  </a:cubicBezTo>
                  <a:cubicBezTo>
                    <a:pt x="9" y="4"/>
                    <a:pt x="12" y="3"/>
                    <a:pt x="15" y="2"/>
                  </a:cubicBezTo>
                  <a:cubicBezTo>
                    <a:pt x="18" y="0"/>
                    <a:pt x="21" y="0"/>
                    <a:pt x="23" y="0"/>
                  </a:cubicBezTo>
                  <a:cubicBezTo>
                    <a:pt x="30" y="0"/>
                    <a:pt x="36" y="2"/>
                    <a:pt x="40" y="6"/>
                  </a:cubicBezTo>
                  <a:cubicBezTo>
                    <a:pt x="44"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3" y="43"/>
                    <a:pt x="27" y="43"/>
                  </a:cubicBezTo>
                  <a:cubicBezTo>
                    <a:pt x="30" y="43"/>
                    <a:pt x="33" y="42"/>
                    <a:pt x="35" y="42"/>
                  </a:cubicBezTo>
                  <a:cubicBezTo>
                    <a:pt x="37" y="41"/>
                    <a:pt x="39" y="41"/>
                    <a:pt x="41" y="40"/>
                  </a:cubicBezTo>
                  <a:cubicBezTo>
                    <a:pt x="42" y="50"/>
                    <a:pt x="42" y="50"/>
                    <a:pt x="42" y="50"/>
                  </a:cubicBezTo>
                  <a:cubicBezTo>
                    <a:pt x="42" y="50"/>
                    <a:pt x="41" y="50"/>
                    <a:pt x="40" y="51"/>
                  </a:cubicBezTo>
                  <a:cubicBezTo>
                    <a:pt x="38" y="51"/>
                    <a:pt x="37" y="51"/>
                    <a:pt x="36" y="52"/>
                  </a:cubicBezTo>
                  <a:cubicBezTo>
                    <a:pt x="34" y="52"/>
                    <a:pt x="33" y="52"/>
                    <a:pt x="31" y="52"/>
                  </a:cubicBezTo>
                  <a:cubicBezTo>
                    <a:pt x="29" y="53"/>
                    <a:pt x="28" y="53"/>
                    <a:pt x="26" y="53"/>
                  </a:cubicBezTo>
                  <a:cubicBezTo>
                    <a:pt x="22" y="53"/>
                    <a:pt x="18" y="52"/>
                    <a:pt x="14" y="51"/>
                  </a:cubicBezTo>
                  <a:cubicBezTo>
                    <a:pt x="11" y="49"/>
                    <a:pt x="8" y="48"/>
                    <a:pt x="6" y="45"/>
                  </a:cubicBezTo>
                  <a:cubicBezTo>
                    <a:pt x="4" y="43"/>
                    <a:pt x="3" y="40"/>
                    <a:pt x="2" y="37"/>
                  </a:cubicBezTo>
                  <a:cubicBezTo>
                    <a:pt x="1" y="34"/>
                    <a:pt x="0" y="30"/>
                    <a:pt x="0" y="27"/>
                  </a:cubicBezTo>
                  <a:close/>
                  <a:moveTo>
                    <a:pt x="34" y="21"/>
                  </a:moveTo>
                  <a:cubicBezTo>
                    <a:pt x="34" y="20"/>
                    <a:pt x="34" y="18"/>
                    <a:pt x="33" y="17"/>
                  </a:cubicBezTo>
                  <a:cubicBezTo>
                    <a:pt x="33" y="15"/>
                    <a:pt x="32" y="14"/>
                    <a:pt x="31" y="13"/>
                  </a:cubicBezTo>
                  <a:cubicBezTo>
                    <a:pt x="30" y="12"/>
                    <a:pt x="29" y="11"/>
                    <a:pt x="28" y="11"/>
                  </a:cubicBezTo>
                  <a:cubicBezTo>
                    <a:pt x="27" y="10"/>
                    <a:pt x="25" y="10"/>
                    <a:pt x="24" y="10"/>
                  </a:cubicBezTo>
                  <a:cubicBezTo>
                    <a:pt x="22" y="10"/>
                    <a:pt x="20" y="10"/>
                    <a:pt x="19" y="11"/>
                  </a:cubicBezTo>
                  <a:cubicBezTo>
                    <a:pt x="18" y="11"/>
                    <a:pt x="16" y="12"/>
                    <a:pt x="15" y="13"/>
                  </a:cubicBezTo>
                  <a:cubicBezTo>
                    <a:pt x="15" y="14"/>
                    <a:pt x="14" y="16"/>
                    <a:pt x="13" y="17"/>
                  </a:cubicBezTo>
                  <a:cubicBezTo>
                    <a:pt x="13" y="18"/>
                    <a:pt x="12" y="20"/>
                    <a:pt x="12" y="21"/>
                  </a:cubicBezTo>
                  <a:lnTo>
                    <a:pt x="34"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04" name="Freeform 16">
              <a:extLst>
                <a:ext uri="{FF2B5EF4-FFF2-40B4-BE49-F238E27FC236}">
                  <a16:creationId xmlns:a16="http://schemas.microsoft.com/office/drawing/2014/main" id="{4BDD0DFD-C51F-4672-AA80-67BE1BBC113B}"/>
                </a:ext>
              </a:extLst>
            </p:cNvPr>
            <p:cNvSpPr>
              <a:spLocks/>
            </p:cNvSpPr>
            <p:nvPr userDrawn="1"/>
          </p:nvSpPr>
          <p:spPr bwMode="auto">
            <a:xfrm>
              <a:off x="3928837" y="5030484"/>
              <a:ext cx="184150" cy="322263"/>
            </a:xfrm>
            <a:custGeom>
              <a:avLst/>
              <a:gdLst>
                <a:gd name="T0" fmla="*/ 28 w 30"/>
                <a:gd name="T1" fmla="*/ 12 h 51"/>
                <a:gd name="T2" fmla="*/ 24 w 30"/>
                <a:gd name="T3" fmla="*/ 11 h 51"/>
                <a:gd name="T4" fmla="*/ 19 w 30"/>
                <a:gd name="T5" fmla="*/ 10 h 51"/>
                <a:gd name="T6" fmla="*/ 14 w 30"/>
                <a:gd name="T7" fmla="*/ 10 h 51"/>
                <a:gd name="T8" fmla="*/ 11 w 30"/>
                <a:gd name="T9" fmla="*/ 11 h 51"/>
                <a:gd name="T10" fmla="*/ 11 w 30"/>
                <a:gd name="T11" fmla="*/ 51 h 51"/>
                <a:gd name="T12" fmla="*/ 0 w 30"/>
                <a:gd name="T13" fmla="*/ 51 h 51"/>
                <a:gd name="T14" fmla="*/ 0 w 30"/>
                <a:gd name="T15" fmla="*/ 4 h 51"/>
                <a:gd name="T16" fmla="*/ 8 w 30"/>
                <a:gd name="T17" fmla="*/ 1 h 51"/>
                <a:gd name="T18" fmla="*/ 19 w 30"/>
                <a:gd name="T19" fmla="*/ 0 h 51"/>
                <a:gd name="T20" fmla="*/ 22 w 30"/>
                <a:gd name="T21" fmla="*/ 0 h 51"/>
                <a:gd name="T22" fmla="*/ 25 w 30"/>
                <a:gd name="T23" fmla="*/ 1 h 51"/>
                <a:gd name="T24" fmla="*/ 28 w 30"/>
                <a:gd name="T25" fmla="*/ 1 h 51"/>
                <a:gd name="T26" fmla="*/ 30 w 30"/>
                <a:gd name="T27" fmla="*/ 2 h 51"/>
                <a:gd name="T28" fmla="*/ 28 w 30"/>
                <a:gd name="T29"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51">
                  <a:moveTo>
                    <a:pt x="28" y="12"/>
                  </a:moveTo>
                  <a:cubicBezTo>
                    <a:pt x="27" y="11"/>
                    <a:pt x="26" y="11"/>
                    <a:pt x="24" y="11"/>
                  </a:cubicBezTo>
                  <a:cubicBezTo>
                    <a:pt x="23" y="10"/>
                    <a:pt x="21" y="10"/>
                    <a:pt x="19" y="10"/>
                  </a:cubicBezTo>
                  <a:cubicBezTo>
                    <a:pt x="17" y="10"/>
                    <a:pt x="16" y="10"/>
                    <a:pt x="14" y="10"/>
                  </a:cubicBezTo>
                  <a:cubicBezTo>
                    <a:pt x="13" y="11"/>
                    <a:pt x="12" y="11"/>
                    <a:pt x="11" y="11"/>
                  </a:cubicBezTo>
                  <a:cubicBezTo>
                    <a:pt x="11" y="51"/>
                    <a:pt x="11" y="51"/>
                    <a:pt x="11" y="51"/>
                  </a:cubicBezTo>
                  <a:cubicBezTo>
                    <a:pt x="0" y="51"/>
                    <a:pt x="0" y="51"/>
                    <a:pt x="0" y="51"/>
                  </a:cubicBezTo>
                  <a:cubicBezTo>
                    <a:pt x="0" y="4"/>
                    <a:pt x="0" y="4"/>
                    <a:pt x="0" y="4"/>
                  </a:cubicBezTo>
                  <a:cubicBezTo>
                    <a:pt x="2" y="3"/>
                    <a:pt x="5" y="2"/>
                    <a:pt x="8" y="1"/>
                  </a:cubicBezTo>
                  <a:cubicBezTo>
                    <a:pt x="12" y="0"/>
                    <a:pt x="15" y="0"/>
                    <a:pt x="19" y="0"/>
                  </a:cubicBezTo>
                  <a:cubicBezTo>
                    <a:pt x="20" y="0"/>
                    <a:pt x="21" y="0"/>
                    <a:pt x="22" y="0"/>
                  </a:cubicBezTo>
                  <a:cubicBezTo>
                    <a:pt x="23" y="0"/>
                    <a:pt x="24" y="0"/>
                    <a:pt x="25" y="1"/>
                  </a:cubicBezTo>
                  <a:cubicBezTo>
                    <a:pt x="26" y="1"/>
                    <a:pt x="27" y="1"/>
                    <a:pt x="28" y="1"/>
                  </a:cubicBezTo>
                  <a:cubicBezTo>
                    <a:pt x="29" y="1"/>
                    <a:pt x="30" y="2"/>
                    <a:pt x="30" y="2"/>
                  </a:cubicBezTo>
                  <a:lnTo>
                    <a:pt x="28" y="1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05" name="Freeform 17">
              <a:extLst>
                <a:ext uri="{FF2B5EF4-FFF2-40B4-BE49-F238E27FC236}">
                  <a16:creationId xmlns:a16="http://schemas.microsoft.com/office/drawing/2014/main" id="{D9522247-4A35-4CEE-B1E8-A614B7D0AD4C}"/>
                </a:ext>
              </a:extLst>
            </p:cNvPr>
            <p:cNvSpPr>
              <a:spLocks/>
            </p:cNvSpPr>
            <p:nvPr userDrawn="1"/>
          </p:nvSpPr>
          <p:spPr bwMode="auto">
            <a:xfrm>
              <a:off x="4100287" y="5276546"/>
              <a:ext cx="98425" cy="176213"/>
            </a:xfrm>
            <a:custGeom>
              <a:avLst/>
              <a:gdLst>
                <a:gd name="T0" fmla="*/ 16 w 16"/>
                <a:gd name="T1" fmla="*/ 0 h 28"/>
                <a:gd name="T2" fmla="*/ 16 w 16"/>
                <a:gd name="T3" fmla="*/ 2 h 28"/>
                <a:gd name="T4" fmla="*/ 16 w 16"/>
                <a:gd name="T5" fmla="*/ 4 h 28"/>
                <a:gd name="T6" fmla="*/ 14 w 16"/>
                <a:gd name="T7" fmla="*/ 16 h 28"/>
                <a:gd name="T8" fmla="*/ 9 w 16"/>
                <a:gd name="T9" fmla="*/ 28 h 28"/>
                <a:gd name="T10" fmla="*/ 0 w 16"/>
                <a:gd name="T11" fmla="*/ 25 h 28"/>
                <a:gd name="T12" fmla="*/ 3 w 16"/>
                <a:gd name="T13" fmla="*/ 14 h 28"/>
                <a:gd name="T14" fmla="*/ 4 w 16"/>
                <a:gd name="T15" fmla="*/ 5 h 28"/>
                <a:gd name="T16" fmla="*/ 4 w 16"/>
                <a:gd name="T17" fmla="*/ 2 h 28"/>
                <a:gd name="T18" fmla="*/ 4 w 16"/>
                <a:gd name="T19" fmla="*/ 0 h 28"/>
                <a:gd name="T20" fmla="*/ 16 w 16"/>
                <a:gd name="T21"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28">
                  <a:moveTo>
                    <a:pt x="16" y="0"/>
                  </a:moveTo>
                  <a:cubicBezTo>
                    <a:pt x="16" y="1"/>
                    <a:pt x="16" y="1"/>
                    <a:pt x="16" y="2"/>
                  </a:cubicBezTo>
                  <a:cubicBezTo>
                    <a:pt x="16" y="3"/>
                    <a:pt x="16" y="3"/>
                    <a:pt x="16" y="4"/>
                  </a:cubicBezTo>
                  <a:cubicBezTo>
                    <a:pt x="16" y="8"/>
                    <a:pt x="15" y="12"/>
                    <a:pt x="14" y="16"/>
                  </a:cubicBezTo>
                  <a:cubicBezTo>
                    <a:pt x="13" y="20"/>
                    <a:pt x="11" y="24"/>
                    <a:pt x="9" y="28"/>
                  </a:cubicBezTo>
                  <a:cubicBezTo>
                    <a:pt x="0" y="25"/>
                    <a:pt x="0" y="25"/>
                    <a:pt x="0" y="25"/>
                  </a:cubicBezTo>
                  <a:cubicBezTo>
                    <a:pt x="1" y="22"/>
                    <a:pt x="2" y="18"/>
                    <a:pt x="3" y="14"/>
                  </a:cubicBezTo>
                  <a:cubicBezTo>
                    <a:pt x="3" y="11"/>
                    <a:pt x="4" y="8"/>
                    <a:pt x="4" y="5"/>
                  </a:cubicBezTo>
                  <a:cubicBezTo>
                    <a:pt x="4" y="4"/>
                    <a:pt x="4" y="3"/>
                    <a:pt x="4" y="2"/>
                  </a:cubicBezTo>
                  <a:cubicBezTo>
                    <a:pt x="4" y="1"/>
                    <a:pt x="4" y="0"/>
                    <a:pt x="4" y="0"/>
                  </a:cubicBezTo>
                  <a:lnTo>
                    <a:pt x="16"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06" name="Freeform 18">
              <a:extLst>
                <a:ext uri="{FF2B5EF4-FFF2-40B4-BE49-F238E27FC236}">
                  <a16:creationId xmlns:a16="http://schemas.microsoft.com/office/drawing/2014/main" id="{197B452E-ACA0-40DD-AD0E-BDC2A0CCA6DC}"/>
                </a:ext>
              </a:extLst>
            </p:cNvPr>
            <p:cNvSpPr>
              <a:spLocks/>
            </p:cNvSpPr>
            <p:nvPr userDrawn="1"/>
          </p:nvSpPr>
          <p:spPr bwMode="auto">
            <a:xfrm>
              <a:off x="4393975" y="5030484"/>
              <a:ext cx="188913" cy="322263"/>
            </a:xfrm>
            <a:custGeom>
              <a:avLst/>
              <a:gdLst>
                <a:gd name="T0" fmla="*/ 29 w 31"/>
                <a:gd name="T1" fmla="*/ 12 h 51"/>
                <a:gd name="T2" fmla="*/ 25 w 31"/>
                <a:gd name="T3" fmla="*/ 11 h 51"/>
                <a:gd name="T4" fmla="*/ 19 w 31"/>
                <a:gd name="T5" fmla="*/ 10 h 51"/>
                <a:gd name="T6" fmla="*/ 15 w 31"/>
                <a:gd name="T7" fmla="*/ 10 h 51"/>
                <a:gd name="T8" fmla="*/ 12 w 31"/>
                <a:gd name="T9" fmla="*/ 11 h 51"/>
                <a:gd name="T10" fmla="*/ 12 w 31"/>
                <a:gd name="T11" fmla="*/ 51 h 51"/>
                <a:gd name="T12" fmla="*/ 0 w 31"/>
                <a:gd name="T13" fmla="*/ 51 h 51"/>
                <a:gd name="T14" fmla="*/ 0 w 31"/>
                <a:gd name="T15" fmla="*/ 4 h 51"/>
                <a:gd name="T16" fmla="*/ 9 w 31"/>
                <a:gd name="T17" fmla="*/ 1 h 51"/>
                <a:gd name="T18" fmla="*/ 20 w 31"/>
                <a:gd name="T19" fmla="*/ 0 h 51"/>
                <a:gd name="T20" fmla="*/ 22 w 31"/>
                <a:gd name="T21" fmla="*/ 0 h 51"/>
                <a:gd name="T22" fmla="*/ 25 w 31"/>
                <a:gd name="T23" fmla="*/ 1 h 51"/>
                <a:gd name="T24" fmla="*/ 28 w 31"/>
                <a:gd name="T25" fmla="*/ 1 h 51"/>
                <a:gd name="T26" fmla="*/ 31 w 31"/>
                <a:gd name="T27" fmla="*/ 2 h 51"/>
                <a:gd name="T28" fmla="*/ 29 w 31"/>
                <a:gd name="T29"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51">
                  <a:moveTo>
                    <a:pt x="29" y="12"/>
                  </a:moveTo>
                  <a:cubicBezTo>
                    <a:pt x="28" y="11"/>
                    <a:pt x="26" y="11"/>
                    <a:pt x="25" y="11"/>
                  </a:cubicBezTo>
                  <a:cubicBezTo>
                    <a:pt x="23" y="10"/>
                    <a:pt x="21" y="10"/>
                    <a:pt x="19" y="10"/>
                  </a:cubicBezTo>
                  <a:cubicBezTo>
                    <a:pt x="18" y="10"/>
                    <a:pt x="16" y="10"/>
                    <a:pt x="15" y="10"/>
                  </a:cubicBezTo>
                  <a:cubicBezTo>
                    <a:pt x="13" y="11"/>
                    <a:pt x="12" y="11"/>
                    <a:pt x="12" y="11"/>
                  </a:cubicBezTo>
                  <a:cubicBezTo>
                    <a:pt x="12" y="51"/>
                    <a:pt x="12" y="51"/>
                    <a:pt x="12" y="51"/>
                  </a:cubicBezTo>
                  <a:cubicBezTo>
                    <a:pt x="0" y="51"/>
                    <a:pt x="0" y="51"/>
                    <a:pt x="0" y="51"/>
                  </a:cubicBezTo>
                  <a:cubicBezTo>
                    <a:pt x="0" y="4"/>
                    <a:pt x="0" y="4"/>
                    <a:pt x="0" y="4"/>
                  </a:cubicBezTo>
                  <a:cubicBezTo>
                    <a:pt x="2" y="3"/>
                    <a:pt x="5" y="2"/>
                    <a:pt x="9" y="1"/>
                  </a:cubicBezTo>
                  <a:cubicBezTo>
                    <a:pt x="12" y="0"/>
                    <a:pt x="16" y="0"/>
                    <a:pt x="20" y="0"/>
                  </a:cubicBezTo>
                  <a:cubicBezTo>
                    <a:pt x="20" y="0"/>
                    <a:pt x="21" y="0"/>
                    <a:pt x="22" y="0"/>
                  </a:cubicBezTo>
                  <a:cubicBezTo>
                    <a:pt x="23" y="0"/>
                    <a:pt x="24" y="0"/>
                    <a:pt x="25" y="1"/>
                  </a:cubicBezTo>
                  <a:cubicBezTo>
                    <a:pt x="26" y="1"/>
                    <a:pt x="27" y="1"/>
                    <a:pt x="28" y="1"/>
                  </a:cubicBezTo>
                  <a:cubicBezTo>
                    <a:pt x="29" y="1"/>
                    <a:pt x="30" y="2"/>
                    <a:pt x="31" y="2"/>
                  </a:cubicBezTo>
                  <a:lnTo>
                    <a:pt x="29" y="1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07" name="Freeform 19">
              <a:extLst>
                <a:ext uri="{FF2B5EF4-FFF2-40B4-BE49-F238E27FC236}">
                  <a16:creationId xmlns:a16="http://schemas.microsoft.com/office/drawing/2014/main" id="{34158440-2A54-46E1-A869-4C574EE965FA}"/>
                </a:ext>
              </a:extLst>
            </p:cNvPr>
            <p:cNvSpPr>
              <a:spLocks noEditPoints="1"/>
            </p:cNvSpPr>
            <p:nvPr userDrawn="1"/>
          </p:nvSpPr>
          <p:spPr bwMode="auto">
            <a:xfrm>
              <a:off x="4601938" y="5030484"/>
              <a:ext cx="274638" cy="334963"/>
            </a:xfrm>
            <a:custGeom>
              <a:avLst/>
              <a:gdLst>
                <a:gd name="T0" fmla="*/ 0 w 45"/>
                <a:gd name="T1" fmla="*/ 27 h 53"/>
                <a:gd name="T2" fmla="*/ 2 w 45"/>
                <a:gd name="T3" fmla="*/ 15 h 53"/>
                <a:gd name="T4" fmla="*/ 7 w 45"/>
                <a:gd name="T5" fmla="*/ 7 h 53"/>
                <a:gd name="T6" fmla="*/ 15 w 45"/>
                <a:gd name="T7" fmla="*/ 2 h 53"/>
                <a:gd name="T8" fmla="*/ 23 w 45"/>
                <a:gd name="T9" fmla="*/ 0 h 53"/>
                <a:gd name="T10" fmla="*/ 40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1 w 45"/>
                <a:gd name="T27" fmla="*/ 40 h 53"/>
                <a:gd name="T28" fmla="*/ 42 w 45"/>
                <a:gd name="T29" fmla="*/ 50 h 53"/>
                <a:gd name="T30" fmla="*/ 40 w 45"/>
                <a:gd name="T31" fmla="*/ 51 h 53"/>
                <a:gd name="T32" fmla="*/ 36 w 45"/>
                <a:gd name="T33" fmla="*/ 52 h 53"/>
                <a:gd name="T34" fmla="*/ 31 w 45"/>
                <a:gd name="T35" fmla="*/ 52 h 53"/>
                <a:gd name="T36" fmla="*/ 26 w 45"/>
                <a:gd name="T37" fmla="*/ 53 h 53"/>
                <a:gd name="T38" fmla="*/ 14 w 45"/>
                <a:gd name="T39" fmla="*/ 51 h 53"/>
                <a:gd name="T40" fmla="*/ 6 w 45"/>
                <a:gd name="T41" fmla="*/ 45 h 53"/>
                <a:gd name="T42" fmla="*/ 2 w 45"/>
                <a:gd name="T43" fmla="*/ 37 h 53"/>
                <a:gd name="T44" fmla="*/ 0 w 45"/>
                <a:gd name="T45" fmla="*/ 27 h 53"/>
                <a:gd name="T46" fmla="*/ 34 w 45"/>
                <a:gd name="T47" fmla="*/ 21 h 53"/>
                <a:gd name="T48" fmla="*/ 33 w 45"/>
                <a:gd name="T49" fmla="*/ 17 h 53"/>
                <a:gd name="T50" fmla="*/ 31 w 45"/>
                <a:gd name="T51" fmla="*/ 13 h 53"/>
                <a:gd name="T52" fmla="*/ 28 w 45"/>
                <a:gd name="T53" fmla="*/ 11 h 53"/>
                <a:gd name="T54" fmla="*/ 24 w 45"/>
                <a:gd name="T55" fmla="*/ 10 h 53"/>
                <a:gd name="T56" fmla="*/ 19 w 45"/>
                <a:gd name="T57" fmla="*/ 11 h 53"/>
                <a:gd name="T58" fmla="*/ 15 w 45"/>
                <a:gd name="T59" fmla="*/ 13 h 53"/>
                <a:gd name="T60" fmla="*/ 13 w 45"/>
                <a:gd name="T61" fmla="*/ 17 h 53"/>
                <a:gd name="T62" fmla="*/ 12 w 45"/>
                <a:gd name="T63" fmla="*/ 21 h 53"/>
                <a:gd name="T64" fmla="*/ 34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1" y="18"/>
                    <a:pt x="2" y="15"/>
                  </a:cubicBezTo>
                  <a:cubicBezTo>
                    <a:pt x="3" y="12"/>
                    <a:pt x="5" y="9"/>
                    <a:pt x="7" y="7"/>
                  </a:cubicBezTo>
                  <a:cubicBezTo>
                    <a:pt x="9" y="4"/>
                    <a:pt x="12" y="3"/>
                    <a:pt x="15" y="2"/>
                  </a:cubicBezTo>
                  <a:cubicBezTo>
                    <a:pt x="18" y="0"/>
                    <a:pt x="20" y="0"/>
                    <a:pt x="23" y="0"/>
                  </a:cubicBezTo>
                  <a:cubicBezTo>
                    <a:pt x="30" y="0"/>
                    <a:pt x="36" y="2"/>
                    <a:pt x="40" y="6"/>
                  </a:cubicBezTo>
                  <a:cubicBezTo>
                    <a:pt x="43"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3" y="43"/>
                    <a:pt x="27" y="43"/>
                  </a:cubicBezTo>
                  <a:cubicBezTo>
                    <a:pt x="30" y="43"/>
                    <a:pt x="33" y="42"/>
                    <a:pt x="35" y="42"/>
                  </a:cubicBezTo>
                  <a:cubicBezTo>
                    <a:pt x="37" y="41"/>
                    <a:pt x="39" y="41"/>
                    <a:pt x="41" y="40"/>
                  </a:cubicBezTo>
                  <a:cubicBezTo>
                    <a:pt x="42" y="50"/>
                    <a:pt x="42" y="50"/>
                    <a:pt x="42" y="50"/>
                  </a:cubicBezTo>
                  <a:cubicBezTo>
                    <a:pt x="42" y="50"/>
                    <a:pt x="41" y="50"/>
                    <a:pt x="40" y="51"/>
                  </a:cubicBezTo>
                  <a:cubicBezTo>
                    <a:pt x="38" y="51"/>
                    <a:pt x="37" y="51"/>
                    <a:pt x="36" y="52"/>
                  </a:cubicBezTo>
                  <a:cubicBezTo>
                    <a:pt x="34" y="52"/>
                    <a:pt x="33" y="52"/>
                    <a:pt x="31" y="52"/>
                  </a:cubicBezTo>
                  <a:cubicBezTo>
                    <a:pt x="29" y="53"/>
                    <a:pt x="28" y="53"/>
                    <a:pt x="26" y="53"/>
                  </a:cubicBezTo>
                  <a:cubicBezTo>
                    <a:pt x="22" y="53"/>
                    <a:pt x="18" y="52"/>
                    <a:pt x="14" y="51"/>
                  </a:cubicBezTo>
                  <a:cubicBezTo>
                    <a:pt x="11" y="49"/>
                    <a:pt x="8" y="48"/>
                    <a:pt x="6" y="45"/>
                  </a:cubicBezTo>
                  <a:cubicBezTo>
                    <a:pt x="4" y="43"/>
                    <a:pt x="3" y="40"/>
                    <a:pt x="2" y="37"/>
                  </a:cubicBezTo>
                  <a:cubicBezTo>
                    <a:pt x="1" y="34"/>
                    <a:pt x="0" y="30"/>
                    <a:pt x="0" y="27"/>
                  </a:cubicBezTo>
                  <a:close/>
                  <a:moveTo>
                    <a:pt x="34" y="21"/>
                  </a:moveTo>
                  <a:cubicBezTo>
                    <a:pt x="34" y="20"/>
                    <a:pt x="34" y="18"/>
                    <a:pt x="33" y="17"/>
                  </a:cubicBezTo>
                  <a:cubicBezTo>
                    <a:pt x="33" y="15"/>
                    <a:pt x="32" y="14"/>
                    <a:pt x="31" y="13"/>
                  </a:cubicBezTo>
                  <a:cubicBezTo>
                    <a:pt x="30" y="12"/>
                    <a:pt x="29" y="11"/>
                    <a:pt x="28" y="11"/>
                  </a:cubicBezTo>
                  <a:cubicBezTo>
                    <a:pt x="27" y="10"/>
                    <a:pt x="25" y="10"/>
                    <a:pt x="24" y="10"/>
                  </a:cubicBezTo>
                  <a:cubicBezTo>
                    <a:pt x="22" y="10"/>
                    <a:pt x="20" y="10"/>
                    <a:pt x="19" y="11"/>
                  </a:cubicBezTo>
                  <a:cubicBezTo>
                    <a:pt x="17" y="11"/>
                    <a:pt x="16" y="12"/>
                    <a:pt x="15" y="13"/>
                  </a:cubicBezTo>
                  <a:cubicBezTo>
                    <a:pt x="14" y="14"/>
                    <a:pt x="14" y="16"/>
                    <a:pt x="13" y="17"/>
                  </a:cubicBezTo>
                  <a:cubicBezTo>
                    <a:pt x="13" y="18"/>
                    <a:pt x="12" y="20"/>
                    <a:pt x="12" y="21"/>
                  </a:cubicBezTo>
                  <a:lnTo>
                    <a:pt x="34"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08" name="Freeform 20">
              <a:extLst>
                <a:ext uri="{FF2B5EF4-FFF2-40B4-BE49-F238E27FC236}">
                  <a16:creationId xmlns:a16="http://schemas.microsoft.com/office/drawing/2014/main" id="{E2EB6C63-5BA9-41D8-848D-A50395780EA8}"/>
                </a:ext>
              </a:extLst>
            </p:cNvPr>
            <p:cNvSpPr>
              <a:spLocks/>
            </p:cNvSpPr>
            <p:nvPr userDrawn="1"/>
          </p:nvSpPr>
          <p:spPr bwMode="auto">
            <a:xfrm>
              <a:off x="4919438" y="5030484"/>
              <a:ext cx="227013" cy="334963"/>
            </a:xfrm>
            <a:custGeom>
              <a:avLst/>
              <a:gdLst>
                <a:gd name="T0" fmla="*/ 16 w 37"/>
                <a:gd name="T1" fmla="*/ 43 h 53"/>
                <a:gd name="T2" fmla="*/ 23 w 37"/>
                <a:gd name="T3" fmla="*/ 42 h 53"/>
                <a:gd name="T4" fmla="*/ 25 w 37"/>
                <a:gd name="T5" fmla="*/ 38 h 53"/>
                <a:gd name="T6" fmla="*/ 23 w 37"/>
                <a:gd name="T7" fmla="*/ 34 h 53"/>
                <a:gd name="T8" fmla="*/ 15 w 37"/>
                <a:gd name="T9" fmla="*/ 30 h 53"/>
                <a:gd name="T10" fmla="*/ 10 w 37"/>
                <a:gd name="T11" fmla="*/ 28 h 53"/>
                <a:gd name="T12" fmla="*/ 5 w 37"/>
                <a:gd name="T13" fmla="*/ 25 h 53"/>
                <a:gd name="T14" fmla="*/ 2 w 37"/>
                <a:gd name="T15" fmla="*/ 21 h 53"/>
                <a:gd name="T16" fmla="*/ 1 w 37"/>
                <a:gd name="T17" fmla="*/ 15 h 53"/>
                <a:gd name="T18" fmla="*/ 6 w 37"/>
                <a:gd name="T19" fmla="*/ 4 h 53"/>
                <a:gd name="T20" fmla="*/ 20 w 37"/>
                <a:gd name="T21" fmla="*/ 0 h 53"/>
                <a:gd name="T22" fmla="*/ 28 w 37"/>
                <a:gd name="T23" fmla="*/ 1 h 53"/>
                <a:gd name="T24" fmla="*/ 34 w 37"/>
                <a:gd name="T25" fmla="*/ 2 h 53"/>
                <a:gd name="T26" fmla="*/ 32 w 37"/>
                <a:gd name="T27" fmla="*/ 12 h 53"/>
                <a:gd name="T28" fmla="*/ 27 w 37"/>
                <a:gd name="T29" fmla="*/ 10 h 53"/>
                <a:gd name="T30" fmla="*/ 20 w 37"/>
                <a:gd name="T31" fmla="*/ 9 h 53"/>
                <a:gd name="T32" fmla="*/ 15 w 37"/>
                <a:gd name="T33" fmla="*/ 11 h 53"/>
                <a:gd name="T34" fmla="*/ 13 w 37"/>
                <a:gd name="T35" fmla="*/ 14 h 53"/>
                <a:gd name="T36" fmla="*/ 13 w 37"/>
                <a:gd name="T37" fmla="*/ 17 h 53"/>
                <a:gd name="T38" fmla="*/ 14 w 37"/>
                <a:gd name="T39" fmla="*/ 18 h 53"/>
                <a:gd name="T40" fmla="*/ 17 w 37"/>
                <a:gd name="T41" fmla="*/ 20 h 53"/>
                <a:gd name="T42" fmla="*/ 21 w 37"/>
                <a:gd name="T43" fmla="*/ 22 h 53"/>
                <a:gd name="T44" fmla="*/ 28 w 37"/>
                <a:gd name="T45" fmla="*/ 25 h 53"/>
                <a:gd name="T46" fmla="*/ 33 w 37"/>
                <a:gd name="T47" fmla="*/ 28 h 53"/>
                <a:gd name="T48" fmla="*/ 36 w 37"/>
                <a:gd name="T49" fmla="*/ 32 h 53"/>
                <a:gd name="T50" fmla="*/ 37 w 37"/>
                <a:gd name="T51" fmla="*/ 38 h 53"/>
                <a:gd name="T52" fmla="*/ 31 w 37"/>
                <a:gd name="T53" fmla="*/ 49 h 53"/>
                <a:gd name="T54" fmla="*/ 16 w 37"/>
                <a:gd name="T55" fmla="*/ 53 h 53"/>
                <a:gd name="T56" fmla="*/ 6 w 37"/>
                <a:gd name="T57" fmla="*/ 52 h 53"/>
                <a:gd name="T58" fmla="*/ 0 w 37"/>
                <a:gd name="T59" fmla="*/ 50 h 53"/>
                <a:gd name="T60" fmla="*/ 2 w 37"/>
                <a:gd name="T61" fmla="*/ 40 h 53"/>
                <a:gd name="T62" fmla="*/ 8 w 37"/>
                <a:gd name="T63" fmla="*/ 42 h 53"/>
                <a:gd name="T64" fmla="*/ 16 w 37"/>
                <a:gd name="T65"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 h="53">
                  <a:moveTo>
                    <a:pt x="16" y="43"/>
                  </a:moveTo>
                  <a:cubicBezTo>
                    <a:pt x="19" y="43"/>
                    <a:pt x="22" y="43"/>
                    <a:pt x="23" y="42"/>
                  </a:cubicBezTo>
                  <a:cubicBezTo>
                    <a:pt x="24" y="41"/>
                    <a:pt x="25" y="40"/>
                    <a:pt x="25" y="38"/>
                  </a:cubicBezTo>
                  <a:cubicBezTo>
                    <a:pt x="25" y="36"/>
                    <a:pt x="24" y="35"/>
                    <a:pt x="23" y="34"/>
                  </a:cubicBezTo>
                  <a:cubicBezTo>
                    <a:pt x="21" y="33"/>
                    <a:pt x="19" y="32"/>
                    <a:pt x="15" y="30"/>
                  </a:cubicBezTo>
                  <a:cubicBezTo>
                    <a:pt x="13" y="30"/>
                    <a:pt x="11" y="29"/>
                    <a:pt x="10" y="28"/>
                  </a:cubicBezTo>
                  <a:cubicBezTo>
                    <a:pt x="8" y="27"/>
                    <a:pt x="6" y="26"/>
                    <a:pt x="5" y="25"/>
                  </a:cubicBezTo>
                  <a:cubicBezTo>
                    <a:pt x="4" y="24"/>
                    <a:pt x="3" y="22"/>
                    <a:pt x="2" y="21"/>
                  </a:cubicBezTo>
                  <a:cubicBezTo>
                    <a:pt x="1" y="19"/>
                    <a:pt x="1" y="17"/>
                    <a:pt x="1" y="15"/>
                  </a:cubicBezTo>
                  <a:cubicBezTo>
                    <a:pt x="1" y="10"/>
                    <a:pt x="3" y="7"/>
                    <a:pt x="6" y="4"/>
                  </a:cubicBezTo>
                  <a:cubicBezTo>
                    <a:pt x="9" y="1"/>
                    <a:pt x="14" y="0"/>
                    <a:pt x="20" y="0"/>
                  </a:cubicBezTo>
                  <a:cubicBezTo>
                    <a:pt x="23" y="0"/>
                    <a:pt x="26" y="0"/>
                    <a:pt x="28" y="1"/>
                  </a:cubicBezTo>
                  <a:cubicBezTo>
                    <a:pt x="31" y="1"/>
                    <a:pt x="33" y="2"/>
                    <a:pt x="34" y="2"/>
                  </a:cubicBezTo>
                  <a:cubicBezTo>
                    <a:pt x="32" y="12"/>
                    <a:pt x="32" y="12"/>
                    <a:pt x="32" y="12"/>
                  </a:cubicBezTo>
                  <a:cubicBezTo>
                    <a:pt x="31" y="11"/>
                    <a:pt x="29" y="11"/>
                    <a:pt x="27" y="10"/>
                  </a:cubicBezTo>
                  <a:cubicBezTo>
                    <a:pt x="25" y="10"/>
                    <a:pt x="23" y="9"/>
                    <a:pt x="20" y="9"/>
                  </a:cubicBezTo>
                  <a:cubicBezTo>
                    <a:pt x="18" y="9"/>
                    <a:pt x="16" y="10"/>
                    <a:pt x="15" y="11"/>
                  </a:cubicBezTo>
                  <a:cubicBezTo>
                    <a:pt x="13" y="11"/>
                    <a:pt x="13" y="13"/>
                    <a:pt x="13" y="14"/>
                  </a:cubicBezTo>
                  <a:cubicBezTo>
                    <a:pt x="13" y="15"/>
                    <a:pt x="13" y="16"/>
                    <a:pt x="13" y="17"/>
                  </a:cubicBezTo>
                  <a:cubicBezTo>
                    <a:pt x="13" y="17"/>
                    <a:pt x="14" y="18"/>
                    <a:pt x="14" y="18"/>
                  </a:cubicBezTo>
                  <a:cubicBezTo>
                    <a:pt x="15" y="19"/>
                    <a:pt x="16" y="19"/>
                    <a:pt x="17" y="20"/>
                  </a:cubicBezTo>
                  <a:cubicBezTo>
                    <a:pt x="18" y="20"/>
                    <a:pt x="20" y="21"/>
                    <a:pt x="21" y="22"/>
                  </a:cubicBezTo>
                  <a:cubicBezTo>
                    <a:pt x="24" y="23"/>
                    <a:pt x="27" y="24"/>
                    <a:pt x="28" y="25"/>
                  </a:cubicBezTo>
                  <a:cubicBezTo>
                    <a:pt x="30" y="26"/>
                    <a:pt x="32" y="27"/>
                    <a:pt x="33" y="28"/>
                  </a:cubicBezTo>
                  <a:cubicBezTo>
                    <a:pt x="34" y="29"/>
                    <a:pt x="35" y="31"/>
                    <a:pt x="36" y="32"/>
                  </a:cubicBezTo>
                  <a:cubicBezTo>
                    <a:pt x="37" y="34"/>
                    <a:pt x="37" y="36"/>
                    <a:pt x="37" y="38"/>
                  </a:cubicBezTo>
                  <a:cubicBezTo>
                    <a:pt x="37" y="43"/>
                    <a:pt x="35" y="46"/>
                    <a:pt x="31" y="49"/>
                  </a:cubicBezTo>
                  <a:cubicBezTo>
                    <a:pt x="28" y="51"/>
                    <a:pt x="23" y="53"/>
                    <a:pt x="16" y="53"/>
                  </a:cubicBezTo>
                  <a:cubicBezTo>
                    <a:pt x="12" y="53"/>
                    <a:pt x="8" y="52"/>
                    <a:pt x="6" y="52"/>
                  </a:cubicBezTo>
                  <a:cubicBezTo>
                    <a:pt x="3" y="51"/>
                    <a:pt x="1" y="50"/>
                    <a:pt x="0" y="50"/>
                  </a:cubicBezTo>
                  <a:cubicBezTo>
                    <a:pt x="2" y="40"/>
                    <a:pt x="2" y="40"/>
                    <a:pt x="2" y="40"/>
                  </a:cubicBezTo>
                  <a:cubicBezTo>
                    <a:pt x="4" y="41"/>
                    <a:pt x="6" y="41"/>
                    <a:pt x="8" y="42"/>
                  </a:cubicBezTo>
                  <a:cubicBezTo>
                    <a:pt x="11" y="43"/>
                    <a:pt x="13" y="43"/>
                    <a:pt x="16" y="4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09" name="Freeform 21">
              <a:extLst>
                <a:ext uri="{FF2B5EF4-FFF2-40B4-BE49-F238E27FC236}">
                  <a16:creationId xmlns:a16="http://schemas.microsoft.com/office/drawing/2014/main" id="{03EBFA84-F190-48E6-AD75-A2FBA2C62D95}"/>
                </a:ext>
              </a:extLst>
            </p:cNvPr>
            <p:cNvSpPr>
              <a:spLocks/>
            </p:cNvSpPr>
            <p:nvPr userDrawn="1"/>
          </p:nvSpPr>
          <p:spPr bwMode="auto">
            <a:xfrm>
              <a:off x="5195663" y="5036834"/>
              <a:ext cx="255588" cy="328613"/>
            </a:xfrm>
            <a:custGeom>
              <a:avLst/>
              <a:gdLst>
                <a:gd name="T0" fmla="*/ 42 w 42"/>
                <a:gd name="T1" fmla="*/ 49 h 52"/>
                <a:gd name="T2" fmla="*/ 33 w 42"/>
                <a:gd name="T3" fmla="*/ 51 h 52"/>
                <a:gd name="T4" fmla="*/ 21 w 42"/>
                <a:gd name="T5" fmla="*/ 52 h 52"/>
                <a:gd name="T6" fmla="*/ 11 w 42"/>
                <a:gd name="T7" fmla="*/ 50 h 52"/>
                <a:gd name="T8" fmla="*/ 5 w 42"/>
                <a:gd name="T9" fmla="*/ 45 h 52"/>
                <a:gd name="T10" fmla="*/ 1 w 42"/>
                <a:gd name="T11" fmla="*/ 38 h 52"/>
                <a:gd name="T12" fmla="*/ 0 w 42"/>
                <a:gd name="T13" fmla="*/ 28 h 52"/>
                <a:gd name="T14" fmla="*/ 0 w 42"/>
                <a:gd name="T15" fmla="*/ 0 h 52"/>
                <a:gd name="T16" fmla="*/ 12 w 42"/>
                <a:gd name="T17" fmla="*/ 0 h 52"/>
                <a:gd name="T18" fmla="*/ 12 w 42"/>
                <a:gd name="T19" fmla="*/ 26 h 52"/>
                <a:gd name="T20" fmla="*/ 14 w 42"/>
                <a:gd name="T21" fmla="*/ 38 h 52"/>
                <a:gd name="T22" fmla="*/ 22 w 42"/>
                <a:gd name="T23" fmla="*/ 41 h 52"/>
                <a:gd name="T24" fmla="*/ 27 w 42"/>
                <a:gd name="T25" fmla="*/ 41 h 52"/>
                <a:gd name="T26" fmla="*/ 30 w 42"/>
                <a:gd name="T27" fmla="*/ 41 h 52"/>
                <a:gd name="T28" fmla="*/ 30 w 42"/>
                <a:gd name="T29" fmla="*/ 0 h 52"/>
                <a:gd name="T30" fmla="*/ 42 w 42"/>
                <a:gd name="T31" fmla="*/ 0 h 52"/>
                <a:gd name="T32" fmla="*/ 42 w 42"/>
                <a:gd name="T33" fmla="*/ 4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52">
                  <a:moveTo>
                    <a:pt x="42" y="49"/>
                  </a:moveTo>
                  <a:cubicBezTo>
                    <a:pt x="40" y="49"/>
                    <a:pt x="37" y="50"/>
                    <a:pt x="33" y="51"/>
                  </a:cubicBezTo>
                  <a:cubicBezTo>
                    <a:pt x="30" y="51"/>
                    <a:pt x="26" y="52"/>
                    <a:pt x="21" y="52"/>
                  </a:cubicBezTo>
                  <a:cubicBezTo>
                    <a:pt x="17" y="52"/>
                    <a:pt x="14" y="51"/>
                    <a:pt x="11" y="50"/>
                  </a:cubicBezTo>
                  <a:cubicBezTo>
                    <a:pt x="9" y="49"/>
                    <a:pt x="6" y="47"/>
                    <a:pt x="5" y="45"/>
                  </a:cubicBezTo>
                  <a:cubicBezTo>
                    <a:pt x="3" y="43"/>
                    <a:pt x="2" y="40"/>
                    <a:pt x="1" y="38"/>
                  </a:cubicBezTo>
                  <a:cubicBezTo>
                    <a:pt x="1" y="35"/>
                    <a:pt x="0" y="32"/>
                    <a:pt x="0" y="28"/>
                  </a:cubicBezTo>
                  <a:cubicBezTo>
                    <a:pt x="0" y="0"/>
                    <a:pt x="0" y="0"/>
                    <a:pt x="0" y="0"/>
                  </a:cubicBezTo>
                  <a:cubicBezTo>
                    <a:pt x="12" y="0"/>
                    <a:pt x="12" y="0"/>
                    <a:pt x="12" y="0"/>
                  </a:cubicBezTo>
                  <a:cubicBezTo>
                    <a:pt x="12" y="26"/>
                    <a:pt x="12" y="26"/>
                    <a:pt x="12" y="26"/>
                  </a:cubicBezTo>
                  <a:cubicBezTo>
                    <a:pt x="12" y="32"/>
                    <a:pt x="13" y="36"/>
                    <a:pt x="14" y="38"/>
                  </a:cubicBezTo>
                  <a:cubicBezTo>
                    <a:pt x="16" y="40"/>
                    <a:pt x="18" y="41"/>
                    <a:pt x="22" y="41"/>
                  </a:cubicBezTo>
                  <a:cubicBezTo>
                    <a:pt x="24" y="41"/>
                    <a:pt x="25" y="41"/>
                    <a:pt x="27" y="41"/>
                  </a:cubicBezTo>
                  <a:cubicBezTo>
                    <a:pt x="28" y="41"/>
                    <a:pt x="30" y="41"/>
                    <a:pt x="30" y="41"/>
                  </a:cubicBezTo>
                  <a:cubicBezTo>
                    <a:pt x="30" y="0"/>
                    <a:pt x="30" y="0"/>
                    <a:pt x="30" y="0"/>
                  </a:cubicBezTo>
                  <a:cubicBezTo>
                    <a:pt x="42" y="0"/>
                    <a:pt x="42" y="0"/>
                    <a:pt x="42" y="0"/>
                  </a:cubicBezTo>
                  <a:lnTo>
                    <a:pt x="42" y="4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10" name="Freeform 22">
              <a:extLst>
                <a:ext uri="{FF2B5EF4-FFF2-40B4-BE49-F238E27FC236}">
                  <a16:creationId xmlns:a16="http://schemas.microsoft.com/office/drawing/2014/main" id="{26F26B0F-B14E-4E57-B5DF-F474826D1E36}"/>
                </a:ext>
              </a:extLst>
            </p:cNvPr>
            <p:cNvSpPr>
              <a:spLocks/>
            </p:cNvSpPr>
            <p:nvPr userDrawn="1"/>
          </p:nvSpPr>
          <p:spPr bwMode="auto">
            <a:xfrm>
              <a:off x="5530625" y="4886021"/>
              <a:ext cx="117475" cy="473075"/>
            </a:xfrm>
            <a:custGeom>
              <a:avLst/>
              <a:gdLst>
                <a:gd name="T0" fmla="*/ 17 w 19"/>
                <a:gd name="T1" fmla="*/ 75 h 75"/>
                <a:gd name="T2" fmla="*/ 9 w 19"/>
                <a:gd name="T3" fmla="*/ 74 h 75"/>
                <a:gd name="T4" fmla="*/ 3 w 19"/>
                <a:gd name="T5" fmla="*/ 71 h 75"/>
                <a:gd name="T6" fmla="*/ 0 w 19"/>
                <a:gd name="T7" fmla="*/ 66 h 75"/>
                <a:gd name="T8" fmla="*/ 0 w 19"/>
                <a:gd name="T9" fmla="*/ 60 h 75"/>
                <a:gd name="T10" fmla="*/ 0 w 19"/>
                <a:gd name="T11" fmla="*/ 2 h 75"/>
                <a:gd name="T12" fmla="*/ 11 w 19"/>
                <a:gd name="T13" fmla="*/ 0 h 75"/>
                <a:gd name="T14" fmla="*/ 11 w 19"/>
                <a:gd name="T15" fmla="*/ 57 h 75"/>
                <a:gd name="T16" fmla="*/ 12 w 19"/>
                <a:gd name="T17" fmla="*/ 61 h 75"/>
                <a:gd name="T18" fmla="*/ 13 w 19"/>
                <a:gd name="T19" fmla="*/ 63 h 75"/>
                <a:gd name="T20" fmla="*/ 15 w 19"/>
                <a:gd name="T21" fmla="*/ 65 h 75"/>
                <a:gd name="T22" fmla="*/ 19 w 19"/>
                <a:gd name="T23" fmla="*/ 66 h 75"/>
                <a:gd name="T24" fmla="*/ 17 w 19"/>
                <a:gd name="T25"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75">
                  <a:moveTo>
                    <a:pt x="17" y="75"/>
                  </a:moveTo>
                  <a:cubicBezTo>
                    <a:pt x="14" y="75"/>
                    <a:pt x="11" y="75"/>
                    <a:pt x="9" y="74"/>
                  </a:cubicBezTo>
                  <a:cubicBezTo>
                    <a:pt x="6" y="73"/>
                    <a:pt x="5" y="72"/>
                    <a:pt x="3" y="71"/>
                  </a:cubicBezTo>
                  <a:cubicBezTo>
                    <a:pt x="2" y="70"/>
                    <a:pt x="1" y="68"/>
                    <a:pt x="0" y="66"/>
                  </a:cubicBezTo>
                  <a:cubicBezTo>
                    <a:pt x="0" y="64"/>
                    <a:pt x="0" y="62"/>
                    <a:pt x="0" y="60"/>
                  </a:cubicBezTo>
                  <a:cubicBezTo>
                    <a:pt x="0" y="2"/>
                    <a:pt x="0" y="2"/>
                    <a:pt x="0" y="2"/>
                  </a:cubicBezTo>
                  <a:cubicBezTo>
                    <a:pt x="11" y="0"/>
                    <a:pt x="11" y="0"/>
                    <a:pt x="11" y="0"/>
                  </a:cubicBezTo>
                  <a:cubicBezTo>
                    <a:pt x="11" y="57"/>
                    <a:pt x="11" y="57"/>
                    <a:pt x="11" y="57"/>
                  </a:cubicBezTo>
                  <a:cubicBezTo>
                    <a:pt x="11" y="59"/>
                    <a:pt x="11" y="60"/>
                    <a:pt x="12" y="61"/>
                  </a:cubicBezTo>
                  <a:cubicBezTo>
                    <a:pt x="12" y="62"/>
                    <a:pt x="12" y="63"/>
                    <a:pt x="13" y="63"/>
                  </a:cubicBezTo>
                  <a:cubicBezTo>
                    <a:pt x="13" y="64"/>
                    <a:pt x="14" y="65"/>
                    <a:pt x="15" y="65"/>
                  </a:cubicBezTo>
                  <a:cubicBezTo>
                    <a:pt x="16" y="65"/>
                    <a:pt x="17" y="66"/>
                    <a:pt x="19" y="66"/>
                  </a:cubicBezTo>
                  <a:lnTo>
                    <a:pt x="17" y="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11" name="Freeform 23">
              <a:extLst>
                <a:ext uri="{FF2B5EF4-FFF2-40B4-BE49-F238E27FC236}">
                  <a16:creationId xmlns:a16="http://schemas.microsoft.com/office/drawing/2014/main" id="{E6B3734E-4056-4AAF-B13A-94C57AAF80FC}"/>
                </a:ext>
              </a:extLst>
            </p:cNvPr>
            <p:cNvSpPr>
              <a:spLocks/>
            </p:cNvSpPr>
            <p:nvPr userDrawn="1"/>
          </p:nvSpPr>
          <p:spPr bwMode="auto">
            <a:xfrm>
              <a:off x="5690963"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5"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5" y="67"/>
                    <a:pt x="12" y="66"/>
                    <a:pt x="9"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12" name="Freeform 24">
              <a:extLst>
                <a:ext uri="{FF2B5EF4-FFF2-40B4-BE49-F238E27FC236}">
                  <a16:creationId xmlns:a16="http://schemas.microsoft.com/office/drawing/2014/main" id="{B931A672-14CC-47B3-AE00-493DF7FA726F}"/>
                </a:ext>
              </a:extLst>
            </p:cNvPr>
            <p:cNvSpPr>
              <a:spLocks/>
            </p:cNvSpPr>
            <p:nvPr userDrawn="1"/>
          </p:nvSpPr>
          <p:spPr bwMode="auto">
            <a:xfrm>
              <a:off x="5903688" y="5030484"/>
              <a:ext cx="227013" cy="334963"/>
            </a:xfrm>
            <a:custGeom>
              <a:avLst/>
              <a:gdLst>
                <a:gd name="T0" fmla="*/ 16 w 37"/>
                <a:gd name="T1" fmla="*/ 43 h 53"/>
                <a:gd name="T2" fmla="*/ 23 w 37"/>
                <a:gd name="T3" fmla="*/ 42 h 53"/>
                <a:gd name="T4" fmla="*/ 25 w 37"/>
                <a:gd name="T5" fmla="*/ 38 h 53"/>
                <a:gd name="T6" fmla="*/ 23 w 37"/>
                <a:gd name="T7" fmla="*/ 34 h 53"/>
                <a:gd name="T8" fmla="*/ 15 w 37"/>
                <a:gd name="T9" fmla="*/ 30 h 53"/>
                <a:gd name="T10" fmla="*/ 9 w 37"/>
                <a:gd name="T11" fmla="*/ 28 h 53"/>
                <a:gd name="T12" fmla="*/ 5 w 37"/>
                <a:gd name="T13" fmla="*/ 25 h 53"/>
                <a:gd name="T14" fmla="*/ 2 w 37"/>
                <a:gd name="T15" fmla="*/ 21 h 53"/>
                <a:gd name="T16" fmla="*/ 1 w 37"/>
                <a:gd name="T17" fmla="*/ 15 h 53"/>
                <a:gd name="T18" fmla="*/ 6 w 37"/>
                <a:gd name="T19" fmla="*/ 4 h 53"/>
                <a:gd name="T20" fmla="*/ 20 w 37"/>
                <a:gd name="T21" fmla="*/ 0 h 53"/>
                <a:gd name="T22" fmla="*/ 28 w 37"/>
                <a:gd name="T23" fmla="*/ 1 h 53"/>
                <a:gd name="T24" fmla="*/ 34 w 37"/>
                <a:gd name="T25" fmla="*/ 2 h 53"/>
                <a:gd name="T26" fmla="*/ 32 w 37"/>
                <a:gd name="T27" fmla="*/ 12 h 53"/>
                <a:gd name="T28" fmla="*/ 27 w 37"/>
                <a:gd name="T29" fmla="*/ 10 h 53"/>
                <a:gd name="T30" fmla="*/ 20 w 37"/>
                <a:gd name="T31" fmla="*/ 9 h 53"/>
                <a:gd name="T32" fmla="*/ 15 w 37"/>
                <a:gd name="T33" fmla="*/ 11 h 53"/>
                <a:gd name="T34" fmla="*/ 12 w 37"/>
                <a:gd name="T35" fmla="*/ 14 h 53"/>
                <a:gd name="T36" fmla="*/ 13 w 37"/>
                <a:gd name="T37" fmla="*/ 17 h 53"/>
                <a:gd name="T38" fmla="*/ 14 w 37"/>
                <a:gd name="T39" fmla="*/ 18 h 53"/>
                <a:gd name="T40" fmla="*/ 17 w 37"/>
                <a:gd name="T41" fmla="*/ 20 h 53"/>
                <a:gd name="T42" fmla="*/ 21 w 37"/>
                <a:gd name="T43" fmla="*/ 22 h 53"/>
                <a:gd name="T44" fmla="*/ 28 w 37"/>
                <a:gd name="T45" fmla="*/ 25 h 53"/>
                <a:gd name="T46" fmla="*/ 33 w 37"/>
                <a:gd name="T47" fmla="*/ 28 h 53"/>
                <a:gd name="T48" fmla="*/ 36 w 37"/>
                <a:gd name="T49" fmla="*/ 32 h 53"/>
                <a:gd name="T50" fmla="*/ 37 w 37"/>
                <a:gd name="T51" fmla="*/ 38 h 53"/>
                <a:gd name="T52" fmla="*/ 31 w 37"/>
                <a:gd name="T53" fmla="*/ 49 h 53"/>
                <a:gd name="T54" fmla="*/ 16 w 37"/>
                <a:gd name="T55" fmla="*/ 53 h 53"/>
                <a:gd name="T56" fmla="*/ 5 w 37"/>
                <a:gd name="T57" fmla="*/ 52 h 53"/>
                <a:gd name="T58" fmla="*/ 0 w 37"/>
                <a:gd name="T59" fmla="*/ 50 h 53"/>
                <a:gd name="T60" fmla="*/ 2 w 37"/>
                <a:gd name="T61" fmla="*/ 40 h 53"/>
                <a:gd name="T62" fmla="*/ 8 w 37"/>
                <a:gd name="T63" fmla="*/ 42 h 53"/>
                <a:gd name="T64" fmla="*/ 16 w 37"/>
                <a:gd name="T65"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 h="53">
                  <a:moveTo>
                    <a:pt x="16" y="43"/>
                  </a:moveTo>
                  <a:cubicBezTo>
                    <a:pt x="19" y="43"/>
                    <a:pt x="21" y="43"/>
                    <a:pt x="23" y="42"/>
                  </a:cubicBezTo>
                  <a:cubicBezTo>
                    <a:pt x="24" y="41"/>
                    <a:pt x="25" y="40"/>
                    <a:pt x="25" y="38"/>
                  </a:cubicBezTo>
                  <a:cubicBezTo>
                    <a:pt x="25" y="36"/>
                    <a:pt x="24" y="35"/>
                    <a:pt x="23" y="34"/>
                  </a:cubicBezTo>
                  <a:cubicBezTo>
                    <a:pt x="21" y="33"/>
                    <a:pt x="19" y="32"/>
                    <a:pt x="15" y="30"/>
                  </a:cubicBezTo>
                  <a:cubicBezTo>
                    <a:pt x="13" y="30"/>
                    <a:pt x="11" y="29"/>
                    <a:pt x="9" y="28"/>
                  </a:cubicBezTo>
                  <a:cubicBezTo>
                    <a:pt x="8" y="27"/>
                    <a:pt x="6" y="26"/>
                    <a:pt x="5" y="25"/>
                  </a:cubicBezTo>
                  <a:cubicBezTo>
                    <a:pt x="4" y="24"/>
                    <a:pt x="3" y="22"/>
                    <a:pt x="2" y="21"/>
                  </a:cubicBezTo>
                  <a:cubicBezTo>
                    <a:pt x="1" y="19"/>
                    <a:pt x="1" y="17"/>
                    <a:pt x="1" y="15"/>
                  </a:cubicBezTo>
                  <a:cubicBezTo>
                    <a:pt x="1" y="10"/>
                    <a:pt x="2" y="7"/>
                    <a:pt x="6" y="4"/>
                  </a:cubicBezTo>
                  <a:cubicBezTo>
                    <a:pt x="9" y="1"/>
                    <a:pt x="14" y="0"/>
                    <a:pt x="20" y="0"/>
                  </a:cubicBezTo>
                  <a:cubicBezTo>
                    <a:pt x="23" y="0"/>
                    <a:pt x="25" y="0"/>
                    <a:pt x="28" y="1"/>
                  </a:cubicBezTo>
                  <a:cubicBezTo>
                    <a:pt x="31" y="1"/>
                    <a:pt x="33" y="2"/>
                    <a:pt x="34" y="2"/>
                  </a:cubicBezTo>
                  <a:cubicBezTo>
                    <a:pt x="32" y="12"/>
                    <a:pt x="32" y="12"/>
                    <a:pt x="32" y="12"/>
                  </a:cubicBezTo>
                  <a:cubicBezTo>
                    <a:pt x="31" y="11"/>
                    <a:pt x="29" y="11"/>
                    <a:pt x="27" y="10"/>
                  </a:cubicBezTo>
                  <a:cubicBezTo>
                    <a:pt x="25" y="10"/>
                    <a:pt x="23" y="9"/>
                    <a:pt x="20" y="9"/>
                  </a:cubicBezTo>
                  <a:cubicBezTo>
                    <a:pt x="18" y="9"/>
                    <a:pt x="16" y="10"/>
                    <a:pt x="15" y="11"/>
                  </a:cubicBezTo>
                  <a:cubicBezTo>
                    <a:pt x="13" y="11"/>
                    <a:pt x="12" y="13"/>
                    <a:pt x="12" y="14"/>
                  </a:cubicBezTo>
                  <a:cubicBezTo>
                    <a:pt x="12" y="15"/>
                    <a:pt x="12" y="16"/>
                    <a:pt x="13" y="17"/>
                  </a:cubicBezTo>
                  <a:cubicBezTo>
                    <a:pt x="13" y="17"/>
                    <a:pt x="14" y="18"/>
                    <a:pt x="14" y="18"/>
                  </a:cubicBezTo>
                  <a:cubicBezTo>
                    <a:pt x="15" y="19"/>
                    <a:pt x="16" y="19"/>
                    <a:pt x="17" y="20"/>
                  </a:cubicBezTo>
                  <a:cubicBezTo>
                    <a:pt x="18" y="20"/>
                    <a:pt x="20" y="21"/>
                    <a:pt x="21" y="22"/>
                  </a:cubicBezTo>
                  <a:cubicBezTo>
                    <a:pt x="24" y="23"/>
                    <a:pt x="26" y="24"/>
                    <a:pt x="28" y="25"/>
                  </a:cubicBezTo>
                  <a:cubicBezTo>
                    <a:pt x="30" y="26"/>
                    <a:pt x="32" y="27"/>
                    <a:pt x="33" y="28"/>
                  </a:cubicBezTo>
                  <a:cubicBezTo>
                    <a:pt x="34" y="29"/>
                    <a:pt x="35" y="31"/>
                    <a:pt x="36" y="32"/>
                  </a:cubicBezTo>
                  <a:cubicBezTo>
                    <a:pt x="36" y="34"/>
                    <a:pt x="37" y="36"/>
                    <a:pt x="37" y="38"/>
                  </a:cubicBezTo>
                  <a:cubicBezTo>
                    <a:pt x="37" y="43"/>
                    <a:pt x="35" y="46"/>
                    <a:pt x="31" y="49"/>
                  </a:cubicBezTo>
                  <a:cubicBezTo>
                    <a:pt x="28" y="51"/>
                    <a:pt x="23" y="53"/>
                    <a:pt x="16" y="53"/>
                  </a:cubicBezTo>
                  <a:cubicBezTo>
                    <a:pt x="12" y="53"/>
                    <a:pt x="8" y="52"/>
                    <a:pt x="5" y="52"/>
                  </a:cubicBezTo>
                  <a:cubicBezTo>
                    <a:pt x="3" y="51"/>
                    <a:pt x="1" y="50"/>
                    <a:pt x="0" y="50"/>
                  </a:cubicBezTo>
                  <a:cubicBezTo>
                    <a:pt x="2" y="40"/>
                    <a:pt x="2" y="40"/>
                    <a:pt x="2" y="40"/>
                  </a:cubicBezTo>
                  <a:cubicBezTo>
                    <a:pt x="3" y="41"/>
                    <a:pt x="6" y="41"/>
                    <a:pt x="8" y="42"/>
                  </a:cubicBezTo>
                  <a:cubicBezTo>
                    <a:pt x="10" y="43"/>
                    <a:pt x="13" y="43"/>
                    <a:pt x="16" y="4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13" name="Freeform 25">
              <a:extLst>
                <a:ext uri="{FF2B5EF4-FFF2-40B4-BE49-F238E27FC236}">
                  <a16:creationId xmlns:a16="http://schemas.microsoft.com/office/drawing/2014/main" id="{4F0922C2-DC30-4808-B2D1-53B9A9F52D85}"/>
                </a:ext>
              </a:extLst>
            </p:cNvPr>
            <p:cNvSpPr>
              <a:spLocks/>
            </p:cNvSpPr>
            <p:nvPr userDrawn="1"/>
          </p:nvSpPr>
          <p:spPr bwMode="auto">
            <a:xfrm>
              <a:off x="6289450" y="5030484"/>
              <a:ext cx="238125" cy="334963"/>
            </a:xfrm>
            <a:custGeom>
              <a:avLst/>
              <a:gdLst>
                <a:gd name="T0" fmla="*/ 0 w 39"/>
                <a:gd name="T1" fmla="*/ 26 h 53"/>
                <a:gd name="T2" fmla="*/ 2 w 39"/>
                <a:gd name="T3" fmla="*/ 16 h 53"/>
                <a:gd name="T4" fmla="*/ 7 w 39"/>
                <a:gd name="T5" fmla="*/ 7 h 53"/>
                <a:gd name="T6" fmla="*/ 15 w 39"/>
                <a:gd name="T7" fmla="*/ 2 h 53"/>
                <a:gd name="T8" fmla="*/ 25 w 39"/>
                <a:gd name="T9" fmla="*/ 0 h 53"/>
                <a:gd name="T10" fmla="*/ 39 w 39"/>
                <a:gd name="T11" fmla="*/ 3 h 53"/>
                <a:gd name="T12" fmla="*/ 36 w 39"/>
                <a:gd name="T13" fmla="*/ 12 h 53"/>
                <a:gd name="T14" fmla="*/ 31 w 39"/>
                <a:gd name="T15" fmla="*/ 11 h 53"/>
                <a:gd name="T16" fmla="*/ 26 w 39"/>
                <a:gd name="T17" fmla="*/ 10 h 53"/>
                <a:gd name="T18" fmla="*/ 16 w 39"/>
                <a:gd name="T19" fmla="*/ 14 h 53"/>
                <a:gd name="T20" fmla="*/ 12 w 39"/>
                <a:gd name="T21" fmla="*/ 26 h 53"/>
                <a:gd name="T22" fmla="*/ 15 w 39"/>
                <a:gd name="T23" fmla="*/ 38 h 53"/>
                <a:gd name="T24" fmla="*/ 27 w 39"/>
                <a:gd name="T25" fmla="*/ 43 h 53"/>
                <a:gd name="T26" fmla="*/ 33 w 39"/>
                <a:gd name="T27" fmla="*/ 42 h 53"/>
                <a:gd name="T28" fmla="*/ 38 w 39"/>
                <a:gd name="T29" fmla="*/ 41 h 53"/>
                <a:gd name="T30" fmla="*/ 39 w 39"/>
                <a:gd name="T31" fmla="*/ 50 h 53"/>
                <a:gd name="T32" fmla="*/ 33 w 39"/>
                <a:gd name="T33" fmla="*/ 52 h 53"/>
                <a:gd name="T34" fmla="*/ 25 w 39"/>
                <a:gd name="T35" fmla="*/ 53 h 53"/>
                <a:gd name="T36" fmla="*/ 14 w 39"/>
                <a:gd name="T37" fmla="*/ 51 h 53"/>
                <a:gd name="T38" fmla="*/ 6 w 39"/>
                <a:gd name="T39" fmla="*/ 45 h 53"/>
                <a:gd name="T40" fmla="*/ 2 w 39"/>
                <a:gd name="T41" fmla="*/ 37 h 53"/>
                <a:gd name="T42" fmla="*/ 0 w 39"/>
                <a:gd name="T43"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9" h="53">
                  <a:moveTo>
                    <a:pt x="0" y="26"/>
                  </a:moveTo>
                  <a:cubicBezTo>
                    <a:pt x="0" y="23"/>
                    <a:pt x="1" y="19"/>
                    <a:pt x="2" y="16"/>
                  </a:cubicBezTo>
                  <a:cubicBezTo>
                    <a:pt x="3" y="13"/>
                    <a:pt x="5" y="10"/>
                    <a:pt x="7" y="7"/>
                  </a:cubicBezTo>
                  <a:cubicBezTo>
                    <a:pt x="9" y="5"/>
                    <a:pt x="12" y="3"/>
                    <a:pt x="15" y="2"/>
                  </a:cubicBezTo>
                  <a:cubicBezTo>
                    <a:pt x="18" y="1"/>
                    <a:pt x="21" y="0"/>
                    <a:pt x="25" y="0"/>
                  </a:cubicBezTo>
                  <a:cubicBezTo>
                    <a:pt x="30" y="0"/>
                    <a:pt x="34" y="1"/>
                    <a:pt x="39" y="3"/>
                  </a:cubicBezTo>
                  <a:cubicBezTo>
                    <a:pt x="36" y="12"/>
                    <a:pt x="36" y="12"/>
                    <a:pt x="36" y="12"/>
                  </a:cubicBezTo>
                  <a:cubicBezTo>
                    <a:pt x="35" y="11"/>
                    <a:pt x="33" y="11"/>
                    <a:pt x="31" y="11"/>
                  </a:cubicBezTo>
                  <a:cubicBezTo>
                    <a:pt x="30" y="10"/>
                    <a:pt x="28" y="10"/>
                    <a:pt x="26" y="10"/>
                  </a:cubicBezTo>
                  <a:cubicBezTo>
                    <a:pt x="21" y="10"/>
                    <a:pt x="18" y="11"/>
                    <a:pt x="16" y="14"/>
                  </a:cubicBezTo>
                  <a:cubicBezTo>
                    <a:pt x="13" y="17"/>
                    <a:pt x="12" y="21"/>
                    <a:pt x="12" y="26"/>
                  </a:cubicBezTo>
                  <a:cubicBezTo>
                    <a:pt x="12" y="31"/>
                    <a:pt x="13" y="35"/>
                    <a:pt x="15" y="38"/>
                  </a:cubicBezTo>
                  <a:cubicBezTo>
                    <a:pt x="18" y="41"/>
                    <a:pt x="21" y="43"/>
                    <a:pt x="27" y="43"/>
                  </a:cubicBezTo>
                  <a:cubicBezTo>
                    <a:pt x="29" y="43"/>
                    <a:pt x="31" y="42"/>
                    <a:pt x="33" y="42"/>
                  </a:cubicBezTo>
                  <a:cubicBezTo>
                    <a:pt x="35" y="42"/>
                    <a:pt x="36" y="41"/>
                    <a:pt x="38" y="41"/>
                  </a:cubicBezTo>
                  <a:cubicBezTo>
                    <a:pt x="39" y="50"/>
                    <a:pt x="39" y="50"/>
                    <a:pt x="39" y="50"/>
                  </a:cubicBezTo>
                  <a:cubicBezTo>
                    <a:pt x="38" y="51"/>
                    <a:pt x="36" y="51"/>
                    <a:pt x="33" y="52"/>
                  </a:cubicBezTo>
                  <a:cubicBezTo>
                    <a:pt x="31" y="52"/>
                    <a:pt x="28" y="53"/>
                    <a:pt x="25" y="53"/>
                  </a:cubicBezTo>
                  <a:cubicBezTo>
                    <a:pt x="21" y="53"/>
                    <a:pt x="17" y="52"/>
                    <a:pt x="14" y="51"/>
                  </a:cubicBezTo>
                  <a:cubicBezTo>
                    <a:pt x="11" y="49"/>
                    <a:pt x="8" y="48"/>
                    <a:pt x="6" y="45"/>
                  </a:cubicBezTo>
                  <a:cubicBezTo>
                    <a:pt x="4" y="43"/>
                    <a:pt x="3" y="40"/>
                    <a:pt x="2" y="37"/>
                  </a:cubicBezTo>
                  <a:cubicBezTo>
                    <a:pt x="1" y="34"/>
                    <a:pt x="0" y="30"/>
                    <a:pt x="0" y="2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14" name="Freeform 26">
              <a:extLst>
                <a:ext uri="{FF2B5EF4-FFF2-40B4-BE49-F238E27FC236}">
                  <a16:creationId xmlns:a16="http://schemas.microsoft.com/office/drawing/2014/main" id="{14AEFC97-1777-45AD-9BC7-AF31B29FCBD8}"/>
                </a:ext>
              </a:extLst>
            </p:cNvPr>
            <p:cNvSpPr>
              <a:spLocks noEditPoints="1"/>
            </p:cNvSpPr>
            <p:nvPr userDrawn="1"/>
          </p:nvSpPr>
          <p:spPr bwMode="auto">
            <a:xfrm>
              <a:off x="6552975" y="5030484"/>
              <a:ext cx="292100" cy="334963"/>
            </a:xfrm>
            <a:custGeom>
              <a:avLst/>
              <a:gdLst>
                <a:gd name="T0" fmla="*/ 48 w 48"/>
                <a:gd name="T1" fmla="*/ 26 h 53"/>
                <a:gd name="T2" fmla="*/ 46 w 48"/>
                <a:gd name="T3" fmla="*/ 37 h 53"/>
                <a:gd name="T4" fmla="*/ 41 w 48"/>
                <a:gd name="T5" fmla="*/ 45 h 53"/>
                <a:gd name="T6" fmla="*/ 33 w 48"/>
                <a:gd name="T7" fmla="*/ 51 h 53"/>
                <a:gd name="T8" fmla="*/ 24 w 48"/>
                <a:gd name="T9" fmla="*/ 53 h 53"/>
                <a:gd name="T10" fmla="*/ 14 w 48"/>
                <a:gd name="T11" fmla="*/ 51 h 53"/>
                <a:gd name="T12" fmla="*/ 6 w 48"/>
                <a:gd name="T13" fmla="*/ 45 h 53"/>
                <a:gd name="T14" fmla="*/ 1 w 48"/>
                <a:gd name="T15" fmla="*/ 37 h 53"/>
                <a:gd name="T16" fmla="*/ 0 w 48"/>
                <a:gd name="T17" fmla="*/ 26 h 53"/>
                <a:gd name="T18" fmla="*/ 1 w 48"/>
                <a:gd name="T19" fmla="*/ 15 h 53"/>
                <a:gd name="T20" fmla="*/ 6 w 48"/>
                <a:gd name="T21" fmla="*/ 7 h 53"/>
                <a:gd name="T22" fmla="*/ 14 w 48"/>
                <a:gd name="T23" fmla="*/ 2 h 53"/>
                <a:gd name="T24" fmla="*/ 24 w 48"/>
                <a:gd name="T25" fmla="*/ 0 h 53"/>
                <a:gd name="T26" fmla="*/ 33 w 48"/>
                <a:gd name="T27" fmla="*/ 2 h 53"/>
                <a:gd name="T28" fmla="*/ 41 w 48"/>
                <a:gd name="T29" fmla="*/ 7 h 53"/>
                <a:gd name="T30" fmla="*/ 46 w 48"/>
                <a:gd name="T31" fmla="*/ 15 h 53"/>
                <a:gd name="T32" fmla="*/ 48 w 48"/>
                <a:gd name="T33" fmla="*/ 26 h 53"/>
                <a:gd name="T34" fmla="*/ 36 w 48"/>
                <a:gd name="T35" fmla="*/ 26 h 53"/>
                <a:gd name="T36" fmla="*/ 33 w 48"/>
                <a:gd name="T37" fmla="*/ 14 h 53"/>
                <a:gd name="T38" fmla="*/ 24 w 48"/>
                <a:gd name="T39" fmla="*/ 10 h 53"/>
                <a:gd name="T40" fmla="*/ 15 w 48"/>
                <a:gd name="T41" fmla="*/ 14 h 53"/>
                <a:gd name="T42" fmla="*/ 11 w 48"/>
                <a:gd name="T43" fmla="*/ 26 h 53"/>
                <a:gd name="T44" fmla="*/ 15 w 48"/>
                <a:gd name="T45" fmla="*/ 38 h 53"/>
                <a:gd name="T46" fmla="*/ 24 w 48"/>
                <a:gd name="T47" fmla="*/ 43 h 53"/>
                <a:gd name="T48" fmla="*/ 33 w 48"/>
                <a:gd name="T49" fmla="*/ 38 h 53"/>
                <a:gd name="T50" fmla="*/ 36 w 48"/>
                <a:gd name="T51"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8" h="53">
                  <a:moveTo>
                    <a:pt x="48" y="26"/>
                  </a:moveTo>
                  <a:cubicBezTo>
                    <a:pt x="48" y="30"/>
                    <a:pt x="47" y="34"/>
                    <a:pt x="46" y="37"/>
                  </a:cubicBezTo>
                  <a:cubicBezTo>
                    <a:pt x="45" y="40"/>
                    <a:pt x="43" y="43"/>
                    <a:pt x="41" y="45"/>
                  </a:cubicBezTo>
                  <a:cubicBezTo>
                    <a:pt x="39" y="48"/>
                    <a:pt x="36" y="50"/>
                    <a:pt x="33" y="51"/>
                  </a:cubicBezTo>
                  <a:cubicBezTo>
                    <a:pt x="30" y="52"/>
                    <a:pt x="27" y="53"/>
                    <a:pt x="24" y="53"/>
                  </a:cubicBezTo>
                  <a:cubicBezTo>
                    <a:pt x="20" y="53"/>
                    <a:pt x="17" y="52"/>
                    <a:pt x="14" y="51"/>
                  </a:cubicBezTo>
                  <a:cubicBezTo>
                    <a:pt x="11" y="50"/>
                    <a:pt x="8" y="48"/>
                    <a:pt x="6" y="45"/>
                  </a:cubicBezTo>
                  <a:cubicBezTo>
                    <a:pt x="4" y="43"/>
                    <a:pt x="2" y="40"/>
                    <a:pt x="1" y="37"/>
                  </a:cubicBezTo>
                  <a:cubicBezTo>
                    <a:pt x="0" y="34"/>
                    <a:pt x="0" y="30"/>
                    <a:pt x="0" y="26"/>
                  </a:cubicBezTo>
                  <a:cubicBezTo>
                    <a:pt x="0" y="22"/>
                    <a:pt x="0" y="19"/>
                    <a:pt x="1" y="15"/>
                  </a:cubicBezTo>
                  <a:cubicBezTo>
                    <a:pt x="2" y="12"/>
                    <a:pt x="4" y="9"/>
                    <a:pt x="6" y="7"/>
                  </a:cubicBezTo>
                  <a:cubicBezTo>
                    <a:pt x="8" y="5"/>
                    <a:pt x="11" y="3"/>
                    <a:pt x="14" y="2"/>
                  </a:cubicBezTo>
                  <a:cubicBezTo>
                    <a:pt x="17" y="1"/>
                    <a:pt x="20" y="0"/>
                    <a:pt x="24" y="0"/>
                  </a:cubicBezTo>
                  <a:cubicBezTo>
                    <a:pt x="27" y="0"/>
                    <a:pt x="30" y="1"/>
                    <a:pt x="33" y="2"/>
                  </a:cubicBezTo>
                  <a:cubicBezTo>
                    <a:pt x="36" y="3"/>
                    <a:pt x="39" y="5"/>
                    <a:pt x="41" y="7"/>
                  </a:cubicBezTo>
                  <a:cubicBezTo>
                    <a:pt x="43" y="9"/>
                    <a:pt x="45" y="12"/>
                    <a:pt x="46" y="15"/>
                  </a:cubicBezTo>
                  <a:cubicBezTo>
                    <a:pt x="47" y="19"/>
                    <a:pt x="48" y="22"/>
                    <a:pt x="48" y="26"/>
                  </a:cubicBezTo>
                  <a:close/>
                  <a:moveTo>
                    <a:pt x="36" y="26"/>
                  </a:moveTo>
                  <a:cubicBezTo>
                    <a:pt x="36" y="21"/>
                    <a:pt x="35" y="17"/>
                    <a:pt x="33" y="14"/>
                  </a:cubicBezTo>
                  <a:cubicBezTo>
                    <a:pt x="30" y="11"/>
                    <a:pt x="27" y="10"/>
                    <a:pt x="24" y="10"/>
                  </a:cubicBezTo>
                  <a:cubicBezTo>
                    <a:pt x="20" y="10"/>
                    <a:pt x="17" y="11"/>
                    <a:pt x="15" y="14"/>
                  </a:cubicBezTo>
                  <a:cubicBezTo>
                    <a:pt x="13" y="17"/>
                    <a:pt x="11" y="21"/>
                    <a:pt x="11" y="26"/>
                  </a:cubicBezTo>
                  <a:cubicBezTo>
                    <a:pt x="11" y="31"/>
                    <a:pt x="13" y="35"/>
                    <a:pt x="15" y="38"/>
                  </a:cubicBezTo>
                  <a:cubicBezTo>
                    <a:pt x="17" y="41"/>
                    <a:pt x="20" y="43"/>
                    <a:pt x="24" y="43"/>
                  </a:cubicBezTo>
                  <a:cubicBezTo>
                    <a:pt x="27" y="43"/>
                    <a:pt x="30" y="41"/>
                    <a:pt x="33" y="38"/>
                  </a:cubicBezTo>
                  <a:cubicBezTo>
                    <a:pt x="35" y="35"/>
                    <a:pt x="36" y="31"/>
                    <a:pt x="36" y="2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15" name="Freeform 27">
              <a:extLst>
                <a:ext uri="{FF2B5EF4-FFF2-40B4-BE49-F238E27FC236}">
                  <a16:creationId xmlns:a16="http://schemas.microsoft.com/office/drawing/2014/main" id="{B47DB4BA-5B8E-41A8-9708-0FC2613DD8C8}"/>
                </a:ext>
              </a:extLst>
            </p:cNvPr>
            <p:cNvSpPr>
              <a:spLocks/>
            </p:cNvSpPr>
            <p:nvPr userDrawn="1"/>
          </p:nvSpPr>
          <p:spPr bwMode="auto">
            <a:xfrm>
              <a:off x="6900638" y="5036834"/>
              <a:ext cx="257175" cy="328613"/>
            </a:xfrm>
            <a:custGeom>
              <a:avLst/>
              <a:gdLst>
                <a:gd name="T0" fmla="*/ 42 w 42"/>
                <a:gd name="T1" fmla="*/ 49 h 52"/>
                <a:gd name="T2" fmla="*/ 33 w 42"/>
                <a:gd name="T3" fmla="*/ 51 h 52"/>
                <a:gd name="T4" fmla="*/ 21 w 42"/>
                <a:gd name="T5" fmla="*/ 52 h 52"/>
                <a:gd name="T6" fmla="*/ 11 w 42"/>
                <a:gd name="T7" fmla="*/ 50 h 52"/>
                <a:gd name="T8" fmla="*/ 5 w 42"/>
                <a:gd name="T9" fmla="*/ 45 h 52"/>
                <a:gd name="T10" fmla="*/ 1 w 42"/>
                <a:gd name="T11" fmla="*/ 38 h 52"/>
                <a:gd name="T12" fmla="*/ 0 w 42"/>
                <a:gd name="T13" fmla="*/ 28 h 52"/>
                <a:gd name="T14" fmla="*/ 0 w 42"/>
                <a:gd name="T15" fmla="*/ 0 h 52"/>
                <a:gd name="T16" fmla="*/ 12 w 42"/>
                <a:gd name="T17" fmla="*/ 0 h 52"/>
                <a:gd name="T18" fmla="*/ 12 w 42"/>
                <a:gd name="T19" fmla="*/ 26 h 52"/>
                <a:gd name="T20" fmla="*/ 14 w 42"/>
                <a:gd name="T21" fmla="*/ 38 h 52"/>
                <a:gd name="T22" fmla="*/ 22 w 42"/>
                <a:gd name="T23" fmla="*/ 41 h 52"/>
                <a:gd name="T24" fmla="*/ 27 w 42"/>
                <a:gd name="T25" fmla="*/ 41 h 52"/>
                <a:gd name="T26" fmla="*/ 30 w 42"/>
                <a:gd name="T27" fmla="*/ 41 h 52"/>
                <a:gd name="T28" fmla="*/ 30 w 42"/>
                <a:gd name="T29" fmla="*/ 0 h 52"/>
                <a:gd name="T30" fmla="*/ 42 w 42"/>
                <a:gd name="T31" fmla="*/ 0 h 52"/>
                <a:gd name="T32" fmla="*/ 42 w 42"/>
                <a:gd name="T33" fmla="*/ 4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52">
                  <a:moveTo>
                    <a:pt x="42" y="49"/>
                  </a:moveTo>
                  <a:cubicBezTo>
                    <a:pt x="40" y="49"/>
                    <a:pt x="37" y="50"/>
                    <a:pt x="33" y="51"/>
                  </a:cubicBezTo>
                  <a:cubicBezTo>
                    <a:pt x="30" y="51"/>
                    <a:pt x="26" y="52"/>
                    <a:pt x="21" y="52"/>
                  </a:cubicBezTo>
                  <a:cubicBezTo>
                    <a:pt x="17" y="52"/>
                    <a:pt x="14" y="51"/>
                    <a:pt x="11" y="50"/>
                  </a:cubicBezTo>
                  <a:cubicBezTo>
                    <a:pt x="9" y="49"/>
                    <a:pt x="6" y="47"/>
                    <a:pt x="5" y="45"/>
                  </a:cubicBezTo>
                  <a:cubicBezTo>
                    <a:pt x="3" y="43"/>
                    <a:pt x="2" y="40"/>
                    <a:pt x="1" y="38"/>
                  </a:cubicBezTo>
                  <a:cubicBezTo>
                    <a:pt x="1" y="35"/>
                    <a:pt x="0" y="32"/>
                    <a:pt x="0" y="28"/>
                  </a:cubicBezTo>
                  <a:cubicBezTo>
                    <a:pt x="0" y="0"/>
                    <a:pt x="0" y="0"/>
                    <a:pt x="0" y="0"/>
                  </a:cubicBezTo>
                  <a:cubicBezTo>
                    <a:pt x="12" y="0"/>
                    <a:pt x="12" y="0"/>
                    <a:pt x="12" y="0"/>
                  </a:cubicBezTo>
                  <a:cubicBezTo>
                    <a:pt x="12" y="26"/>
                    <a:pt x="12" y="26"/>
                    <a:pt x="12" y="26"/>
                  </a:cubicBezTo>
                  <a:cubicBezTo>
                    <a:pt x="12" y="32"/>
                    <a:pt x="13" y="36"/>
                    <a:pt x="14" y="38"/>
                  </a:cubicBezTo>
                  <a:cubicBezTo>
                    <a:pt x="16" y="40"/>
                    <a:pt x="19" y="41"/>
                    <a:pt x="22" y="41"/>
                  </a:cubicBezTo>
                  <a:cubicBezTo>
                    <a:pt x="24" y="41"/>
                    <a:pt x="25" y="41"/>
                    <a:pt x="27" y="41"/>
                  </a:cubicBezTo>
                  <a:cubicBezTo>
                    <a:pt x="28" y="41"/>
                    <a:pt x="30" y="41"/>
                    <a:pt x="30" y="41"/>
                  </a:cubicBezTo>
                  <a:cubicBezTo>
                    <a:pt x="30" y="0"/>
                    <a:pt x="30" y="0"/>
                    <a:pt x="30" y="0"/>
                  </a:cubicBezTo>
                  <a:cubicBezTo>
                    <a:pt x="42" y="0"/>
                    <a:pt x="42" y="0"/>
                    <a:pt x="42" y="0"/>
                  </a:cubicBezTo>
                  <a:lnTo>
                    <a:pt x="42" y="4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16" name="Freeform 28">
              <a:extLst>
                <a:ext uri="{FF2B5EF4-FFF2-40B4-BE49-F238E27FC236}">
                  <a16:creationId xmlns:a16="http://schemas.microsoft.com/office/drawing/2014/main" id="{34114B49-8F8C-46EF-B04E-1A5E0F546A01}"/>
                </a:ext>
              </a:extLst>
            </p:cNvPr>
            <p:cNvSpPr>
              <a:spLocks/>
            </p:cNvSpPr>
            <p:nvPr userDrawn="1"/>
          </p:nvSpPr>
          <p:spPr bwMode="auto">
            <a:xfrm>
              <a:off x="7237188" y="5030484"/>
              <a:ext cx="257175" cy="322263"/>
            </a:xfrm>
            <a:custGeom>
              <a:avLst/>
              <a:gdLst>
                <a:gd name="T0" fmla="*/ 0 w 42"/>
                <a:gd name="T1" fmla="*/ 3 h 51"/>
                <a:gd name="T2" fmla="*/ 9 w 42"/>
                <a:gd name="T3" fmla="*/ 1 h 51"/>
                <a:gd name="T4" fmla="*/ 20 w 42"/>
                <a:gd name="T5" fmla="*/ 0 h 51"/>
                <a:gd name="T6" fmla="*/ 31 w 42"/>
                <a:gd name="T7" fmla="*/ 2 h 51"/>
                <a:gd name="T8" fmla="*/ 37 w 42"/>
                <a:gd name="T9" fmla="*/ 6 h 51"/>
                <a:gd name="T10" fmla="*/ 41 w 42"/>
                <a:gd name="T11" fmla="*/ 14 h 51"/>
                <a:gd name="T12" fmla="*/ 42 w 42"/>
                <a:gd name="T13" fmla="*/ 23 h 51"/>
                <a:gd name="T14" fmla="*/ 42 w 42"/>
                <a:gd name="T15" fmla="*/ 51 h 51"/>
                <a:gd name="T16" fmla="*/ 30 w 42"/>
                <a:gd name="T17" fmla="*/ 51 h 51"/>
                <a:gd name="T18" fmla="*/ 30 w 42"/>
                <a:gd name="T19" fmla="*/ 25 h 51"/>
                <a:gd name="T20" fmla="*/ 30 w 42"/>
                <a:gd name="T21" fmla="*/ 18 h 51"/>
                <a:gd name="T22" fmla="*/ 28 w 42"/>
                <a:gd name="T23" fmla="*/ 13 h 51"/>
                <a:gd name="T24" fmla="*/ 25 w 42"/>
                <a:gd name="T25" fmla="*/ 11 h 51"/>
                <a:gd name="T26" fmla="*/ 20 w 42"/>
                <a:gd name="T27" fmla="*/ 10 h 51"/>
                <a:gd name="T28" fmla="*/ 15 w 42"/>
                <a:gd name="T29" fmla="*/ 10 h 51"/>
                <a:gd name="T30" fmla="*/ 11 w 42"/>
                <a:gd name="T31" fmla="*/ 11 h 51"/>
                <a:gd name="T32" fmla="*/ 11 w 42"/>
                <a:gd name="T33" fmla="*/ 51 h 51"/>
                <a:gd name="T34" fmla="*/ 0 w 42"/>
                <a:gd name="T35" fmla="*/ 51 h 51"/>
                <a:gd name="T36" fmla="*/ 0 w 42"/>
                <a:gd name="T37"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51">
                  <a:moveTo>
                    <a:pt x="0" y="3"/>
                  </a:moveTo>
                  <a:cubicBezTo>
                    <a:pt x="2" y="2"/>
                    <a:pt x="5" y="2"/>
                    <a:pt x="9" y="1"/>
                  </a:cubicBezTo>
                  <a:cubicBezTo>
                    <a:pt x="12" y="0"/>
                    <a:pt x="16" y="0"/>
                    <a:pt x="20" y="0"/>
                  </a:cubicBezTo>
                  <a:cubicBezTo>
                    <a:pt x="25" y="0"/>
                    <a:pt x="28" y="1"/>
                    <a:pt x="31" y="2"/>
                  </a:cubicBezTo>
                  <a:cubicBezTo>
                    <a:pt x="34" y="3"/>
                    <a:pt x="36" y="4"/>
                    <a:pt x="37" y="6"/>
                  </a:cubicBezTo>
                  <a:cubicBezTo>
                    <a:pt x="39" y="9"/>
                    <a:pt x="40" y="11"/>
                    <a:pt x="41" y="14"/>
                  </a:cubicBezTo>
                  <a:cubicBezTo>
                    <a:pt x="41" y="17"/>
                    <a:pt x="42" y="20"/>
                    <a:pt x="42" y="23"/>
                  </a:cubicBezTo>
                  <a:cubicBezTo>
                    <a:pt x="42" y="51"/>
                    <a:pt x="42" y="51"/>
                    <a:pt x="42" y="51"/>
                  </a:cubicBezTo>
                  <a:cubicBezTo>
                    <a:pt x="30" y="51"/>
                    <a:pt x="30" y="51"/>
                    <a:pt x="30" y="51"/>
                  </a:cubicBezTo>
                  <a:cubicBezTo>
                    <a:pt x="30" y="25"/>
                    <a:pt x="30" y="25"/>
                    <a:pt x="30" y="25"/>
                  </a:cubicBezTo>
                  <a:cubicBezTo>
                    <a:pt x="30" y="22"/>
                    <a:pt x="30" y="20"/>
                    <a:pt x="30" y="18"/>
                  </a:cubicBezTo>
                  <a:cubicBezTo>
                    <a:pt x="29" y="16"/>
                    <a:pt x="29" y="15"/>
                    <a:pt x="28" y="13"/>
                  </a:cubicBezTo>
                  <a:cubicBezTo>
                    <a:pt x="27" y="12"/>
                    <a:pt x="26" y="11"/>
                    <a:pt x="25" y="11"/>
                  </a:cubicBezTo>
                  <a:cubicBezTo>
                    <a:pt x="23" y="10"/>
                    <a:pt x="22" y="10"/>
                    <a:pt x="20" y="10"/>
                  </a:cubicBezTo>
                  <a:cubicBezTo>
                    <a:pt x="18" y="10"/>
                    <a:pt x="17" y="10"/>
                    <a:pt x="15" y="10"/>
                  </a:cubicBezTo>
                  <a:cubicBezTo>
                    <a:pt x="13" y="11"/>
                    <a:pt x="12" y="11"/>
                    <a:pt x="11" y="11"/>
                  </a:cubicBezTo>
                  <a:cubicBezTo>
                    <a:pt x="11" y="51"/>
                    <a:pt x="11" y="51"/>
                    <a:pt x="11" y="51"/>
                  </a:cubicBezTo>
                  <a:cubicBezTo>
                    <a:pt x="0" y="51"/>
                    <a:pt x="0" y="51"/>
                    <a:pt x="0" y="51"/>
                  </a:cubicBezTo>
                  <a:lnTo>
                    <a:pt x="0" y="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17" name="Freeform 29">
              <a:extLst>
                <a:ext uri="{FF2B5EF4-FFF2-40B4-BE49-F238E27FC236}">
                  <a16:creationId xmlns:a16="http://schemas.microsoft.com/office/drawing/2014/main" id="{E2EF8D31-2B81-4EB3-AF38-821718C2CF7F}"/>
                </a:ext>
              </a:extLst>
            </p:cNvPr>
            <p:cNvSpPr>
              <a:spLocks/>
            </p:cNvSpPr>
            <p:nvPr userDrawn="1"/>
          </p:nvSpPr>
          <p:spPr bwMode="auto">
            <a:xfrm>
              <a:off x="7567388"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3 w 31"/>
                <a:gd name="T31" fmla="*/ 61 h 67"/>
                <a:gd name="T32" fmla="*/ 0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4"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4" y="67"/>
                    <a:pt x="11" y="66"/>
                    <a:pt x="9" y="65"/>
                  </a:cubicBezTo>
                  <a:cubicBezTo>
                    <a:pt x="7" y="64"/>
                    <a:pt x="5" y="63"/>
                    <a:pt x="3" y="61"/>
                  </a:cubicBezTo>
                  <a:cubicBezTo>
                    <a:pt x="2" y="59"/>
                    <a:pt x="1" y="57"/>
                    <a:pt x="0" y="54"/>
                  </a:cubicBezTo>
                  <a:cubicBezTo>
                    <a:pt x="0" y="52"/>
                    <a:pt x="0" y="49"/>
                    <a:pt x="0" y="45"/>
                  </a:cubicBezTo>
                  <a:lnTo>
                    <a:pt x="0" y="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18" name="Freeform 30">
              <a:extLst>
                <a:ext uri="{FF2B5EF4-FFF2-40B4-BE49-F238E27FC236}">
                  <a16:creationId xmlns:a16="http://schemas.microsoft.com/office/drawing/2014/main" id="{3E3857E9-4E27-4A28-AD21-F5D67EC42C91}"/>
                </a:ext>
              </a:extLst>
            </p:cNvPr>
            <p:cNvSpPr>
              <a:spLocks/>
            </p:cNvSpPr>
            <p:nvPr userDrawn="1"/>
          </p:nvSpPr>
          <p:spPr bwMode="auto">
            <a:xfrm>
              <a:off x="7792813" y="5263846"/>
              <a:ext cx="92075" cy="101600"/>
            </a:xfrm>
            <a:custGeom>
              <a:avLst/>
              <a:gdLst>
                <a:gd name="T0" fmla="*/ 15 w 15"/>
                <a:gd name="T1" fmla="*/ 8 h 16"/>
                <a:gd name="T2" fmla="*/ 13 w 15"/>
                <a:gd name="T3" fmla="*/ 14 h 16"/>
                <a:gd name="T4" fmla="*/ 8 w 15"/>
                <a:gd name="T5" fmla="*/ 16 h 16"/>
                <a:gd name="T6" fmla="*/ 2 w 15"/>
                <a:gd name="T7" fmla="*/ 14 h 16"/>
                <a:gd name="T8" fmla="*/ 0 w 15"/>
                <a:gd name="T9" fmla="*/ 8 h 16"/>
                <a:gd name="T10" fmla="*/ 2 w 15"/>
                <a:gd name="T11" fmla="*/ 3 h 16"/>
                <a:gd name="T12" fmla="*/ 8 w 15"/>
                <a:gd name="T13" fmla="*/ 0 h 16"/>
                <a:gd name="T14" fmla="*/ 13 w 15"/>
                <a:gd name="T15" fmla="*/ 3 h 16"/>
                <a:gd name="T16" fmla="*/ 15 w 15"/>
                <a:gd name="T17"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6">
                  <a:moveTo>
                    <a:pt x="15" y="8"/>
                  </a:moveTo>
                  <a:cubicBezTo>
                    <a:pt x="15" y="10"/>
                    <a:pt x="14" y="12"/>
                    <a:pt x="13" y="14"/>
                  </a:cubicBezTo>
                  <a:cubicBezTo>
                    <a:pt x="11" y="15"/>
                    <a:pt x="10" y="16"/>
                    <a:pt x="8" y="16"/>
                  </a:cubicBezTo>
                  <a:cubicBezTo>
                    <a:pt x="5" y="16"/>
                    <a:pt x="4" y="15"/>
                    <a:pt x="2" y="14"/>
                  </a:cubicBezTo>
                  <a:cubicBezTo>
                    <a:pt x="1" y="12"/>
                    <a:pt x="0" y="10"/>
                    <a:pt x="0" y="8"/>
                  </a:cubicBezTo>
                  <a:cubicBezTo>
                    <a:pt x="0" y="6"/>
                    <a:pt x="1" y="4"/>
                    <a:pt x="2" y="3"/>
                  </a:cubicBezTo>
                  <a:cubicBezTo>
                    <a:pt x="4" y="1"/>
                    <a:pt x="5" y="0"/>
                    <a:pt x="8" y="0"/>
                  </a:cubicBezTo>
                  <a:cubicBezTo>
                    <a:pt x="10" y="0"/>
                    <a:pt x="11" y="1"/>
                    <a:pt x="13" y="3"/>
                  </a:cubicBezTo>
                  <a:cubicBezTo>
                    <a:pt x="14" y="4"/>
                    <a:pt x="15" y="6"/>
                    <a:pt x="15" y="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grpSp>
      <p:sp>
        <p:nvSpPr>
          <p:cNvPr id="122" name="Rectangle 121">
            <a:hlinkClick r:id="rId21"/>
            <a:extLst>
              <a:ext uri="{FF2B5EF4-FFF2-40B4-BE49-F238E27FC236}">
                <a16:creationId xmlns:a16="http://schemas.microsoft.com/office/drawing/2014/main" id="{6FC11109-C0FC-4B5E-A717-4A050DC9201F}"/>
              </a:ext>
            </a:extLst>
          </p:cNvPr>
          <p:cNvSpPr/>
          <p:nvPr userDrawn="1"/>
        </p:nvSpPr>
        <p:spPr>
          <a:xfrm>
            <a:off x="5465542" y="3842577"/>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lumMod val="50000"/>
                </a:schemeClr>
              </a:solidFill>
              <a:latin typeface="+mj-lt"/>
            </a:endParaRPr>
          </a:p>
        </p:txBody>
      </p:sp>
      <p:pic>
        <p:nvPicPr>
          <p:cNvPr id="42" name="Picture 41">
            <a:extLst>
              <a:ext uri="{FF2B5EF4-FFF2-40B4-BE49-F238E27FC236}">
                <a16:creationId xmlns:a16="http://schemas.microsoft.com/office/drawing/2014/main" id="{DA2BE7BF-334F-4D00-82B2-68AE002E8C70}"/>
              </a:ext>
            </a:extLst>
          </p:cNvPr>
          <p:cNvPicPr>
            <a:picLocks noChangeAspect="1"/>
          </p:cNvPicPr>
          <p:nvPr userDrawn="1"/>
        </p:nvPicPr>
        <p:blipFill>
          <a:blip r:embed="rId22" cstate="email">
            <a:extLst>
              <a:ext uri="{28A0092B-C50C-407E-A947-70E740481C1C}">
                <a14:useLocalDpi xmlns:a14="http://schemas.microsoft.com/office/drawing/2010/main"/>
              </a:ext>
            </a:extLst>
          </a:blip>
          <a:stretch>
            <a:fillRect/>
          </a:stretch>
        </p:blipFill>
        <p:spPr>
          <a:xfrm>
            <a:off x="0" y="0"/>
            <a:ext cx="5497530" cy="1656011"/>
          </a:xfrm>
          <a:prstGeom prst="rect">
            <a:avLst/>
          </a:prstGeom>
        </p:spPr>
      </p:pic>
      <p:sp>
        <p:nvSpPr>
          <p:cNvPr id="44" name="Rectangle 43">
            <a:extLst>
              <a:ext uri="{FF2B5EF4-FFF2-40B4-BE49-F238E27FC236}">
                <a16:creationId xmlns:a16="http://schemas.microsoft.com/office/drawing/2014/main" id="{0BA16576-7950-4A7A-B04D-8D7B33707394}"/>
              </a:ext>
            </a:extLst>
          </p:cNvPr>
          <p:cNvSpPr/>
          <p:nvPr userDrawn="1"/>
        </p:nvSpPr>
        <p:spPr>
          <a:xfrm>
            <a:off x="5087888" y="2521998"/>
            <a:ext cx="3668557"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spc="200" baseline="0">
                <a:solidFill>
                  <a:schemeClr val="accent1">
                    <a:lumMod val="50000"/>
                  </a:schemeClr>
                </a:solidFill>
                <a:latin typeface="+mj-lt"/>
              </a:rPr>
              <a:t>ABOUT CAPGEMINI INVENT</a:t>
            </a:r>
          </a:p>
        </p:txBody>
      </p:sp>
      <p:sp>
        <p:nvSpPr>
          <p:cNvPr id="45" name="Rectangle 44">
            <a:extLst>
              <a:ext uri="{FF2B5EF4-FFF2-40B4-BE49-F238E27FC236}">
                <a16:creationId xmlns:a16="http://schemas.microsoft.com/office/drawing/2014/main" id="{C849B5CC-BE0A-4452-A414-8FD559B9F689}"/>
              </a:ext>
            </a:extLst>
          </p:cNvPr>
          <p:cNvSpPr/>
          <p:nvPr userDrawn="1"/>
        </p:nvSpPr>
        <p:spPr>
          <a:xfrm>
            <a:off x="5081926" y="2880481"/>
            <a:ext cx="4899531"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en-GB" sz="900" kern="1200">
                <a:solidFill>
                  <a:schemeClr val="accent1">
                    <a:lumMod val="50000"/>
                  </a:schemeClr>
                </a:solidFill>
                <a:effectLst/>
                <a:latin typeface="+mn-lt"/>
                <a:ea typeface="+mn-ea"/>
                <a:cs typeface="+mn-cs"/>
              </a:rPr>
              <a:t>As the digital innovation, consulting and transformation brand of the Capgemini Group, Capgemini Invent helps </a:t>
            </a:r>
            <a:r>
              <a:rPr lang="en-GB" sz="900" kern="1200" err="1">
                <a:solidFill>
                  <a:schemeClr val="accent1">
                    <a:lumMod val="50000"/>
                  </a:schemeClr>
                </a:solidFill>
                <a:effectLst/>
                <a:latin typeface="+mn-lt"/>
                <a:ea typeface="+mn-ea"/>
                <a:cs typeface="+mn-cs"/>
              </a:rPr>
              <a:t>CxOs</a:t>
            </a:r>
            <a:r>
              <a:rPr lang="en-GB" sz="900" kern="1200">
                <a:solidFill>
                  <a:schemeClr val="accent1">
                    <a:lumMod val="50000"/>
                  </a:schemeClr>
                </a:solidFill>
                <a:effectLst/>
                <a:latin typeface="+mn-lt"/>
                <a:ea typeface="+mn-ea"/>
                <a:cs typeface="+mn-cs"/>
              </a:rPr>
              <a:t> envision and build what’s next for their organizations. Located in more than 30 offices and 10 creative studios around the world, its 6,000+ strong team combines strategy, technology, data science and creative design with deep industry expertise and insights, to develop new digital solutions and business models of the future.</a:t>
            </a:r>
            <a:endParaRPr lang="fr-FR" sz="900" kern="1200">
              <a:solidFill>
                <a:schemeClr val="accent1">
                  <a:lumMod val="50000"/>
                </a:schemeClr>
              </a:solidFill>
              <a:effectLst/>
              <a:latin typeface="+mn-lt"/>
              <a:ea typeface="+mn-ea"/>
              <a:cs typeface="+mn-cs"/>
            </a:endParaRPr>
          </a:p>
          <a:p>
            <a:r>
              <a:rPr lang="en-GB" sz="900" b="1" i="1" kern="1200">
                <a:solidFill>
                  <a:schemeClr val="accent1">
                    <a:lumMod val="50000"/>
                  </a:schemeClr>
                </a:solidFill>
                <a:effectLst/>
                <a:latin typeface="+mn-lt"/>
                <a:ea typeface="+mn-ea"/>
                <a:cs typeface="+mn-cs"/>
              </a:rPr>
              <a:t> </a:t>
            </a:r>
            <a:endParaRPr lang="fr-FR" sz="900" kern="1200">
              <a:solidFill>
                <a:schemeClr val="accent1">
                  <a:lumMod val="50000"/>
                </a:schemeClr>
              </a:solidFill>
              <a:effectLst/>
              <a:latin typeface="+mn-lt"/>
              <a:ea typeface="+mn-ea"/>
              <a:cs typeface="+mn-cs"/>
            </a:endParaRPr>
          </a:p>
          <a:p>
            <a:r>
              <a:rPr lang="en-GB" sz="900" kern="1200">
                <a:solidFill>
                  <a:schemeClr val="accent1">
                    <a:lumMod val="50000"/>
                  </a:schemeClr>
                </a:solidFill>
                <a:effectLst/>
                <a:latin typeface="+mn-lt"/>
                <a:ea typeface="+mn-ea"/>
                <a:cs typeface="+mn-cs"/>
              </a:rPr>
              <a:t>Capgemini Invent is an integral part of Capgemini, a global leader in consulting, technology services and digital transformation. The Group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Capgemini is driven by the conviction that the business value of technology comes from and through people. It is a multicultural company of 200,000 team members in over 40 countries. The Group reported 2017 global revenues of EUR 12.8 billion.</a:t>
            </a:r>
            <a:endParaRPr lang="en-US" sz="900" i="1" kern="1200">
              <a:solidFill>
                <a:schemeClr val="accent1">
                  <a:lumMod val="50000"/>
                </a:schemeClr>
              </a:solidFill>
              <a:effectLst/>
              <a:latin typeface="+mn-lt"/>
              <a:ea typeface="+mn-ea"/>
              <a:cs typeface="+mn-cs"/>
            </a:endParaRPr>
          </a:p>
          <a:p>
            <a:r>
              <a:rPr lang="en-GB" sz="900" kern="1200">
                <a:solidFill>
                  <a:schemeClr val="accent1">
                    <a:lumMod val="50000"/>
                  </a:schemeClr>
                </a:solidFill>
                <a:effectLst/>
                <a:latin typeface="+mn-lt"/>
                <a:ea typeface="+mn-ea"/>
                <a:cs typeface="+mn-cs"/>
              </a:rPr>
              <a:t> </a:t>
            </a:r>
            <a:endParaRPr lang="fr-FR" sz="900" kern="1200">
              <a:solidFill>
                <a:schemeClr val="accent1">
                  <a:lumMod val="50000"/>
                </a:schemeClr>
              </a:solidFill>
              <a:effectLst/>
              <a:latin typeface="+mn-lt"/>
              <a:ea typeface="+mn-ea"/>
              <a:cs typeface="+mn-cs"/>
            </a:endParaRPr>
          </a:p>
          <a:p>
            <a:r>
              <a:rPr lang="en-US" sz="900" kern="1200">
                <a:solidFill>
                  <a:schemeClr val="accent1">
                    <a:lumMod val="50000"/>
                  </a:schemeClr>
                </a:solidFill>
                <a:effectLst/>
                <a:latin typeface="+mn-lt"/>
                <a:ea typeface="+mn-ea"/>
                <a:cs typeface="+mn-cs"/>
              </a:rPr>
              <a:t>Visit us at </a:t>
            </a:r>
            <a:r>
              <a:rPr lang="en-US" sz="900" u="sng" kern="1200">
                <a:solidFill>
                  <a:schemeClr val="accent1">
                    <a:lumMod val="50000"/>
                  </a:schemeClr>
                </a:solidFill>
                <a:effectLst/>
                <a:latin typeface="+mn-lt"/>
                <a:ea typeface="+mn-ea"/>
                <a:cs typeface="+mn-cs"/>
                <a:hlinkClick r:id="rId23"/>
              </a:rPr>
              <a:t>www.capgemini.com/invent</a:t>
            </a:r>
            <a:endParaRPr lang="en-US" sz="900" kern="1200">
              <a:solidFill>
                <a:schemeClr val="accent1">
                  <a:lumMod val="50000"/>
                </a:schemeClr>
              </a:solidFill>
              <a:effectLst/>
              <a:latin typeface="+mj-lt"/>
              <a:ea typeface="+mn-ea"/>
              <a:cs typeface="+mn-cs"/>
            </a:endParaRPr>
          </a:p>
        </p:txBody>
      </p:sp>
    </p:spTree>
    <p:extLst>
      <p:ext uri="{BB962C8B-B14F-4D97-AF65-F5344CB8AC3E}">
        <p14:creationId xmlns:p14="http://schemas.microsoft.com/office/powerpoint/2010/main" val="656638794"/>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lide 1">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9" name="Freeform 7"/>
          <p:cNvSpPr>
            <a:spLocks/>
          </p:cNvSpPr>
          <p:nvPr/>
        </p:nvSpPr>
        <p:spPr bwMode="auto">
          <a:xfrm>
            <a:off x="5137150" y="0"/>
            <a:ext cx="7054850" cy="6854825"/>
          </a:xfrm>
          <a:custGeom>
            <a:avLst/>
            <a:gdLst/>
            <a:ahLst/>
            <a:cxnLst>
              <a:cxn ang="0">
                <a:pos x="4444" y="0"/>
              </a:cxn>
              <a:cxn ang="0">
                <a:pos x="4444" y="32"/>
              </a:cxn>
              <a:cxn ang="0">
                <a:pos x="4444" y="4292"/>
              </a:cxn>
              <a:cxn ang="0">
                <a:pos x="4440" y="4306"/>
              </a:cxn>
              <a:cxn ang="0">
                <a:pos x="4426" y="4314"/>
              </a:cxn>
              <a:cxn ang="0">
                <a:pos x="4326" y="4318"/>
              </a:cxn>
              <a:cxn ang="0">
                <a:pos x="4228" y="4310"/>
              </a:cxn>
              <a:cxn ang="0">
                <a:pos x="4076" y="4282"/>
              </a:cxn>
              <a:cxn ang="0">
                <a:pos x="3928" y="4240"/>
              </a:cxn>
              <a:cxn ang="0">
                <a:pos x="3740" y="4170"/>
              </a:cxn>
              <a:cxn ang="0">
                <a:pos x="3474" y="4042"/>
              </a:cxn>
              <a:cxn ang="0">
                <a:pos x="3216" y="3896"/>
              </a:cxn>
              <a:cxn ang="0">
                <a:pos x="3024" y="3772"/>
              </a:cxn>
              <a:cxn ang="0">
                <a:pos x="2704" y="3544"/>
              </a:cxn>
              <a:cxn ang="0">
                <a:pos x="2396" y="3300"/>
              </a:cxn>
              <a:cxn ang="0">
                <a:pos x="2180" y="3116"/>
              </a:cxn>
              <a:cxn ang="0">
                <a:pos x="2256" y="2964"/>
              </a:cxn>
              <a:cxn ang="0">
                <a:pos x="2286" y="2890"/>
              </a:cxn>
              <a:cxn ang="0">
                <a:pos x="2322" y="2774"/>
              </a:cxn>
              <a:cxn ang="0">
                <a:pos x="2338" y="2654"/>
              </a:cxn>
              <a:cxn ang="0">
                <a:pos x="2336" y="2562"/>
              </a:cxn>
              <a:cxn ang="0">
                <a:pos x="2306" y="2432"/>
              </a:cxn>
              <a:cxn ang="0">
                <a:pos x="2242" y="2310"/>
              </a:cxn>
              <a:cxn ang="0">
                <a:pos x="2188" y="2238"/>
              </a:cxn>
              <a:cxn ang="0">
                <a:pos x="2092" y="2144"/>
              </a:cxn>
              <a:cxn ang="0">
                <a:pos x="1986" y="2062"/>
              </a:cxn>
              <a:cxn ang="0">
                <a:pos x="1878" y="1990"/>
              </a:cxn>
              <a:cxn ang="0">
                <a:pos x="1712" y="1894"/>
              </a:cxn>
              <a:cxn ang="0">
                <a:pos x="1538" y="1808"/>
              </a:cxn>
              <a:cxn ang="0">
                <a:pos x="1156" y="1640"/>
              </a:cxn>
              <a:cxn ang="0">
                <a:pos x="710" y="1446"/>
              </a:cxn>
              <a:cxn ang="0">
                <a:pos x="524" y="1350"/>
              </a:cxn>
              <a:cxn ang="0">
                <a:pos x="354" y="1230"/>
              </a:cxn>
              <a:cxn ang="0">
                <a:pos x="262" y="1144"/>
              </a:cxn>
              <a:cxn ang="0">
                <a:pos x="158" y="1020"/>
              </a:cxn>
              <a:cxn ang="0">
                <a:pos x="80" y="884"/>
              </a:cxn>
              <a:cxn ang="0">
                <a:pos x="28" y="740"/>
              </a:cxn>
              <a:cxn ang="0">
                <a:pos x="2" y="584"/>
              </a:cxn>
              <a:cxn ang="0">
                <a:pos x="4" y="418"/>
              </a:cxn>
              <a:cxn ang="0">
                <a:pos x="18" y="314"/>
              </a:cxn>
              <a:cxn ang="0">
                <a:pos x="58" y="162"/>
              </a:cxn>
              <a:cxn ang="0">
                <a:pos x="118" y="16"/>
              </a:cxn>
              <a:cxn ang="0">
                <a:pos x="122" y="0"/>
              </a:cxn>
            </a:cxnLst>
            <a:rect l="0" t="0" r="r" b="b"/>
            <a:pathLst>
              <a:path w="4444" h="4318">
                <a:moveTo>
                  <a:pt x="122" y="0"/>
                </a:moveTo>
                <a:lnTo>
                  <a:pt x="122" y="0"/>
                </a:lnTo>
                <a:lnTo>
                  <a:pt x="4444" y="0"/>
                </a:lnTo>
                <a:lnTo>
                  <a:pt x="4444" y="0"/>
                </a:lnTo>
                <a:lnTo>
                  <a:pt x="4444" y="32"/>
                </a:lnTo>
                <a:lnTo>
                  <a:pt x="4444" y="32"/>
                </a:lnTo>
                <a:lnTo>
                  <a:pt x="4444" y="4272"/>
                </a:lnTo>
                <a:lnTo>
                  <a:pt x="4444" y="4272"/>
                </a:lnTo>
                <a:lnTo>
                  <a:pt x="4444" y="4292"/>
                </a:lnTo>
                <a:lnTo>
                  <a:pt x="4444" y="4292"/>
                </a:lnTo>
                <a:lnTo>
                  <a:pt x="4444" y="4300"/>
                </a:lnTo>
                <a:lnTo>
                  <a:pt x="4440" y="4306"/>
                </a:lnTo>
                <a:lnTo>
                  <a:pt x="4436" y="4310"/>
                </a:lnTo>
                <a:lnTo>
                  <a:pt x="4426" y="4314"/>
                </a:lnTo>
                <a:lnTo>
                  <a:pt x="4426" y="4314"/>
                </a:lnTo>
                <a:lnTo>
                  <a:pt x="4402" y="4316"/>
                </a:lnTo>
                <a:lnTo>
                  <a:pt x="4376" y="4318"/>
                </a:lnTo>
                <a:lnTo>
                  <a:pt x="4326" y="4318"/>
                </a:lnTo>
                <a:lnTo>
                  <a:pt x="4278" y="4316"/>
                </a:lnTo>
                <a:lnTo>
                  <a:pt x="4228" y="4310"/>
                </a:lnTo>
                <a:lnTo>
                  <a:pt x="4228" y="4310"/>
                </a:lnTo>
                <a:lnTo>
                  <a:pt x="4176" y="4302"/>
                </a:lnTo>
                <a:lnTo>
                  <a:pt x="4126" y="4294"/>
                </a:lnTo>
                <a:lnTo>
                  <a:pt x="4076" y="4282"/>
                </a:lnTo>
                <a:lnTo>
                  <a:pt x="4026" y="4270"/>
                </a:lnTo>
                <a:lnTo>
                  <a:pt x="3978" y="4256"/>
                </a:lnTo>
                <a:lnTo>
                  <a:pt x="3928" y="4240"/>
                </a:lnTo>
                <a:lnTo>
                  <a:pt x="3832" y="4206"/>
                </a:lnTo>
                <a:lnTo>
                  <a:pt x="3832" y="4206"/>
                </a:lnTo>
                <a:lnTo>
                  <a:pt x="3740" y="4170"/>
                </a:lnTo>
                <a:lnTo>
                  <a:pt x="3650" y="4130"/>
                </a:lnTo>
                <a:lnTo>
                  <a:pt x="3562" y="4088"/>
                </a:lnTo>
                <a:lnTo>
                  <a:pt x="3474" y="4042"/>
                </a:lnTo>
                <a:lnTo>
                  <a:pt x="3386" y="3996"/>
                </a:lnTo>
                <a:lnTo>
                  <a:pt x="3302" y="3946"/>
                </a:lnTo>
                <a:lnTo>
                  <a:pt x="3216" y="3896"/>
                </a:lnTo>
                <a:lnTo>
                  <a:pt x="3134" y="3844"/>
                </a:lnTo>
                <a:lnTo>
                  <a:pt x="3134" y="3844"/>
                </a:lnTo>
                <a:lnTo>
                  <a:pt x="3024" y="3772"/>
                </a:lnTo>
                <a:lnTo>
                  <a:pt x="2916" y="3698"/>
                </a:lnTo>
                <a:lnTo>
                  <a:pt x="2808" y="3622"/>
                </a:lnTo>
                <a:lnTo>
                  <a:pt x="2704" y="3544"/>
                </a:lnTo>
                <a:lnTo>
                  <a:pt x="2600" y="3464"/>
                </a:lnTo>
                <a:lnTo>
                  <a:pt x="2498" y="3382"/>
                </a:lnTo>
                <a:lnTo>
                  <a:pt x="2396" y="3300"/>
                </a:lnTo>
                <a:lnTo>
                  <a:pt x="2296" y="3214"/>
                </a:lnTo>
                <a:lnTo>
                  <a:pt x="2296" y="3214"/>
                </a:lnTo>
                <a:lnTo>
                  <a:pt x="2180" y="3116"/>
                </a:lnTo>
                <a:lnTo>
                  <a:pt x="2180" y="3116"/>
                </a:lnTo>
                <a:lnTo>
                  <a:pt x="2220" y="3040"/>
                </a:lnTo>
                <a:lnTo>
                  <a:pt x="2256" y="2964"/>
                </a:lnTo>
                <a:lnTo>
                  <a:pt x="2256" y="2964"/>
                </a:lnTo>
                <a:lnTo>
                  <a:pt x="2272" y="2928"/>
                </a:lnTo>
                <a:lnTo>
                  <a:pt x="2286" y="2890"/>
                </a:lnTo>
                <a:lnTo>
                  <a:pt x="2300" y="2852"/>
                </a:lnTo>
                <a:lnTo>
                  <a:pt x="2312" y="2814"/>
                </a:lnTo>
                <a:lnTo>
                  <a:pt x="2322" y="2774"/>
                </a:lnTo>
                <a:lnTo>
                  <a:pt x="2330" y="2736"/>
                </a:lnTo>
                <a:lnTo>
                  <a:pt x="2334" y="2696"/>
                </a:lnTo>
                <a:lnTo>
                  <a:pt x="2338" y="2654"/>
                </a:lnTo>
                <a:lnTo>
                  <a:pt x="2338" y="2654"/>
                </a:lnTo>
                <a:lnTo>
                  <a:pt x="2340" y="2608"/>
                </a:lnTo>
                <a:lnTo>
                  <a:pt x="2336" y="2562"/>
                </a:lnTo>
                <a:lnTo>
                  <a:pt x="2330" y="2518"/>
                </a:lnTo>
                <a:lnTo>
                  <a:pt x="2320" y="2474"/>
                </a:lnTo>
                <a:lnTo>
                  <a:pt x="2306" y="2432"/>
                </a:lnTo>
                <a:lnTo>
                  <a:pt x="2288" y="2390"/>
                </a:lnTo>
                <a:lnTo>
                  <a:pt x="2266" y="2350"/>
                </a:lnTo>
                <a:lnTo>
                  <a:pt x="2242" y="2310"/>
                </a:lnTo>
                <a:lnTo>
                  <a:pt x="2242" y="2310"/>
                </a:lnTo>
                <a:lnTo>
                  <a:pt x="2216" y="2274"/>
                </a:lnTo>
                <a:lnTo>
                  <a:pt x="2188" y="2238"/>
                </a:lnTo>
                <a:lnTo>
                  <a:pt x="2158" y="2206"/>
                </a:lnTo>
                <a:lnTo>
                  <a:pt x="2126" y="2174"/>
                </a:lnTo>
                <a:lnTo>
                  <a:pt x="2092" y="2144"/>
                </a:lnTo>
                <a:lnTo>
                  <a:pt x="2058" y="2116"/>
                </a:lnTo>
                <a:lnTo>
                  <a:pt x="2022" y="2088"/>
                </a:lnTo>
                <a:lnTo>
                  <a:pt x="1986" y="2062"/>
                </a:lnTo>
                <a:lnTo>
                  <a:pt x="1986" y="2062"/>
                </a:lnTo>
                <a:lnTo>
                  <a:pt x="1932" y="2024"/>
                </a:lnTo>
                <a:lnTo>
                  <a:pt x="1878" y="1990"/>
                </a:lnTo>
                <a:lnTo>
                  <a:pt x="1824" y="1956"/>
                </a:lnTo>
                <a:lnTo>
                  <a:pt x="1768" y="1924"/>
                </a:lnTo>
                <a:lnTo>
                  <a:pt x="1712" y="1894"/>
                </a:lnTo>
                <a:lnTo>
                  <a:pt x="1654" y="1864"/>
                </a:lnTo>
                <a:lnTo>
                  <a:pt x="1596" y="1836"/>
                </a:lnTo>
                <a:lnTo>
                  <a:pt x="1538" y="1808"/>
                </a:lnTo>
                <a:lnTo>
                  <a:pt x="1538" y="1808"/>
                </a:lnTo>
                <a:lnTo>
                  <a:pt x="1346" y="1724"/>
                </a:lnTo>
                <a:lnTo>
                  <a:pt x="1156" y="1640"/>
                </a:lnTo>
                <a:lnTo>
                  <a:pt x="774" y="1474"/>
                </a:lnTo>
                <a:lnTo>
                  <a:pt x="774" y="1474"/>
                </a:lnTo>
                <a:lnTo>
                  <a:pt x="710" y="1446"/>
                </a:lnTo>
                <a:lnTo>
                  <a:pt x="646" y="1416"/>
                </a:lnTo>
                <a:lnTo>
                  <a:pt x="584" y="1384"/>
                </a:lnTo>
                <a:lnTo>
                  <a:pt x="524" y="1350"/>
                </a:lnTo>
                <a:lnTo>
                  <a:pt x="466" y="1312"/>
                </a:lnTo>
                <a:lnTo>
                  <a:pt x="410" y="1272"/>
                </a:lnTo>
                <a:lnTo>
                  <a:pt x="354" y="1230"/>
                </a:lnTo>
                <a:lnTo>
                  <a:pt x="302" y="1184"/>
                </a:lnTo>
                <a:lnTo>
                  <a:pt x="302" y="1184"/>
                </a:lnTo>
                <a:lnTo>
                  <a:pt x="262" y="1144"/>
                </a:lnTo>
                <a:lnTo>
                  <a:pt x="224" y="1104"/>
                </a:lnTo>
                <a:lnTo>
                  <a:pt x="188" y="1062"/>
                </a:lnTo>
                <a:lnTo>
                  <a:pt x="158" y="1020"/>
                </a:lnTo>
                <a:lnTo>
                  <a:pt x="128" y="976"/>
                </a:lnTo>
                <a:lnTo>
                  <a:pt x="102" y="930"/>
                </a:lnTo>
                <a:lnTo>
                  <a:pt x="80" y="884"/>
                </a:lnTo>
                <a:lnTo>
                  <a:pt x="58" y="838"/>
                </a:lnTo>
                <a:lnTo>
                  <a:pt x="42" y="790"/>
                </a:lnTo>
                <a:lnTo>
                  <a:pt x="28" y="740"/>
                </a:lnTo>
                <a:lnTo>
                  <a:pt x="16" y="688"/>
                </a:lnTo>
                <a:lnTo>
                  <a:pt x="8" y="636"/>
                </a:lnTo>
                <a:lnTo>
                  <a:pt x="2" y="584"/>
                </a:lnTo>
                <a:lnTo>
                  <a:pt x="0" y="530"/>
                </a:lnTo>
                <a:lnTo>
                  <a:pt x="0" y="474"/>
                </a:lnTo>
                <a:lnTo>
                  <a:pt x="4" y="418"/>
                </a:lnTo>
                <a:lnTo>
                  <a:pt x="4" y="418"/>
                </a:lnTo>
                <a:lnTo>
                  <a:pt x="10" y="366"/>
                </a:lnTo>
                <a:lnTo>
                  <a:pt x="18" y="314"/>
                </a:lnTo>
                <a:lnTo>
                  <a:pt x="30" y="262"/>
                </a:lnTo>
                <a:lnTo>
                  <a:pt x="42" y="212"/>
                </a:lnTo>
                <a:lnTo>
                  <a:pt x="58" y="162"/>
                </a:lnTo>
                <a:lnTo>
                  <a:pt x="76" y="112"/>
                </a:lnTo>
                <a:lnTo>
                  <a:pt x="94" y="64"/>
                </a:lnTo>
                <a:lnTo>
                  <a:pt x="118" y="16"/>
                </a:lnTo>
                <a:lnTo>
                  <a:pt x="118" y="16"/>
                </a:lnTo>
                <a:lnTo>
                  <a:pt x="122" y="0"/>
                </a:lnTo>
                <a:lnTo>
                  <a:pt x="122"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1" name="Title 1"/>
          <p:cNvSpPr>
            <a:spLocks noGrp="1"/>
          </p:cNvSpPr>
          <p:nvPr>
            <p:ph type="ctrTitle" hasCustomPrompt="1"/>
          </p:nvPr>
        </p:nvSpPr>
        <p:spPr>
          <a:xfrm>
            <a:off x="407988" y="1358153"/>
            <a:ext cx="4774258" cy="147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defRPr lang="en-US" sz="2600" b="0" dirty="0">
                <a:solidFill>
                  <a:schemeClr val="accent1"/>
                </a:solidFill>
              </a:defRPr>
            </a:lvl1pPr>
          </a:lstStyle>
          <a:p>
            <a:pPr marL="0" lvl="0"/>
            <a:r>
              <a:rPr lang="en-US"/>
              <a:t>Click to insert title</a:t>
            </a:r>
          </a:p>
        </p:txBody>
      </p:sp>
      <p:sp>
        <p:nvSpPr>
          <p:cNvPr id="12" name="Subtitle 2"/>
          <p:cNvSpPr>
            <a:spLocks noGrp="1"/>
          </p:cNvSpPr>
          <p:nvPr>
            <p:ph type="subTitle" idx="1" hasCustomPrompt="1"/>
          </p:nvPr>
        </p:nvSpPr>
        <p:spPr>
          <a:xfrm>
            <a:off x="407988" y="2976180"/>
            <a:ext cx="4774257"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grpSp>
        <p:nvGrpSpPr>
          <p:cNvPr id="13" name="Group 14"/>
          <p:cNvGrpSpPr>
            <a:grpSpLocks noChangeAspect="1"/>
          </p:cNvGrpSpPr>
          <p:nvPr/>
        </p:nvGrpSpPr>
        <p:grpSpPr>
          <a:xfrm>
            <a:off x="416888" y="4537346"/>
            <a:ext cx="5040000" cy="1123654"/>
            <a:chOff x="728663" y="4465638"/>
            <a:chExt cx="5354637" cy="1193801"/>
          </a:xfrm>
        </p:grpSpPr>
        <p:sp>
          <p:nvSpPr>
            <p:cNvPr id="14"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6"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775915507"/>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a:spLocks/>
          </p:cNvSpPr>
          <p:nvPr/>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nvGrpSpPr>
          <p:cNvPr id="15" name="Group 14"/>
          <p:cNvGrpSpPr>
            <a:grpSpLocks noChangeAspect="1"/>
          </p:cNvGrpSpPr>
          <p:nvPr/>
        </p:nvGrpSpPr>
        <p:grpSpPr>
          <a:xfrm>
            <a:off x="416888" y="4537346"/>
            <a:ext cx="5040000" cy="1123654"/>
            <a:chOff x="728663" y="4465638"/>
            <a:chExt cx="5354637" cy="1193801"/>
          </a:xfrm>
        </p:grpSpPr>
        <p:sp>
          <p:nvSpPr>
            <p:cNvPr id="16"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0"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2" name="Subtitle 2"/>
          <p:cNvSpPr>
            <a:spLocks noGrp="1"/>
          </p:cNvSpPr>
          <p:nvPr>
            <p:ph type="subTitle" idx="1" hasCustomPrompt="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sp>
        <p:nvSpPr>
          <p:cNvPr id="2" name="Titre 1"/>
          <p:cNvSpPr>
            <a:spLocks noGrp="1"/>
          </p:cNvSpPr>
          <p:nvPr>
            <p:ph type="title" hasCustomPrompt="1"/>
          </p:nvPr>
        </p:nvSpPr>
        <p:spPr>
          <a:xfrm>
            <a:off x="5655320" y="622300"/>
            <a:ext cx="6260455" cy="1068388"/>
          </a:xfrm>
          <a:prstGeom prst="rect">
            <a:avLst/>
          </a:prstGeom>
        </p:spPr>
        <p:txBody>
          <a:bodyPr lIns="0" anchor="b"/>
          <a:lstStyle>
            <a:lvl1pPr>
              <a:defRPr sz="2600">
                <a:solidFill>
                  <a:schemeClr val="bg1"/>
                </a:solidFill>
              </a:defRPr>
            </a:lvl1pPr>
          </a:lstStyle>
          <a:p>
            <a:r>
              <a:rPr lang="en-US"/>
              <a:t>Click to insert title</a:t>
            </a:r>
          </a:p>
        </p:txBody>
      </p:sp>
    </p:spTree>
    <p:extLst>
      <p:ext uri="{BB962C8B-B14F-4D97-AF65-F5344CB8AC3E}">
        <p14:creationId xmlns:p14="http://schemas.microsoft.com/office/powerpoint/2010/main" val="1567905604"/>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Slide 3">
    <p:spTree>
      <p:nvGrpSpPr>
        <p:cNvPr id="1" name=""/>
        <p:cNvGrpSpPr/>
        <p:nvPr/>
      </p:nvGrpSpPr>
      <p:grpSpPr>
        <a:xfrm>
          <a:off x="0" y="0"/>
          <a:ext cx="0" cy="0"/>
          <a:chOff x="0" y="0"/>
          <a:chExt cx="0" cy="0"/>
        </a:xfrm>
      </p:grpSpPr>
      <p:graphicFrame>
        <p:nvGraphicFramePr>
          <p:cNvPr id="16" name="Object 15"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6" name="Object 1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6" name="Freeform 6"/>
          <p:cNvSpPr>
            <a:spLocks/>
          </p:cNvSpPr>
          <p:nvPr/>
        </p:nvSpPr>
        <p:spPr bwMode="auto">
          <a:xfrm>
            <a:off x="3771900" y="1847851"/>
            <a:ext cx="8420100" cy="5010150"/>
          </a:xfrm>
          <a:custGeom>
            <a:avLst/>
            <a:gdLst/>
            <a:ahLst/>
            <a:cxnLst>
              <a:cxn ang="0">
                <a:pos x="5302" y="3130"/>
              </a:cxn>
              <a:cxn ang="0">
                <a:pos x="5302" y="994"/>
              </a:cxn>
              <a:cxn ang="0">
                <a:pos x="5302" y="982"/>
              </a:cxn>
              <a:cxn ang="0">
                <a:pos x="5302" y="966"/>
              </a:cxn>
              <a:cxn ang="0">
                <a:pos x="5298" y="962"/>
              </a:cxn>
              <a:cxn ang="0">
                <a:pos x="5284" y="968"/>
              </a:cxn>
              <a:cxn ang="0">
                <a:pos x="5234" y="992"/>
              </a:cxn>
              <a:cxn ang="0">
                <a:pos x="5132" y="1030"/>
              </a:cxn>
              <a:cxn ang="0">
                <a:pos x="5080" y="1044"/>
              </a:cxn>
              <a:cxn ang="0">
                <a:pos x="4944" y="1076"/>
              </a:cxn>
              <a:cxn ang="0">
                <a:pos x="4806" y="1094"/>
              </a:cxn>
              <a:cxn ang="0">
                <a:pos x="4668" y="1104"/>
              </a:cxn>
              <a:cxn ang="0">
                <a:pos x="4528" y="1102"/>
              </a:cxn>
              <a:cxn ang="0">
                <a:pos x="4436" y="1098"/>
              </a:cxn>
              <a:cxn ang="0">
                <a:pos x="4254" y="1080"/>
              </a:cxn>
              <a:cxn ang="0">
                <a:pos x="4074" y="1054"/>
              </a:cxn>
              <a:cxn ang="0">
                <a:pos x="3894" y="1018"/>
              </a:cxn>
              <a:cxn ang="0">
                <a:pos x="3806" y="996"/>
              </a:cxn>
              <a:cxn ang="0">
                <a:pos x="3518" y="918"/>
              </a:cxn>
              <a:cxn ang="0">
                <a:pos x="3236" y="828"/>
              </a:cxn>
              <a:cxn ang="0">
                <a:pos x="2956" y="724"/>
              </a:cxn>
              <a:cxn ang="0">
                <a:pos x="2680" y="612"/>
              </a:cxn>
              <a:cxn ang="0">
                <a:pos x="2522" y="544"/>
              </a:cxn>
              <a:cxn ang="0">
                <a:pos x="2210" y="402"/>
              </a:cxn>
              <a:cxn ang="0">
                <a:pos x="1902" y="250"/>
              </a:cxn>
              <a:cxn ang="0">
                <a:pos x="1596" y="92"/>
              </a:cxn>
              <a:cxn ang="0">
                <a:pos x="1446" y="10"/>
              </a:cxn>
              <a:cxn ang="0">
                <a:pos x="1434" y="4"/>
              </a:cxn>
              <a:cxn ang="0">
                <a:pos x="1432" y="0"/>
              </a:cxn>
              <a:cxn ang="0">
                <a:pos x="1424" y="0"/>
              </a:cxn>
              <a:cxn ang="0">
                <a:pos x="1286" y="88"/>
              </a:cxn>
              <a:cxn ang="0">
                <a:pos x="1132" y="194"/>
              </a:cxn>
              <a:cxn ang="0">
                <a:pos x="982" y="304"/>
              </a:cxn>
              <a:cxn ang="0">
                <a:pos x="838" y="422"/>
              </a:cxn>
              <a:cxn ang="0">
                <a:pos x="702" y="548"/>
              </a:cxn>
              <a:cxn ang="0">
                <a:pos x="660" y="592"/>
              </a:cxn>
              <a:cxn ang="0">
                <a:pos x="578" y="678"/>
              </a:cxn>
              <a:cxn ang="0">
                <a:pos x="500" y="768"/>
              </a:cxn>
              <a:cxn ang="0">
                <a:pos x="428" y="862"/>
              </a:cxn>
              <a:cxn ang="0">
                <a:pos x="360" y="958"/>
              </a:cxn>
              <a:cxn ang="0">
                <a:pos x="296" y="1058"/>
              </a:cxn>
              <a:cxn ang="0">
                <a:pos x="240" y="1162"/>
              </a:cxn>
              <a:cxn ang="0">
                <a:pos x="188" y="1270"/>
              </a:cxn>
              <a:cxn ang="0">
                <a:pos x="164" y="1326"/>
              </a:cxn>
              <a:cxn ang="0">
                <a:pos x="114" y="1460"/>
              </a:cxn>
              <a:cxn ang="0">
                <a:pos x="72" y="1596"/>
              </a:cxn>
              <a:cxn ang="0">
                <a:pos x="42" y="1736"/>
              </a:cxn>
              <a:cxn ang="0">
                <a:pos x="18" y="1876"/>
              </a:cxn>
              <a:cxn ang="0">
                <a:pos x="10" y="1958"/>
              </a:cxn>
              <a:cxn ang="0">
                <a:pos x="4" y="2038"/>
              </a:cxn>
              <a:cxn ang="0">
                <a:pos x="2" y="2052"/>
              </a:cxn>
              <a:cxn ang="0">
                <a:pos x="0" y="2054"/>
              </a:cxn>
              <a:cxn ang="0">
                <a:pos x="0" y="2312"/>
              </a:cxn>
              <a:cxn ang="0">
                <a:pos x="6" y="2330"/>
              </a:cxn>
              <a:cxn ang="0">
                <a:pos x="6" y="2350"/>
              </a:cxn>
              <a:cxn ang="0">
                <a:pos x="26" y="2552"/>
              </a:cxn>
              <a:cxn ang="0">
                <a:pos x="56" y="2752"/>
              </a:cxn>
              <a:cxn ang="0">
                <a:pos x="100" y="2950"/>
              </a:cxn>
              <a:cxn ang="0">
                <a:pos x="150" y="3148"/>
              </a:cxn>
              <a:cxn ang="0">
                <a:pos x="154" y="3156"/>
              </a:cxn>
              <a:cxn ang="0">
                <a:pos x="5304" y="3156"/>
              </a:cxn>
              <a:cxn ang="0">
                <a:pos x="5302" y="3130"/>
              </a:cxn>
            </a:cxnLst>
            <a:rect l="0" t="0" r="r" b="b"/>
            <a:pathLst>
              <a:path w="5304" h="3156">
                <a:moveTo>
                  <a:pt x="5302" y="3130"/>
                </a:moveTo>
                <a:lnTo>
                  <a:pt x="5302" y="3130"/>
                </a:lnTo>
                <a:lnTo>
                  <a:pt x="5302" y="994"/>
                </a:lnTo>
                <a:lnTo>
                  <a:pt x="5302" y="994"/>
                </a:lnTo>
                <a:lnTo>
                  <a:pt x="5302" y="982"/>
                </a:lnTo>
                <a:lnTo>
                  <a:pt x="5302" y="982"/>
                </a:lnTo>
                <a:lnTo>
                  <a:pt x="5302" y="968"/>
                </a:lnTo>
                <a:lnTo>
                  <a:pt x="5302" y="966"/>
                </a:lnTo>
                <a:lnTo>
                  <a:pt x="5300" y="964"/>
                </a:lnTo>
                <a:lnTo>
                  <a:pt x="5298" y="962"/>
                </a:lnTo>
                <a:lnTo>
                  <a:pt x="5294" y="964"/>
                </a:lnTo>
                <a:lnTo>
                  <a:pt x="5284" y="968"/>
                </a:lnTo>
                <a:lnTo>
                  <a:pt x="5284" y="968"/>
                </a:lnTo>
                <a:lnTo>
                  <a:pt x="5234" y="992"/>
                </a:lnTo>
                <a:lnTo>
                  <a:pt x="5184" y="1012"/>
                </a:lnTo>
                <a:lnTo>
                  <a:pt x="5132" y="1030"/>
                </a:lnTo>
                <a:lnTo>
                  <a:pt x="5080" y="1044"/>
                </a:lnTo>
                <a:lnTo>
                  <a:pt x="5080" y="1044"/>
                </a:lnTo>
                <a:lnTo>
                  <a:pt x="5012" y="1062"/>
                </a:lnTo>
                <a:lnTo>
                  <a:pt x="4944" y="1076"/>
                </a:lnTo>
                <a:lnTo>
                  <a:pt x="4876" y="1086"/>
                </a:lnTo>
                <a:lnTo>
                  <a:pt x="4806" y="1094"/>
                </a:lnTo>
                <a:lnTo>
                  <a:pt x="4736" y="1100"/>
                </a:lnTo>
                <a:lnTo>
                  <a:pt x="4668" y="1104"/>
                </a:lnTo>
                <a:lnTo>
                  <a:pt x="4598" y="1104"/>
                </a:lnTo>
                <a:lnTo>
                  <a:pt x="4528" y="1102"/>
                </a:lnTo>
                <a:lnTo>
                  <a:pt x="4528" y="1102"/>
                </a:lnTo>
                <a:lnTo>
                  <a:pt x="4436" y="1098"/>
                </a:lnTo>
                <a:lnTo>
                  <a:pt x="4344" y="1090"/>
                </a:lnTo>
                <a:lnTo>
                  <a:pt x="4254" y="1080"/>
                </a:lnTo>
                <a:lnTo>
                  <a:pt x="4164" y="1068"/>
                </a:lnTo>
                <a:lnTo>
                  <a:pt x="4074" y="1054"/>
                </a:lnTo>
                <a:lnTo>
                  <a:pt x="3984" y="1036"/>
                </a:lnTo>
                <a:lnTo>
                  <a:pt x="3894" y="1018"/>
                </a:lnTo>
                <a:lnTo>
                  <a:pt x="3806" y="996"/>
                </a:lnTo>
                <a:lnTo>
                  <a:pt x="3806" y="996"/>
                </a:lnTo>
                <a:lnTo>
                  <a:pt x="3660" y="960"/>
                </a:lnTo>
                <a:lnTo>
                  <a:pt x="3518" y="918"/>
                </a:lnTo>
                <a:lnTo>
                  <a:pt x="3376" y="874"/>
                </a:lnTo>
                <a:lnTo>
                  <a:pt x="3236" y="828"/>
                </a:lnTo>
                <a:lnTo>
                  <a:pt x="3096" y="778"/>
                </a:lnTo>
                <a:lnTo>
                  <a:pt x="2956" y="724"/>
                </a:lnTo>
                <a:lnTo>
                  <a:pt x="2818" y="670"/>
                </a:lnTo>
                <a:lnTo>
                  <a:pt x="2680" y="612"/>
                </a:lnTo>
                <a:lnTo>
                  <a:pt x="2680" y="612"/>
                </a:lnTo>
                <a:lnTo>
                  <a:pt x="2522" y="544"/>
                </a:lnTo>
                <a:lnTo>
                  <a:pt x="2366" y="474"/>
                </a:lnTo>
                <a:lnTo>
                  <a:pt x="2210" y="402"/>
                </a:lnTo>
                <a:lnTo>
                  <a:pt x="2056" y="326"/>
                </a:lnTo>
                <a:lnTo>
                  <a:pt x="1902" y="250"/>
                </a:lnTo>
                <a:lnTo>
                  <a:pt x="1748" y="172"/>
                </a:lnTo>
                <a:lnTo>
                  <a:pt x="1596" y="92"/>
                </a:lnTo>
                <a:lnTo>
                  <a:pt x="1446" y="10"/>
                </a:lnTo>
                <a:lnTo>
                  <a:pt x="1446" y="10"/>
                </a:lnTo>
                <a:lnTo>
                  <a:pt x="1438" y="6"/>
                </a:lnTo>
                <a:lnTo>
                  <a:pt x="1434" y="4"/>
                </a:lnTo>
                <a:lnTo>
                  <a:pt x="1432" y="0"/>
                </a:lnTo>
                <a:lnTo>
                  <a:pt x="1432" y="0"/>
                </a:lnTo>
                <a:lnTo>
                  <a:pt x="1424" y="0"/>
                </a:lnTo>
                <a:lnTo>
                  <a:pt x="1424" y="0"/>
                </a:lnTo>
                <a:lnTo>
                  <a:pt x="1286" y="88"/>
                </a:lnTo>
                <a:lnTo>
                  <a:pt x="1286" y="88"/>
                </a:lnTo>
                <a:lnTo>
                  <a:pt x="1208" y="140"/>
                </a:lnTo>
                <a:lnTo>
                  <a:pt x="1132" y="194"/>
                </a:lnTo>
                <a:lnTo>
                  <a:pt x="1056" y="248"/>
                </a:lnTo>
                <a:lnTo>
                  <a:pt x="982" y="304"/>
                </a:lnTo>
                <a:lnTo>
                  <a:pt x="910" y="362"/>
                </a:lnTo>
                <a:lnTo>
                  <a:pt x="838" y="422"/>
                </a:lnTo>
                <a:lnTo>
                  <a:pt x="770" y="484"/>
                </a:lnTo>
                <a:lnTo>
                  <a:pt x="702" y="548"/>
                </a:lnTo>
                <a:lnTo>
                  <a:pt x="702" y="548"/>
                </a:lnTo>
                <a:lnTo>
                  <a:pt x="660" y="592"/>
                </a:lnTo>
                <a:lnTo>
                  <a:pt x="618" y="634"/>
                </a:lnTo>
                <a:lnTo>
                  <a:pt x="578" y="678"/>
                </a:lnTo>
                <a:lnTo>
                  <a:pt x="538" y="724"/>
                </a:lnTo>
                <a:lnTo>
                  <a:pt x="500" y="768"/>
                </a:lnTo>
                <a:lnTo>
                  <a:pt x="464" y="814"/>
                </a:lnTo>
                <a:lnTo>
                  <a:pt x="428" y="862"/>
                </a:lnTo>
                <a:lnTo>
                  <a:pt x="392" y="910"/>
                </a:lnTo>
                <a:lnTo>
                  <a:pt x="360" y="958"/>
                </a:lnTo>
                <a:lnTo>
                  <a:pt x="328" y="1008"/>
                </a:lnTo>
                <a:lnTo>
                  <a:pt x="296" y="1058"/>
                </a:lnTo>
                <a:lnTo>
                  <a:pt x="268" y="1110"/>
                </a:lnTo>
                <a:lnTo>
                  <a:pt x="240" y="1162"/>
                </a:lnTo>
                <a:lnTo>
                  <a:pt x="212" y="1216"/>
                </a:lnTo>
                <a:lnTo>
                  <a:pt x="188" y="1270"/>
                </a:lnTo>
                <a:lnTo>
                  <a:pt x="164" y="1326"/>
                </a:lnTo>
                <a:lnTo>
                  <a:pt x="164" y="1326"/>
                </a:lnTo>
                <a:lnTo>
                  <a:pt x="136" y="1392"/>
                </a:lnTo>
                <a:lnTo>
                  <a:pt x="114" y="1460"/>
                </a:lnTo>
                <a:lnTo>
                  <a:pt x="92" y="1528"/>
                </a:lnTo>
                <a:lnTo>
                  <a:pt x="72" y="1596"/>
                </a:lnTo>
                <a:lnTo>
                  <a:pt x="56" y="1666"/>
                </a:lnTo>
                <a:lnTo>
                  <a:pt x="42" y="1736"/>
                </a:lnTo>
                <a:lnTo>
                  <a:pt x="28" y="1806"/>
                </a:lnTo>
                <a:lnTo>
                  <a:pt x="18" y="1876"/>
                </a:lnTo>
                <a:lnTo>
                  <a:pt x="18" y="1876"/>
                </a:lnTo>
                <a:lnTo>
                  <a:pt x="10" y="1958"/>
                </a:lnTo>
                <a:lnTo>
                  <a:pt x="4" y="2038"/>
                </a:lnTo>
                <a:lnTo>
                  <a:pt x="4" y="2038"/>
                </a:lnTo>
                <a:lnTo>
                  <a:pt x="4" y="2048"/>
                </a:lnTo>
                <a:lnTo>
                  <a:pt x="2" y="2052"/>
                </a:lnTo>
                <a:lnTo>
                  <a:pt x="0" y="2054"/>
                </a:lnTo>
                <a:lnTo>
                  <a:pt x="0" y="2054"/>
                </a:lnTo>
                <a:lnTo>
                  <a:pt x="0" y="2312"/>
                </a:lnTo>
                <a:lnTo>
                  <a:pt x="0" y="2312"/>
                </a:lnTo>
                <a:lnTo>
                  <a:pt x="4" y="2320"/>
                </a:lnTo>
                <a:lnTo>
                  <a:pt x="6" y="2330"/>
                </a:lnTo>
                <a:lnTo>
                  <a:pt x="6" y="2350"/>
                </a:lnTo>
                <a:lnTo>
                  <a:pt x="6" y="2350"/>
                </a:lnTo>
                <a:lnTo>
                  <a:pt x="14" y="2452"/>
                </a:lnTo>
                <a:lnTo>
                  <a:pt x="26" y="2552"/>
                </a:lnTo>
                <a:lnTo>
                  <a:pt x="40" y="2652"/>
                </a:lnTo>
                <a:lnTo>
                  <a:pt x="56" y="2752"/>
                </a:lnTo>
                <a:lnTo>
                  <a:pt x="76" y="2852"/>
                </a:lnTo>
                <a:lnTo>
                  <a:pt x="100" y="2950"/>
                </a:lnTo>
                <a:lnTo>
                  <a:pt x="124" y="3050"/>
                </a:lnTo>
                <a:lnTo>
                  <a:pt x="150" y="3148"/>
                </a:lnTo>
                <a:lnTo>
                  <a:pt x="150" y="3148"/>
                </a:lnTo>
                <a:lnTo>
                  <a:pt x="154" y="3156"/>
                </a:lnTo>
                <a:lnTo>
                  <a:pt x="154" y="3156"/>
                </a:lnTo>
                <a:lnTo>
                  <a:pt x="5304" y="3156"/>
                </a:lnTo>
                <a:lnTo>
                  <a:pt x="5304" y="3156"/>
                </a:lnTo>
                <a:lnTo>
                  <a:pt x="5302" y="3130"/>
                </a:lnTo>
                <a:lnTo>
                  <a:pt x="5302" y="313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 name="Title 1"/>
          <p:cNvSpPr>
            <a:spLocks noGrp="1"/>
          </p:cNvSpPr>
          <p:nvPr>
            <p:ph type="ctrTitle" hasCustomPrompt="1"/>
          </p:nvPr>
        </p:nvSpPr>
        <p:spPr>
          <a:xfrm>
            <a:off x="5016499" y="3644152"/>
            <a:ext cx="6899275"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gn="l">
              <a:lnSpc>
                <a:spcPts val="3000"/>
              </a:lnSpc>
              <a:defRPr lang="en-US" sz="2600" b="0" dirty="0">
                <a:solidFill>
                  <a:schemeClr val="bg1"/>
                </a:solidFill>
              </a:defRPr>
            </a:lvl1pPr>
          </a:lstStyle>
          <a:p>
            <a:pPr marL="0" lvl="0"/>
            <a:r>
              <a:rPr lang="en-US"/>
              <a:t>Click to insert title</a:t>
            </a:r>
          </a:p>
        </p:txBody>
      </p:sp>
      <p:sp>
        <p:nvSpPr>
          <p:cNvPr id="8" name="Subtitle 2"/>
          <p:cNvSpPr>
            <a:spLocks noGrp="1"/>
          </p:cNvSpPr>
          <p:nvPr>
            <p:ph type="subTitle" idx="1" hasCustomPrompt="1"/>
          </p:nvPr>
        </p:nvSpPr>
        <p:spPr>
          <a:xfrm>
            <a:off x="5016499" y="5236923"/>
            <a:ext cx="6899275"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grpSp>
        <p:nvGrpSpPr>
          <p:cNvPr id="22" name="Group 14"/>
          <p:cNvGrpSpPr>
            <a:grpSpLocks noChangeAspect="1"/>
          </p:cNvGrpSpPr>
          <p:nvPr/>
        </p:nvGrpSpPr>
        <p:grpSpPr>
          <a:xfrm>
            <a:off x="407988" y="695702"/>
            <a:ext cx="5040000" cy="1123653"/>
            <a:chOff x="728663" y="4465638"/>
            <a:chExt cx="5354637" cy="1193800"/>
          </a:xfrm>
        </p:grpSpPr>
        <p:sp>
          <p:nvSpPr>
            <p:cNvPr id="23"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5"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6"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7"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693866458"/>
      </p:ext>
    </p:extLst>
  </p:cSld>
  <p:clrMapOvr>
    <a:masterClrMapping/>
  </p:clrMapOvr>
  <p:extLst>
    <p:ext uri="{DCECCB84-F9BA-43D5-87BE-67443E8EF086}">
      <p15:sldGuideLst xmlns:p15="http://schemas.microsoft.com/office/powerpoint/2012/main">
        <p15:guide id="1" orient="horz" pos="935">
          <p15:clr>
            <a:srgbClr val="FBAE40"/>
          </p15:clr>
        </p15:guide>
        <p15:guide id="2" pos="257">
          <p15:clr>
            <a:srgbClr val="FBAE40"/>
          </p15:clr>
        </p15:guide>
        <p15:guide id="3" pos="316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Slide 4">
    <p:spTree>
      <p:nvGrpSpPr>
        <p:cNvPr id="1" name=""/>
        <p:cNvGrpSpPr/>
        <p:nvPr/>
      </p:nvGrpSpPr>
      <p:grpSpPr>
        <a:xfrm>
          <a:off x="0" y="0"/>
          <a:ext cx="0" cy="0"/>
          <a:chOff x="0" y="0"/>
          <a:chExt cx="0" cy="0"/>
        </a:xfrm>
      </p:grpSpPr>
      <p:graphicFrame>
        <p:nvGraphicFramePr>
          <p:cNvPr id="14" name="Object 13"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4" name="Object 1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1" name="Freeform 7"/>
          <p:cNvSpPr>
            <a:spLocks/>
          </p:cNvSpPr>
          <p:nvPr/>
        </p:nvSpPr>
        <p:spPr bwMode="auto">
          <a:xfrm>
            <a:off x="5892403" y="1"/>
            <a:ext cx="6327776" cy="5670550"/>
          </a:xfrm>
          <a:custGeom>
            <a:avLst/>
            <a:gdLst/>
            <a:ahLst/>
            <a:cxnLst>
              <a:cxn ang="0">
                <a:pos x="3986" y="2526"/>
              </a:cxn>
              <a:cxn ang="0">
                <a:pos x="3986" y="2512"/>
              </a:cxn>
              <a:cxn ang="0">
                <a:pos x="3986" y="0"/>
              </a:cxn>
              <a:cxn ang="0">
                <a:pos x="648" y="0"/>
              </a:cxn>
              <a:cxn ang="0">
                <a:pos x="682" y="84"/>
              </a:cxn>
              <a:cxn ang="0">
                <a:pos x="698" y="132"/>
              </a:cxn>
              <a:cxn ang="0">
                <a:pos x="724" y="230"/>
              </a:cxn>
              <a:cxn ang="0">
                <a:pos x="738" y="328"/>
              </a:cxn>
              <a:cxn ang="0">
                <a:pos x="744" y="428"/>
              </a:cxn>
              <a:cxn ang="0">
                <a:pos x="744" y="478"/>
              </a:cxn>
              <a:cxn ang="0">
                <a:pos x="734" y="656"/>
              </a:cxn>
              <a:cxn ang="0">
                <a:pos x="710" y="830"/>
              </a:cxn>
              <a:cxn ang="0">
                <a:pos x="674" y="1002"/>
              </a:cxn>
              <a:cxn ang="0">
                <a:pos x="628" y="1172"/>
              </a:cxn>
              <a:cxn ang="0">
                <a:pos x="590" y="1296"/>
              </a:cxn>
              <a:cxn ang="0">
                <a:pos x="504" y="1542"/>
              </a:cxn>
              <a:cxn ang="0">
                <a:pos x="406" y="1782"/>
              </a:cxn>
              <a:cxn ang="0">
                <a:pos x="300" y="2020"/>
              </a:cxn>
              <a:cxn ang="0">
                <a:pos x="244" y="2136"/>
              </a:cxn>
              <a:cxn ang="0">
                <a:pos x="128" y="2366"/>
              </a:cxn>
              <a:cxn ang="0">
                <a:pos x="8" y="2594"/>
              </a:cxn>
              <a:cxn ang="0">
                <a:pos x="0" y="2608"/>
              </a:cxn>
              <a:cxn ang="0">
                <a:pos x="0" y="2612"/>
              </a:cxn>
              <a:cxn ang="0">
                <a:pos x="50" y="2690"/>
              </a:cxn>
              <a:cxn ang="0">
                <a:pos x="100" y="2766"/>
              </a:cxn>
              <a:cxn ang="0">
                <a:pos x="190" y="2890"/>
              </a:cxn>
              <a:cxn ang="0">
                <a:pos x="286" y="3006"/>
              </a:cxn>
              <a:cxn ang="0">
                <a:pos x="390" y="3116"/>
              </a:cxn>
              <a:cxn ang="0">
                <a:pos x="502" y="3220"/>
              </a:cxn>
              <a:cxn ang="0">
                <a:pos x="540" y="3252"/>
              </a:cxn>
              <a:cxn ang="0">
                <a:pos x="622" y="3312"/>
              </a:cxn>
              <a:cxn ang="0">
                <a:pos x="706" y="3366"/>
              </a:cxn>
              <a:cxn ang="0">
                <a:pos x="792" y="3414"/>
              </a:cxn>
              <a:cxn ang="0">
                <a:pos x="882" y="3456"/>
              </a:cxn>
              <a:cxn ang="0">
                <a:pos x="976" y="3492"/>
              </a:cxn>
              <a:cxn ang="0">
                <a:pos x="1070" y="3520"/>
              </a:cxn>
              <a:cxn ang="0">
                <a:pos x="1170" y="3542"/>
              </a:cxn>
              <a:cxn ang="0">
                <a:pos x="1220" y="3552"/>
              </a:cxn>
              <a:cxn ang="0">
                <a:pos x="1374" y="3568"/>
              </a:cxn>
              <a:cxn ang="0">
                <a:pos x="1382" y="3568"/>
              </a:cxn>
              <a:cxn ang="0">
                <a:pos x="1390" y="3572"/>
              </a:cxn>
              <a:cxn ang="0">
                <a:pos x="1420" y="3572"/>
              </a:cxn>
              <a:cxn ang="0">
                <a:pos x="1544" y="3572"/>
              </a:cxn>
              <a:cxn ang="0">
                <a:pos x="1544" y="3568"/>
              </a:cxn>
              <a:cxn ang="0">
                <a:pos x="1610" y="3564"/>
              </a:cxn>
              <a:cxn ang="0">
                <a:pos x="1740" y="3552"/>
              </a:cxn>
              <a:cxn ang="0">
                <a:pos x="1870" y="3530"/>
              </a:cxn>
              <a:cxn ang="0">
                <a:pos x="1998" y="3502"/>
              </a:cxn>
              <a:cxn ang="0">
                <a:pos x="2062" y="3486"/>
              </a:cxn>
              <a:cxn ang="0">
                <a:pos x="2262" y="3426"/>
              </a:cxn>
              <a:cxn ang="0">
                <a:pos x="2458" y="3356"/>
              </a:cxn>
              <a:cxn ang="0">
                <a:pos x="2650" y="3276"/>
              </a:cxn>
              <a:cxn ang="0">
                <a:pos x="2840" y="3190"/>
              </a:cxn>
              <a:cxn ang="0">
                <a:pos x="2966" y="3128"/>
              </a:cxn>
              <a:cxn ang="0">
                <a:pos x="3218" y="2996"/>
              </a:cxn>
              <a:cxn ang="0">
                <a:pos x="3464" y="2858"/>
              </a:cxn>
              <a:cxn ang="0">
                <a:pos x="3708" y="2714"/>
              </a:cxn>
              <a:cxn ang="0">
                <a:pos x="3828" y="2640"/>
              </a:cxn>
              <a:cxn ang="0">
                <a:pos x="3974" y="2548"/>
              </a:cxn>
              <a:cxn ang="0">
                <a:pos x="3984" y="2540"/>
              </a:cxn>
              <a:cxn ang="0">
                <a:pos x="3986" y="2526"/>
              </a:cxn>
            </a:cxnLst>
            <a:rect l="0" t="0" r="r" b="b"/>
            <a:pathLst>
              <a:path w="3986" h="3572">
                <a:moveTo>
                  <a:pt x="3986" y="2526"/>
                </a:moveTo>
                <a:lnTo>
                  <a:pt x="3986" y="2526"/>
                </a:lnTo>
                <a:lnTo>
                  <a:pt x="3986" y="2512"/>
                </a:lnTo>
                <a:lnTo>
                  <a:pt x="3986" y="2512"/>
                </a:lnTo>
                <a:lnTo>
                  <a:pt x="3986" y="0"/>
                </a:lnTo>
                <a:lnTo>
                  <a:pt x="3986" y="0"/>
                </a:lnTo>
                <a:lnTo>
                  <a:pt x="648" y="0"/>
                </a:lnTo>
                <a:lnTo>
                  <a:pt x="648" y="0"/>
                </a:lnTo>
                <a:lnTo>
                  <a:pt x="666" y="42"/>
                </a:lnTo>
                <a:lnTo>
                  <a:pt x="682" y="84"/>
                </a:lnTo>
                <a:lnTo>
                  <a:pt x="682" y="84"/>
                </a:lnTo>
                <a:lnTo>
                  <a:pt x="698" y="132"/>
                </a:lnTo>
                <a:lnTo>
                  <a:pt x="712" y="182"/>
                </a:lnTo>
                <a:lnTo>
                  <a:pt x="724" y="230"/>
                </a:lnTo>
                <a:lnTo>
                  <a:pt x="732" y="280"/>
                </a:lnTo>
                <a:lnTo>
                  <a:pt x="738" y="328"/>
                </a:lnTo>
                <a:lnTo>
                  <a:pt x="742" y="378"/>
                </a:lnTo>
                <a:lnTo>
                  <a:pt x="744" y="428"/>
                </a:lnTo>
                <a:lnTo>
                  <a:pt x="744" y="478"/>
                </a:lnTo>
                <a:lnTo>
                  <a:pt x="744" y="478"/>
                </a:lnTo>
                <a:lnTo>
                  <a:pt x="742" y="568"/>
                </a:lnTo>
                <a:lnTo>
                  <a:pt x="734" y="656"/>
                </a:lnTo>
                <a:lnTo>
                  <a:pt x="724" y="742"/>
                </a:lnTo>
                <a:lnTo>
                  <a:pt x="710" y="830"/>
                </a:lnTo>
                <a:lnTo>
                  <a:pt x="694" y="916"/>
                </a:lnTo>
                <a:lnTo>
                  <a:pt x="674" y="1002"/>
                </a:lnTo>
                <a:lnTo>
                  <a:pt x="652" y="1088"/>
                </a:lnTo>
                <a:lnTo>
                  <a:pt x="628" y="1172"/>
                </a:lnTo>
                <a:lnTo>
                  <a:pt x="628" y="1172"/>
                </a:lnTo>
                <a:lnTo>
                  <a:pt x="590" y="1296"/>
                </a:lnTo>
                <a:lnTo>
                  <a:pt x="548" y="1420"/>
                </a:lnTo>
                <a:lnTo>
                  <a:pt x="504" y="1542"/>
                </a:lnTo>
                <a:lnTo>
                  <a:pt x="456" y="1662"/>
                </a:lnTo>
                <a:lnTo>
                  <a:pt x="406" y="1782"/>
                </a:lnTo>
                <a:lnTo>
                  <a:pt x="354" y="1900"/>
                </a:lnTo>
                <a:lnTo>
                  <a:pt x="300" y="2020"/>
                </a:lnTo>
                <a:lnTo>
                  <a:pt x="244" y="2136"/>
                </a:lnTo>
                <a:lnTo>
                  <a:pt x="244" y="2136"/>
                </a:lnTo>
                <a:lnTo>
                  <a:pt x="188" y="2252"/>
                </a:lnTo>
                <a:lnTo>
                  <a:pt x="128" y="2366"/>
                </a:lnTo>
                <a:lnTo>
                  <a:pt x="70" y="2480"/>
                </a:lnTo>
                <a:lnTo>
                  <a:pt x="8" y="2594"/>
                </a:lnTo>
                <a:lnTo>
                  <a:pt x="8" y="2594"/>
                </a:lnTo>
                <a:lnTo>
                  <a:pt x="0" y="2608"/>
                </a:lnTo>
                <a:lnTo>
                  <a:pt x="0" y="2608"/>
                </a:lnTo>
                <a:lnTo>
                  <a:pt x="0" y="2612"/>
                </a:lnTo>
                <a:lnTo>
                  <a:pt x="0" y="2612"/>
                </a:lnTo>
                <a:lnTo>
                  <a:pt x="50" y="2690"/>
                </a:lnTo>
                <a:lnTo>
                  <a:pt x="100" y="2766"/>
                </a:lnTo>
                <a:lnTo>
                  <a:pt x="100" y="2766"/>
                </a:lnTo>
                <a:lnTo>
                  <a:pt x="144" y="2828"/>
                </a:lnTo>
                <a:lnTo>
                  <a:pt x="190" y="2890"/>
                </a:lnTo>
                <a:lnTo>
                  <a:pt x="236" y="2948"/>
                </a:lnTo>
                <a:lnTo>
                  <a:pt x="286" y="3006"/>
                </a:lnTo>
                <a:lnTo>
                  <a:pt x="336" y="3062"/>
                </a:lnTo>
                <a:lnTo>
                  <a:pt x="390" y="3116"/>
                </a:lnTo>
                <a:lnTo>
                  <a:pt x="444" y="3170"/>
                </a:lnTo>
                <a:lnTo>
                  <a:pt x="502" y="3220"/>
                </a:lnTo>
                <a:lnTo>
                  <a:pt x="502" y="3220"/>
                </a:lnTo>
                <a:lnTo>
                  <a:pt x="540" y="3252"/>
                </a:lnTo>
                <a:lnTo>
                  <a:pt x="582" y="3282"/>
                </a:lnTo>
                <a:lnTo>
                  <a:pt x="622" y="3312"/>
                </a:lnTo>
                <a:lnTo>
                  <a:pt x="664" y="3340"/>
                </a:lnTo>
                <a:lnTo>
                  <a:pt x="706" y="3366"/>
                </a:lnTo>
                <a:lnTo>
                  <a:pt x="750" y="3390"/>
                </a:lnTo>
                <a:lnTo>
                  <a:pt x="792" y="3414"/>
                </a:lnTo>
                <a:lnTo>
                  <a:pt x="838" y="3436"/>
                </a:lnTo>
                <a:lnTo>
                  <a:pt x="882" y="3456"/>
                </a:lnTo>
                <a:lnTo>
                  <a:pt x="928" y="3474"/>
                </a:lnTo>
                <a:lnTo>
                  <a:pt x="976" y="3492"/>
                </a:lnTo>
                <a:lnTo>
                  <a:pt x="1022" y="3506"/>
                </a:lnTo>
                <a:lnTo>
                  <a:pt x="1070" y="3520"/>
                </a:lnTo>
                <a:lnTo>
                  <a:pt x="1120" y="3532"/>
                </a:lnTo>
                <a:lnTo>
                  <a:pt x="1170" y="3542"/>
                </a:lnTo>
                <a:lnTo>
                  <a:pt x="1220" y="3552"/>
                </a:lnTo>
                <a:lnTo>
                  <a:pt x="1220" y="3552"/>
                </a:lnTo>
                <a:lnTo>
                  <a:pt x="1296" y="3562"/>
                </a:lnTo>
                <a:lnTo>
                  <a:pt x="1374" y="3568"/>
                </a:lnTo>
                <a:lnTo>
                  <a:pt x="1374" y="3568"/>
                </a:lnTo>
                <a:lnTo>
                  <a:pt x="1382" y="3568"/>
                </a:lnTo>
                <a:lnTo>
                  <a:pt x="1386" y="3568"/>
                </a:lnTo>
                <a:lnTo>
                  <a:pt x="1390" y="3572"/>
                </a:lnTo>
                <a:lnTo>
                  <a:pt x="1390" y="3572"/>
                </a:lnTo>
                <a:lnTo>
                  <a:pt x="1420" y="3572"/>
                </a:lnTo>
                <a:lnTo>
                  <a:pt x="1420" y="3572"/>
                </a:lnTo>
                <a:lnTo>
                  <a:pt x="1544" y="3572"/>
                </a:lnTo>
                <a:lnTo>
                  <a:pt x="1544" y="3572"/>
                </a:lnTo>
                <a:lnTo>
                  <a:pt x="1544" y="3568"/>
                </a:lnTo>
                <a:lnTo>
                  <a:pt x="1544" y="3568"/>
                </a:lnTo>
                <a:lnTo>
                  <a:pt x="1610" y="3564"/>
                </a:lnTo>
                <a:lnTo>
                  <a:pt x="1676" y="3558"/>
                </a:lnTo>
                <a:lnTo>
                  <a:pt x="1740" y="3552"/>
                </a:lnTo>
                <a:lnTo>
                  <a:pt x="1806" y="3542"/>
                </a:lnTo>
                <a:lnTo>
                  <a:pt x="1870" y="3530"/>
                </a:lnTo>
                <a:lnTo>
                  <a:pt x="1934" y="3516"/>
                </a:lnTo>
                <a:lnTo>
                  <a:pt x="1998" y="3502"/>
                </a:lnTo>
                <a:lnTo>
                  <a:pt x="2062" y="3486"/>
                </a:lnTo>
                <a:lnTo>
                  <a:pt x="2062" y="3486"/>
                </a:lnTo>
                <a:lnTo>
                  <a:pt x="2162" y="3458"/>
                </a:lnTo>
                <a:lnTo>
                  <a:pt x="2262" y="3426"/>
                </a:lnTo>
                <a:lnTo>
                  <a:pt x="2360" y="3392"/>
                </a:lnTo>
                <a:lnTo>
                  <a:pt x="2458" y="3356"/>
                </a:lnTo>
                <a:lnTo>
                  <a:pt x="2554" y="3316"/>
                </a:lnTo>
                <a:lnTo>
                  <a:pt x="2650" y="3276"/>
                </a:lnTo>
                <a:lnTo>
                  <a:pt x="2746" y="3234"/>
                </a:lnTo>
                <a:lnTo>
                  <a:pt x="2840" y="3190"/>
                </a:lnTo>
                <a:lnTo>
                  <a:pt x="2840" y="3190"/>
                </a:lnTo>
                <a:lnTo>
                  <a:pt x="2966" y="3128"/>
                </a:lnTo>
                <a:lnTo>
                  <a:pt x="3092" y="3062"/>
                </a:lnTo>
                <a:lnTo>
                  <a:pt x="3218" y="2996"/>
                </a:lnTo>
                <a:lnTo>
                  <a:pt x="3342" y="2928"/>
                </a:lnTo>
                <a:lnTo>
                  <a:pt x="3464" y="2858"/>
                </a:lnTo>
                <a:lnTo>
                  <a:pt x="3586" y="2786"/>
                </a:lnTo>
                <a:lnTo>
                  <a:pt x="3708" y="2714"/>
                </a:lnTo>
                <a:lnTo>
                  <a:pt x="3828" y="2640"/>
                </a:lnTo>
                <a:lnTo>
                  <a:pt x="3828" y="2640"/>
                </a:lnTo>
                <a:lnTo>
                  <a:pt x="3974" y="2548"/>
                </a:lnTo>
                <a:lnTo>
                  <a:pt x="3974" y="2548"/>
                </a:lnTo>
                <a:lnTo>
                  <a:pt x="3980" y="2544"/>
                </a:lnTo>
                <a:lnTo>
                  <a:pt x="3984" y="2540"/>
                </a:lnTo>
                <a:lnTo>
                  <a:pt x="3986" y="2534"/>
                </a:lnTo>
                <a:lnTo>
                  <a:pt x="3986" y="2526"/>
                </a:lnTo>
                <a:lnTo>
                  <a:pt x="3986" y="2526"/>
                </a:lnTo>
                <a:close/>
              </a:path>
            </a:pathLst>
          </a:custGeom>
          <a:solidFill>
            <a:schemeClr val="accent5"/>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 name="Title 1"/>
          <p:cNvSpPr>
            <a:spLocks noGrp="1"/>
          </p:cNvSpPr>
          <p:nvPr>
            <p:ph type="ctrTitle" hasCustomPrompt="1"/>
          </p:nvPr>
        </p:nvSpPr>
        <p:spPr>
          <a:xfrm>
            <a:off x="407988" y="2339788"/>
            <a:ext cx="4967932"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nSpc>
                <a:spcPts val="3000"/>
              </a:lnSpc>
              <a:defRPr lang="en-US" sz="2600" b="0" dirty="0">
                <a:solidFill>
                  <a:schemeClr val="accent1"/>
                </a:solidFill>
              </a:defRPr>
            </a:lvl1pPr>
          </a:lstStyle>
          <a:p>
            <a:pPr marL="0" lvl="0"/>
            <a:r>
              <a:rPr lang="en-US"/>
              <a:t>Click to insert title</a:t>
            </a:r>
          </a:p>
        </p:txBody>
      </p:sp>
      <p:sp>
        <p:nvSpPr>
          <p:cNvPr id="8" name="Subtitle 2"/>
          <p:cNvSpPr>
            <a:spLocks noGrp="1"/>
          </p:cNvSpPr>
          <p:nvPr>
            <p:ph type="subTitle" idx="1" hasCustomPrompt="1"/>
          </p:nvPr>
        </p:nvSpPr>
        <p:spPr>
          <a:xfrm>
            <a:off x="407988" y="3932559"/>
            <a:ext cx="4967932"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sp>
        <p:nvSpPr>
          <p:cNvPr id="16"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5537200" y="-1588"/>
            <a:ext cx="6654800" cy="6859588"/>
          </a:xfrm>
          <a:prstGeom prst="rect">
            <a:avLst/>
          </a:prstGeom>
        </p:spPr>
        <p:txBody>
          <a:bodyPr anchor="ctr"/>
          <a:lstStyle>
            <a:lvl1pPr marL="0" indent="0" algn="ctr">
              <a:buNone/>
              <a:defRPr/>
            </a:lvl1pPr>
          </a:lstStyle>
          <a:p>
            <a:r>
              <a:rPr lang="en-US"/>
              <a:t>Click icon to add picture</a:t>
            </a:r>
            <a:endParaRPr lang="pt-PT"/>
          </a:p>
        </p:txBody>
      </p:sp>
      <p:grpSp>
        <p:nvGrpSpPr>
          <p:cNvPr id="17" name="Group 14"/>
          <p:cNvGrpSpPr>
            <a:grpSpLocks noChangeAspect="1"/>
          </p:cNvGrpSpPr>
          <p:nvPr/>
        </p:nvGrpSpPr>
        <p:grpSpPr>
          <a:xfrm>
            <a:off x="407988" y="695702"/>
            <a:ext cx="5040000" cy="1123653"/>
            <a:chOff x="728663" y="4465638"/>
            <a:chExt cx="5354637" cy="1193800"/>
          </a:xfrm>
        </p:grpSpPr>
        <p:sp>
          <p:nvSpPr>
            <p:cNvPr id="18"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0"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1"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2"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4079704602"/>
      </p:ext>
    </p:extLst>
  </p:cSld>
  <p:clrMapOvr>
    <a:masterClrMapping/>
  </p:clrMapOvr>
  <p:extLst>
    <p:ext uri="{DCECCB84-F9BA-43D5-87BE-67443E8EF086}">
      <p15:sldGuideLst xmlns:p15="http://schemas.microsoft.com/office/powerpoint/2012/main">
        <p15:guide id="1" pos="257">
          <p15:clr>
            <a:srgbClr val="FBAE40"/>
          </p15:clr>
        </p15:guide>
        <p15:guide id="2" orient="horz" pos="935">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227349" y="0"/>
            <a:ext cx="11125236" cy="1104900"/>
          </a:xfrm>
          <a:prstGeom prst="rect">
            <a:avLst/>
          </a:prstGeom>
        </p:spPr>
        <p:txBody>
          <a:bodyPr vert="horz" lIns="0" tIns="180000" rIns="0" bIns="0" rtlCol="0" anchor="t">
            <a:noAutofit/>
          </a:bodyPr>
          <a:lstStyle>
            <a:lvl1pPr>
              <a:defRPr lang="en-GB" sz="2800" spc="200" dirty="0">
                <a:solidFill>
                  <a:schemeClr val="tx2"/>
                </a:solidFill>
              </a:defRPr>
            </a:lvl1pPr>
          </a:lstStyle>
          <a:p>
            <a:pPr lvl="0"/>
            <a:r>
              <a:rPr lang="en-US"/>
              <a:t>Click to edit Master title style</a:t>
            </a:r>
            <a:endParaRPr lang="en-GB"/>
          </a:p>
        </p:txBody>
      </p:sp>
    </p:spTree>
    <p:extLst>
      <p:ext uri="{BB962C8B-B14F-4D97-AF65-F5344CB8AC3E}">
        <p14:creationId xmlns:p14="http://schemas.microsoft.com/office/powerpoint/2010/main" val="170892813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16E8A59-A366-41D7-93B5-D52BE0AE3921}"/>
              </a:ext>
            </a:extLst>
          </p:cNvPr>
          <p:cNvSpPr/>
          <p:nvPr userDrawn="1"/>
        </p:nvSpPr>
        <p:spPr>
          <a:xfrm>
            <a:off x="5233200" y="0"/>
            <a:ext cx="6958800" cy="6858000"/>
          </a:xfrm>
          <a:prstGeom prst="rect">
            <a:avLst/>
          </a:prstGeom>
          <a:solidFill>
            <a:srgbClr val="0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Google Shape;909;p85">
            <a:extLst>
              <a:ext uri="{FF2B5EF4-FFF2-40B4-BE49-F238E27FC236}">
                <a16:creationId xmlns:a16="http://schemas.microsoft.com/office/drawing/2014/main" id="{726C1A2A-42D2-4E00-88F8-9BB262E44934}"/>
              </a:ext>
            </a:extLst>
          </p:cNvPr>
          <p:cNvPicPr preferRelativeResize="0"/>
          <p:nvPr userDrawn="1"/>
        </p:nvPicPr>
        <p:blipFill rotWithShape="1">
          <a:blip r:embed="rId2" cstate="email">
            <a:alphaModFix/>
            <a:extLst>
              <a:ext uri="{28A0092B-C50C-407E-A947-70E740481C1C}">
                <a14:useLocalDpi xmlns:a14="http://schemas.microsoft.com/office/drawing/2010/main"/>
              </a:ext>
            </a:extLst>
          </a:blip>
          <a:srcRect/>
          <a:stretch/>
        </p:blipFill>
        <p:spPr>
          <a:xfrm>
            <a:off x="9698804" y="6325228"/>
            <a:ext cx="2194504" cy="333835"/>
          </a:xfrm>
          <a:prstGeom prst="rect">
            <a:avLst/>
          </a:prstGeom>
          <a:noFill/>
          <a:ln>
            <a:noFill/>
          </a:ln>
        </p:spPr>
      </p:pic>
    </p:spTree>
    <p:extLst>
      <p:ext uri="{BB962C8B-B14F-4D97-AF65-F5344CB8AC3E}">
        <p14:creationId xmlns:p14="http://schemas.microsoft.com/office/powerpoint/2010/main" val="34222222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16E8A59-A366-41D7-93B5-D52BE0AE3921}"/>
              </a:ext>
            </a:extLst>
          </p:cNvPr>
          <p:cNvSpPr/>
          <p:nvPr userDrawn="1"/>
        </p:nvSpPr>
        <p:spPr>
          <a:xfrm>
            <a:off x="4668000" y="0"/>
            <a:ext cx="7524000" cy="6858000"/>
          </a:xfrm>
          <a:prstGeom prst="rect">
            <a:avLst/>
          </a:prstGeom>
          <a:solidFill>
            <a:srgbClr val="0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Google Shape;909;p85">
            <a:extLst>
              <a:ext uri="{FF2B5EF4-FFF2-40B4-BE49-F238E27FC236}">
                <a16:creationId xmlns:a16="http://schemas.microsoft.com/office/drawing/2014/main" id="{726C1A2A-42D2-4E00-88F8-9BB262E44934}"/>
              </a:ext>
            </a:extLst>
          </p:cNvPr>
          <p:cNvPicPr preferRelativeResize="0"/>
          <p:nvPr userDrawn="1"/>
        </p:nvPicPr>
        <p:blipFill rotWithShape="1">
          <a:blip r:embed="rId2" cstate="email">
            <a:alphaModFix/>
            <a:extLst>
              <a:ext uri="{28A0092B-C50C-407E-A947-70E740481C1C}">
                <a14:useLocalDpi xmlns:a14="http://schemas.microsoft.com/office/drawing/2010/main"/>
              </a:ext>
            </a:extLst>
          </a:blip>
          <a:srcRect/>
          <a:stretch/>
        </p:blipFill>
        <p:spPr>
          <a:xfrm>
            <a:off x="9698804" y="6325228"/>
            <a:ext cx="2194504" cy="333835"/>
          </a:xfrm>
          <a:prstGeom prst="rect">
            <a:avLst/>
          </a:prstGeom>
          <a:noFill/>
          <a:ln>
            <a:noFill/>
          </a:ln>
        </p:spPr>
      </p:pic>
    </p:spTree>
    <p:extLst>
      <p:ext uri="{BB962C8B-B14F-4D97-AF65-F5344CB8AC3E}">
        <p14:creationId xmlns:p14="http://schemas.microsoft.com/office/powerpoint/2010/main" val="40121189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58157-489B-44AB-9BCF-74C173C7908E}"/>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CC70D0F-1408-4064-9F8D-A24806FFCD54}"/>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8CB2D1F-5112-405C-8E66-8DCFAF9CBA5B}"/>
              </a:ext>
            </a:extLst>
          </p:cNvPr>
          <p:cNvSpPr>
            <a:spLocks noGrp="1"/>
          </p:cNvSpPr>
          <p:nvPr>
            <p:ph type="dt" sz="half" idx="10"/>
          </p:nvPr>
        </p:nvSpPr>
        <p:spPr>
          <a:xfrm>
            <a:off x="838200" y="6356350"/>
            <a:ext cx="2743200" cy="365125"/>
          </a:xfrm>
          <a:prstGeom prst="rect">
            <a:avLst/>
          </a:prstGeom>
        </p:spPr>
        <p:txBody>
          <a:bodyPr/>
          <a:lstStyle/>
          <a:p>
            <a:fld id="{F1D0BA22-F71C-49BC-B9F8-323F97F8AA19}" type="datetimeFigureOut">
              <a:rPr lang="en-GB" smtClean="0"/>
              <a:t>05/08/2024</a:t>
            </a:fld>
            <a:endParaRPr lang="en-GB"/>
          </a:p>
        </p:txBody>
      </p:sp>
      <p:sp>
        <p:nvSpPr>
          <p:cNvPr id="5" name="Footer Placeholder 4">
            <a:extLst>
              <a:ext uri="{FF2B5EF4-FFF2-40B4-BE49-F238E27FC236}">
                <a16:creationId xmlns:a16="http://schemas.microsoft.com/office/drawing/2014/main" id="{53E6D7FD-DD0C-4A9A-89BB-79DB834A77D2}"/>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587AEFDA-47A4-4111-B960-C1556C742566}"/>
              </a:ext>
            </a:extLst>
          </p:cNvPr>
          <p:cNvSpPr>
            <a:spLocks noGrp="1"/>
          </p:cNvSpPr>
          <p:nvPr>
            <p:ph type="sldNum" sz="quarter" idx="12"/>
          </p:nvPr>
        </p:nvSpPr>
        <p:spPr>
          <a:xfrm>
            <a:off x="8610600" y="6356350"/>
            <a:ext cx="2743200" cy="365125"/>
          </a:xfrm>
          <a:prstGeom prst="rect">
            <a:avLst/>
          </a:prstGeom>
        </p:spPr>
        <p:txBody>
          <a:bodyPr/>
          <a:lstStyle/>
          <a:p>
            <a:fld id="{5466D91F-C961-4CF0-A65C-C41AF611AF92}" type="slidenum">
              <a:rPr lang="en-GB" smtClean="0"/>
              <a:t>‹#›</a:t>
            </a:fld>
            <a:endParaRPr lang="en-GB"/>
          </a:p>
        </p:txBody>
      </p:sp>
    </p:spTree>
    <p:extLst>
      <p:ext uri="{BB962C8B-B14F-4D97-AF65-F5344CB8AC3E}">
        <p14:creationId xmlns:p14="http://schemas.microsoft.com/office/powerpoint/2010/main" val="81919698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1B86-0357-4CB6-964A-BD38EED77D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E111733-C66E-47FE-BB19-671ADDE85485}"/>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5597607-2A88-444F-B651-2F8FBE7DF9B0}"/>
              </a:ext>
            </a:extLst>
          </p:cNvPr>
          <p:cNvSpPr>
            <a:spLocks noGrp="1"/>
          </p:cNvSpPr>
          <p:nvPr>
            <p:ph type="dt" sz="half" idx="10"/>
          </p:nvPr>
        </p:nvSpPr>
        <p:spPr>
          <a:xfrm>
            <a:off x="838200" y="6356350"/>
            <a:ext cx="2743200" cy="365125"/>
          </a:xfrm>
          <a:prstGeom prst="rect">
            <a:avLst/>
          </a:prstGeom>
        </p:spPr>
        <p:txBody>
          <a:bodyPr/>
          <a:lstStyle/>
          <a:p>
            <a:fld id="{F1D0BA22-F71C-49BC-B9F8-323F97F8AA19}" type="datetimeFigureOut">
              <a:rPr lang="en-GB" smtClean="0"/>
              <a:t>05/08/2024</a:t>
            </a:fld>
            <a:endParaRPr lang="en-GB"/>
          </a:p>
        </p:txBody>
      </p:sp>
      <p:sp>
        <p:nvSpPr>
          <p:cNvPr id="5" name="Footer Placeholder 4">
            <a:extLst>
              <a:ext uri="{FF2B5EF4-FFF2-40B4-BE49-F238E27FC236}">
                <a16:creationId xmlns:a16="http://schemas.microsoft.com/office/drawing/2014/main" id="{99F3F873-41B0-4769-A933-060173746721}"/>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B2F3DB9B-D723-4F64-80A0-61B61682210E}"/>
              </a:ext>
            </a:extLst>
          </p:cNvPr>
          <p:cNvSpPr>
            <a:spLocks noGrp="1"/>
          </p:cNvSpPr>
          <p:nvPr>
            <p:ph type="sldNum" sz="quarter" idx="12"/>
          </p:nvPr>
        </p:nvSpPr>
        <p:spPr>
          <a:xfrm>
            <a:off x="8610600" y="6356350"/>
            <a:ext cx="2743200" cy="365125"/>
          </a:xfrm>
          <a:prstGeom prst="rect">
            <a:avLst/>
          </a:prstGeom>
        </p:spPr>
        <p:txBody>
          <a:bodyPr/>
          <a:lstStyle/>
          <a:p>
            <a:fld id="{5466D91F-C961-4CF0-A65C-C41AF611AF92}" type="slidenum">
              <a:rPr lang="en-GB" smtClean="0"/>
              <a:t>‹#›</a:t>
            </a:fld>
            <a:endParaRPr lang="en-GB"/>
          </a:p>
        </p:txBody>
      </p:sp>
    </p:spTree>
    <p:extLst>
      <p:ext uri="{BB962C8B-B14F-4D97-AF65-F5344CB8AC3E}">
        <p14:creationId xmlns:p14="http://schemas.microsoft.com/office/powerpoint/2010/main" val="225539167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2106F-2787-4EF0-9CB6-2896F0B7500C}"/>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EC0979D-4D58-4E7D-86F3-A1BD035CBFFD}"/>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4B888D-6B64-4C18-B60C-140958C18D10}"/>
              </a:ext>
            </a:extLst>
          </p:cNvPr>
          <p:cNvSpPr>
            <a:spLocks noGrp="1"/>
          </p:cNvSpPr>
          <p:nvPr>
            <p:ph type="dt" sz="half" idx="10"/>
          </p:nvPr>
        </p:nvSpPr>
        <p:spPr>
          <a:xfrm>
            <a:off x="838200" y="6356350"/>
            <a:ext cx="2743200" cy="365125"/>
          </a:xfrm>
          <a:prstGeom prst="rect">
            <a:avLst/>
          </a:prstGeom>
        </p:spPr>
        <p:txBody>
          <a:bodyPr/>
          <a:lstStyle/>
          <a:p>
            <a:fld id="{F1D0BA22-F71C-49BC-B9F8-323F97F8AA19}" type="datetimeFigureOut">
              <a:rPr lang="en-GB" smtClean="0"/>
              <a:t>05/08/2024</a:t>
            </a:fld>
            <a:endParaRPr lang="en-GB"/>
          </a:p>
        </p:txBody>
      </p:sp>
      <p:sp>
        <p:nvSpPr>
          <p:cNvPr id="5" name="Footer Placeholder 4">
            <a:extLst>
              <a:ext uri="{FF2B5EF4-FFF2-40B4-BE49-F238E27FC236}">
                <a16:creationId xmlns:a16="http://schemas.microsoft.com/office/drawing/2014/main" id="{432689A9-354E-44D1-BF79-5BAA70F3436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49458295-3BD7-4D90-A139-E557E09D237D}"/>
              </a:ext>
            </a:extLst>
          </p:cNvPr>
          <p:cNvSpPr>
            <a:spLocks noGrp="1"/>
          </p:cNvSpPr>
          <p:nvPr>
            <p:ph type="sldNum" sz="quarter" idx="12"/>
          </p:nvPr>
        </p:nvSpPr>
        <p:spPr>
          <a:xfrm>
            <a:off x="8610600" y="6356350"/>
            <a:ext cx="2743200" cy="365125"/>
          </a:xfrm>
          <a:prstGeom prst="rect">
            <a:avLst/>
          </a:prstGeom>
        </p:spPr>
        <p:txBody>
          <a:bodyPr/>
          <a:lstStyle/>
          <a:p>
            <a:fld id="{5466D91F-C961-4CF0-A65C-C41AF611AF92}" type="slidenum">
              <a:rPr lang="en-GB" smtClean="0"/>
              <a:t>‹#›</a:t>
            </a:fld>
            <a:endParaRPr lang="en-GB"/>
          </a:p>
        </p:txBody>
      </p:sp>
    </p:spTree>
    <p:extLst>
      <p:ext uri="{BB962C8B-B14F-4D97-AF65-F5344CB8AC3E}">
        <p14:creationId xmlns:p14="http://schemas.microsoft.com/office/powerpoint/2010/main" val="4547594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6A9F5-BF14-4ECF-8641-9728B2E247C8}"/>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8B23A37-89A3-4054-872F-89B2124CD7A2}"/>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A241D8F-233F-4DEA-90A2-4C885CBDF634}"/>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524B1E8-80D7-4BDF-BBCD-991C53FD507F}"/>
              </a:ext>
            </a:extLst>
          </p:cNvPr>
          <p:cNvSpPr>
            <a:spLocks noGrp="1"/>
          </p:cNvSpPr>
          <p:nvPr>
            <p:ph type="dt" sz="half" idx="10"/>
          </p:nvPr>
        </p:nvSpPr>
        <p:spPr>
          <a:xfrm>
            <a:off x="838200" y="6356350"/>
            <a:ext cx="2743200" cy="365125"/>
          </a:xfrm>
          <a:prstGeom prst="rect">
            <a:avLst/>
          </a:prstGeom>
        </p:spPr>
        <p:txBody>
          <a:bodyPr/>
          <a:lstStyle/>
          <a:p>
            <a:fld id="{F1D0BA22-F71C-49BC-B9F8-323F97F8AA19}" type="datetimeFigureOut">
              <a:rPr lang="en-GB" smtClean="0"/>
              <a:t>05/08/2024</a:t>
            </a:fld>
            <a:endParaRPr lang="en-GB"/>
          </a:p>
        </p:txBody>
      </p:sp>
      <p:sp>
        <p:nvSpPr>
          <p:cNvPr id="6" name="Footer Placeholder 5">
            <a:extLst>
              <a:ext uri="{FF2B5EF4-FFF2-40B4-BE49-F238E27FC236}">
                <a16:creationId xmlns:a16="http://schemas.microsoft.com/office/drawing/2014/main" id="{235CC301-9408-49C3-BF31-DE15219EB217}"/>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91E33523-04CD-4A74-9F53-B40E6E360387}"/>
              </a:ext>
            </a:extLst>
          </p:cNvPr>
          <p:cNvSpPr>
            <a:spLocks noGrp="1"/>
          </p:cNvSpPr>
          <p:nvPr>
            <p:ph type="sldNum" sz="quarter" idx="12"/>
          </p:nvPr>
        </p:nvSpPr>
        <p:spPr>
          <a:xfrm>
            <a:off x="8610600" y="6356350"/>
            <a:ext cx="2743200" cy="365125"/>
          </a:xfrm>
          <a:prstGeom prst="rect">
            <a:avLst/>
          </a:prstGeom>
        </p:spPr>
        <p:txBody>
          <a:bodyPr/>
          <a:lstStyle/>
          <a:p>
            <a:fld id="{5466D91F-C961-4CF0-A65C-C41AF611AF92}" type="slidenum">
              <a:rPr lang="en-GB" smtClean="0"/>
              <a:t>‹#›</a:t>
            </a:fld>
            <a:endParaRPr lang="en-GB"/>
          </a:p>
        </p:txBody>
      </p:sp>
    </p:spTree>
    <p:extLst>
      <p:ext uri="{BB962C8B-B14F-4D97-AF65-F5344CB8AC3E}">
        <p14:creationId xmlns:p14="http://schemas.microsoft.com/office/powerpoint/2010/main" val="217544635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41B44-F0C1-4645-B568-FEDDA660DE62}"/>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4D97A2E-D7A3-4A3C-9D64-EC22E39E7471}"/>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EF6FD2-7C18-4081-BA07-FC600E20CE42}"/>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2BC0734-123E-41C1-9FBB-1804800CEB22}"/>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9B3AE4-87D1-44C1-8852-9F7157FD8077}"/>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90253E8-D54C-4D1A-A5D1-387ADB5CF8DC}"/>
              </a:ext>
            </a:extLst>
          </p:cNvPr>
          <p:cNvSpPr>
            <a:spLocks noGrp="1"/>
          </p:cNvSpPr>
          <p:nvPr>
            <p:ph type="dt" sz="half" idx="10"/>
          </p:nvPr>
        </p:nvSpPr>
        <p:spPr>
          <a:xfrm>
            <a:off x="838200" y="6356350"/>
            <a:ext cx="2743200" cy="365125"/>
          </a:xfrm>
          <a:prstGeom prst="rect">
            <a:avLst/>
          </a:prstGeom>
        </p:spPr>
        <p:txBody>
          <a:bodyPr/>
          <a:lstStyle/>
          <a:p>
            <a:fld id="{F1D0BA22-F71C-49BC-B9F8-323F97F8AA19}" type="datetimeFigureOut">
              <a:rPr lang="en-GB" smtClean="0"/>
              <a:t>05/08/2024</a:t>
            </a:fld>
            <a:endParaRPr lang="en-GB"/>
          </a:p>
        </p:txBody>
      </p:sp>
      <p:sp>
        <p:nvSpPr>
          <p:cNvPr id="8" name="Footer Placeholder 7">
            <a:extLst>
              <a:ext uri="{FF2B5EF4-FFF2-40B4-BE49-F238E27FC236}">
                <a16:creationId xmlns:a16="http://schemas.microsoft.com/office/drawing/2014/main" id="{67BB02FA-3AEB-4102-A088-B6647811EEA6}"/>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81837EB2-9E13-4F2E-A8BC-8714C682D197}"/>
              </a:ext>
            </a:extLst>
          </p:cNvPr>
          <p:cNvSpPr>
            <a:spLocks noGrp="1"/>
          </p:cNvSpPr>
          <p:nvPr>
            <p:ph type="sldNum" sz="quarter" idx="12"/>
          </p:nvPr>
        </p:nvSpPr>
        <p:spPr>
          <a:xfrm>
            <a:off x="8610600" y="6356350"/>
            <a:ext cx="2743200" cy="365125"/>
          </a:xfrm>
          <a:prstGeom prst="rect">
            <a:avLst/>
          </a:prstGeom>
        </p:spPr>
        <p:txBody>
          <a:bodyPr/>
          <a:lstStyle/>
          <a:p>
            <a:fld id="{5466D91F-C961-4CF0-A65C-C41AF611AF92}" type="slidenum">
              <a:rPr lang="en-GB" smtClean="0"/>
              <a:t>‹#›</a:t>
            </a:fld>
            <a:endParaRPr lang="en-GB"/>
          </a:p>
        </p:txBody>
      </p:sp>
    </p:spTree>
    <p:extLst>
      <p:ext uri="{BB962C8B-B14F-4D97-AF65-F5344CB8AC3E}">
        <p14:creationId xmlns:p14="http://schemas.microsoft.com/office/powerpoint/2010/main" val="142615002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32BC0-27AC-4566-A3C1-28AD3AAC1E8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DC7200B-0C71-4B3B-8D6F-459EDDD0094C}"/>
              </a:ext>
            </a:extLst>
          </p:cNvPr>
          <p:cNvSpPr>
            <a:spLocks noGrp="1"/>
          </p:cNvSpPr>
          <p:nvPr>
            <p:ph type="dt" sz="half" idx="10"/>
          </p:nvPr>
        </p:nvSpPr>
        <p:spPr>
          <a:xfrm>
            <a:off x="838200" y="6356350"/>
            <a:ext cx="2743200" cy="365125"/>
          </a:xfrm>
          <a:prstGeom prst="rect">
            <a:avLst/>
          </a:prstGeom>
        </p:spPr>
        <p:txBody>
          <a:bodyPr/>
          <a:lstStyle/>
          <a:p>
            <a:fld id="{F1D0BA22-F71C-49BC-B9F8-323F97F8AA19}" type="datetimeFigureOut">
              <a:rPr lang="en-GB" smtClean="0"/>
              <a:t>05/08/2024</a:t>
            </a:fld>
            <a:endParaRPr lang="en-GB"/>
          </a:p>
        </p:txBody>
      </p:sp>
      <p:sp>
        <p:nvSpPr>
          <p:cNvPr id="4" name="Footer Placeholder 3">
            <a:extLst>
              <a:ext uri="{FF2B5EF4-FFF2-40B4-BE49-F238E27FC236}">
                <a16:creationId xmlns:a16="http://schemas.microsoft.com/office/drawing/2014/main" id="{0F9C8CAF-D6C2-495D-927B-218C1C12ED70}"/>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9272C1A8-5532-490E-954E-9FF9F1BADE0E}"/>
              </a:ext>
            </a:extLst>
          </p:cNvPr>
          <p:cNvSpPr>
            <a:spLocks noGrp="1"/>
          </p:cNvSpPr>
          <p:nvPr>
            <p:ph type="sldNum" sz="quarter" idx="12"/>
          </p:nvPr>
        </p:nvSpPr>
        <p:spPr>
          <a:xfrm>
            <a:off x="8610600" y="6356350"/>
            <a:ext cx="2743200" cy="365125"/>
          </a:xfrm>
          <a:prstGeom prst="rect">
            <a:avLst/>
          </a:prstGeom>
        </p:spPr>
        <p:txBody>
          <a:bodyPr/>
          <a:lstStyle/>
          <a:p>
            <a:fld id="{5466D91F-C961-4CF0-A65C-C41AF611AF92}" type="slidenum">
              <a:rPr lang="en-GB" smtClean="0"/>
              <a:t>‹#›</a:t>
            </a:fld>
            <a:endParaRPr lang="en-GB"/>
          </a:p>
        </p:txBody>
      </p:sp>
    </p:spTree>
    <p:extLst>
      <p:ext uri="{BB962C8B-B14F-4D97-AF65-F5344CB8AC3E}">
        <p14:creationId xmlns:p14="http://schemas.microsoft.com/office/powerpoint/2010/main" val="44206642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070D01-A509-4124-8C12-C14C38EBF7DA}"/>
              </a:ext>
            </a:extLst>
          </p:cNvPr>
          <p:cNvSpPr>
            <a:spLocks noGrp="1"/>
          </p:cNvSpPr>
          <p:nvPr>
            <p:ph type="dt" sz="half" idx="10"/>
          </p:nvPr>
        </p:nvSpPr>
        <p:spPr>
          <a:xfrm>
            <a:off x="838200" y="6356350"/>
            <a:ext cx="2743200" cy="365125"/>
          </a:xfrm>
          <a:prstGeom prst="rect">
            <a:avLst/>
          </a:prstGeom>
        </p:spPr>
        <p:txBody>
          <a:bodyPr/>
          <a:lstStyle/>
          <a:p>
            <a:fld id="{F1D0BA22-F71C-49BC-B9F8-323F97F8AA19}" type="datetimeFigureOut">
              <a:rPr lang="en-GB" smtClean="0"/>
              <a:t>05/08/2024</a:t>
            </a:fld>
            <a:endParaRPr lang="en-GB"/>
          </a:p>
        </p:txBody>
      </p:sp>
      <p:sp>
        <p:nvSpPr>
          <p:cNvPr id="3" name="Footer Placeholder 2">
            <a:extLst>
              <a:ext uri="{FF2B5EF4-FFF2-40B4-BE49-F238E27FC236}">
                <a16:creationId xmlns:a16="http://schemas.microsoft.com/office/drawing/2014/main" id="{F0BF5063-0322-44F9-8F59-872AA3C7D22F}"/>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40289D47-8D5B-4BE3-AA21-1FE2E01D2E8E}"/>
              </a:ext>
            </a:extLst>
          </p:cNvPr>
          <p:cNvSpPr>
            <a:spLocks noGrp="1"/>
          </p:cNvSpPr>
          <p:nvPr>
            <p:ph type="sldNum" sz="quarter" idx="12"/>
          </p:nvPr>
        </p:nvSpPr>
        <p:spPr>
          <a:xfrm>
            <a:off x="8610600" y="6356350"/>
            <a:ext cx="2743200" cy="365125"/>
          </a:xfrm>
          <a:prstGeom prst="rect">
            <a:avLst/>
          </a:prstGeom>
        </p:spPr>
        <p:txBody>
          <a:bodyPr/>
          <a:lstStyle/>
          <a:p>
            <a:fld id="{5466D91F-C961-4CF0-A65C-C41AF611AF92}" type="slidenum">
              <a:rPr lang="en-GB" smtClean="0"/>
              <a:t>‹#›</a:t>
            </a:fld>
            <a:endParaRPr lang="en-GB"/>
          </a:p>
        </p:txBody>
      </p:sp>
    </p:spTree>
    <p:extLst>
      <p:ext uri="{BB962C8B-B14F-4D97-AF65-F5344CB8AC3E}">
        <p14:creationId xmlns:p14="http://schemas.microsoft.com/office/powerpoint/2010/main" val="419694830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B0EAB-9F53-4501-B9DC-A19F767CEDD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8A7238-7889-4146-B0CD-0CC721CBD2E5}"/>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7450D69-4BA3-448F-B57C-E5DBA1B9D79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43F1AA-0539-4A05-B58D-D743B6F68700}"/>
              </a:ext>
            </a:extLst>
          </p:cNvPr>
          <p:cNvSpPr>
            <a:spLocks noGrp="1"/>
          </p:cNvSpPr>
          <p:nvPr>
            <p:ph type="dt" sz="half" idx="10"/>
          </p:nvPr>
        </p:nvSpPr>
        <p:spPr>
          <a:xfrm>
            <a:off x="838200" y="6356350"/>
            <a:ext cx="2743200" cy="365125"/>
          </a:xfrm>
          <a:prstGeom prst="rect">
            <a:avLst/>
          </a:prstGeom>
        </p:spPr>
        <p:txBody>
          <a:bodyPr/>
          <a:lstStyle/>
          <a:p>
            <a:fld id="{F1D0BA22-F71C-49BC-B9F8-323F97F8AA19}" type="datetimeFigureOut">
              <a:rPr lang="en-GB" smtClean="0"/>
              <a:t>05/08/2024</a:t>
            </a:fld>
            <a:endParaRPr lang="en-GB"/>
          </a:p>
        </p:txBody>
      </p:sp>
      <p:sp>
        <p:nvSpPr>
          <p:cNvPr id="6" name="Footer Placeholder 5">
            <a:extLst>
              <a:ext uri="{FF2B5EF4-FFF2-40B4-BE49-F238E27FC236}">
                <a16:creationId xmlns:a16="http://schemas.microsoft.com/office/drawing/2014/main" id="{091BD4A3-B35C-4698-B2B7-5C7BB3F75C7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154D5B74-85EE-45DA-9FA6-B25E6A3454FC}"/>
              </a:ext>
            </a:extLst>
          </p:cNvPr>
          <p:cNvSpPr>
            <a:spLocks noGrp="1"/>
          </p:cNvSpPr>
          <p:nvPr>
            <p:ph type="sldNum" sz="quarter" idx="12"/>
          </p:nvPr>
        </p:nvSpPr>
        <p:spPr>
          <a:xfrm>
            <a:off x="8610600" y="6356350"/>
            <a:ext cx="2743200" cy="365125"/>
          </a:xfrm>
          <a:prstGeom prst="rect">
            <a:avLst/>
          </a:prstGeom>
        </p:spPr>
        <p:txBody>
          <a:bodyPr/>
          <a:lstStyle/>
          <a:p>
            <a:fld id="{5466D91F-C961-4CF0-A65C-C41AF611AF92}" type="slidenum">
              <a:rPr lang="en-GB" smtClean="0"/>
              <a:t>‹#›</a:t>
            </a:fld>
            <a:endParaRPr lang="en-GB"/>
          </a:p>
        </p:txBody>
      </p:sp>
    </p:spTree>
    <p:extLst>
      <p:ext uri="{BB962C8B-B14F-4D97-AF65-F5344CB8AC3E}">
        <p14:creationId xmlns:p14="http://schemas.microsoft.com/office/powerpoint/2010/main" val="204565672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40177-CB08-4087-8E4A-D756E7382261}"/>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9E5051A-3C74-4899-9C29-378B1EB1038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ADC1073-191C-4BD6-87DF-A0BA04FD812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B9284F-0CFC-4EF0-B962-BC1E342E5D96}"/>
              </a:ext>
            </a:extLst>
          </p:cNvPr>
          <p:cNvSpPr>
            <a:spLocks noGrp="1"/>
          </p:cNvSpPr>
          <p:nvPr>
            <p:ph type="dt" sz="half" idx="10"/>
          </p:nvPr>
        </p:nvSpPr>
        <p:spPr>
          <a:xfrm>
            <a:off x="838200" y="6356350"/>
            <a:ext cx="2743200" cy="365125"/>
          </a:xfrm>
          <a:prstGeom prst="rect">
            <a:avLst/>
          </a:prstGeom>
        </p:spPr>
        <p:txBody>
          <a:bodyPr/>
          <a:lstStyle/>
          <a:p>
            <a:fld id="{F1D0BA22-F71C-49BC-B9F8-323F97F8AA19}" type="datetimeFigureOut">
              <a:rPr lang="en-GB" smtClean="0"/>
              <a:t>05/08/2024</a:t>
            </a:fld>
            <a:endParaRPr lang="en-GB"/>
          </a:p>
        </p:txBody>
      </p:sp>
      <p:sp>
        <p:nvSpPr>
          <p:cNvPr id="6" name="Footer Placeholder 5">
            <a:extLst>
              <a:ext uri="{FF2B5EF4-FFF2-40B4-BE49-F238E27FC236}">
                <a16:creationId xmlns:a16="http://schemas.microsoft.com/office/drawing/2014/main" id="{B9E75224-3C78-43AD-AC17-56659CCBD5C4}"/>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BFB051E2-8575-4A7B-B069-0E323AE963B9}"/>
              </a:ext>
            </a:extLst>
          </p:cNvPr>
          <p:cNvSpPr>
            <a:spLocks noGrp="1"/>
          </p:cNvSpPr>
          <p:nvPr>
            <p:ph type="sldNum" sz="quarter" idx="12"/>
          </p:nvPr>
        </p:nvSpPr>
        <p:spPr>
          <a:xfrm>
            <a:off x="8610600" y="6356350"/>
            <a:ext cx="2743200" cy="365125"/>
          </a:xfrm>
          <a:prstGeom prst="rect">
            <a:avLst/>
          </a:prstGeom>
        </p:spPr>
        <p:txBody>
          <a:bodyPr/>
          <a:lstStyle/>
          <a:p>
            <a:fld id="{5466D91F-C961-4CF0-A65C-C41AF611AF92}" type="slidenum">
              <a:rPr lang="en-GB" smtClean="0"/>
              <a:t>‹#›</a:t>
            </a:fld>
            <a:endParaRPr lang="en-GB"/>
          </a:p>
        </p:txBody>
      </p:sp>
    </p:spTree>
    <p:extLst>
      <p:ext uri="{BB962C8B-B14F-4D97-AF65-F5344CB8AC3E}">
        <p14:creationId xmlns:p14="http://schemas.microsoft.com/office/powerpoint/2010/main" val="266424574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B0746-45A2-4A4C-976B-BA941855CE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749312F-B653-4B13-A0AD-071390097CD7}"/>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8488788-AC7D-4698-9824-CD969F6B68D7}"/>
              </a:ext>
            </a:extLst>
          </p:cNvPr>
          <p:cNvSpPr>
            <a:spLocks noGrp="1"/>
          </p:cNvSpPr>
          <p:nvPr>
            <p:ph type="dt" sz="half" idx="10"/>
          </p:nvPr>
        </p:nvSpPr>
        <p:spPr>
          <a:xfrm>
            <a:off x="838200" y="6356350"/>
            <a:ext cx="2743200" cy="365125"/>
          </a:xfrm>
          <a:prstGeom prst="rect">
            <a:avLst/>
          </a:prstGeom>
        </p:spPr>
        <p:txBody>
          <a:bodyPr/>
          <a:lstStyle/>
          <a:p>
            <a:fld id="{F1D0BA22-F71C-49BC-B9F8-323F97F8AA19}" type="datetimeFigureOut">
              <a:rPr lang="en-GB" smtClean="0"/>
              <a:t>05/08/2024</a:t>
            </a:fld>
            <a:endParaRPr lang="en-GB"/>
          </a:p>
        </p:txBody>
      </p:sp>
      <p:sp>
        <p:nvSpPr>
          <p:cNvPr id="5" name="Footer Placeholder 4">
            <a:extLst>
              <a:ext uri="{FF2B5EF4-FFF2-40B4-BE49-F238E27FC236}">
                <a16:creationId xmlns:a16="http://schemas.microsoft.com/office/drawing/2014/main" id="{E1DC7F5F-74C5-4DB7-A9BD-71966D88746F}"/>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36F29DF1-6B3C-411D-B6B2-CDFE0722C83B}"/>
              </a:ext>
            </a:extLst>
          </p:cNvPr>
          <p:cNvSpPr>
            <a:spLocks noGrp="1"/>
          </p:cNvSpPr>
          <p:nvPr>
            <p:ph type="sldNum" sz="quarter" idx="12"/>
          </p:nvPr>
        </p:nvSpPr>
        <p:spPr>
          <a:xfrm>
            <a:off x="8610600" y="6356350"/>
            <a:ext cx="2743200" cy="365125"/>
          </a:xfrm>
          <a:prstGeom prst="rect">
            <a:avLst/>
          </a:prstGeom>
        </p:spPr>
        <p:txBody>
          <a:bodyPr/>
          <a:lstStyle/>
          <a:p>
            <a:fld id="{5466D91F-C961-4CF0-A65C-C41AF611AF92}" type="slidenum">
              <a:rPr lang="en-GB" smtClean="0"/>
              <a:t>‹#›</a:t>
            </a:fld>
            <a:endParaRPr lang="en-GB"/>
          </a:p>
        </p:txBody>
      </p:sp>
    </p:spTree>
    <p:extLst>
      <p:ext uri="{BB962C8B-B14F-4D97-AF65-F5344CB8AC3E}">
        <p14:creationId xmlns:p14="http://schemas.microsoft.com/office/powerpoint/2010/main" val="368031926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C338BC-8127-486D-B874-D52613CD94CF}"/>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B00889E-54C9-4AF4-BC02-FC9F6E98A698}"/>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8D116B3-9991-4157-8CD8-5A507136C4A2}"/>
              </a:ext>
            </a:extLst>
          </p:cNvPr>
          <p:cNvSpPr>
            <a:spLocks noGrp="1"/>
          </p:cNvSpPr>
          <p:nvPr>
            <p:ph type="dt" sz="half" idx="10"/>
          </p:nvPr>
        </p:nvSpPr>
        <p:spPr>
          <a:xfrm>
            <a:off x="838200" y="6356350"/>
            <a:ext cx="2743200" cy="365125"/>
          </a:xfrm>
          <a:prstGeom prst="rect">
            <a:avLst/>
          </a:prstGeom>
        </p:spPr>
        <p:txBody>
          <a:bodyPr/>
          <a:lstStyle/>
          <a:p>
            <a:fld id="{F1D0BA22-F71C-49BC-B9F8-323F97F8AA19}" type="datetimeFigureOut">
              <a:rPr lang="en-GB" smtClean="0"/>
              <a:t>05/08/2024</a:t>
            </a:fld>
            <a:endParaRPr lang="en-GB"/>
          </a:p>
        </p:txBody>
      </p:sp>
      <p:sp>
        <p:nvSpPr>
          <p:cNvPr id="5" name="Footer Placeholder 4">
            <a:extLst>
              <a:ext uri="{FF2B5EF4-FFF2-40B4-BE49-F238E27FC236}">
                <a16:creationId xmlns:a16="http://schemas.microsoft.com/office/drawing/2014/main" id="{D567585F-B69F-4A2A-A893-A0A12C80C0E2}"/>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CA3C8EA3-E19C-43E9-8AAD-8F1D56E32D25}"/>
              </a:ext>
            </a:extLst>
          </p:cNvPr>
          <p:cNvSpPr>
            <a:spLocks noGrp="1"/>
          </p:cNvSpPr>
          <p:nvPr>
            <p:ph type="sldNum" sz="quarter" idx="12"/>
          </p:nvPr>
        </p:nvSpPr>
        <p:spPr>
          <a:xfrm>
            <a:off x="8610600" y="6356350"/>
            <a:ext cx="2743200" cy="365125"/>
          </a:xfrm>
          <a:prstGeom prst="rect">
            <a:avLst/>
          </a:prstGeom>
        </p:spPr>
        <p:txBody>
          <a:bodyPr/>
          <a:lstStyle/>
          <a:p>
            <a:fld id="{5466D91F-C961-4CF0-A65C-C41AF611AF92}" type="slidenum">
              <a:rPr lang="en-GB" smtClean="0"/>
              <a:t>‹#›</a:t>
            </a:fld>
            <a:endParaRPr lang="en-GB"/>
          </a:p>
        </p:txBody>
      </p:sp>
    </p:spTree>
    <p:extLst>
      <p:ext uri="{BB962C8B-B14F-4D97-AF65-F5344CB8AC3E}">
        <p14:creationId xmlns:p14="http://schemas.microsoft.com/office/powerpoint/2010/main" val="413211990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7536002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401131014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2" name="Titre 1"/>
          <p:cNvSpPr>
            <a:spLocks noGrp="1"/>
          </p:cNvSpPr>
          <p:nvPr>
            <p:ph type="title"/>
          </p:nvPr>
        </p:nvSpPr>
        <p:spPr>
          <a:xfrm>
            <a:off x="227349" y="0"/>
            <a:ext cx="11125236" cy="1104900"/>
          </a:xfrm>
        </p:spPr>
        <p:txBody>
          <a:bodyPr/>
          <a:lstStyle/>
          <a:p>
            <a:r>
              <a:rPr lang="en-US"/>
              <a:t>Click to edit Master title style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605250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Tree>
    <p:extLst>
      <p:ext uri="{BB962C8B-B14F-4D97-AF65-F5344CB8AC3E}">
        <p14:creationId xmlns:p14="http://schemas.microsoft.com/office/powerpoint/2010/main" val="58574644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a:spLocks/>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extLst>
      <p:ext uri="{BB962C8B-B14F-4D97-AF65-F5344CB8AC3E}">
        <p14:creationId xmlns:p14="http://schemas.microsoft.com/office/powerpoint/2010/main" val="332963926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71930598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5514390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13" name="Oval 20">
            <a:extLst>
              <a:ext uri="{FF2B5EF4-FFF2-40B4-BE49-F238E27FC236}">
                <a16:creationId xmlns:a16="http://schemas.microsoft.com/office/drawing/2014/main" id="{1EFB3510-D39A-47CF-8191-109DDF9E53D5}"/>
              </a:ext>
            </a:extLst>
          </p:cNvPr>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7910294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227349" y="0"/>
            <a:ext cx="11125236" cy="1104900"/>
          </a:xfrm>
          <a:prstGeom prst="rect">
            <a:avLst/>
          </a:prstGeom>
        </p:spPr>
        <p:txBody>
          <a:bodyPr vert="horz" lIns="0" tIns="180000" rIns="0" bIns="0" rtlCol="0" anchor="t">
            <a:noAutofit/>
          </a:bodyPr>
          <a:lstStyle>
            <a:lvl1pPr>
              <a:defRPr lang="en-GB" sz="2800" spc="200" dirty="0">
                <a:solidFill>
                  <a:schemeClr val="tx2"/>
                </a:solidFill>
              </a:defRPr>
            </a:lvl1pPr>
          </a:lstStyle>
          <a:p>
            <a:pPr lvl="0"/>
            <a:r>
              <a:rPr lang="en-US"/>
              <a:t>Click to edit Master title style</a:t>
            </a:r>
            <a:endParaRPr lang="en-GB"/>
          </a:p>
        </p:txBody>
      </p:sp>
    </p:spTree>
    <p:extLst>
      <p:ext uri="{BB962C8B-B14F-4D97-AF65-F5344CB8AC3E}">
        <p14:creationId xmlns:p14="http://schemas.microsoft.com/office/powerpoint/2010/main" val="426870196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itle Slide 1">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9" name="Freeform 7"/>
          <p:cNvSpPr>
            <a:spLocks/>
          </p:cNvSpPr>
          <p:nvPr/>
        </p:nvSpPr>
        <p:spPr bwMode="auto">
          <a:xfrm>
            <a:off x="5137150" y="0"/>
            <a:ext cx="7054850" cy="6854825"/>
          </a:xfrm>
          <a:custGeom>
            <a:avLst/>
            <a:gdLst/>
            <a:ahLst/>
            <a:cxnLst>
              <a:cxn ang="0">
                <a:pos x="4444" y="0"/>
              </a:cxn>
              <a:cxn ang="0">
                <a:pos x="4444" y="32"/>
              </a:cxn>
              <a:cxn ang="0">
                <a:pos x="4444" y="4292"/>
              </a:cxn>
              <a:cxn ang="0">
                <a:pos x="4440" y="4306"/>
              </a:cxn>
              <a:cxn ang="0">
                <a:pos x="4426" y="4314"/>
              </a:cxn>
              <a:cxn ang="0">
                <a:pos x="4326" y="4318"/>
              </a:cxn>
              <a:cxn ang="0">
                <a:pos x="4228" y="4310"/>
              </a:cxn>
              <a:cxn ang="0">
                <a:pos x="4076" y="4282"/>
              </a:cxn>
              <a:cxn ang="0">
                <a:pos x="3928" y="4240"/>
              </a:cxn>
              <a:cxn ang="0">
                <a:pos x="3740" y="4170"/>
              </a:cxn>
              <a:cxn ang="0">
                <a:pos x="3474" y="4042"/>
              </a:cxn>
              <a:cxn ang="0">
                <a:pos x="3216" y="3896"/>
              </a:cxn>
              <a:cxn ang="0">
                <a:pos x="3024" y="3772"/>
              </a:cxn>
              <a:cxn ang="0">
                <a:pos x="2704" y="3544"/>
              </a:cxn>
              <a:cxn ang="0">
                <a:pos x="2396" y="3300"/>
              </a:cxn>
              <a:cxn ang="0">
                <a:pos x="2180" y="3116"/>
              </a:cxn>
              <a:cxn ang="0">
                <a:pos x="2256" y="2964"/>
              </a:cxn>
              <a:cxn ang="0">
                <a:pos x="2286" y="2890"/>
              </a:cxn>
              <a:cxn ang="0">
                <a:pos x="2322" y="2774"/>
              </a:cxn>
              <a:cxn ang="0">
                <a:pos x="2338" y="2654"/>
              </a:cxn>
              <a:cxn ang="0">
                <a:pos x="2336" y="2562"/>
              </a:cxn>
              <a:cxn ang="0">
                <a:pos x="2306" y="2432"/>
              </a:cxn>
              <a:cxn ang="0">
                <a:pos x="2242" y="2310"/>
              </a:cxn>
              <a:cxn ang="0">
                <a:pos x="2188" y="2238"/>
              </a:cxn>
              <a:cxn ang="0">
                <a:pos x="2092" y="2144"/>
              </a:cxn>
              <a:cxn ang="0">
                <a:pos x="1986" y="2062"/>
              </a:cxn>
              <a:cxn ang="0">
                <a:pos x="1878" y="1990"/>
              </a:cxn>
              <a:cxn ang="0">
                <a:pos x="1712" y="1894"/>
              </a:cxn>
              <a:cxn ang="0">
                <a:pos x="1538" y="1808"/>
              </a:cxn>
              <a:cxn ang="0">
                <a:pos x="1156" y="1640"/>
              </a:cxn>
              <a:cxn ang="0">
                <a:pos x="710" y="1446"/>
              </a:cxn>
              <a:cxn ang="0">
                <a:pos x="524" y="1350"/>
              </a:cxn>
              <a:cxn ang="0">
                <a:pos x="354" y="1230"/>
              </a:cxn>
              <a:cxn ang="0">
                <a:pos x="262" y="1144"/>
              </a:cxn>
              <a:cxn ang="0">
                <a:pos x="158" y="1020"/>
              </a:cxn>
              <a:cxn ang="0">
                <a:pos x="80" y="884"/>
              </a:cxn>
              <a:cxn ang="0">
                <a:pos x="28" y="740"/>
              </a:cxn>
              <a:cxn ang="0">
                <a:pos x="2" y="584"/>
              </a:cxn>
              <a:cxn ang="0">
                <a:pos x="4" y="418"/>
              </a:cxn>
              <a:cxn ang="0">
                <a:pos x="18" y="314"/>
              </a:cxn>
              <a:cxn ang="0">
                <a:pos x="58" y="162"/>
              </a:cxn>
              <a:cxn ang="0">
                <a:pos x="118" y="16"/>
              </a:cxn>
              <a:cxn ang="0">
                <a:pos x="122" y="0"/>
              </a:cxn>
            </a:cxnLst>
            <a:rect l="0" t="0" r="r" b="b"/>
            <a:pathLst>
              <a:path w="4444" h="4318">
                <a:moveTo>
                  <a:pt x="122" y="0"/>
                </a:moveTo>
                <a:lnTo>
                  <a:pt x="122" y="0"/>
                </a:lnTo>
                <a:lnTo>
                  <a:pt x="4444" y="0"/>
                </a:lnTo>
                <a:lnTo>
                  <a:pt x="4444" y="0"/>
                </a:lnTo>
                <a:lnTo>
                  <a:pt x="4444" y="32"/>
                </a:lnTo>
                <a:lnTo>
                  <a:pt x="4444" y="32"/>
                </a:lnTo>
                <a:lnTo>
                  <a:pt x="4444" y="4272"/>
                </a:lnTo>
                <a:lnTo>
                  <a:pt x="4444" y="4272"/>
                </a:lnTo>
                <a:lnTo>
                  <a:pt x="4444" y="4292"/>
                </a:lnTo>
                <a:lnTo>
                  <a:pt x="4444" y="4292"/>
                </a:lnTo>
                <a:lnTo>
                  <a:pt x="4444" y="4300"/>
                </a:lnTo>
                <a:lnTo>
                  <a:pt x="4440" y="4306"/>
                </a:lnTo>
                <a:lnTo>
                  <a:pt x="4436" y="4310"/>
                </a:lnTo>
                <a:lnTo>
                  <a:pt x="4426" y="4314"/>
                </a:lnTo>
                <a:lnTo>
                  <a:pt x="4426" y="4314"/>
                </a:lnTo>
                <a:lnTo>
                  <a:pt x="4402" y="4316"/>
                </a:lnTo>
                <a:lnTo>
                  <a:pt x="4376" y="4318"/>
                </a:lnTo>
                <a:lnTo>
                  <a:pt x="4326" y="4318"/>
                </a:lnTo>
                <a:lnTo>
                  <a:pt x="4278" y="4316"/>
                </a:lnTo>
                <a:lnTo>
                  <a:pt x="4228" y="4310"/>
                </a:lnTo>
                <a:lnTo>
                  <a:pt x="4228" y="4310"/>
                </a:lnTo>
                <a:lnTo>
                  <a:pt x="4176" y="4302"/>
                </a:lnTo>
                <a:lnTo>
                  <a:pt x="4126" y="4294"/>
                </a:lnTo>
                <a:lnTo>
                  <a:pt x="4076" y="4282"/>
                </a:lnTo>
                <a:lnTo>
                  <a:pt x="4026" y="4270"/>
                </a:lnTo>
                <a:lnTo>
                  <a:pt x="3978" y="4256"/>
                </a:lnTo>
                <a:lnTo>
                  <a:pt x="3928" y="4240"/>
                </a:lnTo>
                <a:lnTo>
                  <a:pt x="3832" y="4206"/>
                </a:lnTo>
                <a:lnTo>
                  <a:pt x="3832" y="4206"/>
                </a:lnTo>
                <a:lnTo>
                  <a:pt x="3740" y="4170"/>
                </a:lnTo>
                <a:lnTo>
                  <a:pt x="3650" y="4130"/>
                </a:lnTo>
                <a:lnTo>
                  <a:pt x="3562" y="4088"/>
                </a:lnTo>
                <a:lnTo>
                  <a:pt x="3474" y="4042"/>
                </a:lnTo>
                <a:lnTo>
                  <a:pt x="3386" y="3996"/>
                </a:lnTo>
                <a:lnTo>
                  <a:pt x="3302" y="3946"/>
                </a:lnTo>
                <a:lnTo>
                  <a:pt x="3216" y="3896"/>
                </a:lnTo>
                <a:lnTo>
                  <a:pt x="3134" y="3844"/>
                </a:lnTo>
                <a:lnTo>
                  <a:pt x="3134" y="3844"/>
                </a:lnTo>
                <a:lnTo>
                  <a:pt x="3024" y="3772"/>
                </a:lnTo>
                <a:lnTo>
                  <a:pt x="2916" y="3698"/>
                </a:lnTo>
                <a:lnTo>
                  <a:pt x="2808" y="3622"/>
                </a:lnTo>
                <a:lnTo>
                  <a:pt x="2704" y="3544"/>
                </a:lnTo>
                <a:lnTo>
                  <a:pt x="2600" y="3464"/>
                </a:lnTo>
                <a:lnTo>
                  <a:pt x="2498" y="3382"/>
                </a:lnTo>
                <a:lnTo>
                  <a:pt x="2396" y="3300"/>
                </a:lnTo>
                <a:lnTo>
                  <a:pt x="2296" y="3214"/>
                </a:lnTo>
                <a:lnTo>
                  <a:pt x="2296" y="3214"/>
                </a:lnTo>
                <a:lnTo>
                  <a:pt x="2180" y="3116"/>
                </a:lnTo>
                <a:lnTo>
                  <a:pt x="2180" y="3116"/>
                </a:lnTo>
                <a:lnTo>
                  <a:pt x="2220" y="3040"/>
                </a:lnTo>
                <a:lnTo>
                  <a:pt x="2256" y="2964"/>
                </a:lnTo>
                <a:lnTo>
                  <a:pt x="2256" y="2964"/>
                </a:lnTo>
                <a:lnTo>
                  <a:pt x="2272" y="2928"/>
                </a:lnTo>
                <a:lnTo>
                  <a:pt x="2286" y="2890"/>
                </a:lnTo>
                <a:lnTo>
                  <a:pt x="2300" y="2852"/>
                </a:lnTo>
                <a:lnTo>
                  <a:pt x="2312" y="2814"/>
                </a:lnTo>
                <a:lnTo>
                  <a:pt x="2322" y="2774"/>
                </a:lnTo>
                <a:lnTo>
                  <a:pt x="2330" y="2736"/>
                </a:lnTo>
                <a:lnTo>
                  <a:pt x="2334" y="2696"/>
                </a:lnTo>
                <a:lnTo>
                  <a:pt x="2338" y="2654"/>
                </a:lnTo>
                <a:lnTo>
                  <a:pt x="2338" y="2654"/>
                </a:lnTo>
                <a:lnTo>
                  <a:pt x="2340" y="2608"/>
                </a:lnTo>
                <a:lnTo>
                  <a:pt x="2336" y="2562"/>
                </a:lnTo>
                <a:lnTo>
                  <a:pt x="2330" y="2518"/>
                </a:lnTo>
                <a:lnTo>
                  <a:pt x="2320" y="2474"/>
                </a:lnTo>
                <a:lnTo>
                  <a:pt x="2306" y="2432"/>
                </a:lnTo>
                <a:lnTo>
                  <a:pt x="2288" y="2390"/>
                </a:lnTo>
                <a:lnTo>
                  <a:pt x="2266" y="2350"/>
                </a:lnTo>
                <a:lnTo>
                  <a:pt x="2242" y="2310"/>
                </a:lnTo>
                <a:lnTo>
                  <a:pt x="2242" y="2310"/>
                </a:lnTo>
                <a:lnTo>
                  <a:pt x="2216" y="2274"/>
                </a:lnTo>
                <a:lnTo>
                  <a:pt x="2188" y="2238"/>
                </a:lnTo>
                <a:lnTo>
                  <a:pt x="2158" y="2206"/>
                </a:lnTo>
                <a:lnTo>
                  <a:pt x="2126" y="2174"/>
                </a:lnTo>
                <a:lnTo>
                  <a:pt x="2092" y="2144"/>
                </a:lnTo>
                <a:lnTo>
                  <a:pt x="2058" y="2116"/>
                </a:lnTo>
                <a:lnTo>
                  <a:pt x="2022" y="2088"/>
                </a:lnTo>
                <a:lnTo>
                  <a:pt x="1986" y="2062"/>
                </a:lnTo>
                <a:lnTo>
                  <a:pt x="1986" y="2062"/>
                </a:lnTo>
                <a:lnTo>
                  <a:pt x="1932" y="2024"/>
                </a:lnTo>
                <a:lnTo>
                  <a:pt x="1878" y="1990"/>
                </a:lnTo>
                <a:lnTo>
                  <a:pt x="1824" y="1956"/>
                </a:lnTo>
                <a:lnTo>
                  <a:pt x="1768" y="1924"/>
                </a:lnTo>
                <a:lnTo>
                  <a:pt x="1712" y="1894"/>
                </a:lnTo>
                <a:lnTo>
                  <a:pt x="1654" y="1864"/>
                </a:lnTo>
                <a:lnTo>
                  <a:pt x="1596" y="1836"/>
                </a:lnTo>
                <a:lnTo>
                  <a:pt x="1538" y="1808"/>
                </a:lnTo>
                <a:lnTo>
                  <a:pt x="1538" y="1808"/>
                </a:lnTo>
                <a:lnTo>
                  <a:pt x="1346" y="1724"/>
                </a:lnTo>
                <a:lnTo>
                  <a:pt x="1156" y="1640"/>
                </a:lnTo>
                <a:lnTo>
                  <a:pt x="774" y="1474"/>
                </a:lnTo>
                <a:lnTo>
                  <a:pt x="774" y="1474"/>
                </a:lnTo>
                <a:lnTo>
                  <a:pt x="710" y="1446"/>
                </a:lnTo>
                <a:lnTo>
                  <a:pt x="646" y="1416"/>
                </a:lnTo>
                <a:lnTo>
                  <a:pt x="584" y="1384"/>
                </a:lnTo>
                <a:lnTo>
                  <a:pt x="524" y="1350"/>
                </a:lnTo>
                <a:lnTo>
                  <a:pt x="466" y="1312"/>
                </a:lnTo>
                <a:lnTo>
                  <a:pt x="410" y="1272"/>
                </a:lnTo>
                <a:lnTo>
                  <a:pt x="354" y="1230"/>
                </a:lnTo>
                <a:lnTo>
                  <a:pt x="302" y="1184"/>
                </a:lnTo>
                <a:lnTo>
                  <a:pt x="302" y="1184"/>
                </a:lnTo>
                <a:lnTo>
                  <a:pt x="262" y="1144"/>
                </a:lnTo>
                <a:lnTo>
                  <a:pt x="224" y="1104"/>
                </a:lnTo>
                <a:lnTo>
                  <a:pt x="188" y="1062"/>
                </a:lnTo>
                <a:lnTo>
                  <a:pt x="158" y="1020"/>
                </a:lnTo>
                <a:lnTo>
                  <a:pt x="128" y="976"/>
                </a:lnTo>
                <a:lnTo>
                  <a:pt x="102" y="930"/>
                </a:lnTo>
                <a:lnTo>
                  <a:pt x="80" y="884"/>
                </a:lnTo>
                <a:lnTo>
                  <a:pt x="58" y="838"/>
                </a:lnTo>
                <a:lnTo>
                  <a:pt x="42" y="790"/>
                </a:lnTo>
                <a:lnTo>
                  <a:pt x="28" y="740"/>
                </a:lnTo>
                <a:lnTo>
                  <a:pt x="16" y="688"/>
                </a:lnTo>
                <a:lnTo>
                  <a:pt x="8" y="636"/>
                </a:lnTo>
                <a:lnTo>
                  <a:pt x="2" y="584"/>
                </a:lnTo>
                <a:lnTo>
                  <a:pt x="0" y="530"/>
                </a:lnTo>
                <a:lnTo>
                  <a:pt x="0" y="474"/>
                </a:lnTo>
                <a:lnTo>
                  <a:pt x="4" y="418"/>
                </a:lnTo>
                <a:lnTo>
                  <a:pt x="4" y="418"/>
                </a:lnTo>
                <a:lnTo>
                  <a:pt x="10" y="366"/>
                </a:lnTo>
                <a:lnTo>
                  <a:pt x="18" y="314"/>
                </a:lnTo>
                <a:lnTo>
                  <a:pt x="30" y="262"/>
                </a:lnTo>
                <a:lnTo>
                  <a:pt x="42" y="212"/>
                </a:lnTo>
                <a:lnTo>
                  <a:pt x="58" y="162"/>
                </a:lnTo>
                <a:lnTo>
                  <a:pt x="76" y="112"/>
                </a:lnTo>
                <a:lnTo>
                  <a:pt x="94" y="64"/>
                </a:lnTo>
                <a:lnTo>
                  <a:pt x="118" y="16"/>
                </a:lnTo>
                <a:lnTo>
                  <a:pt x="118" y="16"/>
                </a:lnTo>
                <a:lnTo>
                  <a:pt x="122" y="0"/>
                </a:lnTo>
                <a:lnTo>
                  <a:pt x="122"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1" name="Title 1"/>
          <p:cNvSpPr>
            <a:spLocks noGrp="1"/>
          </p:cNvSpPr>
          <p:nvPr>
            <p:ph type="ctrTitle" hasCustomPrompt="1"/>
          </p:nvPr>
        </p:nvSpPr>
        <p:spPr>
          <a:xfrm>
            <a:off x="407988" y="1358153"/>
            <a:ext cx="4774258" cy="147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defRPr lang="en-US" sz="2600" b="0" dirty="0">
                <a:solidFill>
                  <a:schemeClr val="accent1"/>
                </a:solidFill>
              </a:defRPr>
            </a:lvl1pPr>
          </a:lstStyle>
          <a:p>
            <a:pPr marL="0" lvl="0"/>
            <a:r>
              <a:rPr lang="en-US"/>
              <a:t>Click to insert title</a:t>
            </a:r>
          </a:p>
        </p:txBody>
      </p:sp>
      <p:sp>
        <p:nvSpPr>
          <p:cNvPr id="12" name="Subtitle 2"/>
          <p:cNvSpPr>
            <a:spLocks noGrp="1"/>
          </p:cNvSpPr>
          <p:nvPr>
            <p:ph type="subTitle" idx="1" hasCustomPrompt="1"/>
          </p:nvPr>
        </p:nvSpPr>
        <p:spPr>
          <a:xfrm>
            <a:off x="407988" y="2976180"/>
            <a:ext cx="4774257"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grpSp>
        <p:nvGrpSpPr>
          <p:cNvPr id="13" name="Group 14"/>
          <p:cNvGrpSpPr>
            <a:grpSpLocks noChangeAspect="1"/>
          </p:cNvGrpSpPr>
          <p:nvPr/>
        </p:nvGrpSpPr>
        <p:grpSpPr>
          <a:xfrm>
            <a:off x="416888" y="4537346"/>
            <a:ext cx="5040000" cy="1123654"/>
            <a:chOff x="728663" y="4465638"/>
            <a:chExt cx="5354637" cy="1193801"/>
          </a:xfrm>
        </p:grpSpPr>
        <p:sp>
          <p:nvSpPr>
            <p:cNvPr id="14"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6"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4244129831"/>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a:spLocks/>
          </p:cNvSpPr>
          <p:nvPr/>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nvGrpSpPr>
          <p:cNvPr id="15" name="Group 14"/>
          <p:cNvGrpSpPr>
            <a:grpSpLocks noChangeAspect="1"/>
          </p:cNvGrpSpPr>
          <p:nvPr/>
        </p:nvGrpSpPr>
        <p:grpSpPr>
          <a:xfrm>
            <a:off x="416888" y="4537346"/>
            <a:ext cx="5040000" cy="1123654"/>
            <a:chOff x="728663" y="4465638"/>
            <a:chExt cx="5354637" cy="1193801"/>
          </a:xfrm>
        </p:grpSpPr>
        <p:sp>
          <p:nvSpPr>
            <p:cNvPr id="16"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0"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2" name="Subtitle 2"/>
          <p:cNvSpPr>
            <a:spLocks noGrp="1"/>
          </p:cNvSpPr>
          <p:nvPr>
            <p:ph type="subTitle" idx="1" hasCustomPrompt="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sp>
        <p:nvSpPr>
          <p:cNvPr id="2" name="Titre 1"/>
          <p:cNvSpPr>
            <a:spLocks noGrp="1"/>
          </p:cNvSpPr>
          <p:nvPr>
            <p:ph type="title" hasCustomPrompt="1"/>
          </p:nvPr>
        </p:nvSpPr>
        <p:spPr>
          <a:xfrm>
            <a:off x="5655320" y="622300"/>
            <a:ext cx="6260455" cy="1068388"/>
          </a:xfrm>
          <a:prstGeom prst="rect">
            <a:avLst/>
          </a:prstGeom>
        </p:spPr>
        <p:txBody>
          <a:bodyPr lIns="0" anchor="b"/>
          <a:lstStyle>
            <a:lvl1pPr>
              <a:defRPr sz="2600">
                <a:solidFill>
                  <a:schemeClr val="bg1"/>
                </a:solidFill>
              </a:defRPr>
            </a:lvl1pPr>
          </a:lstStyle>
          <a:p>
            <a:r>
              <a:rPr lang="en-US"/>
              <a:t>Click to insert title</a:t>
            </a:r>
          </a:p>
        </p:txBody>
      </p:sp>
    </p:spTree>
    <p:extLst>
      <p:ext uri="{BB962C8B-B14F-4D97-AF65-F5344CB8AC3E}">
        <p14:creationId xmlns:p14="http://schemas.microsoft.com/office/powerpoint/2010/main" val="2819488955"/>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 Slide 3">
    <p:spTree>
      <p:nvGrpSpPr>
        <p:cNvPr id="1" name=""/>
        <p:cNvGrpSpPr/>
        <p:nvPr/>
      </p:nvGrpSpPr>
      <p:grpSpPr>
        <a:xfrm>
          <a:off x="0" y="0"/>
          <a:ext cx="0" cy="0"/>
          <a:chOff x="0" y="0"/>
          <a:chExt cx="0" cy="0"/>
        </a:xfrm>
      </p:grpSpPr>
      <p:graphicFrame>
        <p:nvGraphicFramePr>
          <p:cNvPr id="16" name="Object 15"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6" name="Object 1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6" name="Freeform 6"/>
          <p:cNvSpPr>
            <a:spLocks/>
          </p:cNvSpPr>
          <p:nvPr/>
        </p:nvSpPr>
        <p:spPr bwMode="auto">
          <a:xfrm>
            <a:off x="3771900" y="1847851"/>
            <a:ext cx="8420100" cy="5010150"/>
          </a:xfrm>
          <a:custGeom>
            <a:avLst/>
            <a:gdLst/>
            <a:ahLst/>
            <a:cxnLst>
              <a:cxn ang="0">
                <a:pos x="5302" y="3130"/>
              </a:cxn>
              <a:cxn ang="0">
                <a:pos x="5302" y="994"/>
              </a:cxn>
              <a:cxn ang="0">
                <a:pos x="5302" y="982"/>
              </a:cxn>
              <a:cxn ang="0">
                <a:pos x="5302" y="966"/>
              </a:cxn>
              <a:cxn ang="0">
                <a:pos x="5298" y="962"/>
              </a:cxn>
              <a:cxn ang="0">
                <a:pos x="5284" y="968"/>
              </a:cxn>
              <a:cxn ang="0">
                <a:pos x="5234" y="992"/>
              </a:cxn>
              <a:cxn ang="0">
                <a:pos x="5132" y="1030"/>
              </a:cxn>
              <a:cxn ang="0">
                <a:pos x="5080" y="1044"/>
              </a:cxn>
              <a:cxn ang="0">
                <a:pos x="4944" y="1076"/>
              </a:cxn>
              <a:cxn ang="0">
                <a:pos x="4806" y="1094"/>
              </a:cxn>
              <a:cxn ang="0">
                <a:pos x="4668" y="1104"/>
              </a:cxn>
              <a:cxn ang="0">
                <a:pos x="4528" y="1102"/>
              </a:cxn>
              <a:cxn ang="0">
                <a:pos x="4436" y="1098"/>
              </a:cxn>
              <a:cxn ang="0">
                <a:pos x="4254" y="1080"/>
              </a:cxn>
              <a:cxn ang="0">
                <a:pos x="4074" y="1054"/>
              </a:cxn>
              <a:cxn ang="0">
                <a:pos x="3894" y="1018"/>
              </a:cxn>
              <a:cxn ang="0">
                <a:pos x="3806" y="996"/>
              </a:cxn>
              <a:cxn ang="0">
                <a:pos x="3518" y="918"/>
              </a:cxn>
              <a:cxn ang="0">
                <a:pos x="3236" y="828"/>
              </a:cxn>
              <a:cxn ang="0">
                <a:pos x="2956" y="724"/>
              </a:cxn>
              <a:cxn ang="0">
                <a:pos x="2680" y="612"/>
              </a:cxn>
              <a:cxn ang="0">
                <a:pos x="2522" y="544"/>
              </a:cxn>
              <a:cxn ang="0">
                <a:pos x="2210" y="402"/>
              </a:cxn>
              <a:cxn ang="0">
                <a:pos x="1902" y="250"/>
              </a:cxn>
              <a:cxn ang="0">
                <a:pos x="1596" y="92"/>
              </a:cxn>
              <a:cxn ang="0">
                <a:pos x="1446" y="10"/>
              </a:cxn>
              <a:cxn ang="0">
                <a:pos x="1434" y="4"/>
              </a:cxn>
              <a:cxn ang="0">
                <a:pos x="1432" y="0"/>
              </a:cxn>
              <a:cxn ang="0">
                <a:pos x="1424" y="0"/>
              </a:cxn>
              <a:cxn ang="0">
                <a:pos x="1286" y="88"/>
              </a:cxn>
              <a:cxn ang="0">
                <a:pos x="1132" y="194"/>
              </a:cxn>
              <a:cxn ang="0">
                <a:pos x="982" y="304"/>
              </a:cxn>
              <a:cxn ang="0">
                <a:pos x="838" y="422"/>
              </a:cxn>
              <a:cxn ang="0">
                <a:pos x="702" y="548"/>
              </a:cxn>
              <a:cxn ang="0">
                <a:pos x="660" y="592"/>
              </a:cxn>
              <a:cxn ang="0">
                <a:pos x="578" y="678"/>
              </a:cxn>
              <a:cxn ang="0">
                <a:pos x="500" y="768"/>
              </a:cxn>
              <a:cxn ang="0">
                <a:pos x="428" y="862"/>
              </a:cxn>
              <a:cxn ang="0">
                <a:pos x="360" y="958"/>
              </a:cxn>
              <a:cxn ang="0">
                <a:pos x="296" y="1058"/>
              </a:cxn>
              <a:cxn ang="0">
                <a:pos x="240" y="1162"/>
              </a:cxn>
              <a:cxn ang="0">
                <a:pos x="188" y="1270"/>
              </a:cxn>
              <a:cxn ang="0">
                <a:pos x="164" y="1326"/>
              </a:cxn>
              <a:cxn ang="0">
                <a:pos x="114" y="1460"/>
              </a:cxn>
              <a:cxn ang="0">
                <a:pos x="72" y="1596"/>
              </a:cxn>
              <a:cxn ang="0">
                <a:pos x="42" y="1736"/>
              </a:cxn>
              <a:cxn ang="0">
                <a:pos x="18" y="1876"/>
              </a:cxn>
              <a:cxn ang="0">
                <a:pos x="10" y="1958"/>
              </a:cxn>
              <a:cxn ang="0">
                <a:pos x="4" y="2038"/>
              </a:cxn>
              <a:cxn ang="0">
                <a:pos x="2" y="2052"/>
              </a:cxn>
              <a:cxn ang="0">
                <a:pos x="0" y="2054"/>
              </a:cxn>
              <a:cxn ang="0">
                <a:pos x="0" y="2312"/>
              </a:cxn>
              <a:cxn ang="0">
                <a:pos x="6" y="2330"/>
              </a:cxn>
              <a:cxn ang="0">
                <a:pos x="6" y="2350"/>
              </a:cxn>
              <a:cxn ang="0">
                <a:pos x="26" y="2552"/>
              </a:cxn>
              <a:cxn ang="0">
                <a:pos x="56" y="2752"/>
              </a:cxn>
              <a:cxn ang="0">
                <a:pos x="100" y="2950"/>
              </a:cxn>
              <a:cxn ang="0">
                <a:pos x="150" y="3148"/>
              </a:cxn>
              <a:cxn ang="0">
                <a:pos x="154" y="3156"/>
              </a:cxn>
              <a:cxn ang="0">
                <a:pos x="5304" y="3156"/>
              </a:cxn>
              <a:cxn ang="0">
                <a:pos x="5302" y="3130"/>
              </a:cxn>
            </a:cxnLst>
            <a:rect l="0" t="0" r="r" b="b"/>
            <a:pathLst>
              <a:path w="5304" h="3156">
                <a:moveTo>
                  <a:pt x="5302" y="3130"/>
                </a:moveTo>
                <a:lnTo>
                  <a:pt x="5302" y="3130"/>
                </a:lnTo>
                <a:lnTo>
                  <a:pt x="5302" y="994"/>
                </a:lnTo>
                <a:lnTo>
                  <a:pt x="5302" y="994"/>
                </a:lnTo>
                <a:lnTo>
                  <a:pt x="5302" y="982"/>
                </a:lnTo>
                <a:lnTo>
                  <a:pt x="5302" y="982"/>
                </a:lnTo>
                <a:lnTo>
                  <a:pt x="5302" y="968"/>
                </a:lnTo>
                <a:lnTo>
                  <a:pt x="5302" y="966"/>
                </a:lnTo>
                <a:lnTo>
                  <a:pt x="5300" y="964"/>
                </a:lnTo>
                <a:lnTo>
                  <a:pt x="5298" y="962"/>
                </a:lnTo>
                <a:lnTo>
                  <a:pt x="5294" y="964"/>
                </a:lnTo>
                <a:lnTo>
                  <a:pt x="5284" y="968"/>
                </a:lnTo>
                <a:lnTo>
                  <a:pt x="5284" y="968"/>
                </a:lnTo>
                <a:lnTo>
                  <a:pt x="5234" y="992"/>
                </a:lnTo>
                <a:lnTo>
                  <a:pt x="5184" y="1012"/>
                </a:lnTo>
                <a:lnTo>
                  <a:pt x="5132" y="1030"/>
                </a:lnTo>
                <a:lnTo>
                  <a:pt x="5080" y="1044"/>
                </a:lnTo>
                <a:lnTo>
                  <a:pt x="5080" y="1044"/>
                </a:lnTo>
                <a:lnTo>
                  <a:pt x="5012" y="1062"/>
                </a:lnTo>
                <a:lnTo>
                  <a:pt x="4944" y="1076"/>
                </a:lnTo>
                <a:lnTo>
                  <a:pt x="4876" y="1086"/>
                </a:lnTo>
                <a:lnTo>
                  <a:pt x="4806" y="1094"/>
                </a:lnTo>
                <a:lnTo>
                  <a:pt x="4736" y="1100"/>
                </a:lnTo>
                <a:lnTo>
                  <a:pt x="4668" y="1104"/>
                </a:lnTo>
                <a:lnTo>
                  <a:pt x="4598" y="1104"/>
                </a:lnTo>
                <a:lnTo>
                  <a:pt x="4528" y="1102"/>
                </a:lnTo>
                <a:lnTo>
                  <a:pt x="4528" y="1102"/>
                </a:lnTo>
                <a:lnTo>
                  <a:pt x="4436" y="1098"/>
                </a:lnTo>
                <a:lnTo>
                  <a:pt x="4344" y="1090"/>
                </a:lnTo>
                <a:lnTo>
                  <a:pt x="4254" y="1080"/>
                </a:lnTo>
                <a:lnTo>
                  <a:pt x="4164" y="1068"/>
                </a:lnTo>
                <a:lnTo>
                  <a:pt x="4074" y="1054"/>
                </a:lnTo>
                <a:lnTo>
                  <a:pt x="3984" y="1036"/>
                </a:lnTo>
                <a:lnTo>
                  <a:pt x="3894" y="1018"/>
                </a:lnTo>
                <a:lnTo>
                  <a:pt x="3806" y="996"/>
                </a:lnTo>
                <a:lnTo>
                  <a:pt x="3806" y="996"/>
                </a:lnTo>
                <a:lnTo>
                  <a:pt x="3660" y="960"/>
                </a:lnTo>
                <a:lnTo>
                  <a:pt x="3518" y="918"/>
                </a:lnTo>
                <a:lnTo>
                  <a:pt x="3376" y="874"/>
                </a:lnTo>
                <a:lnTo>
                  <a:pt x="3236" y="828"/>
                </a:lnTo>
                <a:lnTo>
                  <a:pt x="3096" y="778"/>
                </a:lnTo>
                <a:lnTo>
                  <a:pt x="2956" y="724"/>
                </a:lnTo>
                <a:lnTo>
                  <a:pt x="2818" y="670"/>
                </a:lnTo>
                <a:lnTo>
                  <a:pt x="2680" y="612"/>
                </a:lnTo>
                <a:lnTo>
                  <a:pt x="2680" y="612"/>
                </a:lnTo>
                <a:lnTo>
                  <a:pt x="2522" y="544"/>
                </a:lnTo>
                <a:lnTo>
                  <a:pt x="2366" y="474"/>
                </a:lnTo>
                <a:lnTo>
                  <a:pt x="2210" y="402"/>
                </a:lnTo>
                <a:lnTo>
                  <a:pt x="2056" y="326"/>
                </a:lnTo>
                <a:lnTo>
                  <a:pt x="1902" y="250"/>
                </a:lnTo>
                <a:lnTo>
                  <a:pt x="1748" y="172"/>
                </a:lnTo>
                <a:lnTo>
                  <a:pt x="1596" y="92"/>
                </a:lnTo>
                <a:lnTo>
                  <a:pt x="1446" y="10"/>
                </a:lnTo>
                <a:lnTo>
                  <a:pt x="1446" y="10"/>
                </a:lnTo>
                <a:lnTo>
                  <a:pt x="1438" y="6"/>
                </a:lnTo>
                <a:lnTo>
                  <a:pt x="1434" y="4"/>
                </a:lnTo>
                <a:lnTo>
                  <a:pt x="1432" y="0"/>
                </a:lnTo>
                <a:lnTo>
                  <a:pt x="1432" y="0"/>
                </a:lnTo>
                <a:lnTo>
                  <a:pt x="1424" y="0"/>
                </a:lnTo>
                <a:lnTo>
                  <a:pt x="1424" y="0"/>
                </a:lnTo>
                <a:lnTo>
                  <a:pt x="1286" y="88"/>
                </a:lnTo>
                <a:lnTo>
                  <a:pt x="1286" y="88"/>
                </a:lnTo>
                <a:lnTo>
                  <a:pt x="1208" y="140"/>
                </a:lnTo>
                <a:lnTo>
                  <a:pt x="1132" y="194"/>
                </a:lnTo>
                <a:lnTo>
                  <a:pt x="1056" y="248"/>
                </a:lnTo>
                <a:lnTo>
                  <a:pt x="982" y="304"/>
                </a:lnTo>
                <a:lnTo>
                  <a:pt x="910" y="362"/>
                </a:lnTo>
                <a:lnTo>
                  <a:pt x="838" y="422"/>
                </a:lnTo>
                <a:lnTo>
                  <a:pt x="770" y="484"/>
                </a:lnTo>
                <a:lnTo>
                  <a:pt x="702" y="548"/>
                </a:lnTo>
                <a:lnTo>
                  <a:pt x="702" y="548"/>
                </a:lnTo>
                <a:lnTo>
                  <a:pt x="660" y="592"/>
                </a:lnTo>
                <a:lnTo>
                  <a:pt x="618" y="634"/>
                </a:lnTo>
                <a:lnTo>
                  <a:pt x="578" y="678"/>
                </a:lnTo>
                <a:lnTo>
                  <a:pt x="538" y="724"/>
                </a:lnTo>
                <a:lnTo>
                  <a:pt x="500" y="768"/>
                </a:lnTo>
                <a:lnTo>
                  <a:pt x="464" y="814"/>
                </a:lnTo>
                <a:lnTo>
                  <a:pt x="428" y="862"/>
                </a:lnTo>
                <a:lnTo>
                  <a:pt x="392" y="910"/>
                </a:lnTo>
                <a:lnTo>
                  <a:pt x="360" y="958"/>
                </a:lnTo>
                <a:lnTo>
                  <a:pt x="328" y="1008"/>
                </a:lnTo>
                <a:lnTo>
                  <a:pt x="296" y="1058"/>
                </a:lnTo>
                <a:lnTo>
                  <a:pt x="268" y="1110"/>
                </a:lnTo>
                <a:lnTo>
                  <a:pt x="240" y="1162"/>
                </a:lnTo>
                <a:lnTo>
                  <a:pt x="212" y="1216"/>
                </a:lnTo>
                <a:lnTo>
                  <a:pt x="188" y="1270"/>
                </a:lnTo>
                <a:lnTo>
                  <a:pt x="164" y="1326"/>
                </a:lnTo>
                <a:lnTo>
                  <a:pt x="164" y="1326"/>
                </a:lnTo>
                <a:lnTo>
                  <a:pt x="136" y="1392"/>
                </a:lnTo>
                <a:lnTo>
                  <a:pt x="114" y="1460"/>
                </a:lnTo>
                <a:lnTo>
                  <a:pt x="92" y="1528"/>
                </a:lnTo>
                <a:lnTo>
                  <a:pt x="72" y="1596"/>
                </a:lnTo>
                <a:lnTo>
                  <a:pt x="56" y="1666"/>
                </a:lnTo>
                <a:lnTo>
                  <a:pt x="42" y="1736"/>
                </a:lnTo>
                <a:lnTo>
                  <a:pt x="28" y="1806"/>
                </a:lnTo>
                <a:lnTo>
                  <a:pt x="18" y="1876"/>
                </a:lnTo>
                <a:lnTo>
                  <a:pt x="18" y="1876"/>
                </a:lnTo>
                <a:lnTo>
                  <a:pt x="10" y="1958"/>
                </a:lnTo>
                <a:lnTo>
                  <a:pt x="4" y="2038"/>
                </a:lnTo>
                <a:lnTo>
                  <a:pt x="4" y="2038"/>
                </a:lnTo>
                <a:lnTo>
                  <a:pt x="4" y="2048"/>
                </a:lnTo>
                <a:lnTo>
                  <a:pt x="2" y="2052"/>
                </a:lnTo>
                <a:lnTo>
                  <a:pt x="0" y="2054"/>
                </a:lnTo>
                <a:lnTo>
                  <a:pt x="0" y="2054"/>
                </a:lnTo>
                <a:lnTo>
                  <a:pt x="0" y="2312"/>
                </a:lnTo>
                <a:lnTo>
                  <a:pt x="0" y="2312"/>
                </a:lnTo>
                <a:lnTo>
                  <a:pt x="4" y="2320"/>
                </a:lnTo>
                <a:lnTo>
                  <a:pt x="6" y="2330"/>
                </a:lnTo>
                <a:lnTo>
                  <a:pt x="6" y="2350"/>
                </a:lnTo>
                <a:lnTo>
                  <a:pt x="6" y="2350"/>
                </a:lnTo>
                <a:lnTo>
                  <a:pt x="14" y="2452"/>
                </a:lnTo>
                <a:lnTo>
                  <a:pt x="26" y="2552"/>
                </a:lnTo>
                <a:lnTo>
                  <a:pt x="40" y="2652"/>
                </a:lnTo>
                <a:lnTo>
                  <a:pt x="56" y="2752"/>
                </a:lnTo>
                <a:lnTo>
                  <a:pt x="76" y="2852"/>
                </a:lnTo>
                <a:lnTo>
                  <a:pt x="100" y="2950"/>
                </a:lnTo>
                <a:lnTo>
                  <a:pt x="124" y="3050"/>
                </a:lnTo>
                <a:lnTo>
                  <a:pt x="150" y="3148"/>
                </a:lnTo>
                <a:lnTo>
                  <a:pt x="150" y="3148"/>
                </a:lnTo>
                <a:lnTo>
                  <a:pt x="154" y="3156"/>
                </a:lnTo>
                <a:lnTo>
                  <a:pt x="154" y="3156"/>
                </a:lnTo>
                <a:lnTo>
                  <a:pt x="5304" y="3156"/>
                </a:lnTo>
                <a:lnTo>
                  <a:pt x="5304" y="3156"/>
                </a:lnTo>
                <a:lnTo>
                  <a:pt x="5302" y="3130"/>
                </a:lnTo>
                <a:lnTo>
                  <a:pt x="5302" y="313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 name="Title 1"/>
          <p:cNvSpPr>
            <a:spLocks noGrp="1"/>
          </p:cNvSpPr>
          <p:nvPr>
            <p:ph type="ctrTitle" hasCustomPrompt="1"/>
          </p:nvPr>
        </p:nvSpPr>
        <p:spPr>
          <a:xfrm>
            <a:off x="5016499" y="3644152"/>
            <a:ext cx="6899275"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gn="l">
              <a:lnSpc>
                <a:spcPts val="3000"/>
              </a:lnSpc>
              <a:defRPr lang="en-US" sz="2600" b="0" dirty="0">
                <a:solidFill>
                  <a:schemeClr val="bg1"/>
                </a:solidFill>
              </a:defRPr>
            </a:lvl1pPr>
          </a:lstStyle>
          <a:p>
            <a:pPr marL="0" lvl="0"/>
            <a:r>
              <a:rPr lang="en-US"/>
              <a:t>Click to insert title</a:t>
            </a:r>
          </a:p>
        </p:txBody>
      </p:sp>
      <p:sp>
        <p:nvSpPr>
          <p:cNvPr id="8" name="Subtitle 2"/>
          <p:cNvSpPr>
            <a:spLocks noGrp="1"/>
          </p:cNvSpPr>
          <p:nvPr>
            <p:ph type="subTitle" idx="1" hasCustomPrompt="1"/>
          </p:nvPr>
        </p:nvSpPr>
        <p:spPr>
          <a:xfrm>
            <a:off x="5016499" y="5236923"/>
            <a:ext cx="6899275"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grpSp>
        <p:nvGrpSpPr>
          <p:cNvPr id="22" name="Group 14"/>
          <p:cNvGrpSpPr>
            <a:grpSpLocks noChangeAspect="1"/>
          </p:cNvGrpSpPr>
          <p:nvPr/>
        </p:nvGrpSpPr>
        <p:grpSpPr>
          <a:xfrm>
            <a:off x="407988" y="695702"/>
            <a:ext cx="5040000" cy="1123653"/>
            <a:chOff x="728663" y="4465638"/>
            <a:chExt cx="5354637" cy="1193800"/>
          </a:xfrm>
        </p:grpSpPr>
        <p:sp>
          <p:nvSpPr>
            <p:cNvPr id="23"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5"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6"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7"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1117946899"/>
      </p:ext>
    </p:extLst>
  </p:cSld>
  <p:clrMapOvr>
    <a:masterClrMapping/>
  </p:clrMapOvr>
  <p:extLst>
    <p:ext uri="{DCECCB84-F9BA-43D5-87BE-67443E8EF086}">
      <p15:sldGuideLst xmlns:p15="http://schemas.microsoft.com/office/powerpoint/2012/main">
        <p15:guide id="1" orient="horz" pos="935">
          <p15:clr>
            <a:srgbClr val="FBAE40"/>
          </p15:clr>
        </p15:guide>
        <p15:guide id="2" pos="257">
          <p15:clr>
            <a:srgbClr val="FBAE40"/>
          </p15:clr>
        </p15:guide>
        <p15:guide id="3" pos="316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 Slide 4">
    <p:spTree>
      <p:nvGrpSpPr>
        <p:cNvPr id="1" name=""/>
        <p:cNvGrpSpPr/>
        <p:nvPr/>
      </p:nvGrpSpPr>
      <p:grpSpPr>
        <a:xfrm>
          <a:off x="0" y="0"/>
          <a:ext cx="0" cy="0"/>
          <a:chOff x="0" y="0"/>
          <a:chExt cx="0" cy="0"/>
        </a:xfrm>
      </p:grpSpPr>
      <p:graphicFrame>
        <p:nvGraphicFramePr>
          <p:cNvPr id="14" name="Object 13"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4" name="Object 1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1" name="Freeform 7"/>
          <p:cNvSpPr>
            <a:spLocks/>
          </p:cNvSpPr>
          <p:nvPr/>
        </p:nvSpPr>
        <p:spPr bwMode="auto">
          <a:xfrm>
            <a:off x="5892403" y="1"/>
            <a:ext cx="6327776" cy="5670550"/>
          </a:xfrm>
          <a:custGeom>
            <a:avLst/>
            <a:gdLst/>
            <a:ahLst/>
            <a:cxnLst>
              <a:cxn ang="0">
                <a:pos x="3986" y="2526"/>
              </a:cxn>
              <a:cxn ang="0">
                <a:pos x="3986" y="2512"/>
              </a:cxn>
              <a:cxn ang="0">
                <a:pos x="3986" y="0"/>
              </a:cxn>
              <a:cxn ang="0">
                <a:pos x="648" y="0"/>
              </a:cxn>
              <a:cxn ang="0">
                <a:pos x="682" y="84"/>
              </a:cxn>
              <a:cxn ang="0">
                <a:pos x="698" y="132"/>
              </a:cxn>
              <a:cxn ang="0">
                <a:pos x="724" y="230"/>
              </a:cxn>
              <a:cxn ang="0">
                <a:pos x="738" y="328"/>
              </a:cxn>
              <a:cxn ang="0">
                <a:pos x="744" y="428"/>
              </a:cxn>
              <a:cxn ang="0">
                <a:pos x="744" y="478"/>
              </a:cxn>
              <a:cxn ang="0">
                <a:pos x="734" y="656"/>
              </a:cxn>
              <a:cxn ang="0">
                <a:pos x="710" y="830"/>
              </a:cxn>
              <a:cxn ang="0">
                <a:pos x="674" y="1002"/>
              </a:cxn>
              <a:cxn ang="0">
                <a:pos x="628" y="1172"/>
              </a:cxn>
              <a:cxn ang="0">
                <a:pos x="590" y="1296"/>
              </a:cxn>
              <a:cxn ang="0">
                <a:pos x="504" y="1542"/>
              </a:cxn>
              <a:cxn ang="0">
                <a:pos x="406" y="1782"/>
              </a:cxn>
              <a:cxn ang="0">
                <a:pos x="300" y="2020"/>
              </a:cxn>
              <a:cxn ang="0">
                <a:pos x="244" y="2136"/>
              </a:cxn>
              <a:cxn ang="0">
                <a:pos x="128" y="2366"/>
              </a:cxn>
              <a:cxn ang="0">
                <a:pos x="8" y="2594"/>
              </a:cxn>
              <a:cxn ang="0">
                <a:pos x="0" y="2608"/>
              </a:cxn>
              <a:cxn ang="0">
                <a:pos x="0" y="2612"/>
              </a:cxn>
              <a:cxn ang="0">
                <a:pos x="50" y="2690"/>
              </a:cxn>
              <a:cxn ang="0">
                <a:pos x="100" y="2766"/>
              </a:cxn>
              <a:cxn ang="0">
                <a:pos x="190" y="2890"/>
              </a:cxn>
              <a:cxn ang="0">
                <a:pos x="286" y="3006"/>
              </a:cxn>
              <a:cxn ang="0">
                <a:pos x="390" y="3116"/>
              </a:cxn>
              <a:cxn ang="0">
                <a:pos x="502" y="3220"/>
              </a:cxn>
              <a:cxn ang="0">
                <a:pos x="540" y="3252"/>
              </a:cxn>
              <a:cxn ang="0">
                <a:pos x="622" y="3312"/>
              </a:cxn>
              <a:cxn ang="0">
                <a:pos x="706" y="3366"/>
              </a:cxn>
              <a:cxn ang="0">
                <a:pos x="792" y="3414"/>
              </a:cxn>
              <a:cxn ang="0">
                <a:pos x="882" y="3456"/>
              </a:cxn>
              <a:cxn ang="0">
                <a:pos x="976" y="3492"/>
              </a:cxn>
              <a:cxn ang="0">
                <a:pos x="1070" y="3520"/>
              </a:cxn>
              <a:cxn ang="0">
                <a:pos x="1170" y="3542"/>
              </a:cxn>
              <a:cxn ang="0">
                <a:pos x="1220" y="3552"/>
              </a:cxn>
              <a:cxn ang="0">
                <a:pos x="1374" y="3568"/>
              </a:cxn>
              <a:cxn ang="0">
                <a:pos x="1382" y="3568"/>
              </a:cxn>
              <a:cxn ang="0">
                <a:pos x="1390" y="3572"/>
              </a:cxn>
              <a:cxn ang="0">
                <a:pos x="1420" y="3572"/>
              </a:cxn>
              <a:cxn ang="0">
                <a:pos x="1544" y="3572"/>
              </a:cxn>
              <a:cxn ang="0">
                <a:pos x="1544" y="3568"/>
              </a:cxn>
              <a:cxn ang="0">
                <a:pos x="1610" y="3564"/>
              </a:cxn>
              <a:cxn ang="0">
                <a:pos x="1740" y="3552"/>
              </a:cxn>
              <a:cxn ang="0">
                <a:pos x="1870" y="3530"/>
              </a:cxn>
              <a:cxn ang="0">
                <a:pos x="1998" y="3502"/>
              </a:cxn>
              <a:cxn ang="0">
                <a:pos x="2062" y="3486"/>
              </a:cxn>
              <a:cxn ang="0">
                <a:pos x="2262" y="3426"/>
              </a:cxn>
              <a:cxn ang="0">
                <a:pos x="2458" y="3356"/>
              </a:cxn>
              <a:cxn ang="0">
                <a:pos x="2650" y="3276"/>
              </a:cxn>
              <a:cxn ang="0">
                <a:pos x="2840" y="3190"/>
              </a:cxn>
              <a:cxn ang="0">
                <a:pos x="2966" y="3128"/>
              </a:cxn>
              <a:cxn ang="0">
                <a:pos x="3218" y="2996"/>
              </a:cxn>
              <a:cxn ang="0">
                <a:pos x="3464" y="2858"/>
              </a:cxn>
              <a:cxn ang="0">
                <a:pos x="3708" y="2714"/>
              </a:cxn>
              <a:cxn ang="0">
                <a:pos x="3828" y="2640"/>
              </a:cxn>
              <a:cxn ang="0">
                <a:pos x="3974" y="2548"/>
              </a:cxn>
              <a:cxn ang="0">
                <a:pos x="3984" y="2540"/>
              </a:cxn>
              <a:cxn ang="0">
                <a:pos x="3986" y="2526"/>
              </a:cxn>
            </a:cxnLst>
            <a:rect l="0" t="0" r="r" b="b"/>
            <a:pathLst>
              <a:path w="3986" h="3572">
                <a:moveTo>
                  <a:pt x="3986" y="2526"/>
                </a:moveTo>
                <a:lnTo>
                  <a:pt x="3986" y="2526"/>
                </a:lnTo>
                <a:lnTo>
                  <a:pt x="3986" y="2512"/>
                </a:lnTo>
                <a:lnTo>
                  <a:pt x="3986" y="2512"/>
                </a:lnTo>
                <a:lnTo>
                  <a:pt x="3986" y="0"/>
                </a:lnTo>
                <a:lnTo>
                  <a:pt x="3986" y="0"/>
                </a:lnTo>
                <a:lnTo>
                  <a:pt x="648" y="0"/>
                </a:lnTo>
                <a:lnTo>
                  <a:pt x="648" y="0"/>
                </a:lnTo>
                <a:lnTo>
                  <a:pt x="666" y="42"/>
                </a:lnTo>
                <a:lnTo>
                  <a:pt x="682" y="84"/>
                </a:lnTo>
                <a:lnTo>
                  <a:pt x="682" y="84"/>
                </a:lnTo>
                <a:lnTo>
                  <a:pt x="698" y="132"/>
                </a:lnTo>
                <a:lnTo>
                  <a:pt x="712" y="182"/>
                </a:lnTo>
                <a:lnTo>
                  <a:pt x="724" y="230"/>
                </a:lnTo>
                <a:lnTo>
                  <a:pt x="732" y="280"/>
                </a:lnTo>
                <a:lnTo>
                  <a:pt x="738" y="328"/>
                </a:lnTo>
                <a:lnTo>
                  <a:pt x="742" y="378"/>
                </a:lnTo>
                <a:lnTo>
                  <a:pt x="744" y="428"/>
                </a:lnTo>
                <a:lnTo>
                  <a:pt x="744" y="478"/>
                </a:lnTo>
                <a:lnTo>
                  <a:pt x="744" y="478"/>
                </a:lnTo>
                <a:lnTo>
                  <a:pt x="742" y="568"/>
                </a:lnTo>
                <a:lnTo>
                  <a:pt x="734" y="656"/>
                </a:lnTo>
                <a:lnTo>
                  <a:pt x="724" y="742"/>
                </a:lnTo>
                <a:lnTo>
                  <a:pt x="710" y="830"/>
                </a:lnTo>
                <a:lnTo>
                  <a:pt x="694" y="916"/>
                </a:lnTo>
                <a:lnTo>
                  <a:pt x="674" y="1002"/>
                </a:lnTo>
                <a:lnTo>
                  <a:pt x="652" y="1088"/>
                </a:lnTo>
                <a:lnTo>
                  <a:pt x="628" y="1172"/>
                </a:lnTo>
                <a:lnTo>
                  <a:pt x="628" y="1172"/>
                </a:lnTo>
                <a:lnTo>
                  <a:pt x="590" y="1296"/>
                </a:lnTo>
                <a:lnTo>
                  <a:pt x="548" y="1420"/>
                </a:lnTo>
                <a:lnTo>
                  <a:pt x="504" y="1542"/>
                </a:lnTo>
                <a:lnTo>
                  <a:pt x="456" y="1662"/>
                </a:lnTo>
                <a:lnTo>
                  <a:pt x="406" y="1782"/>
                </a:lnTo>
                <a:lnTo>
                  <a:pt x="354" y="1900"/>
                </a:lnTo>
                <a:lnTo>
                  <a:pt x="300" y="2020"/>
                </a:lnTo>
                <a:lnTo>
                  <a:pt x="244" y="2136"/>
                </a:lnTo>
                <a:lnTo>
                  <a:pt x="244" y="2136"/>
                </a:lnTo>
                <a:lnTo>
                  <a:pt x="188" y="2252"/>
                </a:lnTo>
                <a:lnTo>
                  <a:pt x="128" y="2366"/>
                </a:lnTo>
                <a:lnTo>
                  <a:pt x="70" y="2480"/>
                </a:lnTo>
                <a:lnTo>
                  <a:pt x="8" y="2594"/>
                </a:lnTo>
                <a:lnTo>
                  <a:pt x="8" y="2594"/>
                </a:lnTo>
                <a:lnTo>
                  <a:pt x="0" y="2608"/>
                </a:lnTo>
                <a:lnTo>
                  <a:pt x="0" y="2608"/>
                </a:lnTo>
                <a:lnTo>
                  <a:pt x="0" y="2612"/>
                </a:lnTo>
                <a:lnTo>
                  <a:pt x="0" y="2612"/>
                </a:lnTo>
                <a:lnTo>
                  <a:pt x="50" y="2690"/>
                </a:lnTo>
                <a:lnTo>
                  <a:pt x="100" y="2766"/>
                </a:lnTo>
                <a:lnTo>
                  <a:pt x="100" y="2766"/>
                </a:lnTo>
                <a:lnTo>
                  <a:pt x="144" y="2828"/>
                </a:lnTo>
                <a:lnTo>
                  <a:pt x="190" y="2890"/>
                </a:lnTo>
                <a:lnTo>
                  <a:pt x="236" y="2948"/>
                </a:lnTo>
                <a:lnTo>
                  <a:pt x="286" y="3006"/>
                </a:lnTo>
                <a:lnTo>
                  <a:pt x="336" y="3062"/>
                </a:lnTo>
                <a:lnTo>
                  <a:pt x="390" y="3116"/>
                </a:lnTo>
                <a:lnTo>
                  <a:pt x="444" y="3170"/>
                </a:lnTo>
                <a:lnTo>
                  <a:pt x="502" y="3220"/>
                </a:lnTo>
                <a:lnTo>
                  <a:pt x="502" y="3220"/>
                </a:lnTo>
                <a:lnTo>
                  <a:pt x="540" y="3252"/>
                </a:lnTo>
                <a:lnTo>
                  <a:pt x="582" y="3282"/>
                </a:lnTo>
                <a:lnTo>
                  <a:pt x="622" y="3312"/>
                </a:lnTo>
                <a:lnTo>
                  <a:pt x="664" y="3340"/>
                </a:lnTo>
                <a:lnTo>
                  <a:pt x="706" y="3366"/>
                </a:lnTo>
                <a:lnTo>
                  <a:pt x="750" y="3390"/>
                </a:lnTo>
                <a:lnTo>
                  <a:pt x="792" y="3414"/>
                </a:lnTo>
                <a:lnTo>
                  <a:pt x="838" y="3436"/>
                </a:lnTo>
                <a:lnTo>
                  <a:pt x="882" y="3456"/>
                </a:lnTo>
                <a:lnTo>
                  <a:pt x="928" y="3474"/>
                </a:lnTo>
                <a:lnTo>
                  <a:pt x="976" y="3492"/>
                </a:lnTo>
                <a:lnTo>
                  <a:pt x="1022" y="3506"/>
                </a:lnTo>
                <a:lnTo>
                  <a:pt x="1070" y="3520"/>
                </a:lnTo>
                <a:lnTo>
                  <a:pt x="1120" y="3532"/>
                </a:lnTo>
                <a:lnTo>
                  <a:pt x="1170" y="3542"/>
                </a:lnTo>
                <a:lnTo>
                  <a:pt x="1220" y="3552"/>
                </a:lnTo>
                <a:lnTo>
                  <a:pt x="1220" y="3552"/>
                </a:lnTo>
                <a:lnTo>
                  <a:pt x="1296" y="3562"/>
                </a:lnTo>
                <a:lnTo>
                  <a:pt x="1374" y="3568"/>
                </a:lnTo>
                <a:lnTo>
                  <a:pt x="1374" y="3568"/>
                </a:lnTo>
                <a:lnTo>
                  <a:pt x="1382" y="3568"/>
                </a:lnTo>
                <a:lnTo>
                  <a:pt x="1386" y="3568"/>
                </a:lnTo>
                <a:lnTo>
                  <a:pt x="1390" y="3572"/>
                </a:lnTo>
                <a:lnTo>
                  <a:pt x="1390" y="3572"/>
                </a:lnTo>
                <a:lnTo>
                  <a:pt x="1420" y="3572"/>
                </a:lnTo>
                <a:lnTo>
                  <a:pt x="1420" y="3572"/>
                </a:lnTo>
                <a:lnTo>
                  <a:pt x="1544" y="3572"/>
                </a:lnTo>
                <a:lnTo>
                  <a:pt x="1544" y="3572"/>
                </a:lnTo>
                <a:lnTo>
                  <a:pt x="1544" y="3568"/>
                </a:lnTo>
                <a:lnTo>
                  <a:pt x="1544" y="3568"/>
                </a:lnTo>
                <a:lnTo>
                  <a:pt x="1610" y="3564"/>
                </a:lnTo>
                <a:lnTo>
                  <a:pt x="1676" y="3558"/>
                </a:lnTo>
                <a:lnTo>
                  <a:pt x="1740" y="3552"/>
                </a:lnTo>
                <a:lnTo>
                  <a:pt x="1806" y="3542"/>
                </a:lnTo>
                <a:lnTo>
                  <a:pt x="1870" y="3530"/>
                </a:lnTo>
                <a:lnTo>
                  <a:pt x="1934" y="3516"/>
                </a:lnTo>
                <a:lnTo>
                  <a:pt x="1998" y="3502"/>
                </a:lnTo>
                <a:lnTo>
                  <a:pt x="2062" y="3486"/>
                </a:lnTo>
                <a:lnTo>
                  <a:pt x="2062" y="3486"/>
                </a:lnTo>
                <a:lnTo>
                  <a:pt x="2162" y="3458"/>
                </a:lnTo>
                <a:lnTo>
                  <a:pt x="2262" y="3426"/>
                </a:lnTo>
                <a:lnTo>
                  <a:pt x="2360" y="3392"/>
                </a:lnTo>
                <a:lnTo>
                  <a:pt x="2458" y="3356"/>
                </a:lnTo>
                <a:lnTo>
                  <a:pt x="2554" y="3316"/>
                </a:lnTo>
                <a:lnTo>
                  <a:pt x="2650" y="3276"/>
                </a:lnTo>
                <a:lnTo>
                  <a:pt x="2746" y="3234"/>
                </a:lnTo>
                <a:lnTo>
                  <a:pt x="2840" y="3190"/>
                </a:lnTo>
                <a:lnTo>
                  <a:pt x="2840" y="3190"/>
                </a:lnTo>
                <a:lnTo>
                  <a:pt x="2966" y="3128"/>
                </a:lnTo>
                <a:lnTo>
                  <a:pt x="3092" y="3062"/>
                </a:lnTo>
                <a:lnTo>
                  <a:pt x="3218" y="2996"/>
                </a:lnTo>
                <a:lnTo>
                  <a:pt x="3342" y="2928"/>
                </a:lnTo>
                <a:lnTo>
                  <a:pt x="3464" y="2858"/>
                </a:lnTo>
                <a:lnTo>
                  <a:pt x="3586" y="2786"/>
                </a:lnTo>
                <a:lnTo>
                  <a:pt x="3708" y="2714"/>
                </a:lnTo>
                <a:lnTo>
                  <a:pt x="3828" y="2640"/>
                </a:lnTo>
                <a:lnTo>
                  <a:pt x="3828" y="2640"/>
                </a:lnTo>
                <a:lnTo>
                  <a:pt x="3974" y="2548"/>
                </a:lnTo>
                <a:lnTo>
                  <a:pt x="3974" y="2548"/>
                </a:lnTo>
                <a:lnTo>
                  <a:pt x="3980" y="2544"/>
                </a:lnTo>
                <a:lnTo>
                  <a:pt x="3984" y="2540"/>
                </a:lnTo>
                <a:lnTo>
                  <a:pt x="3986" y="2534"/>
                </a:lnTo>
                <a:lnTo>
                  <a:pt x="3986" y="2526"/>
                </a:lnTo>
                <a:lnTo>
                  <a:pt x="3986" y="2526"/>
                </a:lnTo>
                <a:close/>
              </a:path>
            </a:pathLst>
          </a:custGeom>
          <a:solidFill>
            <a:schemeClr val="accent5"/>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 name="Title 1"/>
          <p:cNvSpPr>
            <a:spLocks noGrp="1"/>
          </p:cNvSpPr>
          <p:nvPr>
            <p:ph type="ctrTitle" hasCustomPrompt="1"/>
          </p:nvPr>
        </p:nvSpPr>
        <p:spPr>
          <a:xfrm>
            <a:off x="407988" y="2339788"/>
            <a:ext cx="4967932"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nSpc>
                <a:spcPts val="3000"/>
              </a:lnSpc>
              <a:defRPr lang="en-US" sz="2600" b="0" dirty="0">
                <a:solidFill>
                  <a:schemeClr val="accent1"/>
                </a:solidFill>
              </a:defRPr>
            </a:lvl1pPr>
          </a:lstStyle>
          <a:p>
            <a:pPr marL="0" lvl="0"/>
            <a:r>
              <a:rPr lang="en-US"/>
              <a:t>Click to insert title</a:t>
            </a:r>
          </a:p>
        </p:txBody>
      </p:sp>
      <p:sp>
        <p:nvSpPr>
          <p:cNvPr id="8" name="Subtitle 2"/>
          <p:cNvSpPr>
            <a:spLocks noGrp="1"/>
          </p:cNvSpPr>
          <p:nvPr>
            <p:ph type="subTitle" idx="1" hasCustomPrompt="1"/>
          </p:nvPr>
        </p:nvSpPr>
        <p:spPr>
          <a:xfrm>
            <a:off x="407988" y="3932559"/>
            <a:ext cx="4967932"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sp>
        <p:nvSpPr>
          <p:cNvPr id="16"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5537200" y="-1588"/>
            <a:ext cx="6654800" cy="6859588"/>
          </a:xfrm>
          <a:prstGeom prst="rect">
            <a:avLst/>
          </a:prstGeom>
        </p:spPr>
        <p:txBody>
          <a:bodyPr anchor="ctr"/>
          <a:lstStyle>
            <a:lvl1pPr marL="0" indent="0" algn="ctr">
              <a:buNone/>
              <a:defRPr/>
            </a:lvl1pPr>
          </a:lstStyle>
          <a:p>
            <a:r>
              <a:rPr lang="en-US"/>
              <a:t>Click icon to add picture</a:t>
            </a:r>
            <a:endParaRPr lang="pt-PT"/>
          </a:p>
        </p:txBody>
      </p:sp>
      <p:grpSp>
        <p:nvGrpSpPr>
          <p:cNvPr id="17" name="Group 14"/>
          <p:cNvGrpSpPr>
            <a:grpSpLocks noChangeAspect="1"/>
          </p:cNvGrpSpPr>
          <p:nvPr/>
        </p:nvGrpSpPr>
        <p:grpSpPr>
          <a:xfrm>
            <a:off x="407988" y="695702"/>
            <a:ext cx="5040000" cy="1123653"/>
            <a:chOff x="728663" y="4465638"/>
            <a:chExt cx="5354637" cy="1193800"/>
          </a:xfrm>
        </p:grpSpPr>
        <p:sp>
          <p:nvSpPr>
            <p:cNvPr id="18"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0"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1"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2"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1402084318"/>
      </p:ext>
    </p:extLst>
  </p:cSld>
  <p:clrMapOvr>
    <a:masterClrMapping/>
  </p:clrMapOvr>
  <p:extLst>
    <p:ext uri="{DCECCB84-F9BA-43D5-87BE-67443E8EF086}">
      <p15:sldGuideLst xmlns:p15="http://schemas.microsoft.com/office/powerpoint/2012/main">
        <p15:guide id="1" pos="257">
          <p15:clr>
            <a:srgbClr val="FBAE40"/>
          </p15:clr>
        </p15:guide>
        <p15:guide id="2" orient="horz" pos="935">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re seul">
  <p:cSld name="Titre seul">
    <p:spTree>
      <p:nvGrpSpPr>
        <p:cNvPr id="1" name="Shape 201"/>
        <p:cNvGrpSpPr/>
        <p:nvPr/>
      </p:nvGrpSpPr>
      <p:grpSpPr>
        <a:xfrm>
          <a:off x="0" y="0"/>
          <a:ext cx="0" cy="0"/>
          <a:chOff x="0" y="0"/>
          <a:chExt cx="0" cy="0"/>
        </a:xfrm>
      </p:grpSpPr>
      <p:pic>
        <p:nvPicPr>
          <p:cNvPr id="202" name="Google Shape;202;p24"/>
          <p:cNvPicPr preferRelativeResize="0"/>
          <p:nvPr/>
        </p:nvPicPr>
        <p:blipFill rotWithShape="1">
          <a:blip r:embed="rId2">
            <a:alphaModFix/>
          </a:blip>
          <a:srcRect/>
          <a:stretch/>
        </p:blipFill>
        <p:spPr>
          <a:xfrm>
            <a:off x="1587" y="1588"/>
            <a:ext cx="1587" cy="1587"/>
          </a:xfrm>
          <a:prstGeom prst="rect">
            <a:avLst/>
          </a:prstGeom>
          <a:noFill/>
          <a:ln>
            <a:noFill/>
          </a:ln>
        </p:spPr>
      </p:pic>
      <p:sp>
        <p:nvSpPr>
          <p:cNvPr id="203" name="Google Shape;203;p24"/>
          <p:cNvSpPr txBox="1">
            <a:spLocks noGrp="1"/>
          </p:cNvSpPr>
          <p:nvPr>
            <p:ph type="title"/>
          </p:nvPr>
        </p:nvSpPr>
        <p:spPr>
          <a:xfrm>
            <a:off x="550200" y="0"/>
            <a:ext cx="11091600" cy="1104800"/>
          </a:xfrm>
          <a:prstGeom prst="rect">
            <a:avLst/>
          </a:prstGeom>
          <a:noFill/>
          <a:ln>
            <a:noFill/>
          </a:ln>
        </p:spPr>
        <p:txBody>
          <a:bodyPr spcFirstLastPara="1" wrap="square" lIns="0" tIns="135000" rIns="0" bIns="0" anchor="t" anchorCtr="0">
            <a:noAutofit/>
          </a:bodyPr>
          <a:lstStyle>
            <a:lvl1pPr lvl="0" algn="l" rtl="0">
              <a:lnSpc>
                <a:spcPct val="100000"/>
              </a:lnSpc>
              <a:spcBef>
                <a:spcPts val="0"/>
              </a:spcBef>
              <a:spcAft>
                <a:spcPts val="0"/>
              </a:spcAft>
              <a:buClr>
                <a:schemeClr val="dk2"/>
              </a:buClr>
              <a:buSzPts val="2300"/>
              <a:buFont typeface="Verdana"/>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Tree>
    <p:extLst>
      <p:ext uri="{BB962C8B-B14F-4D97-AF65-F5344CB8AC3E}">
        <p14:creationId xmlns:p14="http://schemas.microsoft.com/office/powerpoint/2010/main" val="48321253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01"/>
        <p:cNvGrpSpPr/>
        <p:nvPr/>
      </p:nvGrpSpPr>
      <p:grpSpPr>
        <a:xfrm>
          <a:off x="0" y="0"/>
          <a:ext cx="0" cy="0"/>
          <a:chOff x="0" y="0"/>
          <a:chExt cx="0" cy="0"/>
        </a:xfrm>
      </p:grpSpPr>
    </p:spTree>
    <p:extLst>
      <p:ext uri="{BB962C8B-B14F-4D97-AF65-F5344CB8AC3E}">
        <p14:creationId xmlns:p14="http://schemas.microsoft.com/office/powerpoint/2010/main" val="397528162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grpSp>
        <p:nvGrpSpPr>
          <p:cNvPr id="6" name="Groupe 4">
            <a:extLst>
              <a:ext uri="{FF2B5EF4-FFF2-40B4-BE49-F238E27FC236}">
                <a16:creationId xmlns:a16="http://schemas.microsoft.com/office/drawing/2014/main" id="{C431199E-0892-4F01-A8B4-12E382451737}"/>
              </a:ext>
            </a:extLst>
          </p:cNvPr>
          <p:cNvGrpSpPr/>
          <p:nvPr userDrawn="1"/>
        </p:nvGrpSpPr>
        <p:grpSpPr>
          <a:xfrm>
            <a:off x="12355040" y="1954479"/>
            <a:ext cx="360000" cy="4875772"/>
            <a:chOff x="12355040" y="1954479"/>
            <a:chExt cx="360000" cy="4875772"/>
          </a:xfrm>
        </p:grpSpPr>
        <p:sp>
          <p:nvSpPr>
            <p:cNvPr id="7" name="Rectangle 6">
              <a:extLst>
                <a:ext uri="{FF2B5EF4-FFF2-40B4-BE49-F238E27FC236}">
                  <a16:creationId xmlns:a16="http://schemas.microsoft.com/office/drawing/2014/main" id="{9DF0AAED-8259-4779-8111-D4EDBE3B3C6D}"/>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8" name="Rectangle 7">
              <a:extLst>
                <a:ext uri="{FF2B5EF4-FFF2-40B4-BE49-F238E27FC236}">
                  <a16:creationId xmlns:a16="http://schemas.microsoft.com/office/drawing/2014/main" id="{B9AFE09B-11A2-44D3-8C3A-700AE4F6FA9D}"/>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9" name="Rectangle 8">
              <a:extLst>
                <a:ext uri="{FF2B5EF4-FFF2-40B4-BE49-F238E27FC236}">
                  <a16:creationId xmlns:a16="http://schemas.microsoft.com/office/drawing/2014/main" id="{9F436B8D-7B8B-4044-B97F-4B958BB781B3}"/>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10" name="Rectangle 9">
              <a:extLst>
                <a:ext uri="{FF2B5EF4-FFF2-40B4-BE49-F238E27FC236}">
                  <a16:creationId xmlns:a16="http://schemas.microsoft.com/office/drawing/2014/main" id="{560C141E-D06D-47DF-89AB-3425F46205FC}"/>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11" name="Rectangle 10">
              <a:extLst>
                <a:ext uri="{FF2B5EF4-FFF2-40B4-BE49-F238E27FC236}">
                  <a16:creationId xmlns:a16="http://schemas.microsoft.com/office/drawing/2014/main" id="{895DAFA8-D80E-46C4-B196-68C91FB8B822}"/>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12" name="Rectangle 11">
              <a:extLst>
                <a:ext uri="{FF2B5EF4-FFF2-40B4-BE49-F238E27FC236}">
                  <a16:creationId xmlns:a16="http://schemas.microsoft.com/office/drawing/2014/main" id="{4D32D9FD-81D0-4868-A71D-77D757AE0EB5}"/>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13" name="Rectangle 12">
              <a:extLst>
                <a:ext uri="{FF2B5EF4-FFF2-40B4-BE49-F238E27FC236}">
                  <a16:creationId xmlns:a16="http://schemas.microsoft.com/office/drawing/2014/main" id="{12A67082-C176-4679-9CEA-DF6D5B73A758}"/>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14" name="Rectangle 13">
              <a:extLst>
                <a:ext uri="{FF2B5EF4-FFF2-40B4-BE49-F238E27FC236}">
                  <a16:creationId xmlns:a16="http://schemas.microsoft.com/office/drawing/2014/main" id="{4FA6FC62-2B6C-49B6-B480-BF3FAF1FE660}"/>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15" name="Rectangle 14">
              <a:extLst>
                <a:ext uri="{FF2B5EF4-FFF2-40B4-BE49-F238E27FC236}">
                  <a16:creationId xmlns:a16="http://schemas.microsoft.com/office/drawing/2014/main" id="{2BD55CC4-5543-476B-9231-0AFA35655D3E}"/>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16" name="Rectangle 15">
              <a:extLst>
                <a:ext uri="{FF2B5EF4-FFF2-40B4-BE49-F238E27FC236}">
                  <a16:creationId xmlns:a16="http://schemas.microsoft.com/office/drawing/2014/main" id="{B3563578-12F1-403E-AA66-4BE057F006C9}"/>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17" name="Rectangle 16">
              <a:extLst>
                <a:ext uri="{FF2B5EF4-FFF2-40B4-BE49-F238E27FC236}">
                  <a16:creationId xmlns:a16="http://schemas.microsoft.com/office/drawing/2014/main" id="{8B4819B3-C0B0-4ACE-B4C4-96DA62C79E0F}"/>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18" name="Rectangle 17">
              <a:extLst>
                <a:ext uri="{FF2B5EF4-FFF2-40B4-BE49-F238E27FC236}">
                  <a16:creationId xmlns:a16="http://schemas.microsoft.com/office/drawing/2014/main" id="{62C7EF49-DE6D-4612-BD33-66CCE3912A66}"/>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19" name="Rectangle 18">
              <a:extLst>
                <a:ext uri="{FF2B5EF4-FFF2-40B4-BE49-F238E27FC236}">
                  <a16:creationId xmlns:a16="http://schemas.microsoft.com/office/drawing/2014/main" id="{B391EC3B-9EB4-40C6-8747-B5D421469D88}"/>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20" name="Rectangle 19">
              <a:extLst>
                <a:ext uri="{FF2B5EF4-FFF2-40B4-BE49-F238E27FC236}">
                  <a16:creationId xmlns:a16="http://schemas.microsoft.com/office/drawing/2014/main" id="{094DFB9F-3FA7-4778-8DE0-7BB445F7C551}"/>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grpSp>
    </p:spTree>
    <p:extLst>
      <p:ext uri="{BB962C8B-B14F-4D97-AF65-F5344CB8AC3E}">
        <p14:creationId xmlns:p14="http://schemas.microsoft.com/office/powerpoint/2010/main" val="257718782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227349" y="0"/>
            <a:ext cx="11125236" cy="1104900"/>
          </a:xfrm>
          <a:prstGeom prst="rect">
            <a:avLst/>
          </a:prstGeom>
        </p:spPr>
        <p:txBody>
          <a:bodyPr vert="horz" lIns="0" tIns="180000" rIns="0" bIns="0" rtlCol="0" anchor="t">
            <a:noAutofit/>
          </a:bodyPr>
          <a:lstStyle>
            <a:lvl1pPr>
              <a:defRPr lang="en-GB" sz="2800" spc="200" dirty="0">
                <a:solidFill>
                  <a:schemeClr val="tx2"/>
                </a:solidFill>
              </a:defRPr>
            </a:lvl1pPr>
          </a:lstStyle>
          <a:p>
            <a:pPr lvl="0"/>
            <a:r>
              <a:rPr lang="en-US"/>
              <a:t>Click to edit Master title style</a:t>
            </a:r>
            <a:endParaRPr lang="en-GB"/>
          </a:p>
        </p:txBody>
      </p:sp>
    </p:spTree>
    <p:extLst>
      <p:ext uri="{BB962C8B-B14F-4D97-AF65-F5344CB8AC3E}">
        <p14:creationId xmlns:p14="http://schemas.microsoft.com/office/powerpoint/2010/main" val="133019860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16E8A59-A366-41D7-93B5-D52BE0AE3921}"/>
              </a:ext>
            </a:extLst>
          </p:cNvPr>
          <p:cNvSpPr/>
          <p:nvPr userDrawn="1"/>
        </p:nvSpPr>
        <p:spPr>
          <a:xfrm>
            <a:off x="5233200" y="0"/>
            <a:ext cx="6958800" cy="6858000"/>
          </a:xfrm>
          <a:prstGeom prst="rect">
            <a:avLst/>
          </a:prstGeom>
          <a:solidFill>
            <a:srgbClr val="0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Google Shape;909;p85">
            <a:extLst>
              <a:ext uri="{FF2B5EF4-FFF2-40B4-BE49-F238E27FC236}">
                <a16:creationId xmlns:a16="http://schemas.microsoft.com/office/drawing/2014/main" id="{726C1A2A-42D2-4E00-88F8-9BB262E44934}"/>
              </a:ext>
            </a:extLst>
          </p:cNvPr>
          <p:cNvPicPr preferRelativeResize="0"/>
          <p:nvPr userDrawn="1"/>
        </p:nvPicPr>
        <p:blipFill rotWithShape="1">
          <a:blip r:embed="rId2">
            <a:alphaModFix/>
          </a:blip>
          <a:srcRect/>
          <a:stretch/>
        </p:blipFill>
        <p:spPr>
          <a:xfrm>
            <a:off x="9698804" y="6325228"/>
            <a:ext cx="2194504" cy="333835"/>
          </a:xfrm>
          <a:prstGeom prst="rect">
            <a:avLst/>
          </a:prstGeom>
          <a:noFill/>
          <a:ln>
            <a:noFill/>
          </a:ln>
        </p:spPr>
      </p:pic>
    </p:spTree>
    <p:extLst>
      <p:ext uri="{BB962C8B-B14F-4D97-AF65-F5344CB8AC3E}">
        <p14:creationId xmlns:p14="http://schemas.microsoft.com/office/powerpoint/2010/main" val="168587979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16E8A59-A366-41D7-93B5-D52BE0AE3921}"/>
              </a:ext>
            </a:extLst>
          </p:cNvPr>
          <p:cNvSpPr/>
          <p:nvPr userDrawn="1"/>
        </p:nvSpPr>
        <p:spPr>
          <a:xfrm>
            <a:off x="4668000" y="0"/>
            <a:ext cx="7524000" cy="6858000"/>
          </a:xfrm>
          <a:prstGeom prst="rect">
            <a:avLst/>
          </a:prstGeom>
          <a:solidFill>
            <a:srgbClr val="0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Google Shape;909;p85">
            <a:extLst>
              <a:ext uri="{FF2B5EF4-FFF2-40B4-BE49-F238E27FC236}">
                <a16:creationId xmlns:a16="http://schemas.microsoft.com/office/drawing/2014/main" id="{726C1A2A-42D2-4E00-88F8-9BB262E44934}"/>
              </a:ext>
            </a:extLst>
          </p:cNvPr>
          <p:cNvPicPr preferRelativeResize="0"/>
          <p:nvPr userDrawn="1"/>
        </p:nvPicPr>
        <p:blipFill rotWithShape="1">
          <a:blip r:embed="rId2">
            <a:alphaModFix/>
          </a:blip>
          <a:srcRect/>
          <a:stretch/>
        </p:blipFill>
        <p:spPr>
          <a:xfrm>
            <a:off x="9698804" y="6325228"/>
            <a:ext cx="2194504" cy="333835"/>
          </a:xfrm>
          <a:prstGeom prst="rect">
            <a:avLst/>
          </a:prstGeom>
          <a:noFill/>
          <a:ln>
            <a:noFill/>
          </a:ln>
        </p:spPr>
      </p:pic>
    </p:spTree>
    <p:extLst>
      <p:ext uri="{BB962C8B-B14F-4D97-AF65-F5344CB8AC3E}">
        <p14:creationId xmlns:p14="http://schemas.microsoft.com/office/powerpoint/2010/main" val="49491488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7218900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lvl1pPr marL="0" marR="0" indent="0" algn="l" defTabSz="914400" rtl="0" eaLnBrk="1" fontAlgn="auto" latinLnBrk="0" hangingPunct="1">
              <a:lnSpc>
                <a:spcPct val="100000"/>
              </a:lnSpc>
              <a:spcBef>
                <a:spcPct val="0"/>
              </a:spcBef>
              <a:spcAft>
                <a:spcPts val="600"/>
              </a:spcAft>
              <a:buClrTx/>
              <a:buSzTx/>
              <a:buFontTx/>
              <a:buNone/>
              <a:tabLst/>
              <a:defRPr kumimoji="0" lang="en-GB" sz="2400" b="0" i="0" u="none" strike="noStrike" kern="1200" cap="none" spc="0" normalizeH="0" baseline="0" noProof="0" dirty="0">
                <a:ln>
                  <a:noFill/>
                </a:ln>
                <a:solidFill>
                  <a:schemeClr val="accent1"/>
                </a:solidFill>
                <a:effectLst/>
                <a:uLnTx/>
                <a:uFillTx/>
                <a:latin typeface="+mj-lt"/>
                <a:ea typeface="+mj-ea"/>
                <a:cs typeface="+mj-cs"/>
              </a:defRPr>
            </a:lvl1pPr>
          </a:lstStyle>
          <a:p>
            <a:r>
              <a:rPr lang="en-US"/>
              <a:t>Click to edit Master title style</a:t>
            </a:r>
            <a:endParaRPr lang="en-GB"/>
          </a:p>
        </p:txBody>
      </p:sp>
    </p:spTree>
    <p:extLst>
      <p:ext uri="{BB962C8B-B14F-4D97-AF65-F5344CB8AC3E}">
        <p14:creationId xmlns:p14="http://schemas.microsoft.com/office/powerpoint/2010/main" val="286984713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94F07-E0D2-904F-9098-2A349B7BDAA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56B40824-3961-EA45-9845-CE940626A4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6" name="Slide Number Placeholder 5">
            <a:extLst>
              <a:ext uri="{FF2B5EF4-FFF2-40B4-BE49-F238E27FC236}">
                <a16:creationId xmlns:a16="http://schemas.microsoft.com/office/drawing/2014/main" id="{3149ABB3-64F4-5B4D-89C0-1BBA0576D026}"/>
              </a:ext>
            </a:extLst>
          </p:cNvPr>
          <p:cNvSpPr>
            <a:spLocks noGrp="1"/>
          </p:cNvSpPr>
          <p:nvPr>
            <p:ph type="sldNum" sz="quarter" idx="12"/>
          </p:nvPr>
        </p:nvSpPr>
        <p:spPr/>
        <p:txBody>
          <a:bodyPr/>
          <a:lstStyle/>
          <a:p>
            <a:fld id="{6D2A713E-BB1B-C844-B16F-141EF6B6DE97}" type="slidenum">
              <a:rPr lang="en-GB" smtClean="0"/>
              <a:t>‹#›</a:t>
            </a:fld>
            <a:endParaRPr lang="en-GB"/>
          </a:p>
        </p:txBody>
      </p:sp>
    </p:spTree>
    <p:extLst>
      <p:ext uri="{BB962C8B-B14F-4D97-AF65-F5344CB8AC3E}">
        <p14:creationId xmlns:p14="http://schemas.microsoft.com/office/powerpoint/2010/main" val="173067125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5036F-88BF-694E-93D9-B32540B8CE7A}"/>
              </a:ext>
            </a:extLst>
          </p:cNvPr>
          <p:cNvSpPr>
            <a:spLocks noGrp="1"/>
          </p:cNvSpPr>
          <p:nvPr>
            <p:ph type="title"/>
          </p:nvPr>
        </p:nvSpPr>
        <p:spPr/>
        <p:txBody>
          <a:bodyPr/>
          <a:lstStyle/>
          <a:p>
            <a:r>
              <a:rPr lang="en-GB"/>
              <a:t>Click to edit Master title style</a:t>
            </a:r>
          </a:p>
        </p:txBody>
      </p:sp>
      <p:sp>
        <p:nvSpPr>
          <p:cNvPr id="5" name="Slide Number Placeholder 4">
            <a:extLst>
              <a:ext uri="{FF2B5EF4-FFF2-40B4-BE49-F238E27FC236}">
                <a16:creationId xmlns:a16="http://schemas.microsoft.com/office/drawing/2014/main" id="{779B423C-21C8-D141-A417-6E8B622EFCEE}"/>
              </a:ext>
            </a:extLst>
          </p:cNvPr>
          <p:cNvSpPr>
            <a:spLocks noGrp="1"/>
          </p:cNvSpPr>
          <p:nvPr>
            <p:ph type="sldNum" sz="quarter" idx="12"/>
          </p:nvPr>
        </p:nvSpPr>
        <p:spPr/>
        <p:txBody>
          <a:bodyPr/>
          <a:lstStyle/>
          <a:p>
            <a:fld id="{6D2A713E-BB1B-C844-B16F-141EF6B6DE97}" type="slidenum">
              <a:rPr lang="en-GB" smtClean="0"/>
              <a:t>‹#›</a:t>
            </a:fld>
            <a:endParaRPr lang="en-GB"/>
          </a:p>
        </p:txBody>
      </p:sp>
    </p:spTree>
    <p:extLst>
      <p:ext uri="{BB962C8B-B14F-4D97-AF65-F5344CB8AC3E}">
        <p14:creationId xmlns:p14="http://schemas.microsoft.com/office/powerpoint/2010/main" val="175157557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DDD5ABD-9F6A-934A-89B4-126F2F6144DA}"/>
              </a:ext>
            </a:extLst>
          </p:cNvPr>
          <p:cNvSpPr>
            <a:spLocks noGrp="1"/>
          </p:cNvSpPr>
          <p:nvPr>
            <p:ph type="sldNum" sz="quarter" idx="12"/>
          </p:nvPr>
        </p:nvSpPr>
        <p:spPr/>
        <p:txBody>
          <a:bodyPr/>
          <a:lstStyle/>
          <a:p>
            <a:fld id="{6D2A713E-BB1B-C844-B16F-141EF6B6DE97}" type="slidenum">
              <a:rPr lang="en-GB" smtClean="0"/>
              <a:t>‹#›</a:t>
            </a:fld>
            <a:endParaRPr lang="en-GB"/>
          </a:p>
        </p:txBody>
      </p:sp>
    </p:spTree>
    <p:extLst>
      <p:ext uri="{BB962C8B-B14F-4D97-AF65-F5344CB8AC3E}">
        <p14:creationId xmlns:p14="http://schemas.microsoft.com/office/powerpoint/2010/main" val="419683150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descr="A person standing in a room&#10;&#10;Description automatically generated">
            <a:extLst>
              <a:ext uri="{FF2B5EF4-FFF2-40B4-BE49-F238E27FC236}">
                <a16:creationId xmlns:a16="http://schemas.microsoft.com/office/drawing/2014/main" id="{633175BC-4823-E348-A97F-B47A6CAAD1D3}"/>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BCEBBFA-C379-2744-B57B-2AA70EBBD422}"/>
              </a:ext>
            </a:extLst>
          </p:cNvPr>
          <p:cNvSpPr>
            <a:spLocks noGrp="1"/>
          </p:cNvSpPr>
          <p:nvPr>
            <p:ph type="title"/>
          </p:nvPr>
        </p:nvSpPr>
        <p:spPr>
          <a:xfrm>
            <a:off x="839788" y="1679713"/>
            <a:ext cx="3932237" cy="1600200"/>
          </a:xfrm>
        </p:spPr>
        <p:txBody>
          <a:bodyPr anchor="b">
            <a:noAutofit/>
          </a:bodyPr>
          <a:lstStyle>
            <a:lvl1pPr>
              <a:defRPr sz="4800">
                <a:solidFill>
                  <a:schemeClr val="bg1"/>
                </a:solidFill>
              </a:defRPr>
            </a:lvl1pPr>
          </a:lstStyle>
          <a:p>
            <a:r>
              <a:rPr lang="en-GB"/>
              <a:t>Click to edit Master title style</a:t>
            </a:r>
          </a:p>
        </p:txBody>
      </p:sp>
      <p:sp>
        <p:nvSpPr>
          <p:cNvPr id="7" name="Slide Number Placeholder 6">
            <a:extLst>
              <a:ext uri="{FF2B5EF4-FFF2-40B4-BE49-F238E27FC236}">
                <a16:creationId xmlns:a16="http://schemas.microsoft.com/office/drawing/2014/main" id="{E92A6246-B1F6-BE4F-92EA-867D0B33A70A}"/>
              </a:ext>
            </a:extLst>
          </p:cNvPr>
          <p:cNvSpPr>
            <a:spLocks noGrp="1"/>
          </p:cNvSpPr>
          <p:nvPr>
            <p:ph type="sldNum" sz="quarter" idx="12"/>
          </p:nvPr>
        </p:nvSpPr>
        <p:spPr/>
        <p:txBody>
          <a:bodyPr/>
          <a:lstStyle/>
          <a:p>
            <a:fld id="{6D2A713E-BB1B-C844-B16F-141EF6B6DE97}" type="slidenum">
              <a:rPr lang="en-GB" smtClean="0"/>
              <a:t>‹#›</a:t>
            </a:fld>
            <a:endParaRPr lang="en-GB"/>
          </a:p>
        </p:txBody>
      </p:sp>
    </p:spTree>
    <p:extLst>
      <p:ext uri="{BB962C8B-B14F-4D97-AF65-F5344CB8AC3E}">
        <p14:creationId xmlns:p14="http://schemas.microsoft.com/office/powerpoint/2010/main" val="313419207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DDD5ABD-9F6A-934A-89B4-126F2F6144DA}"/>
              </a:ext>
            </a:extLst>
          </p:cNvPr>
          <p:cNvSpPr>
            <a:spLocks noGrp="1"/>
          </p:cNvSpPr>
          <p:nvPr>
            <p:ph type="sldNum" sz="quarter" idx="12"/>
          </p:nvPr>
        </p:nvSpPr>
        <p:spPr/>
        <p:txBody>
          <a:bodyPr/>
          <a:lstStyle/>
          <a:p>
            <a:fld id="{6D2A713E-BB1B-C844-B16F-141EF6B6DE97}" type="slidenum">
              <a:rPr lang="en-GB" smtClean="0"/>
              <a:t>‹#›</a:t>
            </a:fld>
            <a:endParaRPr lang="en-GB"/>
          </a:p>
        </p:txBody>
      </p:sp>
      <p:pic>
        <p:nvPicPr>
          <p:cNvPr id="5" name="Picture 4" descr="A close up of a logo&#10;&#10;Description automatically generated">
            <a:extLst>
              <a:ext uri="{FF2B5EF4-FFF2-40B4-BE49-F238E27FC236}">
                <a16:creationId xmlns:a16="http://schemas.microsoft.com/office/drawing/2014/main" id="{B87BD353-51BE-8943-B003-1AE3EA04207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2248142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33B03-2223-B140-A0B7-73C4E77915A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EC966257-2A06-F145-8734-10E0FAA13C3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lide Number Placeholder 5">
            <a:extLst>
              <a:ext uri="{FF2B5EF4-FFF2-40B4-BE49-F238E27FC236}">
                <a16:creationId xmlns:a16="http://schemas.microsoft.com/office/drawing/2014/main" id="{D91CA4C7-A5B2-4747-9C53-A94CE1C13D34}"/>
              </a:ext>
            </a:extLst>
          </p:cNvPr>
          <p:cNvSpPr>
            <a:spLocks noGrp="1"/>
          </p:cNvSpPr>
          <p:nvPr>
            <p:ph type="sldNum" sz="quarter" idx="12"/>
          </p:nvPr>
        </p:nvSpPr>
        <p:spPr/>
        <p:txBody>
          <a:bodyPr/>
          <a:lstStyle/>
          <a:p>
            <a:fld id="{6D2A713E-BB1B-C844-B16F-141EF6B6DE97}" type="slidenum">
              <a:rPr lang="en-GB" smtClean="0"/>
              <a:t>‹#›</a:t>
            </a:fld>
            <a:endParaRPr lang="en-GB"/>
          </a:p>
        </p:txBody>
      </p:sp>
    </p:spTree>
    <p:extLst>
      <p:ext uri="{BB962C8B-B14F-4D97-AF65-F5344CB8AC3E}">
        <p14:creationId xmlns:p14="http://schemas.microsoft.com/office/powerpoint/2010/main" val="71742190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CE2DE-F747-3D42-8120-C771F7CB523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8A941FFE-D6DE-6E4E-927C-43A013F489C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C1613D5F-D0BD-654A-B63A-7945A17A363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Slide Number Placeholder 6">
            <a:extLst>
              <a:ext uri="{FF2B5EF4-FFF2-40B4-BE49-F238E27FC236}">
                <a16:creationId xmlns:a16="http://schemas.microsoft.com/office/drawing/2014/main" id="{5020BBC8-B20B-AD48-A1CA-DF62EEC3CAF1}"/>
              </a:ext>
            </a:extLst>
          </p:cNvPr>
          <p:cNvSpPr>
            <a:spLocks noGrp="1"/>
          </p:cNvSpPr>
          <p:nvPr>
            <p:ph type="sldNum" sz="quarter" idx="12"/>
          </p:nvPr>
        </p:nvSpPr>
        <p:spPr/>
        <p:txBody>
          <a:bodyPr/>
          <a:lstStyle/>
          <a:p>
            <a:fld id="{6D2A713E-BB1B-C844-B16F-141EF6B6DE97}" type="slidenum">
              <a:rPr lang="en-GB" smtClean="0"/>
              <a:t>‹#›</a:t>
            </a:fld>
            <a:endParaRPr lang="en-GB"/>
          </a:p>
        </p:txBody>
      </p:sp>
    </p:spTree>
    <p:extLst>
      <p:ext uri="{BB962C8B-B14F-4D97-AF65-F5344CB8AC3E}">
        <p14:creationId xmlns:p14="http://schemas.microsoft.com/office/powerpoint/2010/main" val="219827117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5393A-23C0-BE41-B5AB-997AE0450194}"/>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4D71D9C1-AA44-524D-8C84-238FEA36E5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134A937-DA71-984A-ACFD-E98487A2365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A041F0D5-06EC-CA49-BAFA-D447FDAAEF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416340D-8546-2D4F-9193-A13F02F7DE7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Slide Number Placeholder 8">
            <a:extLst>
              <a:ext uri="{FF2B5EF4-FFF2-40B4-BE49-F238E27FC236}">
                <a16:creationId xmlns:a16="http://schemas.microsoft.com/office/drawing/2014/main" id="{C830D72C-2B34-0649-AB79-1955CE05FB1F}"/>
              </a:ext>
            </a:extLst>
          </p:cNvPr>
          <p:cNvSpPr>
            <a:spLocks noGrp="1"/>
          </p:cNvSpPr>
          <p:nvPr>
            <p:ph type="sldNum" sz="quarter" idx="12"/>
          </p:nvPr>
        </p:nvSpPr>
        <p:spPr/>
        <p:txBody>
          <a:bodyPr/>
          <a:lstStyle/>
          <a:p>
            <a:fld id="{6D2A713E-BB1B-C844-B16F-141EF6B6DE97}" type="slidenum">
              <a:rPr lang="en-GB" smtClean="0"/>
              <a:t>‹#›</a:t>
            </a:fld>
            <a:endParaRPr lang="en-GB"/>
          </a:p>
        </p:txBody>
      </p:sp>
    </p:spTree>
    <p:extLst>
      <p:ext uri="{BB962C8B-B14F-4D97-AF65-F5344CB8AC3E}">
        <p14:creationId xmlns:p14="http://schemas.microsoft.com/office/powerpoint/2010/main" val="414180469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470A9-4A10-8F44-9DF3-D23F161BE18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687256CA-C625-FF41-BDFA-0622C61E37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2710FB88-C2A2-2B4D-BEEA-6E83D9FA29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7" name="Slide Number Placeholder 6">
            <a:extLst>
              <a:ext uri="{FF2B5EF4-FFF2-40B4-BE49-F238E27FC236}">
                <a16:creationId xmlns:a16="http://schemas.microsoft.com/office/drawing/2014/main" id="{977F67A2-5E5E-1E48-B403-DB42ABE5700E}"/>
              </a:ext>
            </a:extLst>
          </p:cNvPr>
          <p:cNvSpPr>
            <a:spLocks noGrp="1"/>
          </p:cNvSpPr>
          <p:nvPr>
            <p:ph type="sldNum" sz="quarter" idx="12"/>
          </p:nvPr>
        </p:nvSpPr>
        <p:spPr/>
        <p:txBody>
          <a:bodyPr/>
          <a:lstStyle/>
          <a:p>
            <a:fld id="{6D2A713E-BB1B-C844-B16F-141EF6B6DE97}" type="slidenum">
              <a:rPr lang="en-GB" smtClean="0"/>
              <a:t>‹#›</a:t>
            </a:fld>
            <a:endParaRPr lang="en-GB"/>
          </a:p>
        </p:txBody>
      </p:sp>
    </p:spTree>
    <p:extLst>
      <p:ext uri="{BB962C8B-B14F-4D97-AF65-F5344CB8AC3E}">
        <p14:creationId xmlns:p14="http://schemas.microsoft.com/office/powerpoint/2010/main" val="389998573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0" y="0"/>
          <a:ext cx="195384" cy="158750"/>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7" name="Object 6"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95384"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tângulo 43">
            <a:extLst>
              <a:ext uri="{FF2B5EF4-FFF2-40B4-BE49-F238E27FC236}">
                <a16:creationId xmlns:a16="http://schemas.microsoft.com/office/drawing/2014/main" id="{FB4ABDAD-1C79-4522-A37E-B9F4C1CD781C}"/>
              </a:ext>
            </a:extLst>
          </p:cNvPr>
          <p:cNvSpPr/>
          <p:nvPr userDrawn="1"/>
        </p:nvSpPr>
        <p:spPr>
          <a:xfrm>
            <a:off x="11751670" y="6690265"/>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10" name="Text Placeholder 7">
            <a:extLst>
              <a:ext uri="{FF2B5EF4-FFF2-40B4-BE49-F238E27FC236}">
                <a16:creationId xmlns:a16="http://schemas.microsoft.com/office/drawing/2014/main" id="{D827D575-0D3D-46D6-B17D-DC35422EE012}"/>
              </a:ext>
            </a:extLst>
          </p:cNvPr>
          <p:cNvSpPr txBox="1">
            <a:spLocks/>
          </p:cNvSpPr>
          <p:nvPr userDrawn="1"/>
        </p:nvSpPr>
        <p:spPr>
          <a:xfrm>
            <a:off x="9017223" y="6690265"/>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 Capgemini 2020. All rights reserved  </a:t>
            </a:r>
            <a:r>
              <a:rPr lang="en-US">
                <a:solidFill>
                  <a:schemeClr val="accent2"/>
                </a:solidFill>
              </a:rPr>
              <a:t>|</a:t>
            </a:r>
          </a:p>
        </p:txBody>
      </p:sp>
    </p:spTree>
    <p:extLst>
      <p:ext uri="{BB962C8B-B14F-4D97-AF65-F5344CB8AC3E}">
        <p14:creationId xmlns:p14="http://schemas.microsoft.com/office/powerpoint/2010/main" val="340590761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7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a:extLst>
              <a:ext uri="{FF2B5EF4-FFF2-40B4-BE49-F238E27FC236}">
                <a16:creationId xmlns:a16="http://schemas.microsoft.com/office/drawing/2014/main" id="{ADE82618-7CAE-4E4D-BE6D-0E54190C6E15}"/>
              </a:ext>
            </a:extLst>
          </p:cNvPr>
          <p:cNvSpPr/>
          <p:nvPr userDrawn="1"/>
        </p:nvSpPr>
        <p:spPr>
          <a:xfrm>
            <a:off x="6348028" y="0"/>
            <a:ext cx="5843972"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13">
            <a:extLst>
              <a:ext uri="{FF2B5EF4-FFF2-40B4-BE49-F238E27FC236}">
                <a16:creationId xmlns:a16="http://schemas.microsoft.com/office/drawing/2014/main" id="{3867A690-053A-4EAC-A5E4-B6CF055422BF}"/>
              </a:ext>
            </a:extLst>
          </p:cNvPr>
          <p:cNvSpPr>
            <a:spLocks noGrp="1"/>
          </p:cNvSpPr>
          <p:nvPr>
            <p:ph type="pic" sz="quarter" idx="11"/>
          </p:nvPr>
        </p:nvSpPr>
        <p:spPr>
          <a:xfrm>
            <a:off x="0" y="0"/>
            <a:ext cx="6348029" cy="6857999"/>
          </a:xfrm>
          <a:prstGeom prst="rect">
            <a:avLst/>
          </a:prstGeom>
        </p:spPr>
        <p:txBody>
          <a:bodyPr vert="horz" lIns="0" tIns="0" rIns="0" bIns="0" rtlCol="0">
            <a:normAutofit/>
          </a:bodyPr>
          <a:lstStyle>
            <a:lvl1pPr>
              <a:defRPr lang="en-US" dirty="0"/>
            </a:lvl1pPr>
          </a:lstStyle>
          <a:p>
            <a:pPr lvl="0"/>
            <a:r>
              <a:rPr lang="en-US"/>
              <a:t>Click icon to add picture</a:t>
            </a:r>
          </a:p>
        </p:txBody>
      </p:sp>
    </p:spTree>
    <p:extLst>
      <p:ext uri="{BB962C8B-B14F-4D97-AF65-F5344CB8AC3E}">
        <p14:creationId xmlns:p14="http://schemas.microsoft.com/office/powerpoint/2010/main" val="408009321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3_Custom page with sub head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Titelmasterformat durch Klicken bearbeiten</a:t>
            </a:r>
            <a:endParaRPr lang="en-GB"/>
          </a:p>
        </p:txBody>
      </p:sp>
      <p:sp>
        <p:nvSpPr>
          <p:cNvPr id="7" name="Content Placeholder 6"/>
          <p:cNvSpPr>
            <a:spLocks noGrp="1"/>
          </p:cNvSpPr>
          <p:nvPr>
            <p:ph sz="quarter" idx="12"/>
          </p:nvPr>
        </p:nvSpPr>
        <p:spPr>
          <a:xfrm>
            <a:off x="431800" y="1032038"/>
            <a:ext cx="11336217" cy="395288"/>
          </a:xfrm>
          <a:noFill/>
          <a:ln w="9525">
            <a:noFill/>
            <a:miter lim="800000"/>
            <a:headEnd/>
            <a:tailEnd/>
          </a:ln>
        </p:spPr>
        <p:txBody>
          <a:bodyPr rtlCol="0">
            <a:noAutofit/>
          </a:bodyPr>
          <a:lstStyle>
            <a:lvl1pPr marL="0" indent="0" algn="ctr" rtl="0" eaLnBrk="1" fontAlgn="base" hangingPunct="1">
              <a:spcBef>
                <a:spcPct val="0"/>
              </a:spcBef>
              <a:spcAft>
                <a:spcPct val="0"/>
              </a:spcAft>
              <a:buNone/>
              <a:defRPr lang="en-GB" sz="1300" kern="1200" baseline="0" dirty="0">
                <a:solidFill>
                  <a:schemeClr val="accent2"/>
                </a:solidFill>
                <a:latin typeface="Calibri" pitchFamily="34" charset="0"/>
                <a:ea typeface="+mj-ea"/>
                <a:cs typeface="Calibri" pitchFamily="34" charset="0"/>
              </a:defRPr>
            </a:lvl1pPr>
          </a:lstStyle>
          <a:p>
            <a:pPr lvl="0"/>
            <a:r>
              <a:rPr lang="de-DE"/>
              <a:t>Textmasterformate durch Klicken bearbeiten</a:t>
            </a:r>
          </a:p>
        </p:txBody>
      </p:sp>
      <p:sp>
        <p:nvSpPr>
          <p:cNvPr id="8" name="Date Placeholder 7"/>
          <p:cNvSpPr>
            <a:spLocks noGrp="1"/>
          </p:cNvSpPr>
          <p:nvPr>
            <p:ph type="dt" sz="half" idx="13"/>
          </p:nvPr>
        </p:nvSpPr>
        <p:spPr/>
        <p:txBody>
          <a:bodyPr/>
          <a:lstStyle/>
          <a:p>
            <a:pPr>
              <a:defRPr/>
            </a:pPr>
            <a:endParaRPr lang="en-US"/>
          </a:p>
        </p:txBody>
      </p:sp>
      <p:sp>
        <p:nvSpPr>
          <p:cNvPr id="9" name="Slide Number Placeholder 8"/>
          <p:cNvSpPr>
            <a:spLocks noGrp="1"/>
          </p:cNvSpPr>
          <p:nvPr>
            <p:ph type="sldNum" sz="quarter" idx="14"/>
          </p:nvPr>
        </p:nvSpPr>
        <p:spPr/>
        <p:txBody>
          <a:bodyPr/>
          <a:lstStyle/>
          <a:p>
            <a:pPr>
              <a:defRPr/>
            </a:pPr>
            <a:fld id="{6A9CE626-3159-4274-8158-4292551456C4}" type="slidenum">
              <a:rPr lang="en-GB" smtClean="0"/>
              <a:pPr>
                <a:defRPr/>
              </a:pPr>
              <a:t>‹#›</a:t>
            </a:fld>
            <a:endParaRPr lang="en-GB"/>
          </a:p>
        </p:txBody>
      </p:sp>
      <p:sp>
        <p:nvSpPr>
          <p:cNvPr id="12" name="Text Placeholder 11"/>
          <p:cNvSpPr>
            <a:spLocks noGrp="1"/>
          </p:cNvSpPr>
          <p:nvPr>
            <p:ph type="body" sz="quarter" idx="16"/>
          </p:nvPr>
        </p:nvSpPr>
        <p:spPr>
          <a:xfrm>
            <a:off x="431834" y="1792974"/>
            <a:ext cx="11336218" cy="4660214"/>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GB"/>
          </a:p>
        </p:txBody>
      </p:sp>
    </p:spTree>
    <p:extLst>
      <p:ext uri="{BB962C8B-B14F-4D97-AF65-F5344CB8AC3E}">
        <p14:creationId xmlns:p14="http://schemas.microsoft.com/office/powerpoint/2010/main" val="1836371928"/>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32016710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027839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0328008" cy="1104900"/>
          </a:xfrm>
        </p:spPr>
        <p:txBody>
          <a:bodyPr/>
          <a:lstStyle>
            <a:lvl1pPr>
              <a:defRPr sz="2400"/>
            </a:lvl1p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3763889791"/>
      </p:ext>
    </p:extLst>
  </p:cSld>
  <p:clrMapOvr>
    <a:masterClrMapping/>
  </p:clrMapOvr>
  <p:extLst>
    <p:ext uri="{DCECCB84-F9BA-43D5-87BE-67443E8EF086}">
      <p15:sldGuideLst xmlns:p15="http://schemas.microsoft.com/office/powerpoint/2012/main">
        <p15:guide id="1" pos="3840">
          <p15:clr>
            <a:srgbClr val="FBAE40"/>
          </p15:clr>
        </p15:guide>
        <p15:guide id="2" pos="3940">
          <p15:clr>
            <a:srgbClr val="FBAE40"/>
          </p15:clr>
        </p15:guide>
        <p15:guide id="3" pos="4040">
          <p15:clr>
            <a:srgbClr val="FBAE40"/>
          </p15:clr>
        </p15:guide>
        <p15:guide id="4" pos="4140">
          <p15:clr>
            <a:srgbClr val="FBAE40"/>
          </p15:clr>
        </p15:guide>
        <p15:guide id="5" pos="424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2" name="Titre 1"/>
          <p:cNvSpPr>
            <a:spLocks noGrp="1"/>
          </p:cNvSpPr>
          <p:nvPr>
            <p:ph type="title"/>
          </p:nvPr>
        </p:nvSpPr>
        <p:spPr>
          <a:xfrm>
            <a:off x="227349" y="0"/>
            <a:ext cx="10308129" cy="1104900"/>
          </a:xfrm>
        </p:spPr>
        <p:txBody>
          <a:bodyPr/>
          <a:lstStyle/>
          <a:p>
            <a:r>
              <a:rPr lang="en-US"/>
              <a:t>Click to edit Master title style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405894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Tree>
    <p:extLst>
      <p:ext uri="{BB962C8B-B14F-4D97-AF65-F5344CB8AC3E}">
        <p14:creationId xmlns:p14="http://schemas.microsoft.com/office/powerpoint/2010/main" val="222644751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a:spLocks/>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extLst>
      <p:ext uri="{BB962C8B-B14F-4D97-AF65-F5344CB8AC3E}">
        <p14:creationId xmlns:p14="http://schemas.microsoft.com/office/powerpoint/2010/main" val="265029340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040614193"/>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247322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13" name="Oval 20">
            <a:extLst>
              <a:ext uri="{FF2B5EF4-FFF2-40B4-BE49-F238E27FC236}">
                <a16:creationId xmlns:a16="http://schemas.microsoft.com/office/drawing/2014/main" id="{1EFB3510-D39A-47CF-8191-109DDF9E53D5}"/>
              </a:ext>
            </a:extLst>
          </p:cNvPr>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389916445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C64D8C46-1535-4AC3-A460-864FD6BA9C31}"/>
              </a:ext>
            </a:extLst>
          </p:cNvPr>
          <p:cNvSpPr>
            <a:spLocks noGrp="1"/>
          </p:cNvSpPr>
          <p:nvPr>
            <p:ph type="dt" sz="half" idx="10"/>
          </p:nvPr>
        </p:nvSpPr>
        <p:spPr/>
        <p:txBody>
          <a:bodyPr/>
          <a:lstStyle>
            <a:lvl1pPr>
              <a:defRPr/>
            </a:lvl1pPr>
          </a:lstStyle>
          <a:p>
            <a:pPr>
              <a:defRPr/>
            </a:pPr>
            <a:fld id="{A0AB3797-4879-493E-A605-239DFD5879E4}" type="datetime1">
              <a:rPr lang="en-US"/>
              <a:pPr>
                <a:defRPr/>
              </a:pPr>
              <a:t>8/5/2024</a:t>
            </a:fld>
            <a:endParaRPr lang="en-US"/>
          </a:p>
        </p:txBody>
      </p:sp>
      <p:sp>
        <p:nvSpPr>
          <p:cNvPr id="3" name="Footer Placeholder 4">
            <a:extLst>
              <a:ext uri="{FF2B5EF4-FFF2-40B4-BE49-F238E27FC236}">
                <a16:creationId xmlns:a16="http://schemas.microsoft.com/office/drawing/2014/main" id="{9D93ED42-9488-4202-A002-953B2F4F13E9}"/>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95AA338A-A622-4928-A2A7-743BD86F02E3}"/>
              </a:ext>
            </a:extLst>
          </p:cNvPr>
          <p:cNvSpPr>
            <a:spLocks noGrp="1"/>
          </p:cNvSpPr>
          <p:nvPr>
            <p:ph type="sldNum" sz="quarter" idx="12"/>
          </p:nvPr>
        </p:nvSpPr>
        <p:spPr/>
        <p:txBody>
          <a:bodyPr/>
          <a:lstStyle>
            <a:lvl1pPr>
              <a:defRPr/>
            </a:lvl1pPr>
          </a:lstStyle>
          <a:p>
            <a:fld id="{0EA8F319-502A-442B-8EE2-1A4482859E2C}" type="slidenum">
              <a:rPr lang="en-US" altLang="en-US"/>
              <a:pPr/>
              <a:t>‹#›</a:t>
            </a:fld>
            <a:endParaRPr lang="en-US" altLang="en-US"/>
          </a:p>
        </p:txBody>
      </p:sp>
    </p:spTree>
    <p:extLst>
      <p:ext uri="{BB962C8B-B14F-4D97-AF65-F5344CB8AC3E}">
        <p14:creationId xmlns:p14="http://schemas.microsoft.com/office/powerpoint/2010/main" val="235232063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55924270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6_Standard slide">
    <p:spTree>
      <p:nvGrpSpPr>
        <p:cNvPr id="1" name=""/>
        <p:cNvGrpSpPr/>
        <p:nvPr/>
      </p:nvGrpSpPr>
      <p:grpSpPr>
        <a:xfrm>
          <a:off x="0" y="0"/>
          <a:ext cx="0" cy="0"/>
          <a:chOff x="0" y="0"/>
          <a:chExt cx="0" cy="0"/>
        </a:xfrm>
      </p:grpSpPr>
      <p:sp>
        <p:nvSpPr>
          <p:cNvPr id="9" name="Rectangle 8"/>
          <p:cNvSpPr/>
          <p:nvPr userDrawn="1"/>
        </p:nvSpPr>
        <p:spPr>
          <a:xfrm>
            <a:off x="228000" y="225000"/>
            <a:ext cx="11736000" cy="6408000"/>
          </a:xfrm>
          <a:prstGeom prst="rect">
            <a:avLst/>
          </a:prstGeom>
          <a:solidFill>
            <a:srgbClr val="F0F0F0"/>
          </a:solidFill>
          <a:ln w="9525" cmpd="sng">
            <a:noFill/>
          </a:ln>
        </p:spPr>
        <p:style>
          <a:lnRef idx="2">
            <a:schemeClr val="accent1">
              <a:shade val="50000"/>
            </a:schemeClr>
          </a:lnRef>
          <a:fillRef idx="1">
            <a:schemeClr val="accent1"/>
          </a:fillRef>
          <a:effectRef idx="0">
            <a:schemeClr val="accent1"/>
          </a:effectRef>
          <a:fontRef idx="minor">
            <a:schemeClr val="lt1"/>
          </a:fontRef>
        </p:style>
        <p:txBody>
          <a:bodyPr lIns="65405" tIns="65405" rIns="65405" bIns="65405" rtlCol="0" anchor="ctr"/>
          <a:lstStyle/>
          <a:p>
            <a:pPr algn="ctr"/>
            <a:endParaRPr lang="en-GB" sz="3997" b="1">
              <a:solidFill>
                <a:sysClr val="windowText" lastClr="000000"/>
              </a:solidFill>
              <a:latin typeface="EYInterstate Light" panose="02000506000000020004" pitchFamily="2" charset="0"/>
            </a:endParaRPr>
          </a:p>
        </p:txBody>
      </p:sp>
      <p:graphicFrame>
        <p:nvGraphicFramePr>
          <p:cNvPr id="2" name="Object 1" hidden="1"/>
          <p:cNvGraphicFramePr>
            <a:graphicFrameLocks noChangeAspect="1"/>
          </p:cNvGraphicFramePr>
          <p:nvPr userDrawn="1">
            <p:custDataLst>
              <p:tags r:id="rId1"/>
            </p:custDataLst>
          </p:nvPr>
        </p:nvGraphicFramePr>
        <p:xfrm>
          <a:off x="1588" y="1589"/>
          <a:ext cx="1586"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9"/>
                        <a:ext cx="1586" cy="1587"/>
                      </a:xfrm>
                      <a:prstGeom prst="rect">
                        <a:avLst/>
                      </a:prstGeom>
                    </p:spPr>
                  </p:pic>
                </p:oleObj>
              </mc:Fallback>
            </mc:AlternateContent>
          </a:graphicData>
        </a:graphic>
      </p:graphicFrame>
      <p:sp>
        <p:nvSpPr>
          <p:cNvPr id="4" name="Title 3"/>
          <p:cNvSpPr>
            <a:spLocks noGrp="1"/>
          </p:cNvSpPr>
          <p:nvPr>
            <p:ph type="title"/>
          </p:nvPr>
        </p:nvSpPr>
        <p:spPr/>
        <p:txBody>
          <a:bodyPr/>
          <a:lstStyle>
            <a:lvl1pPr algn="l">
              <a:defRPr>
                <a:solidFill>
                  <a:srgbClr val="404040"/>
                </a:solidFill>
              </a:defRPr>
            </a:lvl1pPr>
          </a:lstStyle>
          <a:p>
            <a:r>
              <a:rPr lang="en-US"/>
              <a:t>Click to edit Master title style</a:t>
            </a:r>
          </a:p>
        </p:txBody>
      </p:sp>
      <p:sp>
        <p:nvSpPr>
          <p:cNvPr id="6" name="Footer Placeholder 5"/>
          <p:cNvSpPr>
            <a:spLocks noGrp="1"/>
          </p:cNvSpPr>
          <p:nvPr>
            <p:ph type="ftr" sz="quarter" idx="11"/>
          </p:nvPr>
        </p:nvSpPr>
        <p:spPr/>
        <p:txBody>
          <a:bodyPr/>
          <a:lstStyle/>
          <a:p>
            <a:endParaRPr lang="en-GB">
              <a:solidFill>
                <a:srgbClr val="646464"/>
              </a:solidFill>
            </a:endParaRPr>
          </a:p>
        </p:txBody>
      </p:sp>
      <p:sp>
        <p:nvSpPr>
          <p:cNvPr id="7" name="Slide Number Placeholder 8"/>
          <p:cNvSpPr>
            <a:spLocks noGrp="1"/>
          </p:cNvSpPr>
          <p:nvPr>
            <p:ph type="sldNum" sz="quarter" idx="4"/>
          </p:nvPr>
        </p:nvSpPr>
        <p:spPr>
          <a:xfrm>
            <a:off x="11481596" y="6602525"/>
            <a:ext cx="120162" cy="202236"/>
          </a:xfrm>
          <a:prstGeom prst="rect">
            <a:avLst/>
          </a:prstGeom>
          <a:noFill/>
        </p:spPr>
        <p:txBody>
          <a:bodyPr wrap="none" lIns="0" tIns="46800" rIns="0" bIns="46800" rtlCol="0">
            <a:spAutoFit/>
          </a:bodyPr>
          <a:lstStyle>
            <a:lvl1pPr algn="r">
              <a:defRPr lang="en-GB" sz="700" b="0" smtClean="0">
                <a:solidFill>
                  <a:schemeClr val="tx1"/>
                </a:solidFill>
                <a:latin typeface="EYInterstate Light" panose="02000506000000020004" pitchFamily="2" charset="0"/>
              </a:defRPr>
            </a:lvl1pPr>
          </a:lstStyle>
          <a:p>
            <a:fld id="{D5AC99C8-36BF-4F95-A6ED-F22190550F36}" type="slidenum">
              <a:rPr>
                <a:solidFill>
                  <a:srgbClr val="000000"/>
                </a:solidFill>
              </a:rPr>
              <a:pPr/>
              <a:t>‹#›</a:t>
            </a:fld>
            <a:endParaRPr>
              <a:solidFill>
                <a:srgbClr val="000000"/>
              </a:solidFill>
            </a:endParaRPr>
          </a:p>
        </p:txBody>
      </p:sp>
    </p:spTree>
    <p:extLst>
      <p:ext uri="{BB962C8B-B14F-4D97-AF65-F5344CB8AC3E}">
        <p14:creationId xmlns:p14="http://schemas.microsoft.com/office/powerpoint/2010/main" val="1878485891"/>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D3794B-289A-4A80-97D7-111025398D45}" type="datetimeFigureOut">
              <a:rPr lang="en-US" smtClean="0"/>
              <a:t>8/5/2024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218831689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Final Slide 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4">
            <a:extLst>
              <a:ext uri="{FF2B5EF4-FFF2-40B4-BE49-F238E27FC236}">
                <a16:creationId xmlns:a16="http://schemas.microsoft.com/office/drawing/2014/main" id="{AEFD73FD-4310-4FE6-83F6-4ADDF1642E27}"/>
              </a:ext>
            </a:extLst>
          </p:cNvPr>
          <p:cNvSpPr>
            <a:spLocks/>
          </p:cNvSpPr>
          <p:nvPr userDrawn="1"/>
        </p:nvSpPr>
        <p:spPr bwMode="auto">
          <a:xfrm>
            <a:off x="1" y="0"/>
            <a:ext cx="5942703" cy="6858000"/>
          </a:xfrm>
          <a:custGeom>
            <a:avLst/>
            <a:gdLst>
              <a:gd name="connsiteX0" fmla="*/ 0 w 5942703"/>
              <a:gd name="connsiteY0" fmla="*/ 0 h 6858000"/>
              <a:gd name="connsiteX1" fmla="*/ 1934854 w 5942703"/>
              <a:gd name="connsiteY1" fmla="*/ 0 h 6858000"/>
              <a:gd name="connsiteX2" fmla="*/ 2016936 w 5942703"/>
              <a:gd name="connsiteY2" fmla="*/ 210681 h 6858000"/>
              <a:gd name="connsiteX3" fmla="*/ 5381513 w 5942703"/>
              <a:gd name="connsiteY3" fmla="*/ 2418544 h 6858000"/>
              <a:gd name="connsiteX4" fmla="*/ 3933862 w 5942703"/>
              <a:gd name="connsiteY4" fmla="*/ 6759409 h 6858000"/>
              <a:gd name="connsiteX5" fmla="*/ 3795861 w 5942703"/>
              <a:gd name="connsiteY5" fmla="*/ 6858000 h 6858000"/>
              <a:gd name="connsiteX6" fmla="*/ 0 w 594270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2703" h="6858000">
                <a:moveTo>
                  <a:pt x="0" y="0"/>
                </a:moveTo>
                <a:lnTo>
                  <a:pt x="1934854" y="0"/>
                </a:lnTo>
                <a:lnTo>
                  <a:pt x="2016936" y="210681"/>
                </a:lnTo>
                <a:cubicBezTo>
                  <a:pt x="3206701" y="3025068"/>
                  <a:pt x="5838311" y="3712297"/>
                  <a:pt x="5381513" y="2418544"/>
                </a:cubicBezTo>
                <a:cubicBezTo>
                  <a:pt x="6119798" y="2697936"/>
                  <a:pt x="6539698" y="4845048"/>
                  <a:pt x="3933862" y="6759409"/>
                </a:cubicBezTo>
                <a:lnTo>
                  <a:pt x="3795861" y="6858000"/>
                </a:lnTo>
                <a:lnTo>
                  <a:pt x="0" y="6858000"/>
                </a:lnTo>
                <a:close/>
              </a:path>
            </a:pathLst>
          </a:custGeom>
          <a:solidFill>
            <a:srgbClr val="300B4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grpSp>
        <p:nvGrpSpPr>
          <p:cNvPr id="2" name="Group 5">
            <a:extLst>
              <a:ext uri="{FF2B5EF4-FFF2-40B4-BE49-F238E27FC236}">
                <a16:creationId xmlns:a16="http://schemas.microsoft.com/office/drawing/2014/main" id="{D1D61DEE-13C9-4E34-97DE-432882EEB993}"/>
              </a:ext>
            </a:extLst>
          </p:cNvPr>
          <p:cNvGrpSpPr/>
          <p:nvPr userDrawn="1"/>
        </p:nvGrpSpPr>
        <p:grpSpPr>
          <a:xfrm>
            <a:off x="4979035" y="2404110"/>
            <a:ext cx="735013" cy="682321"/>
            <a:chOff x="5662614" y="3032124"/>
            <a:chExt cx="863600" cy="801689"/>
          </a:xfrm>
        </p:grpSpPr>
        <p:sp>
          <p:nvSpPr>
            <p:cNvPr id="30" name="Freeform 9">
              <a:extLst>
                <a:ext uri="{FF2B5EF4-FFF2-40B4-BE49-F238E27FC236}">
                  <a16:creationId xmlns:a16="http://schemas.microsoft.com/office/drawing/2014/main" id="{CA8EB9FD-9EF8-467D-92C6-8B7B687106BA}"/>
                </a:ext>
              </a:extLst>
            </p:cNvPr>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2">
              <a:extLst>
                <a:ext uri="{FF2B5EF4-FFF2-40B4-BE49-F238E27FC236}">
                  <a16:creationId xmlns:a16="http://schemas.microsoft.com/office/drawing/2014/main" id="{ED2560F6-388B-43F0-89C8-492914F4382E}"/>
                </a:ext>
              </a:extLst>
            </p:cNvPr>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4" name="Rectangle 13"/>
          <p:cNvSpPr/>
          <p:nvPr userDrawn="1"/>
        </p:nvSpPr>
        <p:spPr>
          <a:xfrm>
            <a:off x="6536184" y="2886346"/>
            <a:ext cx="4899531"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b="0" i="0" u="none" strike="noStrike" kern="1200" baseline="0">
                <a:solidFill>
                  <a:schemeClr val="tx1"/>
                </a:solidFill>
                <a:latin typeface="+mn-lt"/>
                <a:ea typeface="+mn-ea"/>
                <a:cs typeface="+mn-cs"/>
              </a:rPr>
              <a:t>Capgemini is a global leader in consulting, digital transformation, technology and engineering services. The Group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Capgemini is driven by the conviction that the business value of technology comes from and through people. Today, it is a multicultural company of 270,000 team members in almost 50 countries. With Altran, the Group reported 2019 combined revenues of €17 billion. </a:t>
            </a:r>
            <a:endParaRPr lang="en-US" sz="200" kern="1200">
              <a:solidFill>
                <a:schemeClr val="tx1"/>
              </a:solidFill>
              <a:effectLst/>
              <a:latin typeface="+mn-lt"/>
              <a:ea typeface="+mn-ea"/>
              <a:cs typeface="+mn-cs"/>
            </a:endParaRPr>
          </a:p>
        </p:txBody>
      </p:sp>
      <p:sp>
        <p:nvSpPr>
          <p:cNvPr id="15" name="Rectangle 14"/>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accent1"/>
                </a:solidFill>
              </a:rPr>
              <a:t>About Capgemini</a:t>
            </a:r>
          </a:p>
        </p:txBody>
      </p:sp>
      <p:sp>
        <p:nvSpPr>
          <p:cNvPr id="16" name="Rectangle 15"/>
          <p:cNvSpPr/>
          <p:nvPr userDrawn="1"/>
        </p:nvSpPr>
        <p:spPr>
          <a:xfrm>
            <a:off x="6536184" y="4235826"/>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spcAft>
                <a:spcPts val="600"/>
              </a:spcAft>
            </a:pPr>
            <a:r>
              <a:rPr lang="en-US" sz="900">
                <a:solidFill>
                  <a:schemeClr val="tx1"/>
                </a:solidFill>
              </a:rPr>
              <a:t>Learn more about us at</a:t>
            </a:r>
          </a:p>
          <a:p>
            <a:pPr algn="just">
              <a:lnSpc>
                <a:spcPts val="1200"/>
              </a:lnSpc>
            </a:pPr>
            <a:r>
              <a:rPr lang="en-US" sz="1400">
                <a:solidFill>
                  <a:schemeClr val="accent2"/>
                </a:solidFill>
              </a:rPr>
              <a:t>www.capgemini.com</a:t>
            </a:r>
          </a:p>
        </p:txBody>
      </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810097" y="3979258"/>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93474" y="3979258"/>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76851" y="3979258"/>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60227" y="3979258"/>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26720" y="3979258"/>
            <a:ext cx="333195" cy="333195"/>
          </a:xfrm>
          <a:prstGeom prst="rect">
            <a:avLst/>
          </a:prstGeom>
          <a:noFill/>
        </p:spPr>
      </p:pic>
      <p:sp>
        <p:nvSpPr>
          <p:cNvPr id="23" name="Rectangle 22"/>
          <p:cNvSpPr/>
          <p:nvPr userDrawn="1"/>
        </p:nvSpPr>
        <p:spPr>
          <a:xfrm>
            <a:off x="426720" y="5764024"/>
            <a:ext cx="4198620" cy="446276"/>
          </a:xfrm>
          <a:prstGeom prst="rect">
            <a:avLst/>
          </a:prstGeom>
        </p:spPr>
        <p:txBody>
          <a:bodyPr wrap="square" lIns="0" tIns="0" rIns="0" bIns="0" anchor="b" anchorCtr="0">
            <a:spAutoFit/>
          </a:bodyPr>
          <a:lstStyle/>
          <a:p>
            <a:pPr>
              <a:spcAft>
                <a:spcPts val="600"/>
              </a:spcAft>
            </a:pPr>
            <a:r>
              <a:rPr lang="en-US" sz="800" noProof="0">
                <a:solidFill>
                  <a:schemeClr val="bg1"/>
                </a:solidFill>
                <a:latin typeface="+mn-lt"/>
                <a:cs typeface="Arial"/>
              </a:rPr>
              <a:t>This message contains information that may be privileged or confidential and is the property of the Capgemini Group.</a:t>
            </a:r>
          </a:p>
          <a:p>
            <a:pPr>
              <a:spcAft>
                <a:spcPts val="600"/>
              </a:spcAft>
            </a:pPr>
            <a:r>
              <a:rPr lang="en-US" sz="800" noProof="0">
                <a:solidFill>
                  <a:schemeClr val="bg1"/>
                </a:solidFill>
                <a:latin typeface="Arial"/>
                <a:cs typeface="Arial"/>
              </a:rPr>
              <a:t>Copyright © 2020 Capgemini. All rights reserved.</a:t>
            </a:r>
          </a:p>
        </p:txBody>
      </p:sp>
      <p:sp>
        <p:nvSpPr>
          <p:cNvPr id="25" name="Rectangle 24">
            <a:hlinkClick r:id="rId12"/>
          </p:cNvPr>
          <p:cNvSpPr/>
          <p:nvPr userDrawn="1"/>
        </p:nvSpPr>
        <p:spPr>
          <a:xfrm>
            <a:off x="7489902" y="3812094"/>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hlinkClick r:id="rId13"/>
          </p:cNvPr>
          <p:cNvSpPr/>
          <p:nvPr userDrawn="1"/>
        </p:nvSpPr>
        <p:spPr>
          <a:xfrm>
            <a:off x="10730865" y="3812094"/>
            <a:ext cx="704850"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ZoneTexte 23"/>
          <p:cNvSpPr txBox="1"/>
          <p:nvPr userDrawn="1"/>
        </p:nvSpPr>
        <p:spPr>
          <a:xfrm>
            <a:off x="419254" y="4381708"/>
            <a:ext cx="2519921" cy="276999"/>
          </a:xfrm>
          <a:prstGeom prst="rect">
            <a:avLst/>
          </a:prstGeom>
          <a:noFill/>
        </p:spPr>
        <p:txBody>
          <a:bodyPr wrap="none" lIns="0" rIns="0" rtlCol="0">
            <a:spAutoFit/>
          </a:bodyPr>
          <a:lstStyle/>
          <a:p>
            <a:r>
              <a:rPr lang="en-US" sz="1200" b="1">
                <a:solidFill>
                  <a:schemeClr val="bg1"/>
                </a:solidFill>
              </a:rPr>
              <a:t>People matter, results count.</a:t>
            </a:r>
          </a:p>
        </p:txBody>
      </p:sp>
    </p:spTree>
    <p:extLst>
      <p:ext uri="{BB962C8B-B14F-4D97-AF65-F5344CB8AC3E}">
        <p14:creationId xmlns:p14="http://schemas.microsoft.com/office/powerpoint/2010/main" val="2979980954"/>
      </p:ext>
    </p:extLst>
  </p:cSld>
  <p:clrMapOvr>
    <a:masterClrMapping/>
  </p:clrMapOvr>
  <p:extLst>
    <p:ext uri="{DCECCB84-F9BA-43D5-87BE-67443E8EF086}">
      <p15:sldGuideLst xmlns:p15="http://schemas.microsoft.com/office/powerpoint/2012/main"/>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186334721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2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5458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46690631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3_Titre seu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D5B34BB-1992-4B44-A595-77386543451E}"/>
              </a:ext>
            </a:extLst>
          </p:cNvPr>
          <p:cNvSpPr/>
          <p:nvPr/>
        </p:nvSpPr>
        <p:spPr>
          <a:xfrm>
            <a:off x="6255656" y="0"/>
            <a:ext cx="593634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4442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sp>
        <p:nvSpPr>
          <p:cNvPr id="6" name="Retângulo 43">
            <a:extLst>
              <a:ext uri="{FF2B5EF4-FFF2-40B4-BE49-F238E27FC236}">
                <a16:creationId xmlns:a16="http://schemas.microsoft.com/office/drawing/2014/main" id="{9A8BE18E-6B02-49FC-9EDA-027B71177C98}"/>
              </a:ext>
            </a:extLst>
          </p:cNvPr>
          <p:cNvSpPr/>
          <p:nvPr/>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7" name="Text Placeholder 7">
            <a:extLst>
              <a:ext uri="{FF2B5EF4-FFF2-40B4-BE49-F238E27FC236}">
                <a16:creationId xmlns:a16="http://schemas.microsoft.com/office/drawing/2014/main" id="{BF6C4208-023E-4F1D-AD16-64681E184BC6}"/>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Capgemini Invent 2018. All rights reserved </a:t>
            </a:r>
            <a:r>
              <a:rPr lang="en-US">
                <a:solidFill>
                  <a:schemeClr val="accent2"/>
                </a:solidFill>
              </a:rPr>
              <a:t>|</a:t>
            </a:r>
          </a:p>
        </p:txBody>
      </p:sp>
      <p:grpSp>
        <p:nvGrpSpPr>
          <p:cNvPr id="8" name="Groupe 1">
            <a:extLst>
              <a:ext uri="{FF2B5EF4-FFF2-40B4-BE49-F238E27FC236}">
                <a16:creationId xmlns:a16="http://schemas.microsoft.com/office/drawing/2014/main" id="{BD253023-E874-4939-9941-B04B48BBB28B}"/>
              </a:ext>
            </a:extLst>
          </p:cNvPr>
          <p:cNvGrpSpPr/>
          <p:nvPr/>
        </p:nvGrpSpPr>
        <p:grpSpPr>
          <a:xfrm>
            <a:off x="11501102" y="171573"/>
            <a:ext cx="419436" cy="388988"/>
            <a:chOff x="11501102" y="171573"/>
            <a:chExt cx="419436" cy="388988"/>
          </a:xfrm>
        </p:grpSpPr>
        <p:sp>
          <p:nvSpPr>
            <p:cNvPr id="9" name="Freeform 13">
              <a:extLst>
                <a:ext uri="{FF2B5EF4-FFF2-40B4-BE49-F238E27FC236}">
                  <a16:creationId xmlns:a16="http://schemas.microsoft.com/office/drawing/2014/main" id="{A056E45F-8FDB-45F9-A83B-C8AC833B1F74}"/>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0" name="Freeform 14">
              <a:extLst>
                <a:ext uri="{FF2B5EF4-FFF2-40B4-BE49-F238E27FC236}">
                  <a16:creationId xmlns:a16="http://schemas.microsoft.com/office/drawing/2014/main" id="{AFE481B4-0A2D-4647-9456-87056E856D32}"/>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130989422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550200" y="0"/>
            <a:ext cx="11091600" cy="1104900"/>
          </a:xfrm>
        </p:spPr>
        <p:txBody>
          <a:bodyPr tIns="180000"/>
          <a:lstStyle>
            <a:lvl1pPr>
              <a:spcBef>
                <a:spcPts val="0"/>
              </a:spcBef>
              <a:defRPr spc="200" baseline="0"/>
            </a:lvl1pPr>
          </a:lstStyle>
          <a:p>
            <a:r>
              <a:rPr lang="en-US"/>
              <a:t>Click to edit Master title style</a:t>
            </a:r>
            <a:endParaRPr lang="en-GB"/>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rmAutofit/>
          </a:bodyPr>
          <a:lstStyle>
            <a:lvl1pPr>
              <a:spcBef>
                <a:spcPts val="0"/>
              </a:spcBef>
              <a:defRPr sz="2200" spc="-110" baseline="0">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152486757"/>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550200" y="0"/>
            <a:ext cx="11091600" cy="1104900"/>
          </a:xfrm>
        </p:spPr>
        <p:txBody>
          <a:bodyPr tIns="180000"/>
          <a:lstStyle>
            <a:lvl1pPr>
              <a:spcBef>
                <a:spcPts val="0"/>
              </a:spcBef>
              <a:defRPr spc="200" baseline="0"/>
            </a:lvl1pPr>
          </a:lstStyle>
          <a:p>
            <a:r>
              <a:rPr lang="en-US"/>
              <a:t>Click to edit Master title style</a:t>
            </a:r>
            <a:endParaRPr lang="en-GB"/>
          </a:p>
        </p:txBody>
      </p:sp>
      <p:sp>
        <p:nvSpPr>
          <p:cNvPr id="4" name="Text Placeholder 3"/>
          <p:cNvSpPr>
            <a:spLocks noGrp="1"/>
          </p:cNvSpPr>
          <p:nvPr>
            <p:ph type="body" sz="quarter" idx="10"/>
          </p:nvPr>
        </p:nvSpPr>
        <p:spPr>
          <a:xfrm>
            <a:off x="550200" y="1815351"/>
            <a:ext cx="11091600" cy="4466201"/>
          </a:xfrm>
        </p:spPr>
        <p:txBody>
          <a:bodyPr numCol="1">
            <a:normAutofit/>
          </a:bodyPr>
          <a:lstStyle>
            <a:lvl1pPr>
              <a:spcBef>
                <a:spcPts val="600"/>
              </a:spcBef>
              <a:defRPr sz="2000"/>
            </a:lvl1pPr>
            <a:lvl2pPr marL="273050" indent="-273050">
              <a:spcBef>
                <a:spcPts val="600"/>
              </a:spcBef>
              <a:defRPr sz="1800"/>
            </a:lvl2pPr>
            <a:lvl3pPr marL="531813" indent="-258763">
              <a:spcBef>
                <a:spcPts val="600"/>
              </a:spcBef>
              <a:buClr>
                <a:schemeClr val="accent1"/>
              </a:buClr>
              <a:defRPr sz="1600"/>
            </a:lvl3pPr>
            <a:lvl4pPr marL="723900" indent="-192088">
              <a:spcBef>
                <a:spcPts val="600"/>
              </a:spcBef>
              <a:buClr>
                <a:schemeClr val="accent1"/>
              </a:buClr>
              <a:defRPr sz="14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rmAutofit/>
          </a:bodyPr>
          <a:lstStyle>
            <a:lvl1pPr>
              <a:spcBef>
                <a:spcPts val="0"/>
              </a:spcBef>
              <a:defRPr sz="2200" spc="-110" baseline="0">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318283272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2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550200" y="0"/>
            <a:ext cx="11091600" cy="1104900"/>
          </a:xfrm>
        </p:spPr>
        <p:txBody>
          <a:bodyPr tIns="180000"/>
          <a:lstStyle>
            <a:lvl1pPr>
              <a:spcBef>
                <a:spcPts val="0"/>
              </a:spcBef>
              <a:defRPr spc="200" baseline="0"/>
            </a:lvl1pPr>
          </a:lstStyle>
          <a:p>
            <a:r>
              <a:rPr lang="en-US"/>
              <a:t>Click to edit Master title style</a:t>
            </a:r>
            <a:endParaRPr lang="en-GB"/>
          </a:p>
        </p:txBody>
      </p:sp>
      <p:sp>
        <p:nvSpPr>
          <p:cNvPr id="4" name="Text Placeholder 3"/>
          <p:cNvSpPr>
            <a:spLocks noGrp="1"/>
          </p:cNvSpPr>
          <p:nvPr>
            <p:ph type="body" sz="quarter" idx="10"/>
          </p:nvPr>
        </p:nvSpPr>
        <p:spPr>
          <a:xfrm>
            <a:off x="550200" y="1815351"/>
            <a:ext cx="11091600" cy="4466201"/>
          </a:xfrm>
        </p:spPr>
        <p:txBody>
          <a:bodyPr numCol="2">
            <a:normAutofit/>
          </a:bodyPr>
          <a:lstStyle>
            <a:lvl1pPr>
              <a:defRPr sz="2000"/>
            </a:lvl1pPr>
            <a:lvl2pPr marL="273050" indent="-273050">
              <a:defRPr sz="1800"/>
            </a:lvl2pPr>
            <a:lvl3pPr marL="531813" indent="-258763">
              <a:buClr>
                <a:schemeClr val="accent1"/>
              </a:buClr>
              <a:defRPr sz="1600"/>
            </a:lvl3pPr>
            <a:lvl4pPr marL="723900" indent="-192088">
              <a:buClr>
                <a:schemeClr val="accent1"/>
              </a:buClr>
              <a:defRPr sz="14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rmAutofit/>
          </a:bodyPr>
          <a:lstStyle>
            <a:lvl1pPr>
              <a:spcBef>
                <a:spcPts val="0"/>
              </a:spcBef>
              <a:defRPr sz="2200" spc="-110" baseline="0">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2465700370"/>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5_Vide">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117136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8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a:extLst>
              <a:ext uri="{FF2B5EF4-FFF2-40B4-BE49-F238E27FC236}">
                <a16:creationId xmlns:a16="http://schemas.microsoft.com/office/drawing/2014/main" id="{5B6A21B9-FF57-E24F-8940-258A6531DF8A}"/>
              </a:ext>
            </a:extLst>
          </p:cNvPr>
          <p:cNvSpPr/>
          <p:nvPr userDrawn="1"/>
        </p:nvSpPr>
        <p:spPr>
          <a:xfrm>
            <a:off x="11448288" y="131674"/>
            <a:ext cx="563270" cy="4974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3B3DA2A-7540-8149-8485-2FC82CEB039D}"/>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494270" y="-234778"/>
            <a:ext cx="12192000" cy="6858000"/>
          </a:xfrm>
          <a:prstGeom prst="rect">
            <a:avLst/>
          </a:prstGeom>
        </p:spPr>
      </p:pic>
    </p:spTree>
    <p:extLst>
      <p:ext uri="{BB962C8B-B14F-4D97-AF65-F5344CB8AC3E}">
        <p14:creationId xmlns:p14="http://schemas.microsoft.com/office/powerpoint/2010/main" val="63283779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p:cSld name="9_Vide">
    <p:bg>
      <p:bgPr>
        <a:solidFill>
          <a:schemeClr val="accent1"/>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Group 37">
            <a:extLst>
              <a:ext uri="{FF2B5EF4-FFF2-40B4-BE49-F238E27FC236}">
                <a16:creationId xmlns:a16="http://schemas.microsoft.com/office/drawing/2014/main" id="{D4FBCFDE-74C0-437D-A599-2DBE30E875B1}"/>
              </a:ext>
            </a:extLst>
          </p:cNvPr>
          <p:cNvGrpSpPr/>
          <p:nvPr/>
        </p:nvGrpSpPr>
        <p:grpSpPr>
          <a:xfrm>
            <a:off x="11501102" y="171573"/>
            <a:ext cx="419436" cy="388087"/>
            <a:chOff x="5481638" y="2859088"/>
            <a:chExt cx="1231900" cy="1139825"/>
          </a:xfrm>
          <a:solidFill>
            <a:schemeClr val="bg1"/>
          </a:solidFill>
        </p:grpSpPr>
        <p:sp>
          <p:nvSpPr>
            <p:cNvPr id="6" name="Freeform 320">
              <a:extLst>
                <a:ext uri="{FF2B5EF4-FFF2-40B4-BE49-F238E27FC236}">
                  <a16:creationId xmlns:a16="http://schemas.microsoft.com/office/drawing/2014/main" id="{4DB21AEB-579C-480C-ACC1-1264171B1846}"/>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E3508132-3864-4D62-BDFD-482ACEDA8190}"/>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4284091"/>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2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a:extLst>
              <a:ext uri="{FF2B5EF4-FFF2-40B4-BE49-F238E27FC236}">
                <a16:creationId xmlns:a16="http://schemas.microsoft.com/office/drawing/2014/main" id="{ADE82618-7CAE-4E4D-BE6D-0E54190C6E15}"/>
              </a:ext>
            </a:extLst>
          </p:cNvPr>
          <p:cNvSpPr/>
          <p:nvPr/>
        </p:nvSpPr>
        <p:spPr>
          <a:xfrm>
            <a:off x="0" y="0"/>
            <a:ext cx="5843972"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13">
            <a:extLst>
              <a:ext uri="{FF2B5EF4-FFF2-40B4-BE49-F238E27FC236}">
                <a16:creationId xmlns:a16="http://schemas.microsoft.com/office/drawing/2014/main" id="{3867A690-053A-4EAC-A5E4-B6CF055422BF}"/>
              </a:ext>
            </a:extLst>
          </p:cNvPr>
          <p:cNvSpPr>
            <a:spLocks noGrp="1"/>
          </p:cNvSpPr>
          <p:nvPr>
            <p:ph type="pic" sz="quarter" idx="11"/>
          </p:nvPr>
        </p:nvSpPr>
        <p:spPr>
          <a:xfrm>
            <a:off x="5843971" y="0"/>
            <a:ext cx="6348029" cy="6857999"/>
          </a:xfrm>
          <a:prstGeom prst="rect">
            <a:avLst/>
          </a:prstGeom>
        </p:spPr>
        <p:txBody>
          <a:bodyPr vert="horz" lIns="0" tIns="0" rIns="0" bIns="0" rtlCol="0">
            <a:normAutofit/>
          </a:bodyPr>
          <a:lstStyle>
            <a:lvl1pPr>
              <a:defRPr lang="en-US" dirty="0"/>
            </a:lvl1pPr>
          </a:lstStyle>
          <a:p>
            <a:pPr lvl="0"/>
            <a:r>
              <a:rPr lang="en-US"/>
              <a:t>Click icon to add picture</a:t>
            </a:r>
          </a:p>
        </p:txBody>
      </p:sp>
    </p:spTree>
    <p:extLst>
      <p:ext uri="{BB962C8B-B14F-4D97-AF65-F5344CB8AC3E}">
        <p14:creationId xmlns:p14="http://schemas.microsoft.com/office/powerpoint/2010/main" val="2578248938"/>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7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a:extLst>
              <a:ext uri="{FF2B5EF4-FFF2-40B4-BE49-F238E27FC236}">
                <a16:creationId xmlns:a16="http://schemas.microsoft.com/office/drawing/2014/main" id="{ADE82618-7CAE-4E4D-BE6D-0E54190C6E15}"/>
              </a:ext>
            </a:extLst>
          </p:cNvPr>
          <p:cNvSpPr/>
          <p:nvPr/>
        </p:nvSpPr>
        <p:spPr>
          <a:xfrm>
            <a:off x="6348028" y="0"/>
            <a:ext cx="5843972"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13">
            <a:extLst>
              <a:ext uri="{FF2B5EF4-FFF2-40B4-BE49-F238E27FC236}">
                <a16:creationId xmlns:a16="http://schemas.microsoft.com/office/drawing/2014/main" id="{3867A690-053A-4EAC-A5E4-B6CF055422BF}"/>
              </a:ext>
            </a:extLst>
          </p:cNvPr>
          <p:cNvSpPr>
            <a:spLocks noGrp="1"/>
          </p:cNvSpPr>
          <p:nvPr>
            <p:ph type="pic" sz="quarter" idx="11"/>
          </p:nvPr>
        </p:nvSpPr>
        <p:spPr>
          <a:xfrm>
            <a:off x="0" y="0"/>
            <a:ext cx="6348029" cy="6857999"/>
          </a:xfrm>
          <a:prstGeom prst="rect">
            <a:avLst/>
          </a:prstGeom>
        </p:spPr>
        <p:txBody>
          <a:bodyPr vert="horz" lIns="0" tIns="0" rIns="0" bIns="0" rtlCol="0">
            <a:normAutofit/>
          </a:bodyPr>
          <a:lstStyle>
            <a:lvl1pPr>
              <a:defRPr lang="en-US" dirty="0"/>
            </a:lvl1pPr>
          </a:lstStyle>
          <a:p>
            <a:pPr lvl="0"/>
            <a:r>
              <a:rPr lang="en-US"/>
              <a:t>Click icon to add picture</a:t>
            </a:r>
          </a:p>
        </p:txBody>
      </p:sp>
    </p:spTree>
    <p:extLst>
      <p:ext uri="{BB962C8B-B14F-4D97-AF65-F5344CB8AC3E}">
        <p14:creationId xmlns:p14="http://schemas.microsoft.com/office/powerpoint/2010/main" val="3629827088"/>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1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ctangle 1">
            <a:extLst>
              <a:ext uri="{FF2B5EF4-FFF2-40B4-BE49-F238E27FC236}">
                <a16:creationId xmlns:a16="http://schemas.microsoft.com/office/drawing/2014/main" id="{A2AD5E62-125B-401D-BACC-CA113F5CA980}"/>
              </a:ext>
            </a:extLst>
          </p:cNvPr>
          <p:cNvSpPr/>
          <p:nvPr/>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7">
            <a:extLst>
              <a:ext uri="{FF2B5EF4-FFF2-40B4-BE49-F238E27FC236}">
                <a16:creationId xmlns:a16="http://schemas.microsoft.com/office/drawing/2014/main" id="{426112C1-E778-4156-85D5-E734509379F9}"/>
              </a:ext>
            </a:extLst>
          </p:cNvPr>
          <p:cNvGrpSpPr/>
          <p:nvPr/>
        </p:nvGrpSpPr>
        <p:grpSpPr>
          <a:xfrm>
            <a:off x="11501102" y="171573"/>
            <a:ext cx="419436" cy="388087"/>
            <a:chOff x="5481638" y="2859088"/>
            <a:chExt cx="1231900" cy="1139825"/>
          </a:xfrm>
          <a:solidFill>
            <a:schemeClr val="bg1"/>
          </a:solidFill>
        </p:grpSpPr>
        <p:sp>
          <p:nvSpPr>
            <p:cNvPr id="6" name="Freeform 320">
              <a:extLst>
                <a:ext uri="{FF2B5EF4-FFF2-40B4-BE49-F238E27FC236}">
                  <a16:creationId xmlns:a16="http://schemas.microsoft.com/office/drawing/2014/main" id="{46EE32CB-4EFE-4786-8A54-3A2CAC34A784}"/>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833C49E3-F9C1-45C3-87D6-8B5C41013D68}"/>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259622021"/>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1_Agenda with Bullets">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515DA7-741C-4CC1-BAC4-E2BB869EA21B}"/>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37319" t="6874" r="13692" b="14501"/>
          <a:stretch/>
        </p:blipFill>
        <p:spPr>
          <a:xfrm rot="16200000" flipH="1">
            <a:off x="-522982" y="522982"/>
            <a:ext cx="6858002" cy="5812037"/>
          </a:xfrm>
          <a:prstGeom prst="rect">
            <a:avLst/>
          </a:prstGeom>
        </p:spPr>
      </p:pic>
      <p:sp>
        <p:nvSpPr>
          <p:cNvPr id="20" name="Text Placeholder 7">
            <a:extLst>
              <a:ext uri="{FF2B5EF4-FFF2-40B4-BE49-F238E27FC236}">
                <a16:creationId xmlns:a16="http://schemas.microsoft.com/office/drawing/2014/main" id="{9AFD87C0-70C2-43AC-9DA3-160A95F947F3}"/>
              </a:ext>
            </a:extLst>
          </p:cNvPr>
          <p:cNvSpPr>
            <a:spLocks noGrp="1"/>
          </p:cNvSpPr>
          <p:nvPr>
            <p:ph type="body" sz="quarter" idx="11" hasCustomPrompt="1"/>
          </p:nvPr>
        </p:nvSpPr>
        <p:spPr>
          <a:xfrm>
            <a:off x="5812038" y="1301017"/>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1" name="Text Placeholder 7">
            <a:extLst>
              <a:ext uri="{FF2B5EF4-FFF2-40B4-BE49-F238E27FC236}">
                <a16:creationId xmlns:a16="http://schemas.microsoft.com/office/drawing/2014/main" id="{3BC068EE-22F5-4ABE-B3BF-88CF841C40E2}"/>
              </a:ext>
            </a:extLst>
          </p:cNvPr>
          <p:cNvSpPr>
            <a:spLocks noGrp="1"/>
          </p:cNvSpPr>
          <p:nvPr>
            <p:ph type="body" sz="quarter" idx="12" hasCustomPrompt="1"/>
          </p:nvPr>
        </p:nvSpPr>
        <p:spPr>
          <a:xfrm>
            <a:off x="5812038" y="1960142"/>
            <a:ext cx="6103736" cy="555448"/>
          </a:xfrm>
          <a:prstGeom prst="rect">
            <a:avLst/>
          </a:prstGeom>
        </p:spPr>
        <p:txBody>
          <a:bodyPr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22" name="Text Placeholder 7">
            <a:extLst>
              <a:ext uri="{FF2B5EF4-FFF2-40B4-BE49-F238E27FC236}">
                <a16:creationId xmlns:a16="http://schemas.microsoft.com/office/drawing/2014/main" id="{59382DC9-351D-40C2-ABD1-40AADDBBA7C6}"/>
              </a:ext>
            </a:extLst>
          </p:cNvPr>
          <p:cNvSpPr>
            <a:spLocks noGrp="1"/>
          </p:cNvSpPr>
          <p:nvPr>
            <p:ph type="body" sz="quarter" idx="13" hasCustomPrompt="1"/>
          </p:nvPr>
        </p:nvSpPr>
        <p:spPr>
          <a:xfrm>
            <a:off x="5812038" y="2619267"/>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3" name="Text Placeholder 7">
            <a:extLst>
              <a:ext uri="{FF2B5EF4-FFF2-40B4-BE49-F238E27FC236}">
                <a16:creationId xmlns:a16="http://schemas.microsoft.com/office/drawing/2014/main" id="{0710CA76-E2C0-4713-AB03-B2222F2BF9C1}"/>
              </a:ext>
            </a:extLst>
          </p:cNvPr>
          <p:cNvSpPr>
            <a:spLocks noGrp="1"/>
          </p:cNvSpPr>
          <p:nvPr>
            <p:ph type="body" sz="quarter" idx="14" hasCustomPrompt="1"/>
          </p:nvPr>
        </p:nvSpPr>
        <p:spPr>
          <a:xfrm>
            <a:off x="5812038" y="5255767"/>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4" name="Text Placeholder 7">
            <a:extLst>
              <a:ext uri="{FF2B5EF4-FFF2-40B4-BE49-F238E27FC236}">
                <a16:creationId xmlns:a16="http://schemas.microsoft.com/office/drawing/2014/main" id="{2DED1719-919F-4F18-8CBC-B81012FF4F1E}"/>
              </a:ext>
            </a:extLst>
          </p:cNvPr>
          <p:cNvSpPr>
            <a:spLocks noGrp="1"/>
          </p:cNvSpPr>
          <p:nvPr>
            <p:ph type="body" sz="quarter" idx="15" hasCustomPrompt="1"/>
          </p:nvPr>
        </p:nvSpPr>
        <p:spPr>
          <a:xfrm>
            <a:off x="5812038" y="3937517"/>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5" name="Text Placeholder 7">
            <a:extLst>
              <a:ext uri="{FF2B5EF4-FFF2-40B4-BE49-F238E27FC236}">
                <a16:creationId xmlns:a16="http://schemas.microsoft.com/office/drawing/2014/main" id="{5630E427-AF1A-49D9-91D1-0349578FAF19}"/>
              </a:ext>
            </a:extLst>
          </p:cNvPr>
          <p:cNvSpPr>
            <a:spLocks noGrp="1"/>
          </p:cNvSpPr>
          <p:nvPr>
            <p:ph type="body" sz="quarter" idx="16" hasCustomPrompt="1"/>
          </p:nvPr>
        </p:nvSpPr>
        <p:spPr>
          <a:xfrm>
            <a:off x="5812038" y="4596642"/>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7" name="Text Placeholder 7">
            <a:extLst>
              <a:ext uri="{FF2B5EF4-FFF2-40B4-BE49-F238E27FC236}">
                <a16:creationId xmlns:a16="http://schemas.microsoft.com/office/drawing/2014/main" id="{05B0F0D2-9B59-4DCE-A7F0-46C6C94F904A}"/>
              </a:ext>
            </a:extLst>
          </p:cNvPr>
          <p:cNvSpPr>
            <a:spLocks noGrp="1"/>
          </p:cNvSpPr>
          <p:nvPr>
            <p:ph type="body" sz="quarter" idx="18" hasCustomPrompt="1"/>
          </p:nvPr>
        </p:nvSpPr>
        <p:spPr>
          <a:xfrm>
            <a:off x="5812038" y="5914890"/>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9" name="Text Placeholder 7">
            <a:extLst>
              <a:ext uri="{FF2B5EF4-FFF2-40B4-BE49-F238E27FC236}">
                <a16:creationId xmlns:a16="http://schemas.microsoft.com/office/drawing/2014/main" id="{BEFAEF53-DFEE-4C56-9A89-479FA76B100A}"/>
              </a:ext>
            </a:extLst>
          </p:cNvPr>
          <p:cNvSpPr>
            <a:spLocks noGrp="1"/>
          </p:cNvSpPr>
          <p:nvPr>
            <p:ph type="body" sz="quarter" idx="19" hasCustomPrompt="1"/>
          </p:nvPr>
        </p:nvSpPr>
        <p:spPr>
          <a:xfrm>
            <a:off x="5219040" y="1301017"/>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01</a:t>
            </a:r>
          </a:p>
        </p:txBody>
      </p:sp>
      <p:sp>
        <p:nvSpPr>
          <p:cNvPr id="31" name="Text Placeholder 7">
            <a:extLst>
              <a:ext uri="{FF2B5EF4-FFF2-40B4-BE49-F238E27FC236}">
                <a16:creationId xmlns:a16="http://schemas.microsoft.com/office/drawing/2014/main" id="{2AAD1C81-8340-4E04-8BEA-69F2DD76C1B0}"/>
              </a:ext>
            </a:extLst>
          </p:cNvPr>
          <p:cNvSpPr>
            <a:spLocks noGrp="1"/>
          </p:cNvSpPr>
          <p:nvPr>
            <p:ph type="body" sz="quarter" idx="20" hasCustomPrompt="1"/>
          </p:nvPr>
        </p:nvSpPr>
        <p:spPr>
          <a:xfrm>
            <a:off x="5219040" y="1960142"/>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02</a:t>
            </a:r>
          </a:p>
        </p:txBody>
      </p:sp>
      <p:sp>
        <p:nvSpPr>
          <p:cNvPr id="33" name="Text Placeholder 7">
            <a:extLst>
              <a:ext uri="{FF2B5EF4-FFF2-40B4-BE49-F238E27FC236}">
                <a16:creationId xmlns:a16="http://schemas.microsoft.com/office/drawing/2014/main" id="{E08C5D12-CB21-4E9A-B574-43221F42B836}"/>
              </a:ext>
            </a:extLst>
          </p:cNvPr>
          <p:cNvSpPr>
            <a:spLocks noGrp="1"/>
          </p:cNvSpPr>
          <p:nvPr>
            <p:ph type="body" sz="quarter" idx="21" hasCustomPrompt="1"/>
          </p:nvPr>
        </p:nvSpPr>
        <p:spPr>
          <a:xfrm>
            <a:off x="5219040" y="2619267"/>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03</a:t>
            </a:r>
          </a:p>
        </p:txBody>
      </p:sp>
      <p:sp>
        <p:nvSpPr>
          <p:cNvPr id="35" name="Text Placeholder 7">
            <a:extLst>
              <a:ext uri="{FF2B5EF4-FFF2-40B4-BE49-F238E27FC236}">
                <a16:creationId xmlns:a16="http://schemas.microsoft.com/office/drawing/2014/main" id="{9D51691D-12CC-40BE-AB48-50F4ADC75971}"/>
              </a:ext>
            </a:extLst>
          </p:cNvPr>
          <p:cNvSpPr>
            <a:spLocks noGrp="1"/>
          </p:cNvSpPr>
          <p:nvPr>
            <p:ph type="body" sz="quarter" idx="22" hasCustomPrompt="1"/>
          </p:nvPr>
        </p:nvSpPr>
        <p:spPr>
          <a:xfrm>
            <a:off x="5219040" y="3278392"/>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04</a:t>
            </a:r>
          </a:p>
        </p:txBody>
      </p:sp>
      <p:sp>
        <p:nvSpPr>
          <p:cNvPr id="43" name="Text Placeholder 7">
            <a:extLst>
              <a:ext uri="{FF2B5EF4-FFF2-40B4-BE49-F238E27FC236}">
                <a16:creationId xmlns:a16="http://schemas.microsoft.com/office/drawing/2014/main" id="{10E2D5DB-B531-4A82-BD73-9C29EF1EB46B}"/>
              </a:ext>
            </a:extLst>
          </p:cNvPr>
          <p:cNvSpPr>
            <a:spLocks noGrp="1"/>
          </p:cNvSpPr>
          <p:nvPr>
            <p:ph type="body" sz="quarter" idx="23" hasCustomPrompt="1"/>
          </p:nvPr>
        </p:nvSpPr>
        <p:spPr>
          <a:xfrm>
            <a:off x="5219040" y="3937517"/>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05</a:t>
            </a:r>
          </a:p>
        </p:txBody>
      </p:sp>
      <p:sp>
        <p:nvSpPr>
          <p:cNvPr id="50" name="Text Placeholder 7">
            <a:extLst>
              <a:ext uri="{FF2B5EF4-FFF2-40B4-BE49-F238E27FC236}">
                <a16:creationId xmlns:a16="http://schemas.microsoft.com/office/drawing/2014/main" id="{919CCC07-FAD6-47A5-A77D-9AA0E2F2A552}"/>
              </a:ext>
            </a:extLst>
          </p:cNvPr>
          <p:cNvSpPr>
            <a:spLocks noGrp="1"/>
          </p:cNvSpPr>
          <p:nvPr>
            <p:ph type="body" sz="quarter" idx="24" hasCustomPrompt="1"/>
          </p:nvPr>
        </p:nvSpPr>
        <p:spPr>
          <a:xfrm>
            <a:off x="5219040" y="4596642"/>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06</a:t>
            </a:r>
          </a:p>
        </p:txBody>
      </p:sp>
      <p:sp>
        <p:nvSpPr>
          <p:cNvPr id="55" name="Text Placeholder 7">
            <a:extLst>
              <a:ext uri="{FF2B5EF4-FFF2-40B4-BE49-F238E27FC236}">
                <a16:creationId xmlns:a16="http://schemas.microsoft.com/office/drawing/2014/main" id="{2C3CBBC2-7099-4832-8F7F-DE82F4964E9A}"/>
              </a:ext>
            </a:extLst>
          </p:cNvPr>
          <p:cNvSpPr>
            <a:spLocks noGrp="1"/>
          </p:cNvSpPr>
          <p:nvPr>
            <p:ph type="body" sz="quarter" idx="25" hasCustomPrompt="1"/>
          </p:nvPr>
        </p:nvSpPr>
        <p:spPr>
          <a:xfrm>
            <a:off x="5219040" y="5255767"/>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07</a:t>
            </a:r>
          </a:p>
        </p:txBody>
      </p:sp>
      <p:grpSp>
        <p:nvGrpSpPr>
          <p:cNvPr id="7" name="Group 6">
            <a:extLst>
              <a:ext uri="{FF2B5EF4-FFF2-40B4-BE49-F238E27FC236}">
                <a16:creationId xmlns:a16="http://schemas.microsoft.com/office/drawing/2014/main" id="{2CCD6DB2-2B82-4319-B1B7-23B970C97C8E}"/>
              </a:ext>
            </a:extLst>
          </p:cNvPr>
          <p:cNvGrpSpPr/>
          <p:nvPr/>
        </p:nvGrpSpPr>
        <p:grpSpPr>
          <a:xfrm>
            <a:off x="5219040" y="1911057"/>
            <a:ext cx="6696734" cy="3954750"/>
            <a:chOff x="5075004" y="1856465"/>
            <a:chExt cx="648072" cy="3954750"/>
          </a:xfrm>
        </p:grpSpPr>
        <p:cxnSp>
          <p:nvCxnSpPr>
            <p:cNvPr id="28" name="Straight Connector 27">
              <a:extLst>
                <a:ext uri="{FF2B5EF4-FFF2-40B4-BE49-F238E27FC236}">
                  <a16:creationId xmlns:a16="http://schemas.microsoft.com/office/drawing/2014/main" id="{B534ADE6-229C-45AE-8546-284CE33CC9B4}"/>
                </a:ext>
              </a:extLst>
            </p:cNvPr>
            <p:cNvCxnSpPr>
              <a:cxnSpLocks/>
            </p:cNvCxnSpPr>
            <p:nvPr userDrawn="1"/>
          </p:nvCxnSpPr>
          <p:spPr>
            <a:xfrm>
              <a:off x="5075004" y="1856465"/>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123473B-CB12-42A2-99E7-B0357969A148}"/>
                </a:ext>
              </a:extLst>
            </p:cNvPr>
            <p:cNvCxnSpPr>
              <a:cxnSpLocks/>
            </p:cNvCxnSpPr>
            <p:nvPr userDrawn="1"/>
          </p:nvCxnSpPr>
          <p:spPr>
            <a:xfrm>
              <a:off x="5075004" y="2515590"/>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D444121-3011-49CE-AFE2-72AC5775DC28}"/>
                </a:ext>
              </a:extLst>
            </p:cNvPr>
            <p:cNvCxnSpPr>
              <a:cxnSpLocks/>
            </p:cNvCxnSpPr>
            <p:nvPr userDrawn="1"/>
          </p:nvCxnSpPr>
          <p:spPr>
            <a:xfrm>
              <a:off x="5075004" y="3174715"/>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2BA3C9-4728-46E5-A2EE-9BBF5C466798}"/>
                </a:ext>
              </a:extLst>
            </p:cNvPr>
            <p:cNvCxnSpPr>
              <a:cxnSpLocks/>
            </p:cNvCxnSpPr>
            <p:nvPr userDrawn="1"/>
          </p:nvCxnSpPr>
          <p:spPr>
            <a:xfrm>
              <a:off x="5075004" y="3833840"/>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9F45924-729F-4E26-AF65-82B72177222E}"/>
                </a:ext>
              </a:extLst>
            </p:cNvPr>
            <p:cNvCxnSpPr>
              <a:cxnSpLocks/>
            </p:cNvCxnSpPr>
            <p:nvPr userDrawn="1"/>
          </p:nvCxnSpPr>
          <p:spPr>
            <a:xfrm>
              <a:off x="5075004" y="4492965"/>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3AFAC14-AFA1-4754-A546-F85476AE23C7}"/>
                </a:ext>
              </a:extLst>
            </p:cNvPr>
            <p:cNvCxnSpPr>
              <a:cxnSpLocks/>
            </p:cNvCxnSpPr>
            <p:nvPr userDrawn="1"/>
          </p:nvCxnSpPr>
          <p:spPr>
            <a:xfrm>
              <a:off x="5075004" y="5152090"/>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9CC7878F-8FEF-4B70-866B-EB4879D13E0D}"/>
                </a:ext>
              </a:extLst>
            </p:cNvPr>
            <p:cNvCxnSpPr>
              <a:cxnSpLocks/>
            </p:cNvCxnSpPr>
            <p:nvPr userDrawn="1"/>
          </p:nvCxnSpPr>
          <p:spPr>
            <a:xfrm>
              <a:off x="5075004" y="5811215"/>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grpSp>
      <p:sp>
        <p:nvSpPr>
          <p:cNvPr id="57" name="Text Placeholder 7">
            <a:extLst>
              <a:ext uri="{FF2B5EF4-FFF2-40B4-BE49-F238E27FC236}">
                <a16:creationId xmlns:a16="http://schemas.microsoft.com/office/drawing/2014/main" id="{72CE600F-15D2-44E8-AD6D-1A2D098DEB39}"/>
              </a:ext>
            </a:extLst>
          </p:cNvPr>
          <p:cNvSpPr>
            <a:spLocks noGrp="1"/>
          </p:cNvSpPr>
          <p:nvPr>
            <p:ph type="body" sz="quarter" idx="26" hasCustomPrompt="1"/>
          </p:nvPr>
        </p:nvSpPr>
        <p:spPr>
          <a:xfrm>
            <a:off x="5219040" y="5914890"/>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08</a:t>
            </a:r>
          </a:p>
        </p:txBody>
      </p:sp>
      <p:sp>
        <p:nvSpPr>
          <p:cNvPr id="58" name="Text Placeholder 7">
            <a:extLst>
              <a:ext uri="{FF2B5EF4-FFF2-40B4-BE49-F238E27FC236}">
                <a16:creationId xmlns:a16="http://schemas.microsoft.com/office/drawing/2014/main" id="{9882A830-7DD4-4F53-BED4-14CBCA526AB6}"/>
              </a:ext>
            </a:extLst>
          </p:cNvPr>
          <p:cNvSpPr>
            <a:spLocks noGrp="1"/>
          </p:cNvSpPr>
          <p:nvPr>
            <p:ph type="body" sz="quarter" idx="27" hasCustomPrompt="1"/>
          </p:nvPr>
        </p:nvSpPr>
        <p:spPr>
          <a:xfrm>
            <a:off x="5812038" y="3278392"/>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37" name="Text Placeholder 4">
            <a:extLst>
              <a:ext uri="{FF2B5EF4-FFF2-40B4-BE49-F238E27FC236}">
                <a16:creationId xmlns:a16="http://schemas.microsoft.com/office/drawing/2014/main" id="{E9B1F08F-851F-46CD-88FB-F8D1183BA3C1}"/>
              </a:ext>
            </a:extLst>
          </p:cNvPr>
          <p:cNvSpPr>
            <a:spLocks noGrp="1"/>
          </p:cNvSpPr>
          <p:nvPr>
            <p:ph type="body" sz="quarter" idx="28" hasCustomPrompt="1"/>
          </p:nvPr>
        </p:nvSpPr>
        <p:spPr>
          <a:xfrm>
            <a:off x="550200" y="0"/>
            <a:ext cx="8030076" cy="1105200"/>
          </a:xfrm>
          <a:prstGeom prst="rect">
            <a:avLst/>
          </a:prstGeom>
        </p:spPr>
        <p:txBody>
          <a:bodyPr lIns="0" rIns="0" anchor="ctr" anchorCtr="0"/>
          <a:lstStyle>
            <a:lvl1pPr>
              <a:lnSpc>
                <a:spcPct val="100000"/>
              </a:lnSpc>
              <a:spcBef>
                <a:spcPts val="0"/>
              </a:spcBef>
              <a:defRPr sz="3000" cap="all" spc="800" baseline="0">
                <a:solidFill>
                  <a:schemeClr val="bg1"/>
                </a:solidFill>
              </a:defRPr>
            </a:lvl1pPr>
          </a:lstStyle>
          <a:p>
            <a:pPr lvl="0"/>
            <a:r>
              <a:rPr lang="en-US"/>
              <a:t>CLICK TO INSERT TITLE</a:t>
            </a:r>
          </a:p>
        </p:txBody>
      </p:sp>
      <p:sp>
        <p:nvSpPr>
          <p:cNvPr id="2" name="Rectangle 1">
            <a:extLst>
              <a:ext uri="{FF2B5EF4-FFF2-40B4-BE49-F238E27FC236}">
                <a16:creationId xmlns:a16="http://schemas.microsoft.com/office/drawing/2014/main" id="{78D6D7E3-BD23-46E1-83C1-D6E27E07C1FC}"/>
              </a:ext>
            </a:extLst>
          </p:cNvPr>
          <p:cNvSpPr/>
          <p:nvPr/>
        </p:nvSpPr>
        <p:spPr>
          <a:xfrm>
            <a:off x="11532604" y="80628"/>
            <a:ext cx="504056" cy="68405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37">
            <a:extLst>
              <a:ext uri="{FF2B5EF4-FFF2-40B4-BE49-F238E27FC236}">
                <a16:creationId xmlns:a16="http://schemas.microsoft.com/office/drawing/2014/main" id="{59AF2768-7AA1-44E4-86B1-86103A31E702}"/>
              </a:ext>
            </a:extLst>
          </p:cNvPr>
          <p:cNvGrpSpPr/>
          <p:nvPr/>
        </p:nvGrpSpPr>
        <p:grpSpPr>
          <a:xfrm>
            <a:off x="11501102" y="171573"/>
            <a:ext cx="419436" cy="388087"/>
            <a:chOff x="5481638" y="2859088"/>
            <a:chExt cx="1231900" cy="1139825"/>
          </a:xfrm>
          <a:solidFill>
            <a:schemeClr val="bg1"/>
          </a:solidFill>
        </p:grpSpPr>
        <p:sp>
          <p:nvSpPr>
            <p:cNvPr id="47" name="Freeform 320">
              <a:extLst>
                <a:ext uri="{FF2B5EF4-FFF2-40B4-BE49-F238E27FC236}">
                  <a16:creationId xmlns:a16="http://schemas.microsoft.com/office/drawing/2014/main" id="{23DFF050-CF0F-4D2A-8F48-9D3DEE6D860E}"/>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321">
              <a:extLst>
                <a:ext uri="{FF2B5EF4-FFF2-40B4-BE49-F238E27FC236}">
                  <a16:creationId xmlns:a16="http://schemas.microsoft.com/office/drawing/2014/main" id="{8EEDCE04-FFCF-4E65-A7F5-D7EFA8510A4A}"/>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071595551"/>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Agenda with Bullets">
    <p:bg>
      <p:bgPr>
        <a:solidFill>
          <a:schemeClr val="tx2"/>
        </a:solidFill>
        <a:effectLst/>
      </p:bgPr>
    </p:bg>
    <p:spTree>
      <p:nvGrpSpPr>
        <p:cNvPr id="1" name=""/>
        <p:cNvGrpSpPr/>
        <p:nvPr/>
      </p:nvGrpSpPr>
      <p:grpSpPr>
        <a:xfrm>
          <a:off x="0" y="0"/>
          <a:ext cx="0" cy="0"/>
          <a:chOff x="0" y="0"/>
          <a:chExt cx="0" cy="0"/>
        </a:xfrm>
      </p:grpSpPr>
      <p:sp>
        <p:nvSpPr>
          <p:cNvPr id="39"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581006" y="1025440"/>
            <a:ext cx="5239630" cy="555448"/>
          </a:xfrm>
          <a:prstGeom prst="rect">
            <a:avLst/>
          </a:prstGeom>
        </p:spPr>
        <p:txBody>
          <a:bodyPr anchor="ctr">
            <a:noAutofit/>
          </a:bodyPr>
          <a:lstStyle>
            <a:lvl1pPr>
              <a:lnSpc>
                <a:spcPct val="100000"/>
              </a:lnSpc>
              <a:spcBef>
                <a:spcPts val="0"/>
              </a:spcBef>
              <a:spcAft>
                <a:spcPts val="0"/>
              </a:spcAft>
              <a:defRPr sz="18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1" name="Text Placeholder 7">
            <a:extLst>
              <a:ext uri="{FF2B5EF4-FFF2-40B4-BE49-F238E27FC236}">
                <a16:creationId xmlns:a16="http://schemas.microsoft.com/office/drawing/2014/main" id="{51B38475-EEFF-4D61-8B82-2C1B9CEDEEB4}"/>
              </a:ext>
            </a:extLst>
          </p:cNvPr>
          <p:cNvSpPr>
            <a:spLocks noGrp="1"/>
          </p:cNvSpPr>
          <p:nvPr>
            <p:ph type="body" sz="quarter" idx="19" hasCustomPrompt="1"/>
          </p:nvPr>
        </p:nvSpPr>
        <p:spPr>
          <a:xfrm>
            <a:off x="5988008" y="1025440"/>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01</a:t>
            </a:r>
          </a:p>
        </p:txBody>
      </p:sp>
      <p:pic>
        <p:nvPicPr>
          <p:cNvPr id="7" name="Picture 6">
            <a:extLst>
              <a:ext uri="{FF2B5EF4-FFF2-40B4-BE49-F238E27FC236}">
                <a16:creationId xmlns:a16="http://schemas.microsoft.com/office/drawing/2014/main" id="{6483C37E-EF26-4D04-8387-23A11A958904}"/>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13649" b="16290"/>
          <a:stretch/>
        </p:blipFill>
        <p:spPr>
          <a:xfrm>
            <a:off x="-1" y="1"/>
            <a:ext cx="4979877" cy="6858000"/>
          </a:xfrm>
          <a:prstGeom prst="rect">
            <a:avLst/>
          </a:prstGeom>
        </p:spPr>
      </p:pic>
      <p:sp>
        <p:nvSpPr>
          <p:cNvPr id="47" name="Text Placeholder 7">
            <a:extLst>
              <a:ext uri="{FF2B5EF4-FFF2-40B4-BE49-F238E27FC236}">
                <a16:creationId xmlns:a16="http://schemas.microsoft.com/office/drawing/2014/main" id="{5696C968-BAEE-4EAC-97A5-43A363DDBC16}"/>
              </a:ext>
            </a:extLst>
          </p:cNvPr>
          <p:cNvSpPr>
            <a:spLocks noGrp="1"/>
          </p:cNvSpPr>
          <p:nvPr>
            <p:ph type="body" sz="quarter" idx="20" hasCustomPrompt="1"/>
          </p:nvPr>
        </p:nvSpPr>
        <p:spPr>
          <a:xfrm>
            <a:off x="6581006" y="1664804"/>
            <a:ext cx="5239630" cy="864096"/>
          </a:xfrm>
          <a:prstGeom prst="rect">
            <a:avLst/>
          </a:prstGeom>
        </p:spPr>
        <p:txBody>
          <a:bodyPr anchor="t">
            <a:noAutofit/>
          </a:bodyPr>
          <a:lstStyle>
            <a:lvl1pPr marL="180975" indent="-180975">
              <a:lnSpc>
                <a:spcPct val="100000"/>
              </a:lnSpc>
              <a:spcBef>
                <a:spcPts val="0"/>
              </a:spcBef>
              <a:spcAft>
                <a:spcPts val="300"/>
              </a:spcAft>
              <a:buClr>
                <a:schemeClr val="bg1"/>
              </a:buClr>
              <a:buFont typeface="Wingdings" panose="05000000000000000000" pitchFamily="2" charset="2"/>
              <a:buChar char="§"/>
              <a:defRPr sz="14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48" name="Text Placeholder 7">
            <a:extLst>
              <a:ext uri="{FF2B5EF4-FFF2-40B4-BE49-F238E27FC236}">
                <a16:creationId xmlns:a16="http://schemas.microsoft.com/office/drawing/2014/main" id="{F7EBD7B1-7030-484C-AAAA-EE34C4CCBD27}"/>
              </a:ext>
            </a:extLst>
          </p:cNvPr>
          <p:cNvSpPr>
            <a:spLocks noGrp="1"/>
          </p:cNvSpPr>
          <p:nvPr>
            <p:ph type="body" sz="quarter" idx="21" hasCustomPrompt="1"/>
          </p:nvPr>
        </p:nvSpPr>
        <p:spPr>
          <a:xfrm>
            <a:off x="6581006" y="2612816"/>
            <a:ext cx="5239630" cy="555448"/>
          </a:xfrm>
          <a:prstGeom prst="rect">
            <a:avLst/>
          </a:prstGeom>
        </p:spPr>
        <p:txBody>
          <a:bodyPr anchor="ctr">
            <a:noAutofit/>
          </a:bodyPr>
          <a:lstStyle>
            <a:lvl1pPr>
              <a:lnSpc>
                <a:spcPct val="100000"/>
              </a:lnSpc>
              <a:spcBef>
                <a:spcPts val="0"/>
              </a:spcBef>
              <a:spcAft>
                <a:spcPts val="0"/>
              </a:spcAft>
              <a:defRPr sz="18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50" name="Text Placeholder 7">
            <a:extLst>
              <a:ext uri="{FF2B5EF4-FFF2-40B4-BE49-F238E27FC236}">
                <a16:creationId xmlns:a16="http://schemas.microsoft.com/office/drawing/2014/main" id="{9EBACEFE-5902-4234-A4B9-63DC414301AF}"/>
              </a:ext>
            </a:extLst>
          </p:cNvPr>
          <p:cNvSpPr>
            <a:spLocks noGrp="1"/>
          </p:cNvSpPr>
          <p:nvPr>
            <p:ph type="body" sz="quarter" idx="22" hasCustomPrompt="1"/>
          </p:nvPr>
        </p:nvSpPr>
        <p:spPr>
          <a:xfrm>
            <a:off x="5988008" y="2612816"/>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01</a:t>
            </a:r>
          </a:p>
        </p:txBody>
      </p:sp>
      <p:sp>
        <p:nvSpPr>
          <p:cNvPr id="51" name="Text Placeholder 7">
            <a:extLst>
              <a:ext uri="{FF2B5EF4-FFF2-40B4-BE49-F238E27FC236}">
                <a16:creationId xmlns:a16="http://schemas.microsoft.com/office/drawing/2014/main" id="{AEE8535D-F1BF-4006-B6C5-C84E7C5F9266}"/>
              </a:ext>
            </a:extLst>
          </p:cNvPr>
          <p:cNvSpPr>
            <a:spLocks noGrp="1"/>
          </p:cNvSpPr>
          <p:nvPr>
            <p:ph type="body" sz="quarter" idx="23" hasCustomPrompt="1"/>
          </p:nvPr>
        </p:nvSpPr>
        <p:spPr>
          <a:xfrm>
            <a:off x="6581006" y="3252180"/>
            <a:ext cx="5239630" cy="864096"/>
          </a:xfrm>
          <a:prstGeom prst="rect">
            <a:avLst/>
          </a:prstGeom>
        </p:spPr>
        <p:txBody>
          <a:bodyPr anchor="t">
            <a:noAutofit/>
          </a:bodyPr>
          <a:lstStyle>
            <a:lvl1pPr marL="180975" indent="-180975">
              <a:lnSpc>
                <a:spcPct val="100000"/>
              </a:lnSpc>
              <a:spcBef>
                <a:spcPts val="0"/>
              </a:spcBef>
              <a:spcAft>
                <a:spcPts val="300"/>
              </a:spcAft>
              <a:buClr>
                <a:schemeClr val="bg1"/>
              </a:buClr>
              <a:buFont typeface="Wingdings" panose="05000000000000000000" pitchFamily="2" charset="2"/>
              <a:buChar char="§"/>
              <a:defRPr sz="14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52" name="Text Placeholder 7">
            <a:extLst>
              <a:ext uri="{FF2B5EF4-FFF2-40B4-BE49-F238E27FC236}">
                <a16:creationId xmlns:a16="http://schemas.microsoft.com/office/drawing/2014/main" id="{0E1E14CF-FE0B-46EC-B1F5-6AC030B45971}"/>
              </a:ext>
            </a:extLst>
          </p:cNvPr>
          <p:cNvSpPr>
            <a:spLocks noGrp="1"/>
          </p:cNvSpPr>
          <p:nvPr>
            <p:ph type="body" sz="quarter" idx="24" hasCustomPrompt="1"/>
          </p:nvPr>
        </p:nvSpPr>
        <p:spPr>
          <a:xfrm>
            <a:off x="6581006" y="4206285"/>
            <a:ext cx="5239630" cy="555448"/>
          </a:xfrm>
          <a:prstGeom prst="rect">
            <a:avLst/>
          </a:prstGeom>
        </p:spPr>
        <p:txBody>
          <a:bodyPr anchor="ctr">
            <a:noAutofit/>
          </a:bodyPr>
          <a:lstStyle>
            <a:lvl1pPr>
              <a:lnSpc>
                <a:spcPct val="100000"/>
              </a:lnSpc>
              <a:spcBef>
                <a:spcPts val="0"/>
              </a:spcBef>
              <a:spcAft>
                <a:spcPts val="0"/>
              </a:spcAft>
              <a:defRPr sz="18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54" name="Text Placeholder 7">
            <a:extLst>
              <a:ext uri="{FF2B5EF4-FFF2-40B4-BE49-F238E27FC236}">
                <a16:creationId xmlns:a16="http://schemas.microsoft.com/office/drawing/2014/main" id="{39800D1C-BFF0-451C-A67C-6F0A8F9AD31A}"/>
              </a:ext>
            </a:extLst>
          </p:cNvPr>
          <p:cNvSpPr>
            <a:spLocks noGrp="1"/>
          </p:cNvSpPr>
          <p:nvPr>
            <p:ph type="body" sz="quarter" idx="25" hasCustomPrompt="1"/>
          </p:nvPr>
        </p:nvSpPr>
        <p:spPr>
          <a:xfrm>
            <a:off x="5988008" y="4206285"/>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01</a:t>
            </a:r>
          </a:p>
        </p:txBody>
      </p:sp>
      <p:sp>
        <p:nvSpPr>
          <p:cNvPr id="55" name="Text Placeholder 7">
            <a:extLst>
              <a:ext uri="{FF2B5EF4-FFF2-40B4-BE49-F238E27FC236}">
                <a16:creationId xmlns:a16="http://schemas.microsoft.com/office/drawing/2014/main" id="{89100200-558A-4028-A3E2-1BD62FF3EDEF}"/>
              </a:ext>
            </a:extLst>
          </p:cNvPr>
          <p:cNvSpPr>
            <a:spLocks noGrp="1"/>
          </p:cNvSpPr>
          <p:nvPr>
            <p:ph type="body" sz="quarter" idx="26" hasCustomPrompt="1"/>
          </p:nvPr>
        </p:nvSpPr>
        <p:spPr>
          <a:xfrm>
            <a:off x="6581006" y="4845649"/>
            <a:ext cx="5239630" cy="864096"/>
          </a:xfrm>
          <a:prstGeom prst="rect">
            <a:avLst/>
          </a:prstGeom>
        </p:spPr>
        <p:txBody>
          <a:bodyPr anchor="t">
            <a:noAutofit/>
          </a:bodyPr>
          <a:lstStyle>
            <a:lvl1pPr marL="180975" indent="-180975">
              <a:lnSpc>
                <a:spcPct val="100000"/>
              </a:lnSpc>
              <a:spcBef>
                <a:spcPts val="0"/>
              </a:spcBef>
              <a:spcAft>
                <a:spcPts val="300"/>
              </a:spcAft>
              <a:buClr>
                <a:schemeClr val="bg1"/>
              </a:buClr>
              <a:buFont typeface="Wingdings" panose="05000000000000000000" pitchFamily="2" charset="2"/>
              <a:buChar char="§"/>
              <a:defRPr sz="14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4">
            <a:extLst>
              <a:ext uri="{FF2B5EF4-FFF2-40B4-BE49-F238E27FC236}">
                <a16:creationId xmlns:a16="http://schemas.microsoft.com/office/drawing/2014/main" id="{01DD86F0-5287-4ACC-A3B6-3156B9528B2A}"/>
              </a:ext>
            </a:extLst>
          </p:cNvPr>
          <p:cNvSpPr>
            <a:spLocks noGrp="1"/>
          </p:cNvSpPr>
          <p:nvPr>
            <p:ph type="body" sz="quarter" idx="27" hasCustomPrompt="1"/>
          </p:nvPr>
        </p:nvSpPr>
        <p:spPr>
          <a:xfrm>
            <a:off x="550200" y="0"/>
            <a:ext cx="8030076" cy="1105200"/>
          </a:xfrm>
          <a:prstGeom prst="rect">
            <a:avLst/>
          </a:prstGeom>
        </p:spPr>
        <p:txBody>
          <a:bodyPr lIns="0" rIns="0" anchor="ctr" anchorCtr="0"/>
          <a:lstStyle>
            <a:lvl1pPr>
              <a:lnSpc>
                <a:spcPct val="100000"/>
              </a:lnSpc>
              <a:spcBef>
                <a:spcPts val="0"/>
              </a:spcBef>
              <a:defRPr sz="3000" cap="all" spc="800" baseline="0">
                <a:solidFill>
                  <a:schemeClr val="bg1"/>
                </a:solidFill>
              </a:defRPr>
            </a:lvl1pPr>
          </a:lstStyle>
          <a:p>
            <a:pPr lvl="0"/>
            <a:r>
              <a:rPr lang="en-US"/>
              <a:t>CLICK TO INSERT TITLE</a:t>
            </a:r>
          </a:p>
        </p:txBody>
      </p:sp>
    </p:spTree>
    <p:extLst>
      <p:ext uri="{BB962C8B-B14F-4D97-AF65-F5344CB8AC3E}">
        <p14:creationId xmlns:p14="http://schemas.microsoft.com/office/powerpoint/2010/main" val="2881658760"/>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2_Agenda with Bullets">
    <p:bg>
      <p:bgPr>
        <a:solidFill>
          <a:schemeClr val="bg1">
            <a:lumMod val="85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A9240F-8CB8-4944-A2F6-758B172285D5}"/>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649" b="35815"/>
          <a:stretch/>
        </p:blipFill>
        <p:spPr>
          <a:xfrm>
            <a:off x="227013" y="0"/>
            <a:ext cx="11964987" cy="6858000"/>
          </a:xfrm>
          <a:prstGeom prst="rect">
            <a:avLst/>
          </a:prstGeom>
        </p:spPr>
      </p:pic>
      <p:sp>
        <p:nvSpPr>
          <p:cNvPr id="11" name="Text Placeholder 4">
            <a:extLst>
              <a:ext uri="{FF2B5EF4-FFF2-40B4-BE49-F238E27FC236}">
                <a16:creationId xmlns:a16="http://schemas.microsoft.com/office/drawing/2014/main" id="{6E57F194-2B3F-4A81-848E-18C0009F12D1}"/>
              </a:ext>
            </a:extLst>
          </p:cNvPr>
          <p:cNvSpPr>
            <a:spLocks noGrp="1"/>
          </p:cNvSpPr>
          <p:nvPr>
            <p:ph type="body" sz="quarter" idx="27" hasCustomPrompt="1"/>
          </p:nvPr>
        </p:nvSpPr>
        <p:spPr>
          <a:xfrm>
            <a:off x="550200" y="0"/>
            <a:ext cx="8030076" cy="1105200"/>
          </a:xfrm>
          <a:prstGeom prst="rect">
            <a:avLst/>
          </a:prstGeom>
        </p:spPr>
        <p:txBody>
          <a:bodyPr lIns="0" rIns="0" anchor="ctr" anchorCtr="0"/>
          <a:lstStyle>
            <a:lvl1pPr>
              <a:lnSpc>
                <a:spcPct val="100000"/>
              </a:lnSpc>
              <a:spcBef>
                <a:spcPts val="0"/>
              </a:spcBef>
              <a:defRPr sz="3000" cap="all" spc="800" baseline="0">
                <a:solidFill>
                  <a:schemeClr val="accent1"/>
                </a:solidFill>
              </a:defRPr>
            </a:lvl1pPr>
          </a:lstStyle>
          <a:p>
            <a:pPr lvl="0"/>
            <a:r>
              <a:rPr lang="en-US"/>
              <a:t>CLICK TO INSERT TITLE</a:t>
            </a:r>
          </a:p>
        </p:txBody>
      </p:sp>
      <p:sp>
        <p:nvSpPr>
          <p:cNvPr id="37" name="Text Placeholder 7">
            <a:extLst>
              <a:ext uri="{FF2B5EF4-FFF2-40B4-BE49-F238E27FC236}">
                <a16:creationId xmlns:a16="http://schemas.microsoft.com/office/drawing/2014/main" id="{F9E2157D-6D46-4968-85FF-B09A395AB528}"/>
              </a:ext>
            </a:extLst>
          </p:cNvPr>
          <p:cNvSpPr>
            <a:spLocks noGrp="1"/>
          </p:cNvSpPr>
          <p:nvPr>
            <p:ph type="body" sz="quarter" idx="11" hasCustomPrompt="1"/>
          </p:nvPr>
        </p:nvSpPr>
        <p:spPr>
          <a:xfrm>
            <a:off x="1792474" y="1580228"/>
            <a:ext cx="5239630" cy="555448"/>
          </a:xfrm>
          <a:prstGeom prst="rect">
            <a:avLst/>
          </a:prstGeom>
        </p:spPr>
        <p:txBody>
          <a:bodyPr anchor="ctr">
            <a:noAutofit/>
          </a:bodyPr>
          <a:lstStyle>
            <a:lvl1pPr>
              <a:lnSpc>
                <a:spcPct val="100000"/>
              </a:lnSpc>
              <a:spcBef>
                <a:spcPts val="0"/>
              </a:spcBef>
              <a:spcAft>
                <a:spcPts val="0"/>
              </a:spcAft>
              <a:defRPr sz="1800" b="0" spc="-110" baseline="0">
                <a:solidFill>
                  <a:schemeClr val="accent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40" name="Text Placeholder 7">
            <a:extLst>
              <a:ext uri="{FF2B5EF4-FFF2-40B4-BE49-F238E27FC236}">
                <a16:creationId xmlns:a16="http://schemas.microsoft.com/office/drawing/2014/main" id="{16129A91-070F-4837-ABDB-188EE3F2146F}"/>
              </a:ext>
            </a:extLst>
          </p:cNvPr>
          <p:cNvSpPr>
            <a:spLocks noGrp="1"/>
          </p:cNvSpPr>
          <p:nvPr>
            <p:ph type="body" sz="quarter" idx="20" hasCustomPrompt="1"/>
          </p:nvPr>
        </p:nvSpPr>
        <p:spPr>
          <a:xfrm>
            <a:off x="1792474" y="2219592"/>
            <a:ext cx="5239630" cy="864096"/>
          </a:xfrm>
          <a:prstGeom prst="rect">
            <a:avLst/>
          </a:prstGeom>
        </p:spPr>
        <p:txBody>
          <a:bodyPr anchor="t">
            <a:noAutofit/>
          </a:bodyPr>
          <a:lstStyle>
            <a:lvl1pPr marL="180975" indent="-180975">
              <a:lnSpc>
                <a:spcPct val="100000"/>
              </a:lnSpc>
              <a:spcBef>
                <a:spcPts val="0"/>
              </a:spcBef>
              <a:spcAft>
                <a:spcPts val="300"/>
              </a:spcAft>
              <a:buClr>
                <a:schemeClr val="accent1"/>
              </a:buClr>
              <a:buFont typeface="Wingdings" panose="05000000000000000000" pitchFamily="2" charset="2"/>
              <a:buChar char="§"/>
              <a:defRPr sz="1400" spc="-110" baseline="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41" name="Text Placeholder 7">
            <a:extLst>
              <a:ext uri="{FF2B5EF4-FFF2-40B4-BE49-F238E27FC236}">
                <a16:creationId xmlns:a16="http://schemas.microsoft.com/office/drawing/2014/main" id="{60390DE9-0E12-4424-B6B2-E8678CCD770C}"/>
              </a:ext>
            </a:extLst>
          </p:cNvPr>
          <p:cNvSpPr>
            <a:spLocks noGrp="1"/>
          </p:cNvSpPr>
          <p:nvPr>
            <p:ph type="body" sz="quarter" idx="21" hasCustomPrompt="1"/>
          </p:nvPr>
        </p:nvSpPr>
        <p:spPr>
          <a:xfrm>
            <a:off x="1792474" y="3167604"/>
            <a:ext cx="5239630" cy="555448"/>
          </a:xfrm>
          <a:prstGeom prst="rect">
            <a:avLst/>
          </a:prstGeom>
        </p:spPr>
        <p:txBody>
          <a:bodyPr anchor="ctr">
            <a:noAutofit/>
          </a:bodyPr>
          <a:lstStyle>
            <a:lvl1pPr>
              <a:lnSpc>
                <a:spcPct val="100000"/>
              </a:lnSpc>
              <a:spcBef>
                <a:spcPts val="0"/>
              </a:spcBef>
              <a:spcAft>
                <a:spcPts val="0"/>
              </a:spcAft>
              <a:defRPr sz="1800" b="0" spc="-110" baseline="0">
                <a:solidFill>
                  <a:schemeClr val="accent4"/>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46" name="Text Placeholder 7">
            <a:extLst>
              <a:ext uri="{FF2B5EF4-FFF2-40B4-BE49-F238E27FC236}">
                <a16:creationId xmlns:a16="http://schemas.microsoft.com/office/drawing/2014/main" id="{E72FC0F2-39DF-43CE-AB14-D3643D73D7B8}"/>
              </a:ext>
            </a:extLst>
          </p:cNvPr>
          <p:cNvSpPr>
            <a:spLocks noGrp="1"/>
          </p:cNvSpPr>
          <p:nvPr>
            <p:ph type="body" sz="quarter" idx="23" hasCustomPrompt="1"/>
          </p:nvPr>
        </p:nvSpPr>
        <p:spPr>
          <a:xfrm>
            <a:off x="1792474" y="3806968"/>
            <a:ext cx="5239630" cy="864096"/>
          </a:xfrm>
          <a:prstGeom prst="rect">
            <a:avLst/>
          </a:prstGeom>
        </p:spPr>
        <p:txBody>
          <a:bodyPr anchor="t">
            <a:noAutofit/>
          </a:bodyPr>
          <a:lstStyle>
            <a:lvl1pPr marL="180975" indent="-180975">
              <a:lnSpc>
                <a:spcPct val="100000"/>
              </a:lnSpc>
              <a:spcBef>
                <a:spcPts val="0"/>
              </a:spcBef>
              <a:spcAft>
                <a:spcPts val="300"/>
              </a:spcAft>
              <a:buClr>
                <a:schemeClr val="accent1"/>
              </a:buClr>
              <a:buFont typeface="Wingdings" panose="05000000000000000000" pitchFamily="2" charset="2"/>
              <a:buChar char="§"/>
              <a:defRPr sz="1400" spc="-110" baseline="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47" name="Text Placeholder 7">
            <a:extLst>
              <a:ext uri="{FF2B5EF4-FFF2-40B4-BE49-F238E27FC236}">
                <a16:creationId xmlns:a16="http://schemas.microsoft.com/office/drawing/2014/main" id="{4F773354-68F2-4278-9B45-BA7961533277}"/>
              </a:ext>
            </a:extLst>
          </p:cNvPr>
          <p:cNvSpPr>
            <a:spLocks noGrp="1"/>
          </p:cNvSpPr>
          <p:nvPr>
            <p:ph type="body" sz="quarter" idx="24" hasCustomPrompt="1"/>
          </p:nvPr>
        </p:nvSpPr>
        <p:spPr>
          <a:xfrm>
            <a:off x="1792474" y="4761073"/>
            <a:ext cx="5239630" cy="555448"/>
          </a:xfrm>
          <a:prstGeom prst="rect">
            <a:avLst/>
          </a:prstGeom>
        </p:spPr>
        <p:txBody>
          <a:bodyPr anchor="ctr">
            <a:noAutofit/>
          </a:bodyPr>
          <a:lstStyle>
            <a:lvl1pPr>
              <a:lnSpc>
                <a:spcPct val="100000"/>
              </a:lnSpc>
              <a:spcBef>
                <a:spcPts val="0"/>
              </a:spcBef>
              <a:spcAft>
                <a:spcPts val="0"/>
              </a:spcAft>
              <a:defRPr sz="1800" b="0" spc="-110" baseline="0">
                <a:solidFill>
                  <a:schemeClr val="accent6"/>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52" name="Text Placeholder 7">
            <a:extLst>
              <a:ext uri="{FF2B5EF4-FFF2-40B4-BE49-F238E27FC236}">
                <a16:creationId xmlns:a16="http://schemas.microsoft.com/office/drawing/2014/main" id="{BB2FA52D-D355-474E-B577-45420828F25E}"/>
              </a:ext>
            </a:extLst>
          </p:cNvPr>
          <p:cNvSpPr>
            <a:spLocks noGrp="1"/>
          </p:cNvSpPr>
          <p:nvPr>
            <p:ph type="body" sz="quarter" idx="26" hasCustomPrompt="1"/>
          </p:nvPr>
        </p:nvSpPr>
        <p:spPr>
          <a:xfrm>
            <a:off x="1792474" y="5400437"/>
            <a:ext cx="5239630" cy="864096"/>
          </a:xfrm>
          <a:prstGeom prst="rect">
            <a:avLst/>
          </a:prstGeom>
        </p:spPr>
        <p:txBody>
          <a:bodyPr anchor="t">
            <a:noAutofit/>
          </a:bodyPr>
          <a:lstStyle>
            <a:lvl1pPr marL="180975" indent="-180975">
              <a:lnSpc>
                <a:spcPct val="100000"/>
              </a:lnSpc>
              <a:spcBef>
                <a:spcPts val="0"/>
              </a:spcBef>
              <a:spcAft>
                <a:spcPts val="300"/>
              </a:spcAft>
              <a:buClr>
                <a:schemeClr val="accent1"/>
              </a:buClr>
              <a:buFont typeface="Wingdings" panose="05000000000000000000" pitchFamily="2" charset="2"/>
              <a:buChar char="§"/>
              <a:defRPr sz="1400" spc="-110" baseline="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Tree>
    <p:extLst>
      <p:ext uri="{BB962C8B-B14F-4D97-AF65-F5344CB8AC3E}">
        <p14:creationId xmlns:p14="http://schemas.microsoft.com/office/powerpoint/2010/main" val="2106892633"/>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1_3 columns">
    <p:bg>
      <p:bgRef idx="1001">
        <a:schemeClr val="bg1"/>
      </p:bgRef>
    </p:bg>
    <p:spTree>
      <p:nvGrpSpPr>
        <p:cNvPr id="1" name=""/>
        <p:cNvGrpSpPr/>
        <p:nvPr/>
      </p:nvGrpSpPr>
      <p:grpSpPr>
        <a:xfrm>
          <a:off x="0" y="0"/>
          <a:ext cx="0" cy="0"/>
          <a:chOff x="0" y="0"/>
          <a:chExt cx="0" cy="0"/>
        </a:xfrm>
      </p:grpSpPr>
      <p:sp>
        <p:nvSpPr>
          <p:cNvPr id="2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8640340" cy="863600"/>
          </a:xfrm>
          <a:prstGeom prst="rect">
            <a:avLst/>
          </a:prstGeom>
        </p:spPr>
        <p:txBody>
          <a:bodyPr vert="horz" lIns="0" tIns="0" rIns="0" bIns="0" rtlCol="0" anchor="t">
            <a:normAutofit/>
          </a:bodyPr>
          <a:lstStyle>
            <a:lvl1pPr>
              <a:defRPr lang="pt-PT" dirty="0"/>
            </a:lvl1pPr>
          </a:lstStyle>
          <a:p>
            <a:pPr lvl="0">
              <a:lnSpc>
                <a:spcPts val="3000"/>
              </a:lnSpc>
            </a:pPr>
            <a:r>
              <a:rPr lang="en-US"/>
              <a:t>Click to add title</a:t>
            </a:r>
            <a:endParaRPr lang="pt-PT"/>
          </a:p>
        </p:txBody>
      </p:sp>
    </p:spTree>
    <p:extLst>
      <p:ext uri="{BB962C8B-B14F-4D97-AF65-F5344CB8AC3E}">
        <p14:creationId xmlns:p14="http://schemas.microsoft.com/office/powerpoint/2010/main" val="25535912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tags" Target="../tags/tag6.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6"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image" Target="../media/image1.emf"/><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oleObject" Target="../embeddings/oleObject6.bin"/></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oleObject" Target="../embeddings/oleObject12.bin"/><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ags" Target="../tags/tag12.xml"/><Relationship Id="rId2" Type="http://schemas.openxmlformats.org/officeDocument/2006/relationships/slideLayout" Target="../slideLayouts/slideLayout18.xml"/><Relationship Id="rId16" Type="http://schemas.openxmlformats.org/officeDocument/2006/relationships/theme" Target="../theme/theme3.xml"/><Relationship Id="rId20" Type="http://schemas.openxmlformats.org/officeDocument/2006/relationships/image" Target="../media/image3.png"/><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19" Type="http://schemas.openxmlformats.org/officeDocument/2006/relationships/image" Target="../media/image1.emf"/><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8" Type="http://schemas.openxmlformats.org/officeDocument/2006/relationships/tags" Target="../tags/tag22.xml"/><Relationship Id="rId3" Type="http://schemas.openxmlformats.org/officeDocument/2006/relationships/slideLayout" Target="../slideLayouts/slideLayout34.xml"/><Relationship Id="rId7" Type="http://schemas.openxmlformats.org/officeDocument/2006/relationships/theme" Target="../theme/theme4.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5" Type="http://schemas.openxmlformats.org/officeDocument/2006/relationships/slideLayout" Target="../slideLayouts/slideLayout36.xml"/><Relationship Id="rId10" Type="http://schemas.openxmlformats.org/officeDocument/2006/relationships/image" Target="../media/image1.emf"/><Relationship Id="rId4" Type="http://schemas.openxmlformats.org/officeDocument/2006/relationships/slideLayout" Target="../slideLayouts/slideLayout35.xml"/><Relationship Id="rId9" Type="http://schemas.openxmlformats.org/officeDocument/2006/relationships/oleObject" Target="../embeddings/oleObject18.bin"/></Relationships>
</file>

<file path=ppt/slideMasters/_rels/slideMaster5.xml.rels><?xml version="1.0" encoding="UTF-8" standalone="yes"?>
<Relationships xmlns="http://schemas.openxmlformats.org/package/2006/relationships"><Relationship Id="rId8" Type="http://schemas.openxmlformats.org/officeDocument/2006/relationships/tags" Target="../tags/tag29.xml"/><Relationship Id="rId3" Type="http://schemas.openxmlformats.org/officeDocument/2006/relationships/slideLayout" Target="../slideLayouts/slideLayout40.xml"/><Relationship Id="rId7"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5" Type="http://schemas.openxmlformats.org/officeDocument/2006/relationships/slideLayout" Target="../slideLayouts/slideLayout42.xml"/><Relationship Id="rId10" Type="http://schemas.openxmlformats.org/officeDocument/2006/relationships/image" Target="../media/image1.emf"/><Relationship Id="rId4" Type="http://schemas.openxmlformats.org/officeDocument/2006/relationships/slideLayout" Target="../slideLayouts/slideLayout41.xml"/><Relationship Id="rId9" Type="http://schemas.openxmlformats.org/officeDocument/2006/relationships/oleObject" Target="../embeddings/oleObject18.bin"/></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image" Target="../media/image1.emf"/><Relationship Id="rId5" Type="http://schemas.openxmlformats.org/officeDocument/2006/relationships/oleObject" Target="../embeddings/oleObject18.bin"/><Relationship Id="rId4" Type="http://schemas.openxmlformats.org/officeDocument/2006/relationships/tags" Target="../tags/tag36.xml"/></Relationships>
</file>

<file path=ppt/slideMasters/_rels/slideMaster7.xml.rels><?xml version="1.0" encoding="UTF-8" standalone="yes"?>
<Relationships xmlns="http://schemas.openxmlformats.org/package/2006/relationships"><Relationship Id="rId8" Type="http://schemas.openxmlformats.org/officeDocument/2006/relationships/theme" Target="../theme/theme7.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image" Target="../media/image37.png"/><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image" Target="../media/image1.emf"/><Relationship Id="rId5" Type="http://schemas.openxmlformats.org/officeDocument/2006/relationships/slideLayout" Target="../slideLayouts/slideLayout50.xml"/><Relationship Id="rId10" Type="http://schemas.openxmlformats.org/officeDocument/2006/relationships/oleObject" Target="../embeddings/oleObject33.bin"/><Relationship Id="rId4" Type="http://schemas.openxmlformats.org/officeDocument/2006/relationships/slideLayout" Target="../slideLayouts/slideLayout49.xml"/><Relationship Id="rId9" Type="http://schemas.openxmlformats.org/officeDocument/2006/relationships/tags" Target="../tags/tag39.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image" Target="../media/image38.png"/><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theme" Target="../theme/theme8.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image" Target="../media/image1.emf"/><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oleObject" Target="../embeddings/oleObject39.bin"/><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tags" Target="../tags/tag45.xml"/><Relationship Id="rId5" Type="http://schemas.openxmlformats.org/officeDocument/2006/relationships/slideLayout" Target="../slideLayouts/slideLayout68.xml"/><Relationship Id="rId10" Type="http://schemas.openxmlformats.org/officeDocument/2006/relationships/theme" Target="../theme/theme9.xml"/><Relationship Id="rId4" Type="http://schemas.openxmlformats.org/officeDocument/2006/relationships/slideLayout" Target="../slideLayouts/slideLayout67.xml"/><Relationship Id="rId9" Type="http://schemas.openxmlformats.org/officeDocument/2006/relationships/slideLayout" Target="../slideLayouts/slideLayout72.xml"/><Relationship Id="rId14" Type="http://schemas.openxmlformats.org/officeDocument/2006/relationships/image" Target="../media/image3.pn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tags" Target="../tags/tag50.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theme" Target="../theme/theme10.xml"/><Relationship Id="rId2" Type="http://schemas.openxmlformats.org/officeDocument/2006/relationships/slideLayout" Target="../slideLayouts/slideLayout74.xml"/><Relationship Id="rId16" Type="http://schemas.openxmlformats.org/officeDocument/2006/relationships/image" Target="../media/image39.png"/><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5" Type="http://schemas.openxmlformats.org/officeDocument/2006/relationships/image" Target="../media/image1.emf"/><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oleObject" Target="../embeddings/oleObject44.bin"/></Relationships>
</file>

<file path=ppt/slideMasters/_rels/slideMaster11.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heme" Target="../theme/theme11.xml"/><Relationship Id="rId1" Type="http://schemas.openxmlformats.org/officeDocument/2006/relationships/slideLayout" Target="../slideLayouts/slideLayout84.xml"/><Relationship Id="rId5" Type="http://schemas.openxmlformats.org/officeDocument/2006/relationships/image" Target="../media/image1.emf"/><Relationship Id="rId4" Type="http://schemas.openxmlformats.org/officeDocument/2006/relationships/oleObject" Target="../embeddings/oleObject50.bin"/></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05.xml"/><Relationship Id="rId13" Type="http://schemas.openxmlformats.org/officeDocument/2006/relationships/slideLayout" Target="../slideLayouts/slideLayout110.xml"/><Relationship Id="rId18" Type="http://schemas.openxmlformats.org/officeDocument/2006/relationships/image" Target="../media/image3.png"/><Relationship Id="rId3" Type="http://schemas.openxmlformats.org/officeDocument/2006/relationships/slideLayout" Target="../slideLayouts/slideLayout100.xml"/><Relationship Id="rId7" Type="http://schemas.openxmlformats.org/officeDocument/2006/relationships/slideLayout" Target="../slideLayouts/slideLayout104.xml"/><Relationship Id="rId12" Type="http://schemas.openxmlformats.org/officeDocument/2006/relationships/slideLayout" Target="../slideLayouts/slideLayout109.xml"/><Relationship Id="rId17" Type="http://schemas.openxmlformats.org/officeDocument/2006/relationships/image" Target="../media/image1.emf"/><Relationship Id="rId2" Type="http://schemas.openxmlformats.org/officeDocument/2006/relationships/slideLayout" Target="../slideLayouts/slideLayout99.xml"/><Relationship Id="rId16" Type="http://schemas.openxmlformats.org/officeDocument/2006/relationships/oleObject" Target="../embeddings/oleObject54.bin"/><Relationship Id="rId1" Type="http://schemas.openxmlformats.org/officeDocument/2006/relationships/slideLayout" Target="../slideLayouts/slideLayout98.xml"/><Relationship Id="rId6" Type="http://schemas.openxmlformats.org/officeDocument/2006/relationships/slideLayout" Target="../slideLayouts/slideLayout103.xml"/><Relationship Id="rId11" Type="http://schemas.openxmlformats.org/officeDocument/2006/relationships/slideLayout" Target="../slideLayouts/slideLayout108.xml"/><Relationship Id="rId5" Type="http://schemas.openxmlformats.org/officeDocument/2006/relationships/slideLayout" Target="../slideLayouts/slideLayout102.xml"/><Relationship Id="rId15" Type="http://schemas.openxmlformats.org/officeDocument/2006/relationships/tags" Target="../tags/tag60.xml"/><Relationship Id="rId10" Type="http://schemas.openxmlformats.org/officeDocument/2006/relationships/slideLayout" Target="../slideLayouts/slideLayout107.xml"/><Relationship Id="rId4" Type="http://schemas.openxmlformats.org/officeDocument/2006/relationships/slideLayout" Target="../slideLayouts/slideLayout101.xml"/><Relationship Id="rId9" Type="http://schemas.openxmlformats.org/officeDocument/2006/relationships/slideLayout" Target="../slideLayouts/slideLayout106.xml"/><Relationship Id="rId14"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slideLayout" Target="../slideLayouts/slideLayout123.xml"/><Relationship Id="rId18" Type="http://schemas.openxmlformats.org/officeDocument/2006/relationships/tags" Target="../tags/tag66.xml"/><Relationship Id="rId3" Type="http://schemas.openxmlformats.org/officeDocument/2006/relationships/slideLayout" Target="../slideLayouts/slideLayout113.xml"/><Relationship Id="rId21" Type="http://schemas.openxmlformats.org/officeDocument/2006/relationships/image" Target="../media/image3.png"/><Relationship Id="rId7" Type="http://schemas.openxmlformats.org/officeDocument/2006/relationships/slideLayout" Target="../slideLayouts/slideLayout117.xml"/><Relationship Id="rId12" Type="http://schemas.openxmlformats.org/officeDocument/2006/relationships/slideLayout" Target="../slideLayouts/slideLayout122.xml"/><Relationship Id="rId17" Type="http://schemas.openxmlformats.org/officeDocument/2006/relationships/theme" Target="../theme/theme14.xml"/><Relationship Id="rId2" Type="http://schemas.openxmlformats.org/officeDocument/2006/relationships/slideLayout" Target="../slideLayouts/slideLayout112.xml"/><Relationship Id="rId16" Type="http://schemas.openxmlformats.org/officeDocument/2006/relationships/slideLayout" Target="../slideLayouts/slideLayout126.xml"/><Relationship Id="rId20" Type="http://schemas.openxmlformats.org/officeDocument/2006/relationships/image" Target="../media/image1.emf"/><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5" Type="http://schemas.openxmlformats.org/officeDocument/2006/relationships/slideLayout" Target="../slideLayouts/slideLayout125.xml"/><Relationship Id="rId10" Type="http://schemas.openxmlformats.org/officeDocument/2006/relationships/slideLayout" Target="../slideLayouts/slideLayout120.xml"/><Relationship Id="rId19" Type="http://schemas.openxmlformats.org/officeDocument/2006/relationships/oleObject" Target="../embeddings/oleObject60.bin"/><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slideLayout" Target="../slideLayouts/slideLayout1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7"/>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8" imgW="270" imgH="270" progId="TCLayout.ActiveDocument.1">
                  <p:embed/>
                </p:oleObj>
              </mc:Choice>
              <mc:Fallback>
                <p:oleObj name="think-cell Slide" r:id="rId8" imgW="270" imgH="270" progId="TCLayout.ActiveDocument.1">
                  <p:embed/>
                  <p:pic>
                    <p:nvPicPr>
                      <p:cNvPr id="21" name="Object 20" hidden="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e 2">
            <a:extLst>
              <a:ext uri="{FF2B5EF4-FFF2-40B4-BE49-F238E27FC236}">
                <a16:creationId xmlns:a16="http://schemas.microsoft.com/office/drawing/2014/main" id="{2B612A8E-B9C0-4A33-BDF0-7B934FC0FA7B}"/>
              </a:ext>
            </a:extLst>
          </p:cNvPr>
          <p:cNvGrpSpPr/>
          <p:nvPr/>
        </p:nvGrpSpPr>
        <p:grpSpPr>
          <a:xfrm>
            <a:off x="12355040" y="33161"/>
            <a:ext cx="360000" cy="1800000"/>
            <a:chOff x="12355040" y="33161"/>
            <a:chExt cx="360000" cy="1800000"/>
          </a:xfrm>
        </p:grpSpPr>
        <p:sp>
          <p:nvSpPr>
            <p:cNvPr id="4" name="Rectangle 3">
              <a:extLst>
                <a:ext uri="{FF2B5EF4-FFF2-40B4-BE49-F238E27FC236}">
                  <a16:creationId xmlns:a16="http://schemas.microsoft.com/office/drawing/2014/main" id="{8759ABE2-EA66-4C96-A730-7AE70F160C4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5" name="Rectangle 4">
              <a:extLst>
                <a:ext uri="{FF2B5EF4-FFF2-40B4-BE49-F238E27FC236}">
                  <a16:creationId xmlns:a16="http://schemas.microsoft.com/office/drawing/2014/main" id="{A0575D8E-DADC-4A93-90E1-700FFEEB747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6" name="Rectangle 5">
              <a:extLst>
                <a:ext uri="{FF2B5EF4-FFF2-40B4-BE49-F238E27FC236}">
                  <a16:creationId xmlns:a16="http://schemas.microsoft.com/office/drawing/2014/main" id="{797A0406-0F4B-4D43-9CEA-FDE61975CF1D}"/>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7" name="Rectangle 6">
              <a:extLst>
                <a:ext uri="{FF2B5EF4-FFF2-40B4-BE49-F238E27FC236}">
                  <a16:creationId xmlns:a16="http://schemas.microsoft.com/office/drawing/2014/main" id="{D5ADBA43-C200-4485-A4EC-E3C6D0E787EB}"/>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8" name="Rectangle 7">
              <a:extLst>
                <a:ext uri="{FF2B5EF4-FFF2-40B4-BE49-F238E27FC236}">
                  <a16:creationId xmlns:a16="http://schemas.microsoft.com/office/drawing/2014/main" id="{23914078-BC81-4D4F-882A-303F25DADB61}"/>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spTree>
    <p:extLst>
      <p:ext uri="{BB962C8B-B14F-4D97-AF65-F5344CB8AC3E}">
        <p14:creationId xmlns:p14="http://schemas.microsoft.com/office/powerpoint/2010/main" val="16568790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765" r:id="rId5"/>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50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4" imgW="270" imgH="270" progId="TCLayout.ActiveDocument.1">
                  <p:embed/>
                </p:oleObj>
              </mc:Choice>
              <mc:Fallback>
                <p:oleObj name="think-cell Slide" r:id="rId14" imgW="270" imgH="270" progId="TCLayout.ActiveDocument.1">
                  <p:embed/>
                  <p:pic>
                    <p:nvPicPr>
                      <p:cNvPr id="21" name="Object 20" hidden="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p:nvGrpSpPr>
        <p:grpSpPr>
          <a:xfrm>
            <a:off x="11501102" y="171573"/>
            <a:ext cx="419436" cy="388988"/>
            <a:chOff x="11501102" y="171573"/>
            <a:chExt cx="419436" cy="388988"/>
          </a:xfrm>
        </p:grpSpPr>
        <p:sp>
          <p:nvSpPr>
            <p:cNvPr id="410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41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7" name="Retângulo 43">
            <a:extLst>
              <a:ext uri="{FF2B5EF4-FFF2-40B4-BE49-F238E27FC236}">
                <a16:creationId xmlns:a16="http://schemas.microsoft.com/office/drawing/2014/main" id="{25FC8637-25BD-4C09-AF25-56B4243DAB3D}"/>
              </a:ext>
            </a:extLst>
          </p:cNvPr>
          <p:cNvSpPr/>
          <p:nvPr/>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 Capgemini 2021. All rights reserved  </a:t>
            </a:r>
            <a:r>
              <a:rPr lang="en-US">
                <a:solidFill>
                  <a:schemeClr val="accent2"/>
                </a:solidFill>
              </a:rPr>
              <a:t>|</a:t>
            </a:r>
          </a:p>
        </p:txBody>
      </p:sp>
      <p:sp>
        <p:nvSpPr>
          <p:cNvPr id="4" name="Espace réservé du texte 3"/>
          <p:cNvSpPr>
            <a:spLocks noGrp="1"/>
          </p:cNvSpPr>
          <p:nvPr>
            <p:ph type="body" idx="1"/>
          </p:nvPr>
        </p:nvSpPr>
        <p:spPr>
          <a:xfrm>
            <a:off x="227348" y="1815352"/>
            <a:ext cx="11700000" cy="4466201"/>
          </a:xfrm>
          <a:prstGeom prst="rect">
            <a:avLst/>
          </a:prstGeom>
        </p:spPr>
        <p:txBody>
          <a:bodyPr vert="horz" lIns="0" tIns="0" rIns="0" bIns="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Espace réservé du titre 8"/>
          <p:cNvSpPr>
            <a:spLocks noGrp="1"/>
          </p:cNvSpPr>
          <p:nvPr>
            <p:ph type="title"/>
          </p:nvPr>
        </p:nvSpPr>
        <p:spPr>
          <a:xfrm>
            <a:off x="227350" y="0"/>
            <a:ext cx="10341700"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grpSp>
        <p:nvGrpSpPr>
          <p:cNvPr id="3" name="Groupe 2">
            <a:extLst>
              <a:ext uri="{FF2B5EF4-FFF2-40B4-BE49-F238E27FC236}">
                <a16:creationId xmlns:a16="http://schemas.microsoft.com/office/drawing/2014/main" id="{231F4250-75BE-456B-A9D8-680BA4145249}"/>
              </a:ext>
            </a:extLst>
          </p:cNvPr>
          <p:cNvGrpSpPr/>
          <p:nvPr/>
        </p:nvGrpSpPr>
        <p:grpSpPr>
          <a:xfrm>
            <a:off x="12355040" y="33161"/>
            <a:ext cx="360000" cy="1800000"/>
            <a:chOff x="12355040" y="33161"/>
            <a:chExt cx="360000" cy="1800000"/>
          </a:xfrm>
        </p:grpSpPr>
        <p:sp>
          <p:nvSpPr>
            <p:cNvPr id="11" name="Rectangle 10">
              <a:extLst>
                <a:ext uri="{FF2B5EF4-FFF2-40B4-BE49-F238E27FC236}">
                  <a16:creationId xmlns:a16="http://schemas.microsoft.com/office/drawing/2014/main" id="{EF1244FD-1856-4971-9A73-AD6DF3F42A90}"/>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2" name="Rectangle 11">
              <a:extLst>
                <a:ext uri="{FF2B5EF4-FFF2-40B4-BE49-F238E27FC236}">
                  <a16:creationId xmlns:a16="http://schemas.microsoft.com/office/drawing/2014/main" id="{22B40C78-6F20-4C95-AB26-B29FEC0FF747}"/>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3" name="Rectangle 12">
              <a:extLst>
                <a:ext uri="{FF2B5EF4-FFF2-40B4-BE49-F238E27FC236}">
                  <a16:creationId xmlns:a16="http://schemas.microsoft.com/office/drawing/2014/main" id="{1AED4E7D-39CE-49AE-9D4C-16EA940CBE5F}"/>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4" name="Rectangle 13">
              <a:extLst>
                <a:ext uri="{FF2B5EF4-FFF2-40B4-BE49-F238E27FC236}">
                  <a16:creationId xmlns:a16="http://schemas.microsoft.com/office/drawing/2014/main" id="{392DC803-B0F7-4D0E-81CA-9DDCB14FA42C}"/>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5" name="Rectangle 14">
              <a:extLst>
                <a:ext uri="{FF2B5EF4-FFF2-40B4-BE49-F238E27FC236}">
                  <a16:creationId xmlns:a16="http://schemas.microsoft.com/office/drawing/2014/main" id="{03C5671A-353B-4887-BEEF-56CEFAE8D83D}"/>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grpSp>
        <p:nvGrpSpPr>
          <p:cNvPr id="5" name="Groupe 4">
            <a:extLst>
              <a:ext uri="{FF2B5EF4-FFF2-40B4-BE49-F238E27FC236}">
                <a16:creationId xmlns:a16="http://schemas.microsoft.com/office/drawing/2014/main" id="{CC6ACEFF-8651-4C08-BAF6-3BFAE6473DAF}"/>
              </a:ext>
            </a:extLst>
          </p:cNvPr>
          <p:cNvGrpSpPr/>
          <p:nvPr/>
        </p:nvGrpSpPr>
        <p:grpSpPr>
          <a:xfrm>
            <a:off x="12355040" y="1954479"/>
            <a:ext cx="360000" cy="4875772"/>
            <a:chOff x="12355040" y="1954479"/>
            <a:chExt cx="360000" cy="4875772"/>
          </a:xfrm>
        </p:grpSpPr>
        <p:sp>
          <p:nvSpPr>
            <p:cNvPr id="16" name="Rectangle 15">
              <a:extLst>
                <a:ext uri="{FF2B5EF4-FFF2-40B4-BE49-F238E27FC236}">
                  <a16:creationId xmlns:a16="http://schemas.microsoft.com/office/drawing/2014/main" id="{D27E2B2B-AB85-4173-AB1F-61084925AA83}"/>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7" name="Rectangle 16">
              <a:extLst>
                <a:ext uri="{FF2B5EF4-FFF2-40B4-BE49-F238E27FC236}">
                  <a16:creationId xmlns:a16="http://schemas.microsoft.com/office/drawing/2014/main" id="{0DDEBD8A-CA0B-4D62-9426-DFB2D4742184}"/>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8" name="Rectangle 17">
              <a:extLst>
                <a:ext uri="{FF2B5EF4-FFF2-40B4-BE49-F238E27FC236}">
                  <a16:creationId xmlns:a16="http://schemas.microsoft.com/office/drawing/2014/main" id="{65515214-3AFD-4A2B-95C5-2FDFF59A1BE2}"/>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9" name="Rectangle 18">
              <a:extLst>
                <a:ext uri="{FF2B5EF4-FFF2-40B4-BE49-F238E27FC236}">
                  <a16:creationId xmlns:a16="http://schemas.microsoft.com/office/drawing/2014/main" id="{D674829A-E5EF-4140-B9ED-AC7745AB028D}"/>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0" name="Rectangle 19">
              <a:extLst>
                <a:ext uri="{FF2B5EF4-FFF2-40B4-BE49-F238E27FC236}">
                  <a16:creationId xmlns:a16="http://schemas.microsoft.com/office/drawing/2014/main" id="{E59B3FCE-0262-45FE-BE39-9459C5BC7FEE}"/>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2" name="Rectangle 21">
              <a:extLst>
                <a:ext uri="{FF2B5EF4-FFF2-40B4-BE49-F238E27FC236}">
                  <a16:creationId xmlns:a16="http://schemas.microsoft.com/office/drawing/2014/main" id="{F5D692DE-D6DE-4022-9F2F-5F8C1403E4D0}"/>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3" name="Rectangle 22">
              <a:extLst>
                <a:ext uri="{FF2B5EF4-FFF2-40B4-BE49-F238E27FC236}">
                  <a16:creationId xmlns:a16="http://schemas.microsoft.com/office/drawing/2014/main" id="{35EEF2F0-E01D-4851-96E7-30214EC78A3B}"/>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4" name="Rectangle 23">
              <a:extLst>
                <a:ext uri="{FF2B5EF4-FFF2-40B4-BE49-F238E27FC236}">
                  <a16:creationId xmlns:a16="http://schemas.microsoft.com/office/drawing/2014/main" id="{468B1DDD-74B0-4453-A996-5BA8693FF545}"/>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5" name="Rectangle 24">
              <a:extLst>
                <a:ext uri="{FF2B5EF4-FFF2-40B4-BE49-F238E27FC236}">
                  <a16:creationId xmlns:a16="http://schemas.microsoft.com/office/drawing/2014/main" id="{8809D5E9-1B2A-4D30-A4DD-47B7C9BBCED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6" name="Rectangle 25">
              <a:extLst>
                <a:ext uri="{FF2B5EF4-FFF2-40B4-BE49-F238E27FC236}">
                  <a16:creationId xmlns:a16="http://schemas.microsoft.com/office/drawing/2014/main" id="{995FF3A0-94CA-40BA-AF81-B777FF5FD489}"/>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7" name="Rectangle 26">
              <a:extLst>
                <a:ext uri="{FF2B5EF4-FFF2-40B4-BE49-F238E27FC236}">
                  <a16:creationId xmlns:a16="http://schemas.microsoft.com/office/drawing/2014/main" id="{9F83F12C-5135-43B7-B1D8-A0A72DB85AED}"/>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8" name="Rectangle 27">
              <a:extLst>
                <a:ext uri="{FF2B5EF4-FFF2-40B4-BE49-F238E27FC236}">
                  <a16:creationId xmlns:a16="http://schemas.microsoft.com/office/drawing/2014/main" id="{256CA1CF-2C4A-42DA-94F5-CB5E5B47F24B}"/>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9" name="Rectangle 28">
              <a:extLst>
                <a:ext uri="{FF2B5EF4-FFF2-40B4-BE49-F238E27FC236}">
                  <a16:creationId xmlns:a16="http://schemas.microsoft.com/office/drawing/2014/main" id="{47F07AFA-8569-4B3B-854A-60B26629D96D}"/>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0" name="Rectangle 29">
              <a:extLst>
                <a:ext uri="{FF2B5EF4-FFF2-40B4-BE49-F238E27FC236}">
                  <a16:creationId xmlns:a16="http://schemas.microsoft.com/office/drawing/2014/main" id="{8103554C-8B73-4C9A-AFFF-55D6E47A0E76}"/>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pic>
        <p:nvPicPr>
          <p:cNvPr id="32" name="Picture 7">
            <a:extLst>
              <a:ext uri="{FF2B5EF4-FFF2-40B4-BE49-F238E27FC236}">
                <a16:creationId xmlns:a16="http://schemas.microsoft.com/office/drawing/2014/main" id="{C43555C5-060A-4159-B820-5125BCCFE34C}"/>
              </a:ext>
            </a:extLst>
          </p:cNvPr>
          <p:cNvPicPr>
            <a:picLocks noChangeAspect="1" noChangeArrowheads="1"/>
          </p:cNvPicPr>
          <p:nvPr userDrawn="1"/>
        </p:nvPicPr>
        <p:blipFill>
          <a:blip r:embed="rId16" cstate="hqprint">
            <a:extLst>
              <a:ext uri="{28A0092B-C50C-407E-A947-70E740481C1C}">
                <a14:useLocalDpi xmlns:a14="http://schemas.microsoft.com/office/drawing/2010/main" val="0"/>
              </a:ext>
            </a:extLst>
          </a:blip>
          <a:srcRect/>
          <a:stretch>
            <a:fillRect/>
          </a:stretch>
        </p:blipFill>
        <p:spPr bwMode="auto">
          <a:xfrm>
            <a:off x="10672704" y="149712"/>
            <a:ext cx="708756" cy="369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471231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781" r:id="rId9"/>
    <p:sldLayoutId id="2147483790" r:id="rId10"/>
    <p:sldLayoutId id="2147483870" r:id="rId11"/>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7"/>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8" imgW="270" imgH="270" progId="TCLayout.ActiveDocument.1">
                  <p:embed/>
                </p:oleObj>
              </mc:Choice>
              <mc:Fallback>
                <p:oleObj name="think-cell Slide" r:id="rId18" imgW="270" imgH="270" progId="TCLayout.ActiveDocument.1">
                  <p:embed/>
                  <p:pic>
                    <p:nvPicPr>
                      <p:cNvPr id="21" name="Object 20" hidden="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tângulo 43">
            <a:extLst>
              <a:ext uri="{FF2B5EF4-FFF2-40B4-BE49-F238E27FC236}">
                <a16:creationId xmlns:a16="http://schemas.microsoft.com/office/drawing/2014/main" id="{25FC8637-25BD-4C09-AF25-56B4243DAB3D}"/>
              </a:ext>
            </a:extLst>
          </p:cNvPr>
          <p:cNvSpPr/>
          <p:nvPr/>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Capgemini 2021. All rights reserved </a:t>
            </a:r>
            <a:r>
              <a:rPr lang="en-US">
                <a:solidFill>
                  <a:schemeClr val="accent2"/>
                </a:solidFill>
              </a:rPr>
              <a:t>|</a:t>
            </a:r>
          </a:p>
        </p:txBody>
      </p:sp>
      <p:sp>
        <p:nvSpPr>
          <p:cNvPr id="4" name="Espace réservé du texte 3"/>
          <p:cNvSpPr>
            <a:spLocks noGrp="1"/>
          </p:cNvSpPr>
          <p:nvPr>
            <p:ph type="body" idx="1"/>
          </p:nvPr>
        </p:nvSpPr>
        <p:spPr>
          <a:xfrm>
            <a:off x="227348" y="1815352"/>
            <a:ext cx="11700000" cy="4466201"/>
          </a:xfrm>
          <a:prstGeom prst="rect">
            <a:avLst/>
          </a:prstGeom>
        </p:spPr>
        <p:txBody>
          <a:bodyPr vert="horz" lIns="0" tIns="0" rIns="0" bIns="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Espace réservé du titre 8"/>
          <p:cNvSpPr>
            <a:spLocks noGrp="1"/>
          </p:cNvSpPr>
          <p:nvPr>
            <p:ph type="title"/>
          </p:nvPr>
        </p:nvSpPr>
        <p:spPr>
          <a:xfrm>
            <a:off x="550200" y="0"/>
            <a:ext cx="11091600" cy="1104900"/>
          </a:xfrm>
          <a:prstGeom prst="rect">
            <a:avLst/>
          </a:prstGeom>
        </p:spPr>
        <p:txBody>
          <a:bodyPr vert="horz" lIns="0" tIns="21600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grpSp>
        <p:nvGrpSpPr>
          <p:cNvPr id="3" name="Groupe 2">
            <a:extLst>
              <a:ext uri="{FF2B5EF4-FFF2-40B4-BE49-F238E27FC236}">
                <a16:creationId xmlns:a16="http://schemas.microsoft.com/office/drawing/2014/main" id="{231F4250-75BE-456B-A9D8-680BA4145249}"/>
              </a:ext>
            </a:extLst>
          </p:cNvPr>
          <p:cNvGrpSpPr/>
          <p:nvPr/>
        </p:nvGrpSpPr>
        <p:grpSpPr>
          <a:xfrm>
            <a:off x="12355040" y="33161"/>
            <a:ext cx="360000" cy="1800000"/>
            <a:chOff x="12355040" y="33161"/>
            <a:chExt cx="360000" cy="1800000"/>
          </a:xfrm>
        </p:grpSpPr>
        <p:sp>
          <p:nvSpPr>
            <p:cNvPr id="11" name="Rectangle 10">
              <a:extLst>
                <a:ext uri="{FF2B5EF4-FFF2-40B4-BE49-F238E27FC236}">
                  <a16:creationId xmlns:a16="http://schemas.microsoft.com/office/drawing/2014/main" id="{EF1244FD-1856-4971-9A73-AD6DF3F42A90}"/>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2" name="Rectangle 11">
              <a:extLst>
                <a:ext uri="{FF2B5EF4-FFF2-40B4-BE49-F238E27FC236}">
                  <a16:creationId xmlns:a16="http://schemas.microsoft.com/office/drawing/2014/main" id="{22B40C78-6F20-4C95-AB26-B29FEC0FF747}"/>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3" name="Rectangle 12">
              <a:extLst>
                <a:ext uri="{FF2B5EF4-FFF2-40B4-BE49-F238E27FC236}">
                  <a16:creationId xmlns:a16="http://schemas.microsoft.com/office/drawing/2014/main" id="{1AED4E7D-39CE-49AE-9D4C-16EA940CBE5F}"/>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4" name="Rectangle 13">
              <a:extLst>
                <a:ext uri="{FF2B5EF4-FFF2-40B4-BE49-F238E27FC236}">
                  <a16:creationId xmlns:a16="http://schemas.microsoft.com/office/drawing/2014/main" id="{392DC803-B0F7-4D0E-81CA-9DDCB14FA42C}"/>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5" name="Rectangle 14">
              <a:extLst>
                <a:ext uri="{FF2B5EF4-FFF2-40B4-BE49-F238E27FC236}">
                  <a16:creationId xmlns:a16="http://schemas.microsoft.com/office/drawing/2014/main" id="{03C5671A-353B-4887-BEEF-56CEFAE8D83D}"/>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grpSp>
        <p:nvGrpSpPr>
          <p:cNvPr id="5" name="Groupe 4">
            <a:extLst>
              <a:ext uri="{FF2B5EF4-FFF2-40B4-BE49-F238E27FC236}">
                <a16:creationId xmlns:a16="http://schemas.microsoft.com/office/drawing/2014/main" id="{CC6ACEFF-8651-4C08-BAF6-3BFAE6473DAF}"/>
              </a:ext>
            </a:extLst>
          </p:cNvPr>
          <p:cNvGrpSpPr/>
          <p:nvPr/>
        </p:nvGrpSpPr>
        <p:grpSpPr>
          <a:xfrm>
            <a:off x="12355040" y="1954479"/>
            <a:ext cx="360000" cy="4875772"/>
            <a:chOff x="12355040" y="1954479"/>
            <a:chExt cx="360000" cy="4875772"/>
          </a:xfrm>
        </p:grpSpPr>
        <p:sp>
          <p:nvSpPr>
            <p:cNvPr id="16" name="Rectangle 15">
              <a:extLst>
                <a:ext uri="{FF2B5EF4-FFF2-40B4-BE49-F238E27FC236}">
                  <a16:creationId xmlns:a16="http://schemas.microsoft.com/office/drawing/2014/main" id="{D27E2B2B-AB85-4173-AB1F-61084925AA83}"/>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7" name="Rectangle 16">
              <a:extLst>
                <a:ext uri="{FF2B5EF4-FFF2-40B4-BE49-F238E27FC236}">
                  <a16:creationId xmlns:a16="http://schemas.microsoft.com/office/drawing/2014/main" id="{0DDEBD8A-CA0B-4D62-9426-DFB2D4742184}"/>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8" name="Rectangle 17">
              <a:extLst>
                <a:ext uri="{FF2B5EF4-FFF2-40B4-BE49-F238E27FC236}">
                  <a16:creationId xmlns:a16="http://schemas.microsoft.com/office/drawing/2014/main" id="{65515214-3AFD-4A2B-95C5-2FDFF59A1BE2}"/>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9" name="Rectangle 18">
              <a:extLst>
                <a:ext uri="{FF2B5EF4-FFF2-40B4-BE49-F238E27FC236}">
                  <a16:creationId xmlns:a16="http://schemas.microsoft.com/office/drawing/2014/main" id="{D674829A-E5EF-4140-B9ED-AC7745AB028D}"/>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0" name="Rectangle 19">
              <a:extLst>
                <a:ext uri="{FF2B5EF4-FFF2-40B4-BE49-F238E27FC236}">
                  <a16:creationId xmlns:a16="http://schemas.microsoft.com/office/drawing/2014/main" id="{E59B3FCE-0262-45FE-BE39-9459C5BC7FEE}"/>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2" name="Rectangle 21">
              <a:extLst>
                <a:ext uri="{FF2B5EF4-FFF2-40B4-BE49-F238E27FC236}">
                  <a16:creationId xmlns:a16="http://schemas.microsoft.com/office/drawing/2014/main" id="{F5D692DE-D6DE-4022-9F2F-5F8C1403E4D0}"/>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3" name="Rectangle 22">
              <a:extLst>
                <a:ext uri="{FF2B5EF4-FFF2-40B4-BE49-F238E27FC236}">
                  <a16:creationId xmlns:a16="http://schemas.microsoft.com/office/drawing/2014/main" id="{35EEF2F0-E01D-4851-96E7-30214EC78A3B}"/>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4" name="Rectangle 23">
              <a:extLst>
                <a:ext uri="{FF2B5EF4-FFF2-40B4-BE49-F238E27FC236}">
                  <a16:creationId xmlns:a16="http://schemas.microsoft.com/office/drawing/2014/main" id="{468B1DDD-74B0-4453-A996-5BA8693FF545}"/>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5" name="Rectangle 24">
              <a:extLst>
                <a:ext uri="{FF2B5EF4-FFF2-40B4-BE49-F238E27FC236}">
                  <a16:creationId xmlns:a16="http://schemas.microsoft.com/office/drawing/2014/main" id="{8809D5E9-1B2A-4D30-A4DD-47B7C9BBCED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6" name="Rectangle 25">
              <a:extLst>
                <a:ext uri="{FF2B5EF4-FFF2-40B4-BE49-F238E27FC236}">
                  <a16:creationId xmlns:a16="http://schemas.microsoft.com/office/drawing/2014/main" id="{995FF3A0-94CA-40BA-AF81-B777FF5FD489}"/>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7" name="Rectangle 26">
              <a:extLst>
                <a:ext uri="{FF2B5EF4-FFF2-40B4-BE49-F238E27FC236}">
                  <a16:creationId xmlns:a16="http://schemas.microsoft.com/office/drawing/2014/main" id="{9F83F12C-5135-43B7-B1D8-A0A72DB85AED}"/>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8" name="Rectangle 27">
              <a:extLst>
                <a:ext uri="{FF2B5EF4-FFF2-40B4-BE49-F238E27FC236}">
                  <a16:creationId xmlns:a16="http://schemas.microsoft.com/office/drawing/2014/main" id="{256CA1CF-2C4A-42DA-94F5-CB5E5B47F24B}"/>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9" name="Rectangle 28">
              <a:extLst>
                <a:ext uri="{FF2B5EF4-FFF2-40B4-BE49-F238E27FC236}">
                  <a16:creationId xmlns:a16="http://schemas.microsoft.com/office/drawing/2014/main" id="{47F07AFA-8569-4B3B-854A-60B26629D96D}"/>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0" name="Rectangle 29">
              <a:extLst>
                <a:ext uri="{FF2B5EF4-FFF2-40B4-BE49-F238E27FC236}">
                  <a16:creationId xmlns:a16="http://schemas.microsoft.com/office/drawing/2014/main" id="{8103554C-8B73-4C9A-AFFF-55D6E47A0E76}"/>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grpSp>
        <p:nvGrpSpPr>
          <p:cNvPr id="31" name="Groupe 1">
            <a:extLst>
              <a:ext uri="{FF2B5EF4-FFF2-40B4-BE49-F238E27FC236}">
                <a16:creationId xmlns:a16="http://schemas.microsoft.com/office/drawing/2014/main" id="{F31688C0-3AAB-457C-86FA-4177A059CF79}"/>
              </a:ext>
            </a:extLst>
          </p:cNvPr>
          <p:cNvGrpSpPr/>
          <p:nvPr/>
        </p:nvGrpSpPr>
        <p:grpSpPr>
          <a:xfrm>
            <a:off x="11501102" y="171573"/>
            <a:ext cx="419436" cy="388988"/>
            <a:chOff x="11501102" y="171573"/>
            <a:chExt cx="419436" cy="388988"/>
          </a:xfrm>
        </p:grpSpPr>
        <p:sp>
          <p:nvSpPr>
            <p:cNvPr id="33" name="Freeform 13">
              <a:extLst>
                <a:ext uri="{FF2B5EF4-FFF2-40B4-BE49-F238E27FC236}">
                  <a16:creationId xmlns:a16="http://schemas.microsoft.com/office/drawing/2014/main" id="{0DF4B7FE-AA65-4E55-B964-75A3DEE12DA3}"/>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34" name="Freeform 14">
              <a:extLst>
                <a:ext uri="{FF2B5EF4-FFF2-40B4-BE49-F238E27FC236}">
                  <a16:creationId xmlns:a16="http://schemas.microsoft.com/office/drawing/2014/main" id="{08DB13D7-F3B3-4CCC-9572-7C835EA669A8}"/>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pic>
        <p:nvPicPr>
          <p:cNvPr id="32" name="Picture 7">
            <a:extLst>
              <a:ext uri="{FF2B5EF4-FFF2-40B4-BE49-F238E27FC236}">
                <a16:creationId xmlns:a16="http://schemas.microsoft.com/office/drawing/2014/main" id="{9CC1FD45-34D5-4643-9501-F139C4E27143}"/>
              </a:ext>
            </a:extLst>
          </p:cNvPr>
          <p:cNvPicPr>
            <a:picLocks noChangeAspect="1" noChangeArrowheads="1"/>
          </p:cNvPicPr>
          <p:nvPr userDrawn="1"/>
        </p:nvPicPr>
        <p:blipFill>
          <a:blip r:embed="rId20" cstate="hqprint">
            <a:extLst>
              <a:ext uri="{28A0092B-C50C-407E-A947-70E740481C1C}">
                <a14:useLocalDpi xmlns:a14="http://schemas.microsoft.com/office/drawing/2010/main" val="0"/>
              </a:ext>
            </a:extLst>
          </a:blip>
          <a:srcRect/>
          <a:stretch>
            <a:fillRect/>
          </a:stretch>
        </p:blipFill>
        <p:spPr bwMode="auto">
          <a:xfrm>
            <a:off x="10672704" y="149712"/>
            <a:ext cx="708756" cy="369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879901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Lst>
  <p:txStyles>
    <p:titleStyle>
      <a:lvl1pPr marL="0" marR="0" indent="0" algn="l" defTabSz="914400" rtl="0" eaLnBrk="1" fontAlgn="auto" latinLnBrk="0" hangingPunct="1">
        <a:lnSpc>
          <a:spcPct val="100000"/>
        </a:lnSpc>
        <a:spcBef>
          <a:spcPct val="0"/>
        </a:spcBef>
        <a:spcAft>
          <a:spcPts val="0"/>
        </a:spcAft>
        <a:buClrTx/>
        <a:buSzTx/>
        <a:buFontTx/>
        <a:buNone/>
        <a:tabLst/>
        <a:defRPr kumimoji="0" lang="en-US" sz="3000" b="0" i="0" u="none" strike="noStrike" kern="1200" cap="none" spc="200" normalizeH="0" baseline="0" noProof="0" dirty="0">
          <a:ln>
            <a:noFill/>
          </a:ln>
          <a:solidFill>
            <a:schemeClr val="tx2"/>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100000"/>
        </a:lnSpc>
        <a:spcBef>
          <a:spcPts val="6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100000"/>
        </a:lnSpc>
        <a:spcBef>
          <a:spcPts val="6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100000"/>
        </a:lnSpc>
        <a:spcBef>
          <a:spcPts val="6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8"/>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9" imgW="270" imgH="270" progId="TCLayout.ActiveDocument.1">
                  <p:embed/>
                </p:oleObj>
              </mc:Choice>
              <mc:Fallback>
                <p:oleObj name="think-cell Slide" r:id="rId9" imgW="270" imgH="270" progId="TCLayout.ActiveDocument.1">
                  <p:embed/>
                  <p:pic>
                    <p:nvPicPr>
                      <p:cNvPr id="21" name="Object 20" hidden="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e 2">
            <a:extLst>
              <a:ext uri="{FF2B5EF4-FFF2-40B4-BE49-F238E27FC236}">
                <a16:creationId xmlns:a16="http://schemas.microsoft.com/office/drawing/2014/main" id="{2B612A8E-B9C0-4A33-BDF0-7B934FC0FA7B}"/>
              </a:ext>
            </a:extLst>
          </p:cNvPr>
          <p:cNvGrpSpPr/>
          <p:nvPr/>
        </p:nvGrpSpPr>
        <p:grpSpPr>
          <a:xfrm>
            <a:off x="12355040" y="33161"/>
            <a:ext cx="360000" cy="1800000"/>
            <a:chOff x="12355040" y="33161"/>
            <a:chExt cx="360000" cy="1800000"/>
          </a:xfrm>
        </p:grpSpPr>
        <p:sp>
          <p:nvSpPr>
            <p:cNvPr id="4" name="Rectangle 3">
              <a:extLst>
                <a:ext uri="{FF2B5EF4-FFF2-40B4-BE49-F238E27FC236}">
                  <a16:creationId xmlns:a16="http://schemas.microsoft.com/office/drawing/2014/main" id="{8759ABE2-EA66-4C96-A730-7AE70F160C4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5" name="Rectangle 4">
              <a:extLst>
                <a:ext uri="{FF2B5EF4-FFF2-40B4-BE49-F238E27FC236}">
                  <a16:creationId xmlns:a16="http://schemas.microsoft.com/office/drawing/2014/main" id="{A0575D8E-DADC-4A93-90E1-700FFEEB747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6" name="Rectangle 5">
              <a:extLst>
                <a:ext uri="{FF2B5EF4-FFF2-40B4-BE49-F238E27FC236}">
                  <a16:creationId xmlns:a16="http://schemas.microsoft.com/office/drawing/2014/main" id="{797A0406-0F4B-4D43-9CEA-FDE61975CF1D}"/>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7" name="Rectangle 6">
              <a:extLst>
                <a:ext uri="{FF2B5EF4-FFF2-40B4-BE49-F238E27FC236}">
                  <a16:creationId xmlns:a16="http://schemas.microsoft.com/office/drawing/2014/main" id="{D5ADBA43-C200-4485-A4EC-E3C6D0E787EB}"/>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8" name="Rectangle 7">
              <a:extLst>
                <a:ext uri="{FF2B5EF4-FFF2-40B4-BE49-F238E27FC236}">
                  <a16:creationId xmlns:a16="http://schemas.microsoft.com/office/drawing/2014/main" id="{23914078-BC81-4D4F-882A-303F25DADB61}"/>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spTree>
    <p:extLst>
      <p:ext uri="{BB962C8B-B14F-4D97-AF65-F5344CB8AC3E}">
        <p14:creationId xmlns:p14="http://schemas.microsoft.com/office/powerpoint/2010/main" val="2787377059"/>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50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8"/>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9" imgW="270" imgH="270" progId="TCLayout.ActiveDocument.1">
                  <p:embed/>
                </p:oleObj>
              </mc:Choice>
              <mc:Fallback>
                <p:oleObj name="think-cell Slide" r:id="rId9" imgW="270" imgH="270" progId="TCLayout.ActiveDocument.1">
                  <p:embed/>
                  <p:pic>
                    <p:nvPicPr>
                      <p:cNvPr id="21" name="Object 20" hidden="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e 2">
            <a:extLst>
              <a:ext uri="{FF2B5EF4-FFF2-40B4-BE49-F238E27FC236}">
                <a16:creationId xmlns:a16="http://schemas.microsoft.com/office/drawing/2014/main" id="{2B612A8E-B9C0-4A33-BDF0-7B934FC0FA7B}"/>
              </a:ext>
            </a:extLst>
          </p:cNvPr>
          <p:cNvGrpSpPr/>
          <p:nvPr/>
        </p:nvGrpSpPr>
        <p:grpSpPr>
          <a:xfrm>
            <a:off x="12355040" y="33161"/>
            <a:ext cx="360000" cy="1800000"/>
            <a:chOff x="12355040" y="33161"/>
            <a:chExt cx="360000" cy="1800000"/>
          </a:xfrm>
        </p:grpSpPr>
        <p:sp>
          <p:nvSpPr>
            <p:cNvPr id="4" name="Rectangle 3">
              <a:extLst>
                <a:ext uri="{FF2B5EF4-FFF2-40B4-BE49-F238E27FC236}">
                  <a16:creationId xmlns:a16="http://schemas.microsoft.com/office/drawing/2014/main" id="{8759ABE2-EA66-4C96-A730-7AE70F160C4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5" name="Rectangle 4">
              <a:extLst>
                <a:ext uri="{FF2B5EF4-FFF2-40B4-BE49-F238E27FC236}">
                  <a16:creationId xmlns:a16="http://schemas.microsoft.com/office/drawing/2014/main" id="{A0575D8E-DADC-4A93-90E1-700FFEEB747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6" name="Rectangle 5">
              <a:extLst>
                <a:ext uri="{FF2B5EF4-FFF2-40B4-BE49-F238E27FC236}">
                  <a16:creationId xmlns:a16="http://schemas.microsoft.com/office/drawing/2014/main" id="{797A0406-0F4B-4D43-9CEA-FDE61975CF1D}"/>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7" name="Rectangle 6">
              <a:extLst>
                <a:ext uri="{FF2B5EF4-FFF2-40B4-BE49-F238E27FC236}">
                  <a16:creationId xmlns:a16="http://schemas.microsoft.com/office/drawing/2014/main" id="{D5ADBA43-C200-4485-A4EC-E3C6D0E787EB}"/>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8" name="Rectangle 7">
              <a:extLst>
                <a:ext uri="{FF2B5EF4-FFF2-40B4-BE49-F238E27FC236}">
                  <a16:creationId xmlns:a16="http://schemas.microsoft.com/office/drawing/2014/main" id="{23914078-BC81-4D4F-882A-303F25DADB61}"/>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spTree>
    <p:extLst>
      <p:ext uri="{BB962C8B-B14F-4D97-AF65-F5344CB8AC3E}">
        <p14:creationId xmlns:p14="http://schemas.microsoft.com/office/powerpoint/2010/main" val="3388807508"/>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50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4"/>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1" name="Object 20"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e 2">
            <a:extLst>
              <a:ext uri="{FF2B5EF4-FFF2-40B4-BE49-F238E27FC236}">
                <a16:creationId xmlns:a16="http://schemas.microsoft.com/office/drawing/2014/main" id="{2B612A8E-B9C0-4A33-BDF0-7B934FC0FA7B}"/>
              </a:ext>
            </a:extLst>
          </p:cNvPr>
          <p:cNvGrpSpPr/>
          <p:nvPr/>
        </p:nvGrpSpPr>
        <p:grpSpPr>
          <a:xfrm>
            <a:off x="12355040" y="33161"/>
            <a:ext cx="360000" cy="1800000"/>
            <a:chOff x="12355040" y="33161"/>
            <a:chExt cx="360000" cy="1800000"/>
          </a:xfrm>
        </p:grpSpPr>
        <p:sp>
          <p:nvSpPr>
            <p:cNvPr id="4" name="Rectangle 3">
              <a:extLst>
                <a:ext uri="{FF2B5EF4-FFF2-40B4-BE49-F238E27FC236}">
                  <a16:creationId xmlns:a16="http://schemas.microsoft.com/office/drawing/2014/main" id="{8759ABE2-EA66-4C96-A730-7AE70F160C4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5" name="Rectangle 4">
              <a:extLst>
                <a:ext uri="{FF2B5EF4-FFF2-40B4-BE49-F238E27FC236}">
                  <a16:creationId xmlns:a16="http://schemas.microsoft.com/office/drawing/2014/main" id="{A0575D8E-DADC-4A93-90E1-700FFEEB747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6" name="Rectangle 5">
              <a:extLst>
                <a:ext uri="{FF2B5EF4-FFF2-40B4-BE49-F238E27FC236}">
                  <a16:creationId xmlns:a16="http://schemas.microsoft.com/office/drawing/2014/main" id="{797A0406-0F4B-4D43-9CEA-FDE61975CF1D}"/>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7" name="Rectangle 6">
              <a:extLst>
                <a:ext uri="{FF2B5EF4-FFF2-40B4-BE49-F238E27FC236}">
                  <a16:creationId xmlns:a16="http://schemas.microsoft.com/office/drawing/2014/main" id="{D5ADBA43-C200-4485-A4EC-E3C6D0E787EB}"/>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8" name="Rectangle 7">
              <a:extLst>
                <a:ext uri="{FF2B5EF4-FFF2-40B4-BE49-F238E27FC236}">
                  <a16:creationId xmlns:a16="http://schemas.microsoft.com/office/drawing/2014/main" id="{23914078-BC81-4D4F-882A-303F25DADB61}"/>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spTree>
    <p:extLst>
      <p:ext uri="{BB962C8B-B14F-4D97-AF65-F5344CB8AC3E}">
        <p14:creationId xmlns:p14="http://schemas.microsoft.com/office/powerpoint/2010/main" val="422890256"/>
      </p:ext>
    </p:extLst>
  </p:cSld>
  <p:clrMap bg1="lt1" tx1="dk1" bg2="lt2" tx2="dk2" accent1="accent1" accent2="accent2" accent3="accent3" accent4="accent4" accent5="accent5" accent6="accent6" hlink="hlink" folHlink="folHlink"/>
  <p:sldLayoutIdLst>
    <p:sldLayoutId id="2147483709" r:id="rId1"/>
    <p:sldLayoutId id="2147483710" r:id="rId2"/>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506">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9"/>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0" imgW="270" imgH="270" progId="TCLayout.ActiveDocument.1">
                  <p:embed/>
                </p:oleObj>
              </mc:Choice>
              <mc:Fallback>
                <p:oleObj name="think-cell Slide" r:id="rId10" imgW="270" imgH="270" progId="TCLayout.ActiveDocument.1">
                  <p:embed/>
                  <p:pic>
                    <p:nvPicPr>
                      <p:cNvPr id="21" name="Object 20" hidden="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e 2">
            <a:extLst>
              <a:ext uri="{FF2B5EF4-FFF2-40B4-BE49-F238E27FC236}">
                <a16:creationId xmlns:a16="http://schemas.microsoft.com/office/drawing/2014/main" id="{2B612A8E-B9C0-4A33-BDF0-7B934FC0FA7B}"/>
              </a:ext>
            </a:extLst>
          </p:cNvPr>
          <p:cNvGrpSpPr/>
          <p:nvPr/>
        </p:nvGrpSpPr>
        <p:grpSpPr>
          <a:xfrm>
            <a:off x="12355040" y="33161"/>
            <a:ext cx="360000" cy="1800000"/>
            <a:chOff x="12355040" y="33161"/>
            <a:chExt cx="360000" cy="1800000"/>
          </a:xfrm>
        </p:grpSpPr>
        <p:sp>
          <p:nvSpPr>
            <p:cNvPr id="4" name="Rectangle 3">
              <a:extLst>
                <a:ext uri="{FF2B5EF4-FFF2-40B4-BE49-F238E27FC236}">
                  <a16:creationId xmlns:a16="http://schemas.microsoft.com/office/drawing/2014/main" id="{8759ABE2-EA66-4C96-A730-7AE70F160C4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5" name="Rectangle 4">
              <a:extLst>
                <a:ext uri="{FF2B5EF4-FFF2-40B4-BE49-F238E27FC236}">
                  <a16:creationId xmlns:a16="http://schemas.microsoft.com/office/drawing/2014/main" id="{A0575D8E-DADC-4A93-90E1-700FFEEB747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6" name="Rectangle 5">
              <a:extLst>
                <a:ext uri="{FF2B5EF4-FFF2-40B4-BE49-F238E27FC236}">
                  <a16:creationId xmlns:a16="http://schemas.microsoft.com/office/drawing/2014/main" id="{797A0406-0F4B-4D43-9CEA-FDE61975CF1D}"/>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7" name="Rectangle 6">
              <a:extLst>
                <a:ext uri="{FF2B5EF4-FFF2-40B4-BE49-F238E27FC236}">
                  <a16:creationId xmlns:a16="http://schemas.microsoft.com/office/drawing/2014/main" id="{D5ADBA43-C200-4485-A4EC-E3C6D0E787EB}"/>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8" name="Rectangle 7">
              <a:extLst>
                <a:ext uri="{FF2B5EF4-FFF2-40B4-BE49-F238E27FC236}">
                  <a16:creationId xmlns:a16="http://schemas.microsoft.com/office/drawing/2014/main" id="{23914078-BC81-4D4F-882A-303F25DADB61}"/>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pic>
        <p:nvPicPr>
          <p:cNvPr id="9" name="Google Shape;938;p88">
            <a:extLst>
              <a:ext uri="{FF2B5EF4-FFF2-40B4-BE49-F238E27FC236}">
                <a16:creationId xmlns:a16="http://schemas.microsoft.com/office/drawing/2014/main" id="{0506178E-40C8-4D25-AF33-4CE55FE55608}"/>
              </a:ext>
            </a:extLst>
          </p:cNvPr>
          <p:cNvPicPr preferRelativeResize="0"/>
          <p:nvPr userDrawn="1"/>
        </p:nvPicPr>
        <p:blipFill rotWithShape="1">
          <a:blip r:embed="rId12" cstate="email">
            <a:alphaModFix/>
            <a:extLst>
              <a:ext uri="{28A0092B-C50C-407E-A947-70E740481C1C}">
                <a14:useLocalDpi xmlns:a14="http://schemas.microsoft.com/office/drawing/2010/main"/>
              </a:ext>
            </a:extLst>
          </a:blip>
          <a:srcRect t="11959" b="11959"/>
          <a:stretch/>
        </p:blipFill>
        <p:spPr>
          <a:xfrm>
            <a:off x="9542432" y="6225398"/>
            <a:ext cx="2649568" cy="607236"/>
          </a:xfrm>
          <a:prstGeom prst="rect">
            <a:avLst/>
          </a:prstGeom>
          <a:noFill/>
          <a:ln>
            <a:noFill/>
          </a:ln>
        </p:spPr>
      </p:pic>
      <p:sp>
        <p:nvSpPr>
          <p:cNvPr id="10" name="Text Placeholder 7">
            <a:extLst>
              <a:ext uri="{FF2B5EF4-FFF2-40B4-BE49-F238E27FC236}">
                <a16:creationId xmlns:a16="http://schemas.microsoft.com/office/drawing/2014/main" id="{D5BE218D-67B9-45A6-953D-D496EF3A1058}"/>
              </a:ext>
            </a:extLst>
          </p:cNvPr>
          <p:cNvSpPr txBox="1">
            <a:spLocks/>
          </p:cNvSpPr>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a:solidFill>
                  <a:schemeClr val="bg1">
                    <a:lumMod val="65000"/>
                  </a:schemeClr>
                </a:solidFill>
              </a:rPr>
              <a:t>Capgemini Invent: S&amp;OM | 2020</a:t>
            </a:r>
          </a:p>
        </p:txBody>
      </p:sp>
    </p:spTree>
    <p:extLst>
      <p:ext uri="{BB962C8B-B14F-4D97-AF65-F5344CB8AC3E}">
        <p14:creationId xmlns:p14="http://schemas.microsoft.com/office/powerpoint/2010/main" val="1406563843"/>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22" r:id="rId5"/>
    <p:sldLayoutId id="2147483736" r:id="rId6"/>
    <p:sldLayoutId id="2147483737" r:id="rId7"/>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506">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oogle Shape;909;p85">
            <a:extLst>
              <a:ext uri="{FF2B5EF4-FFF2-40B4-BE49-F238E27FC236}">
                <a16:creationId xmlns:a16="http://schemas.microsoft.com/office/drawing/2014/main" id="{16EDCD87-390F-473A-915C-544197359647}"/>
              </a:ext>
            </a:extLst>
          </p:cNvPr>
          <p:cNvPicPr preferRelativeResize="0"/>
          <p:nvPr userDrawn="1"/>
        </p:nvPicPr>
        <p:blipFill rotWithShape="1">
          <a:blip r:embed="rId13" cstate="email">
            <a:alphaModFix/>
            <a:extLst>
              <a:ext uri="{28A0092B-C50C-407E-A947-70E740481C1C}">
                <a14:useLocalDpi xmlns:a14="http://schemas.microsoft.com/office/drawing/2010/main"/>
              </a:ext>
            </a:extLst>
          </a:blip>
          <a:srcRect/>
          <a:stretch/>
        </p:blipFill>
        <p:spPr>
          <a:xfrm>
            <a:off x="9698804" y="6325228"/>
            <a:ext cx="2194504" cy="333835"/>
          </a:xfrm>
          <a:prstGeom prst="rect">
            <a:avLst/>
          </a:prstGeom>
          <a:noFill/>
          <a:ln>
            <a:noFill/>
          </a:ln>
        </p:spPr>
      </p:pic>
    </p:spTree>
    <p:extLst>
      <p:ext uri="{BB962C8B-B14F-4D97-AF65-F5344CB8AC3E}">
        <p14:creationId xmlns:p14="http://schemas.microsoft.com/office/powerpoint/2010/main" val="3996768314"/>
      </p:ext>
    </p:extLst>
  </p:cSld>
  <p:clrMap bg1="dk1" tx1="lt1" bg2="dk2" tx2="lt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2" imgW="270" imgH="270" progId="TCLayout.ActiveDocument.1">
                  <p:embed/>
                </p:oleObj>
              </mc:Choice>
              <mc:Fallback>
                <p:oleObj name="think-cell Slide" r:id="rId12" imgW="270" imgH="270" progId="TCLayout.ActiveDocument.1">
                  <p:embed/>
                  <p:pic>
                    <p:nvPicPr>
                      <p:cNvPr id="21" name="Object 20" hidden="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p:nvGrpSpPr>
        <p:grpSpPr>
          <a:xfrm>
            <a:off x="11501102" y="171573"/>
            <a:ext cx="419436" cy="388988"/>
            <a:chOff x="11501102" y="171573"/>
            <a:chExt cx="419436" cy="388988"/>
          </a:xfrm>
        </p:grpSpPr>
        <p:sp>
          <p:nvSpPr>
            <p:cNvPr id="410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41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7" name="Retângulo 43">
            <a:extLst>
              <a:ext uri="{FF2B5EF4-FFF2-40B4-BE49-F238E27FC236}">
                <a16:creationId xmlns:a16="http://schemas.microsoft.com/office/drawing/2014/main" id="{25FC8637-25BD-4C09-AF25-56B4243DAB3D}"/>
              </a:ext>
            </a:extLst>
          </p:cNvPr>
          <p:cNvSpPr/>
          <p:nvPr/>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 Capgemini 2018. All rights reserved  </a:t>
            </a:r>
            <a:r>
              <a:rPr lang="en-US">
                <a:solidFill>
                  <a:schemeClr val="accent2"/>
                </a:solidFill>
              </a:rPr>
              <a:t>|</a:t>
            </a:r>
          </a:p>
        </p:txBody>
      </p:sp>
      <p:sp>
        <p:nvSpPr>
          <p:cNvPr id="4" name="Espace réservé du texte 3"/>
          <p:cNvSpPr>
            <a:spLocks noGrp="1"/>
          </p:cNvSpPr>
          <p:nvPr>
            <p:ph type="body" idx="1"/>
          </p:nvPr>
        </p:nvSpPr>
        <p:spPr>
          <a:xfrm>
            <a:off x="227348" y="1815352"/>
            <a:ext cx="11700000" cy="4466201"/>
          </a:xfrm>
          <a:prstGeom prst="rect">
            <a:avLst/>
          </a:prstGeom>
        </p:spPr>
        <p:txBody>
          <a:bodyPr vert="horz" lIns="0" tIns="0" rIns="0" bIns="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Espace réservé du titre 8"/>
          <p:cNvSpPr>
            <a:spLocks noGrp="1"/>
          </p:cNvSpPr>
          <p:nvPr>
            <p:ph type="title"/>
          </p:nvPr>
        </p:nvSpPr>
        <p:spPr>
          <a:xfrm>
            <a:off x="227349" y="0"/>
            <a:ext cx="11125236"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grpSp>
        <p:nvGrpSpPr>
          <p:cNvPr id="3" name="Groupe 2">
            <a:extLst>
              <a:ext uri="{FF2B5EF4-FFF2-40B4-BE49-F238E27FC236}">
                <a16:creationId xmlns:a16="http://schemas.microsoft.com/office/drawing/2014/main" id="{231F4250-75BE-456B-A9D8-680BA4145249}"/>
              </a:ext>
            </a:extLst>
          </p:cNvPr>
          <p:cNvGrpSpPr/>
          <p:nvPr/>
        </p:nvGrpSpPr>
        <p:grpSpPr>
          <a:xfrm>
            <a:off x="12355040" y="33161"/>
            <a:ext cx="360000" cy="1800000"/>
            <a:chOff x="12355040" y="33161"/>
            <a:chExt cx="360000" cy="1800000"/>
          </a:xfrm>
        </p:grpSpPr>
        <p:sp>
          <p:nvSpPr>
            <p:cNvPr id="11" name="Rectangle 10">
              <a:extLst>
                <a:ext uri="{FF2B5EF4-FFF2-40B4-BE49-F238E27FC236}">
                  <a16:creationId xmlns:a16="http://schemas.microsoft.com/office/drawing/2014/main" id="{EF1244FD-1856-4971-9A73-AD6DF3F42A90}"/>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2" name="Rectangle 11">
              <a:extLst>
                <a:ext uri="{FF2B5EF4-FFF2-40B4-BE49-F238E27FC236}">
                  <a16:creationId xmlns:a16="http://schemas.microsoft.com/office/drawing/2014/main" id="{22B40C78-6F20-4C95-AB26-B29FEC0FF747}"/>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3" name="Rectangle 12">
              <a:extLst>
                <a:ext uri="{FF2B5EF4-FFF2-40B4-BE49-F238E27FC236}">
                  <a16:creationId xmlns:a16="http://schemas.microsoft.com/office/drawing/2014/main" id="{1AED4E7D-39CE-49AE-9D4C-16EA940CBE5F}"/>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4" name="Rectangle 13">
              <a:extLst>
                <a:ext uri="{FF2B5EF4-FFF2-40B4-BE49-F238E27FC236}">
                  <a16:creationId xmlns:a16="http://schemas.microsoft.com/office/drawing/2014/main" id="{392DC803-B0F7-4D0E-81CA-9DDCB14FA42C}"/>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5" name="Rectangle 14">
              <a:extLst>
                <a:ext uri="{FF2B5EF4-FFF2-40B4-BE49-F238E27FC236}">
                  <a16:creationId xmlns:a16="http://schemas.microsoft.com/office/drawing/2014/main" id="{03C5671A-353B-4887-BEEF-56CEFAE8D83D}"/>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grpSp>
        <p:nvGrpSpPr>
          <p:cNvPr id="5" name="Groupe 4">
            <a:extLst>
              <a:ext uri="{FF2B5EF4-FFF2-40B4-BE49-F238E27FC236}">
                <a16:creationId xmlns:a16="http://schemas.microsoft.com/office/drawing/2014/main" id="{CC6ACEFF-8651-4C08-BAF6-3BFAE6473DAF}"/>
              </a:ext>
            </a:extLst>
          </p:cNvPr>
          <p:cNvGrpSpPr/>
          <p:nvPr/>
        </p:nvGrpSpPr>
        <p:grpSpPr>
          <a:xfrm>
            <a:off x="12355040" y="1954479"/>
            <a:ext cx="360000" cy="4875772"/>
            <a:chOff x="12355040" y="1954479"/>
            <a:chExt cx="360000" cy="4875772"/>
          </a:xfrm>
        </p:grpSpPr>
        <p:sp>
          <p:nvSpPr>
            <p:cNvPr id="16" name="Rectangle 15">
              <a:extLst>
                <a:ext uri="{FF2B5EF4-FFF2-40B4-BE49-F238E27FC236}">
                  <a16:creationId xmlns:a16="http://schemas.microsoft.com/office/drawing/2014/main" id="{D27E2B2B-AB85-4173-AB1F-61084925AA83}"/>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7" name="Rectangle 16">
              <a:extLst>
                <a:ext uri="{FF2B5EF4-FFF2-40B4-BE49-F238E27FC236}">
                  <a16:creationId xmlns:a16="http://schemas.microsoft.com/office/drawing/2014/main" id="{0DDEBD8A-CA0B-4D62-9426-DFB2D4742184}"/>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8" name="Rectangle 17">
              <a:extLst>
                <a:ext uri="{FF2B5EF4-FFF2-40B4-BE49-F238E27FC236}">
                  <a16:creationId xmlns:a16="http://schemas.microsoft.com/office/drawing/2014/main" id="{65515214-3AFD-4A2B-95C5-2FDFF59A1BE2}"/>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9" name="Rectangle 18">
              <a:extLst>
                <a:ext uri="{FF2B5EF4-FFF2-40B4-BE49-F238E27FC236}">
                  <a16:creationId xmlns:a16="http://schemas.microsoft.com/office/drawing/2014/main" id="{D674829A-E5EF-4140-B9ED-AC7745AB028D}"/>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0" name="Rectangle 19">
              <a:extLst>
                <a:ext uri="{FF2B5EF4-FFF2-40B4-BE49-F238E27FC236}">
                  <a16:creationId xmlns:a16="http://schemas.microsoft.com/office/drawing/2014/main" id="{E59B3FCE-0262-45FE-BE39-9459C5BC7FEE}"/>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2" name="Rectangle 21">
              <a:extLst>
                <a:ext uri="{FF2B5EF4-FFF2-40B4-BE49-F238E27FC236}">
                  <a16:creationId xmlns:a16="http://schemas.microsoft.com/office/drawing/2014/main" id="{F5D692DE-D6DE-4022-9F2F-5F8C1403E4D0}"/>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3" name="Rectangle 22">
              <a:extLst>
                <a:ext uri="{FF2B5EF4-FFF2-40B4-BE49-F238E27FC236}">
                  <a16:creationId xmlns:a16="http://schemas.microsoft.com/office/drawing/2014/main" id="{35EEF2F0-E01D-4851-96E7-30214EC78A3B}"/>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4" name="Rectangle 23">
              <a:extLst>
                <a:ext uri="{FF2B5EF4-FFF2-40B4-BE49-F238E27FC236}">
                  <a16:creationId xmlns:a16="http://schemas.microsoft.com/office/drawing/2014/main" id="{468B1DDD-74B0-4453-A996-5BA8693FF545}"/>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5" name="Rectangle 24">
              <a:extLst>
                <a:ext uri="{FF2B5EF4-FFF2-40B4-BE49-F238E27FC236}">
                  <a16:creationId xmlns:a16="http://schemas.microsoft.com/office/drawing/2014/main" id="{8809D5E9-1B2A-4D30-A4DD-47B7C9BBCED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6" name="Rectangle 25">
              <a:extLst>
                <a:ext uri="{FF2B5EF4-FFF2-40B4-BE49-F238E27FC236}">
                  <a16:creationId xmlns:a16="http://schemas.microsoft.com/office/drawing/2014/main" id="{995FF3A0-94CA-40BA-AF81-B777FF5FD489}"/>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7" name="Rectangle 26">
              <a:extLst>
                <a:ext uri="{FF2B5EF4-FFF2-40B4-BE49-F238E27FC236}">
                  <a16:creationId xmlns:a16="http://schemas.microsoft.com/office/drawing/2014/main" id="{9F83F12C-5135-43B7-B1D8-A0A72DB85AED}"/>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8" name="Rectangle 27">
              <a:extLst>
                <a:ext uri="{FF2B5EF4-FFF2-40B4-BE49-F238E27FC236}">
                  <a16:creationId xmlns:a16="http://schemas.microsoft.com/office/drawing/2014/main" id="{256CA1CF-2C4A-42DA-94F5-CB5E5B47F24B}"/>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9" name="Rectangle 28">
              <a:extLst>
                <a:ext uri="{FF2B5EF4-FFF2-40B4-BE49-F238E27FC236}">
                  <a16:creationId xmlns:a16="http://schemas.microsoft.com/office/drawing/2014/main" id="{47F07AFA-8569-4B3B-854A-60B26629D96D}"/>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0" name="Rectangle 29">
              <a:extLst>
                <a:ext uri="{FF2B5EF4-FFF2-40B4-BE49-F238E27FC236}">
                  <a16:creationId xmlns:a16="http://schemas.microsoft.com/office/drawing/2014/main" id="{8103554C-8B73-4C9A-AFFF-55D6E47A0E76}"/>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sp>
        <p:nvSpPr>
          <p:cNvPr id="32" name="Text Placeholder 7">
            <a:extLst>
              <a:ext uri="{FF2B5EF4-FFF2-40B4-BE49-F238E27FC236}">
                <a16:creationId xmlns:a16="http://schemas.microsoft.com/office/drawing/2014/main" id="{72861EFB-405E-4CA5-B33C-A5283F7C1BC8}"/>
              </a:ext>
            </a:extLst>
          </p:cNvPr>
          <p:cNvSpPr txBox="1">
            <a:spLocks/>
          </p:cNvSpPr>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a:solidFill>
                  <a:schemeClr val="bg1">
                    <a:lumMod val="65000"/>
                  </a:schemeClr>
                </a:solidFill>
              </a:rPr>
              <a:t>Capgemini Invent: S&amp;OM | 2020</a:t>
            </a:r>
          </a:p>
        </p:txBody>
      </p:sp>
      <p:pic>
        <p:nvPicPr>
          <p:cNvPr id="33" name="Picture 7">
            <a:extLst>
              <a:ext uri="{FF2B5EF4-FFF2-40B4-BE49-F238E27FC236}">
                <a16:creationId xmlns:a16="http://schemas.microsoft.com/office/drawing/2014/main" id="{B46FDBC3-3641-4FD4-8916-8C2844DAC8F9}"/>
              </a:ext>
            </a:extLst>
          </p:cNvPr>
          <p:cNvPicPr>
            <a:picLocks noChangeAspect="1" noChangeArrowheads="1"/>
          </p:cNvPicPr>
          <p:nvPr userDrawn="1"/>
        </p:nvPicPr>
        <p:blipFill>
          <a:blip r:embed="rId14" cstate="hqprint">
            <a:extLst>
              <a:ext uri="{28A0092B-C50C-407E-A947-70E740481C1C}">
                <a14:useLocalDpi xmlns:a14="http://schemas.microsoft.com/office/drawing/2010/main" val="0"/>
              </a:ext>
            </a:extLst>
          </a:blip>
          <a:srcRect/>
          <a:stretch>
            <a:fillRect/>
          </a:stretch>
        </p:blipFill>
        <p:spPr bwMode="auto">
          <a:xfrm>
            <a:off x="10672704" y="149712"/>
            <a:ext cx="708756" cy="369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3834819"/>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4" imgW="270" imgH="270" progId="TCLayout.ActiveDocument.1">
                  <p:embed/>
                </p:oleObj>
              </mc:Choice>
              <mc:Fallback>
                <p:oleObj name="think-cell Slide" r:id="rId14" imgW="270" imgH="270" progId="TCLayout.ActiveDocument.1">
                  <p:embed/>
                  <p:pic>
                    <p:nvPicPr>
                      <p:cNvPr id="21" name="Object 20" hidden="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e 2">
            <a:extLst>
              <a:ext uri="{FF2B5EF4-FFF2-40B4-BE49-F238E27FC236}">
                <a16:creationId xmlns:a16="http://schemas.microsoft.com/office/drawing/2014/main" id="{2B612A8E-B9C0-4A33-BDF0-7B934FC0FA7B}"/>
              </a:ext>
            </a:extLst>
          </p:cNvPr>
          <p:cNvGrpSpPr/>
          <p:nvPr/>
        </p:nvGrpSpPr>
        <p:grpSpPr>
          <a:xfrm>
            <a:off x="12355040" y="33161"/>
            <a:ext cx="360000" cy="1800000"/>
            <a:chOff x="12355040" y="33161"/>
            <a:chExt cx="360000" cy="1800000"/>
          </a:xfrm>
        </p:grpSpPr>
        <p:sp>
          <p:nvSpPr>
            <p:cNvPr id="4" name="Rectangle 3">
              <a:extLst>
                <a:ext uri="{FF2B5EF4-FFF2-40B4-BE49-F238E27FC236}">
                  <a16:creationId xmlns:a16="http://schemas.microsoft.com/office/drawing/2014/main" id="{8759ABE2-EA66-4C96-A730-7AE70F160C4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5" name="Rectangle 4">
              <a:extLst>
                <a:ext uri="{FF2B5EF4-FFF2-40B4-BE49-F238E27FC236}">
                  <a16:creationId xmlns:a16="http://schemas.microsoft.com/office/drawing/2014/main" id="{A0575D8E-DADC-4A93-90E1-700FFEEB747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6" name="Rectangle 5">
              <a:extLst>
                <a:ext uri="{FF2B5EF4-FFF2-40B4-BE49-F238E27FC236}">
                  <a16:creationId xmlns:a16="http://schemas.microsoft.com/office/drawing/2014/main" id="{797A0406-0F4B-4D43-9CEA-FDE61975CF1D}"/>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7" name="Rectangle 6">
              <a:extLst>
                <a:ext uri="{FF2B5EF4-FFF2-40B4-BE49-F238E27FC236}">
                  <a16:creationId xmlns:a16="http://schemas.microsoft.com/office/drawing/2014/main" id="{D5ADBA43-C200-4485-A4EC-E3C6D0E787EB}"/>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8" name="Rectangle 7">
              <a:extLst>
                <a:ext uri="{FF2B5EF4-FFF2-40B4-BE49-F238E27FC236}">
                  <a16:creationId xmlns:a16="http://schemas.microsoft.com/office/drawing/2014/main" id="{23914078-BC81-4D4F-882A-303F25DADB61}"/>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pic>
        <p:nvPicPr>
          <p:cNvPr id="9" name="Google Shape;938;p88">
            <a:extLst>
              <a:ext uri="{FF2B5EF4-FFF2-40B4-BE49-F238E27FC236}">
                <a16:creationId xmlns:a16="http://schemas.microsoft.com/office/drawing/2014/main" id="{0506178E-40C8-4D25-AF33-4CE55FE55608}"/>
              </a:ext>
            </a:extLst>
          </p:cNvPr>
          <p:cNvPicPr preferRelativeResize="0"/>
          <p:nvPr userDrawn="1"/>
        </p:nvPicPr>
        <p:blipFill rotWithShape="1">
          <a:blip r:embed="rId16">
            <a:alphaModFix/>
          </a:blip>
          <a:srcRect t="11959" b="11959"/>
          <a:stretch/>
        </p:blipFill>
        <p:spPr>
          <a:xfrm>
            <a:off x="9542432" y="6225398"/>
            <a:ext cx="2649568" cy="607236"/>
          </a:xfrm>
          <a:prstGeom prst="rect">
            <a:avLst/>
          </a:prstGeom>
          <a:noFill/>
          <a:ln>
            <a:noFill/>
          </a:ln>
        </p:spPr>
      </p:pic>
      <p:sp>
        <p:nvSpPr>
          <p:cNvPr id="10" name="Text Placeholder 7">
            <a:extLst>
              <a:ext uri="{FF2B5EF4-FFF2-40B4-BE49-F238E27FC236}">
                <a16:creationId xmlns:a16="http://schemas.microsoft.com/office/drawing/2014/main" id="{D5BE218D-67B9-45A6-953D-D496EF3A1058}"/>
              </a:ext>
            </a:extLst>
          </p:cNvPr>
          <p:cNvSpPr txBox="1">
            <a:spLocks/>
          </p:cNvSpPr>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a:solidFill>
                  <a:schemeClr val="bg1">
                    <a:lumMod val="65000"/>
                  </a:schemeClr>
                </a:solidFill>
              </a:rPr>
              <a:t>Capgemini Invent: S&amp;OM | 2020</a:t>
            </a:r>
          </a:p>
        </p:txBody>
      </p:sp>
    </p:spTree>
    <p:extLst>
      <p:ext uri="{BB962C8B-B14F-4D97-AF65-F5344CB8AC3E}">
        <p14:creationId xmlns:p14="http://schemas.microsoft.com/office/powerpoint/2010/main" val="1296787313"/>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506">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userDrawn="1"/>
        </p:nvGrpSpPr>
        <p:grpSpPr>
          <a:xfrm>
            <a:off x="11501102" y="171573"/>
            <a:ext cx="419436" cy="388988"/>
            <a:chOff x="11501102" y="171573"/>
            <a:chExt cx="419436" cy="388988"/>
          </a:xfrm>
        </p:grpSpPr>
        <p:sp>
          <p:nvSpPr>
            <p:cNvPr id="410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prstClr val="black"/>
                </a:solidFill>
              </a:endParaRPr>
            </a:p>
          </p:txBody>
        </p:sp>
        <p:sp>
          <p:nvSpPr>
            <p:cNvPr id="41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prstClr val="black"/>
                </a:solidFill>
              </a:endParaRPr>
            </a:p>
          </p:txBody>
        </p:sp>
      </p:grpSp>
      <p:sp>
        <p:nvSpPr>
          <p:cNvPr id="7" name="Retângulo 43">
            <a:extLst>
              <a:ext uri="{FF2B5EF4-FFF2-40B4-BE49-F238E27FC236}">
                <a16:creationId xmlns:a16="http://schemas.microsoft.com/office/drawing/2014/main" id="{25FC8637-25BD-4C09-AF25-56B4243DAB3D}"/>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a:solidFill>
                  <a:prstClr val="black"/>
                </a:solidFill>
                <a:cs typeface="Arial" panose="020B0604020202020204" pitchFamily="34" charset="0"/>
              </a:rPr>
              <a:pPr algn="r"/>
              <a:t>‹#›</a:t>
            </a:fld>
            <a:endParaRPr lang="en-US" sz="800">
              <a:solidFill>
                <a:prstClr val="black"/>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r>
              <a:rPr lang="en-US">
                <a:solidFill>
                  <a:prstClr val="black"/>
                </a:solidFill>
              </a:rPr>
              <a:t>© Capgemini 2020. All rights reserved |</a:t>
            </a:r>
          </a:p>
        </p:txBody>
      </p:sp>
      <p:sp>
        <p:nvSpPr>
          <p:cNvPr id="4" name="Espace réservé du texte 3"/>
          <p:cNvSpPr>
            <a:spLocks noGrp="1"/>
          </p:cNvSpPr>
          <p:nvPr userDrawn="1">
            <p:ph type="body" idx="1"/>
          </p:nvPr>
        </p:nvSpPr>
        <p:spPr>
          <a:xfrm>
            <a:off x="227348" y="1815352"/>
            <a:ext cx="11700000" cy="4466201"/>
          </a:xfrm>
          <a:prstGeom prst="rect">
            <a:avLst/>
          </a:prstGeom>
        </p:spPr>
        <p:txBody>
          <a:bodyPr vert="horz" lIns="0" tIns="0" rIns="0" bIns="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Espace réservé du titre 8"/>
          <p:cNvSpPr>
            <a:spLocks noGrp="1"/>
          </p:cNvSpPr>
          <p:nvPr>
            <p:ph type="title"/>
          </p:nvPr>
        </p:nvSpPr>
        <p:spPr>
          <a:xfrm>
            <a:off x="227349" y="0"/>
            <a:ext cx="11125236"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spTree>
    <p:extLst>
      <p:ext uri="{BB962C8B-B14F-4D97-AF65-F5344CB8AC3E}">
        <p14:creationId xmlns:p14="http://schemas.microsoft.com/office/powerpoint/2010/main" val="908888469"/>
      </p:ext>
    </p:extLst>
  </p:cSld>
  <p:clrMap bg1="lt1" tx1="dk1" bg2="lt2" tx2="dk2" accent1="accent1" accent2="accent2" accent3="accent3" accent4="accent4" accent5="accent5" accent6="accent6" hlink="hlink" folHlink="folHlink"/>
  <p:sldLayoutIdLst>
    <p:sldLayoutId id="2147483793" r:id="rId1"/>
  </p:sldLayoutIdLst>
  <p:txStyles>
    <p:titleStyle>
      <a:lvl1pPr marL="0" marR="0" indent="0" algn="l" defTabSz="914400" rtl="0" eaLnBrk="1" fontAlgn="auto" latinLnBrk="0" hangingPunct="1">
        <a:lnSpc>
          <a:spcPct val="100000"/>
        </a:lnSpc>
        <a:spcBef>
          <a:spcPct val="0"/>
        </a:spcBef>
        <a:spcAft>
          <a:spcPts val="600"/>
        </a:spcAft>
        <a:buClrTx/>
        <a:buSzTx/>
        <a:buFontTx/>
        <a:buNone/>
        <a:tabLst/>
        <a:defRPr kumimoji="0" lang="en-US" sz="24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FEA120-0FD6-0543-A416-F9C40E55006A}"/>
              </a:ext>
            </a:extLst>
          </p:cNvPr>
          <p:cNvSpPr>
            <a:spLocks noGrp="1"/>
          </p:cNvSpPr>
          <p:nvPr>
            <p:ph type="title"/>
          </p:nvPr>
        </p:nvSpPr>
        <p:spPr>
          <a:xfrm>
            <a:off x="162339" y="115095"/>
            <a:ext cx="11191461" cy="699914"/>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D8083CA5-C6A4-5541-8386-EB11B3E1B27D}"/>
              </a:ext>
            </a:extLst>
          </p:cNvPr>
          <p:cNvSpPr>
            <a:spLocks noGrp="1"/>
          </p:cNvSpPr>
          <p:nvPr>
            <p:ph type="body" idx="1"/>
          </p:nvPr>
        </p:nvSpPr>
        <p:spPr>
          <a:xfrm>
            <a:off x="162339" y="1000677"/>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lide Number Placeholder 5">
            <a:extLst>
              <a:ext uri="{FF2B5EF4-FFF2-40B4-BE49-F238E27FC236}">
                <a16:creationId xmlns:a16="http://schemas.microsoft.com/office/drawing/2014/main" id="{9DF9A9BA-2307-0248-B45F-46642F2D8489}"/>
              </a:ext>
            </a:extLst>
          </p:cNvPr>
          <p:cNvSpPr>
            <a:spLocks noGrp="1"/>
          </p:cNvSpPr>
          <p:nvPr>
            <p:ph type="sldNum" sz="quarter" idx="4"/>
          </p:nvPr>
        </p:nvSpPr>
        <p:spPr>
          <a:xfrm>
            <a:off x="162339" y="6377781"/>
            <a:ext cx="2743200" cy="365125"/>
          </a:xfrm>
          <a:prstGeom prst="rect">
            <a:avLst/>
          </a:prstGeom>
        </p:spPr>
        <p:txBody>
          <a:bodyPr vert="horz" lIns="91440" tIns="45720" rIns="91440" bIns="45720" rtlCol="0" anchor="ctr"/>
          <a:lstStyle>
            <a:lvl1pPr algn="l">
              <a:defRPr sz="1200">
                <a:solidFill>
                  <a:schemeClr val="bg1"/>
                </a:solidFill>
              </a:defRPr>
            </a:lvl1pPr>
          </a:lstStyle>
          <a:p>
            <a:fld id="{6D2A713E-BB1B-C844-B16F-141EF6B6DE97}" type="slidenum">
              <a:rPr lang="en-GB" smtClean="0"/>
              <a:pPr/>
              <a:t>‹#›</a:t>
            </a:fld>
            <a:endParaRPr lang="en-GB"/>
          </a:p>
        </p:txBody>
      </p:sp>
    </p:spTree>
    <p:extLst>
      <p:ext uri="{BB962C8B-B14F-4D97-AF65-F5344CB8AC3E}">
        <p14:creationId xmlns:p14="http://schemas.microsoft.com/office/powerpoint/2010/main" val="1456566780"/>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 id="2147483853" r:id="rId1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5"/>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6" imgW="270" imgH="270" progId="TCLayout.ActiveDocument.1">
                  <p:embed/>
                </p:oleObj>
              </mc:Choice>
              <mc:Fallback>
                <p:oleObj name="think-cell Slide" r:id="rId16" imgW="270" imgH="270" progId="TCLayout.ActiveDocument.1">
                  <p:embed/>
                  <p:pic>
                    <p:nvPicPr>
                      <p:cNvPr id="21" name="Object 20" hidden="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p:nvGrpSpPr>
        <p:grpSpPr>
          <a:xfrm>
            <a:off x="11501102" y="171573"/>
            <a:ext cx="419436" cy="388988"/>
            <a:chOff x="11501102" y="171573"/>
            <a:chExt cx="419436" cy="388988"/>
          </a:xfrm>
        </p:grpSpPr>
        <p:sp>
          <p:nvSpPr>
            <p:cNvPr id="410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41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7" name="Retângulo 43">
            <a:extLst>
              <a:ext uri="{FF2B5EF4-FFF2-40B4-BE49-F238E27FC236}">
                <a16:creationId xmlns:a16="http://schemas.microsoft.com/office/drawing/2014/main" id="{25FC8637-25BD-4C09-AF25-56B4243DAB3D}"/>
              </a:ext>
            </a:extLst>
          </p:cNvPr>
          <p:cNvSpPr/>
          <p:nvPr/>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 Capgemini 2021. All rights reserved  </a:t>
            </a:r>
            <a:r>
              <a:rPr lang="en-US">
                <a:solidFill>
                  <a:schemeClr val="accent2"/>
                </a:solidFill>
              </a:rPr>
              <a:t>|</a:t>
            </a:r>
          </a:p>
        </p:txBody>
      </p:sp>
      <p:sp>
        <p:nvSpPr>
          <p:cNvPr id="4" name="Espace réservé du texte 3"/>
          <p:cNvSpPr>
            <a:spLocks noGrp="1"/>
          </p:cNvSpPr>
          <p:nvPr>
            <p:ph type="body" idx="1"/>
          </p:nvPr>
        </p:nvSpPr>
        <p:spPr>
          <a:xfrm>
            <a:off x="227348" y="1815352"/>
            <a:ext cx="11700000" cy="4466201"/>
          </a:xfrm>
          <a:prstGeom prst="rect">
            <a:avLst/>
          </a:prstGeom>
        </p:spPr>
        <p:txBody>
          <a:bodyPr vert="horz" lIns="0" tIns="0" rIns="0" bIns="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Espace réservé du titre 8"/>
          <p:cNvSpPr>
            <a:spLocks noGrp="1"/>
          </p:cNvSpPr>
          <p:nvPr>
            <p:ph type="title"/>
          </p:nvPr>
        </p:nvSpPr>
        <p:spPr>
          <a:xfrm>
            <a:off x="227350" y="0"/>
            <a:ext cx="10341700"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grpSp>
        <p:nvGrpSpPr>
          <p:cNvPr id="3" name="Groupe 2">
            <a:extLst>
              <a:ext uri="{FF2B5EF4-FFF2-40B4-BE49-F238E27FC236}">
                <a16:creationId xmlns:a16="http://schemas.microsoft.com/office/drawing/2014/main" id="{231F4250-75BE-456B-A9D8-680BA4145249}"/>
              </a:ext>
            </a:extLst>
          </p:cNvPr>
          <p:cNvGrpSpPr/>
          <p:nvPr/>
        </p:nvGrpSpPr>
        <p:grpSpPr>
          <a:xfrm>
            <a:off x="12355040" y="33161"/>
            <a:ext cx="360000" cy="1800000"/>
            <a:chOff x="12355040" y="33161"/>
            <a:chExt cx="360000" cy="1800000"/>
          </a:xfrm>
        </p:grpSpPr>
        <p:sp>
          <p:nvSpPr>
            <p:cNvPr id="11" name="Rectangle 10">
              <a:extLst>
                <a:ext uri="{FF2B5EF4-FFF2-40B4-BE49-F238E27FC236}">
                  <a16:creationId xmlns:a16="http://schemas.microsoft.com/office/drawing/2014/main" id="{EF1244FD-1856-4971-9A73-AD6DF3F42A90}"/>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2" name="Rectangle 11">
              <a:extLst>
                <a:ext uri="{FF2B5EF4-FFF2-40B4-BE49-F238E27FC236}">
                  <a16:creationId xmlns:a16="http://schemas.microsoft.com/office/drawing/2014/main" id="{22B40C78-6F20-4C95-AB26-B29FEC0FF747}"/>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3" name="Rectangle 12">
              <a:extLst>
                <a:ext uri="{FF2B5EF4-FFF2-40B4-BE49-F238E27FC236}">
                  <a16:creationId xmlns:a16="http://schemas.microsoft.com/office/drawing/2014/main" id="{1AED4E7D-39CE-49AE-9D4C-16EA940CBE5F}"/>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4" name="Rectangle 13">
              <a:extLst>
                <a:ext uri="{FF2B5EF4-FFF2-40B4-BE49-F238E27FC236}">
                  <a16:creationId xmlns:a16="http://schemas.microsoft.com/office/drawing/2014/main" id="{392DC803-B0F7-4D0E-81CA-9DDCB14FA42C}"/>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5" name="Rectangle 14">
              <a:extLst>
                <a:ext uri="{FF2B5EF4-FFF2-40B4-BE49-F238E27FC236}">
                  <a16:creationId xmlns:a16="http://schemas.microsoft.com/office/drawing/2014/main" id="{03C5671A-353B-4887-BEEF-56CEFAE8D83D}"/>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grpSp>
        <p:nvGrpSpPr>
          <p:cNvPr id="5" name="Groupe 4">
            <a:extLst>
              <a:ext uri="{FF2B5EF4-FFF2-40B4-BE49-F238E27FC236}">
                <a16:creationId xmlns:a16="http://schemas.microsoft.com/office/drawing/2014/main" id="{CC6ACEFF-8651-4C08-BAF6-3BFAE6473DAF}"/>
              </a:ext>
            </a:extLst>
          </p:cNvPr>
          <p:cNvGrpSpPr/>
          <p:nvPr/>
        </p:nvGrpSpPr>
        <p:grpSpPr>
          <a:xfrm>
            <a:off x="12355040" y="1954479"/>
            <a:ext cx="360000" cy="4875772"/>
            <a:chOff x="12355040" y="1954479"/>
            <a:chExt cx="360000" cy="4875772"/>
          </a:xfrm>
        </p:grpSpPr>
        <p:sp>
          <p:nvSpPr>
            <p:cNvPr id="16" name="Rectangle 15">
              <a:extLst>
                <a:ext uri="{FF2B5EF4-FFF2-40B4-BE49-F238E27FC236}">
                  <a16:creationId xmlns:a16="http://schemas.microsoft.com/office/drawing/2014/main" id="{D27E2B2B-AB85-4173-AB1F-61084925AA83}"/>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7" name="Rectangle 16">
              <a:extLst>
                <a:ext uri="{FF2B5EF4-FFF2-40B4-BE49-F238E27FC236}">
                  <a16:creationId xmlns:a16="http://schemas.microsoft.com/office/drawing/2014/main" id="{0DDEBD8A-CA0B-4D62-9426-DFB2D4742184}"/>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8" name="Rectangle 17">
              <a:extLst>
                <a:ext uri="{FF2B5EF4-FFF2-40B4-BE49-F238E27FC236}">
                  <a16:creationId xmlns:a16="http://schemas.microsoft.com/office/drawing/2014/main" id="{65515214-3AFD-4A2B-95C5-2FDFF59A1BE2}"/>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9" name="Rectangle 18">
              <a:extLst>
                <a:ext uri="{FF2B5EF4-FFF2-40B4-BE49-F238E27FC236}">
                  <a16:creationId xmlns:a16="http://schemas.microsoft.com/office/drawing/2014/main" id="{D674829A-E5EF-4140-B9ED-AC7745AB028D}"/>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0" name="Rectangle 19">
              <a:extLst>
                <a:ext uri="{FF2B5EF4-FFF2-40B4-BE49-F238E27FC236}">
                  <a16:creationId xmlns:a16="http://schemas.microsoft.com/office/drawing/2014/main" id="{E59B3FCE-0262-45FE-BE39-9459C5BC7FEE}"/>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2" name="Rectangle 21">
              <a:extLst>
                <a:ext uri="{FF2B5EF4-FFF2-40B4-BE49-F238E27FC236}">
                  <a16:creationId xmlns:a16="http://schemas.microsoft.com/office/drawing/2014/main" id="{F5D692DE-D6DE-4022-9F2F-5F8C1403E4D0}"/>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3" name="Rectangle 22">
              <a:extLst>
                <a:ext uri="{FF2B5EF4-FFF2-40B4-BE49-F238E27FC236}">
                  <a16:creationId xmlns:a16="http://schemas.microsoft.com/office/drawing/2014/main" id="{35EEF2F0-E01D-4851-96E7-30214EC78A3B}"/>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4" name="Rectangle 23">
              <a:extLst>
                <a:ext uri="{FF2B5EF4-FFF2-40B4-BE49-F238E27FC236}">
                  <a16:creationId xmlns:a16="http://schemas.microsoft.com/office/drawing/2014/main" id="{468B1DDD-74B0-4453-A996-5BA8693FF545}"/>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5" name="Rectangle 24">
              <a:extLst>
                <a:ext uri="{FF2B5EF4-FFF2-40B4-BE49-F238E27FC236}">
                  <a16:creationId xmlns:a16="http://schemas.microsoft.com/office/drawing/2014/main" id="{8809D5E9-1B2A-4D30-A4DD-47B7C9BBCED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6" name="Rectangle 25">
              <a:extLst>
                <a:ext uri="{FF2B5EF4-FFF2-40B4-BE49-F238E27FC236}">
                  <a16:creationId xmlns:a16="http://schemas.microsoft.com/office/drawing/2014/main" id="{995FF3A0-94CA-40BA-AF81-B777FF5FD489}"/>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7" name="Rectangle 26">
              <a:extLst>
                <a:ext uri="{FF2B5EF4-FFF2-40B4-BE49-F238E27FC236}">
                  <a16:creationId xmlns:a16="http://schemas.microsoft.com/office/drawing/2014/main" id="{9F83F12C-5135-43B7-B1D8-A0A72DB85AED}"/>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8" name="Rectangle 27">
              <a:extLst>
                <a:ext uri="{FF2B5EF4-FFF2-40B4-BE49-F238E27FC236}">
                  <a16:creationId xmlns:a16="http://schemas.microsoft.com/office/drawing/2014/main" id="{256CA1CF-2C4A-42DA-94F5-CB5E5B47F24B}"/>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9" name="Rectangle 28">
              <a:extLst>
                <a:ext uri="{FF2B5EF4-FFF2-40B4-BE49-F238E27FC236}">
                  <a16:creationId xmlns:a16="http://schemas.microsoft.com/office/drawing/2014/main" id="{47F07AFA-8569-4B3B-854A-60B26629D96D}"/>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0" name="Rectangle 29">
              <a:extLst>
                <a:ext uri="{FF2B5EF4-FFF2-40B4-BE49-F238E27FC236}">
                  <a16:creationId xmlns:a16="http://schemas.microsoft.com/office/drawing/2014/main" id="{8103554C-8B73-4C9A-AFFF-55D6E47A0E76}"/>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pic>
        <p:nvPicPr>
          <p:cNvPr id="32" name="Picture 7">
            <a:extLst>
              <a:ext uri="{FF2B5EF4-FFF2-40B4-BE49-F238E27FC236}">
                <a16:creationId xmlns:a16="http://schemas.microsoft.com/office/drawing/2014/main" id="{FEC34A12-EF4D-4F82-B43F-F545F521F888}"/>
              </a:ext>
            </a:extLst>
          </p:cNvPr>
          <p:cNvPicPr>
            <a:picLocks noChangeAspect="1" noChangeArrowheads="1"/>
          </p:cNvPicPr>
          <p:nvPr userDrawn="1"/>
        </p:nvPicPr>
        <p:blipFill>
          <a:blip r:embed="rId18" cstate="hqprint">
            <a:extLst>
              <a:ext uri="{28A0092B-C50C-407E-A947-70E740481C1C}">
                <a14:useLocalDpi xmlns:a14="http://schemas.microsoft.com/office/drawing/2010/main" val="0"/>
              </a:ext>
            </a:extLst>
          </a:blip>
          <a:srcRect/>
          <a:stretch>
            <a:fillRect/>
          </a:stretch>
        </p:blipFill>
        <p:spPr bwMode="auto">
          <a:xfrm>
            <a:off x="10672704" y="149712"/>
            <a:ext cx="708756" cy="369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4546892"/>
      </p:ext>
    </p:extLst>
  </p:cSld>
  <p:clrMap bg1="lt1" tx1="dk1" bg2="lt2" tx2="dk2" accent1="accent1" accent2="accent2" accent3="accent3" accent4="accent4" accent5="accent5" accent6="accent6" hlink="hlink" folHlink="folHlink"/>
  <p:sldLayoutIdLst>
    <p:sldLayoutId id="2147483855" r:id="rId1"/>
    <p:sldLayoutId id="2147483856" r:id="rId2"/>
    <p:sldLayoutId id="2147483857" r:id="rId3"/>
    <p:sldLayoutId id="2147483858" r:id="rId4"/>
    <p:sldLayoutId id="2147483859" r:id="rId5"/>
    <p:sldLayoutId id="2147483860" r:id="rId6"/>
    <p:sldLayoutId id="2147483861" r:id="rId7"/>
    <p:sldLayoutId id="2147483862" r:id="rId8"/>
    <p:sldLayoutId id="2147483863" r:id="rId9"/>
    <p:sldLayoutId id="2147483864" r:id="rId10"/>
    <p:sldLayoutId id="2147483865" r:id="rId11"/>
    <p:sldLayoutId id="2147483866" r:id="rId12"/>
    <p:sldLayoutId id="2147483867" r:id="rId13"/>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8"/>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9" imgW="270" imgH="270" progId="TCLayout.ActiveDocument.1">
                  <p:embed/>
                </p:oleObj>
              </mc:Choice>
              <mc:Fallback>
                <p:oleObj name="think-cell Slide" r:id="rId19" imgW="270" imgH="270" progId="TCLayout.ActiveDocument.1">
                  <p:embed/>
                  <p:pic>
                    <p:nvPicPr>
                      <p:cNvPr id="21" name="Object 20" hidden="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tângulo 43">
            <a:extLst>
              <a:ext uri="{FF2B5EF4-FFF2-40B4-BE49-F238E27FC236}">
                <a16:creationId xmlns:a16="http://schemas.microsoft.com/office/drawing/2014/main" id="{25FC8637-25BD-4C09-AF25-56B4243DAB3D}"/>
              </a:ext>
            </a:extLst>
          </p:cNvPr>
          <p:cNvSpPr/>
          <p:nvPr/>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Capgemini 2021. All rights reserved </a:t>
            </a:r>
            <a:r>
              <a:rPr lang="en-US">
                <a:solidFill>
                  <a:schemeClr val="accent2"/>
                </a:solidFill>
              </a:rPr>
              <a:t>|</a:t>
            </a:r>
          </a:p>
        </p:txBody>
      </p:sp>
      <p:sp>
        <p:nvSpPr>
          <p:cNvPr id="4" name="Espace réservé du texte 3"/>
          <p:cNvSpPr>
            <a:spLocks noGrp="1"/>
          </p:cNvSpPr>
          <p:nvPr>
            <p:ph type="body" idx="1"/>
          </p:nvPr>
        </p:nvSpPr>
        <p:spPr>
          <a:xfrm>
            <a:off x="227348" y="1815352"/>
            <a:ext cx="11700000" cy="4466201"/>
          </a:xfrm>
          <a:prstGeom prst="rect">
            <a:avLst/>
          </a:prstGeom>
        </p:spPr>
        <p:txBody>
          <a:bodyPr vert="horz" lIns="0" tIns="0" rIns="0" bIns="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Espace réservé du titre 8"/>
          <p:cNvSpPr>
            <a:spLocks noGrp="1"/>
          </p:cNvSpPr>
          <p:nvPr>
            <p:ph type="title"/>
          </p:nvPr>
        </p:nvSpPr>
        <p:spPr>
          <a:xfrm>
            <a:off x="550200" y="0"/>
            <a:ext cx="11091600" cy="1104900"/>
          </a:xfrm>
          <a:prstGeom prst="rect">
            <a:avLst/>
          </a:prstGeom>
        </p:spPr>
        <p:txBody>
          <a:bodyPr vert="horz" lIns="0" tIns="21600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grpSp>
        <p:nvGrpSpPr>
          <p:cNvPr id="3" name="Groupe 2">
            <a:extLst>
              <a:ext uri="{FF2B5EF4-FFF2-40B4-BE49-F238E27FC236}">
                <a16:creationId xmlns:a16="http://schemas.microsoft.com/office/drawing/2014/main" id="{231F4250-75BE-456B-A9D8-680BA4145249}"/>
              </a:ext>
            </a:extLst>
          </p:cNvPr>
          <p:cNvGrpSpPr/>
          <p:nvPr/>
        </p:nvGrpSpPr>
        <p:grpSpPr>
          <a:xfrm>
            <a:off x="12355040" y="33161"/>
            <a:ext cx="360000" cy="1800000"/>
            <a:chOff x="12355040" y="33161"/>
            <a:chExt cx="360000" cy="1800000"/>
          </a:xfrm>
        </p:grpSpPr>
        <p:sp>
          <p:nvSpPr>
            <p:cNvPr id="11" name="Rectangle 10">
              <a:extLst>
                <a:ext uri="{FF2B5EF4-FFF2-40B4-BE49-F238E27FC236}">
                  <a16:creationId xmlns:a16="http://schemas.microsoft.com/office/drawing/2014/main" id="{EF1244FD-1856-4971-9A73-AD6DF3F42A90}"/>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2" name="Rectangle 11">
              <a:extLst>
                <a:ext uri="{FF2B5EF4-FFF2-40B4-BE49-F238E27FC236}">
                  <a16:creationId xmlns:a16="http://schemas.microsoft.com/office/drawing/2014/main" id="{22B40C78-6F20-4C95-AB26-B29FEC0FF747}"/>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3" name="Rectangle 12">
              <a:extLst>
                <a:ext uri="{FF2B5EF4-FFF2-40B4-BE49-F238E27FC236}">
                  <a16:creationId xmlns:a16="http://schemas.microsoft.com/office/drawing/2014/main" id="{1AED4E7D-39CE-49AE-9D4C-16EA940CBE5F}"/>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4" name="Rectangle 13">
              <a:extLst>
                <a:ext uri="{FF2B5EF4-FFF2-40B4-BE49-F238E27FC236}">
                  <a16:creationId xmlns:a16="http://schemas.microsoft.com/office/drawing/2014/main" id="{392DC803-B0F7-4D0E-81CA-9DDCB14FA42C}"/>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5" name="Rectangle 14">
              <a:extLst>
                <a:ext uri="{FF2B5EF4-FFF2-40B4-BE49-F238E27FC236}">
                  <a16:creationId xmlns:a16="http://schemas.microsoft.com/office/drawing/2014/main" id="{03C5671A-353B-4887-BEEF-56CEFAE8D83D}"/>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grpSp>
        <p:nvGrpSpPr>
          <p:cNvPr id="5" name="Groupe 4">
            <a:extLst>
              <a:ext uri="{FF2B5EF4-FFF2-40B4-BE49-F238E27FC236}">
                <a16:creationId xmlns:a16="http://schemas.microsoft.com/office/drawing/2014/main" id="{CC6ACEFF-8651-4C08-BAF6-3BFAE6473DAF}"/>
              </a:ext>
            </a:extLst>
          </p:cNvPr>
          <p:cNvGrpSpPr/>
          <p:nvPr/>
        </p:nvGrpSpPr>
        <p:grpSpPr>
          <a:xfrm>
            <a:off x="12355040" y="1954479"/>
            <a:ext cx="360000" cy="4875772"/>
            <a:chOff x="12355040" y="1954479"/>
            <a:chExt cx="360000" cy="4875772"/>
          </a:xfrm>
        </p:grpSpPr>
        <p:sp>
          <p:nvSpPr>
            <p:cNvPr id="16" name="Rectangle 15">
              <a:extLst>
                <a:ext uri="{FF2B5EF4-FFF2-40B4-BE49-F238E27FC236}">
                  <a16:creationId xmlns:a16="http://schemas.microsoft.com/office/drawing/2014/main" id="{D27E2B2B-AB85-4173-AB1F-61084925AA83}"/>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7" name="Rectangle 16">
              <a:extLst>
                <a:ext uri="{FF2B5EF4-FFF2-40B4-BE49-F238E27FC236}">
                  <a16:creationId xmlns:a16="http://schemas.microsoft.com/office/drawing/2014/main" id="{0DDEBD8A-CA0B-4D62-9426-DFB2D4742184}"/>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8" name="Rectangle 17">
              <a:extLst>
                <a:ext uri="{FF2B5EF4-FFF2-40B4-BE49-F238E27FC236}">
                  <a16:creationId xmlns:a16="http://schemas.microsoft.com/office/drawing/2014/main" id="{65515214-3AFD-4A2B-95C5-2FDFF59A1BE2}"/>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9" name="Rectangle 18">
              <a:extLst>
                <a:ext uri="{FF2B5EF4-FFF2-40B4-BE49-F238E27FC236}">
                  <a16:creationId xmlns:a16="http://schemas.microsoft.com/office/drawing/2014/main" id="{D674829A-E5EF-4140-B9ED-AC7745AB028D}"/>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0" name="Rectangle 19">
              <a:extLst>
                <a:ext uri="{FF2B5EF4-FFF2-40B4-BE49-F238E27FC236}">
                  <a16:creationId xmlns:a16="http://schemas.microsoft.com/office/drawing/2014/main" id="{E59B3FCE-0262-45FE-BE39-9459C5BC7FEE}"/>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2" name="Rectangle 21">
              <a:extLst>
                <a:ext uri="{FF2B5EF4-FFF2-40B4-BE49-F238E27FC236}">
                  <a16:creationId xmlns:a16="http://schemas.microsoft.com/office/drawing/2014/main" id="{F5D692DE-D6DE-4022-9F2F-5F8C1403E4D0}"/>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3" name="Rectangle 22">
              <a:extLst>
                <a:ext uri="{FF2B5EF4-FFF2-40B4-BE49-F238E27FC236}">
                  <a16:creationId xmlns:a16="http://schemas.microsoft.com/office/drawing/2014/main" id="{35EEF2F0-E01D-4851-96E7-30214EC78A3B}"/>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4" name="Rectangle 23">
              <a:extLst>
                <a:ext uri="{FF2B5EF4-FFF2-40B4-BE49-F238E27FC236}">
                  <a16:creationId xmlns:a16="http://schemas.microsoft.com/office/drawing/2014/main" id="{468B1DDD-74B0-4453-A996-5BA8693FF545}"/>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5" name="Rectangle 24">
              <a:extLst>
                <a:ext uri="{FF2B5EF4-FFF2-40B4-BE49-F238E27FC236}">
                  <a16:creationId xmlns:a16="http://schemas.microsoft.com/office/drawing/2014/main" id="{8809D5E9-1B2A-4D30-A4DD-47B7C9BBCED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6" name="Rectangle 25">
              <a:extLst>
                <a:ext uri="{FF2B5EF4-FFF2-40B4-BE49-F238E27FC236}">
                  <a16:creationId xmlns:a16="http://schemas.microsoft.com/office/drawing/2014/main" id="{995FF3A0-94CA-40BA-AF81-B777FF5FD489}"/>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7" name="Rectangle 26">
              <a:extLst>
                <a:ext uri="{FF2B5EF4-FFF2-40B4-BE49-F238E27FC236}">
                  <a16:creationId xmlns:a16="http://schemas.microsoft.com/office/drawing/2014/main" id="{9F83F12C-5135-43B7-B1D8-A0A72DB85AED}"/>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8" name="Rectangle 27">
              <a:extLst>
                <a:ext uri="{FF2B5EF4-FFF2-40B4-BE49-F238E27FC236}">
                  <a16:creationId xmlns:a16="http://schemas.microsoft.com/office/drawing/2014/main" id="{256CA1CF-2C4A-42DA-94F5-CB5E5B47F24B}"/>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9" name="Rectangle 28">
              <a:extLst>
                <a:ext uri="{FF2B5EF4-FFF2-40B4-BE49-F238E27FC236}">
                  <a16:creationId xmlns:a16="http://schemas.microsoft.com/office/drawing/2014/main" id="{47F07AFA-8569-4B3B-854A-60B26629D96D}"/>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0" name="Rectangle 29">
              <a:extLst>
                <a:ext uri="{FF2B5EF4-FFF2-40B4-BE49-F238E27FC236}">
                  <a16:creationId xmlns:a16="http://schemas.microsoft.com/office/drawing/2014/main" id="{8103554C-8B73-4C9A-AFFF-55D6E47A0E76}"/>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grpSp>
        <p:nvGrpSpPr>
          <p:cNvPr id="31" name="Groupe 1">
            <a:extLst>
              <a:ext uri="{FF2B5EF4-FFF2-40B4-BE49-F238E27FC236}">
                <a16:creationId xmlns:a16="http://schemas.microsoft.com/office/drawing/2014/main" id="{F31688C0-3AAB-457C-86FA-4177A059CF79}"/>
              </a:ext>
            </a:extLst>
          </p:cNvPr>
          <p:cNvGrpSpPr/>
          <p:nvPr/>
        </p:nvGrpSpPr>
        <p:grpSpPr>
          <a:xfrm>
            <a:off x="11501102" y="171573"/>
            <a:ext cx="419436" cy="388988"/>
            <a:chOff x="11501102" y="171573"/>
            <a:chExt cx="419436" cy="388988"/>
          </a:xfrm>
        </p:grpSpPr>
        <p:sp>
          <p:nvSpPr>
            <p:cNvPr id="33" name="Freeform 13">
              <a:extLst>
                <a:ext uri="{FF2B5EF4-FFF2-40B4-BE49-F238E27FC236}">
                  <a16:creationId xmlns:a16="http://schemas.microsoft.com/office/drawing/2014/main" id="{0DF4B7FE-AA65-4E55-B964-75A3DEE12DA3}"/>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34" name="Freeform 14">
              <a:extLst>
                <a:ext uri="{FF2B5EF4-FFF2-40B4-BE49-F238E27FC236}">
                  <a16:creationId xmlns:a16="http://schemas.microsoft.com/office/drawing/2014/main" id="{08DB13D7-F3B3-4CCC-9572-7C835EA669A8}"/>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pic>
        <p:nvPicPr>
          <p:cNvPr id="32" name="Picture 7">
            <a:extLst>
              <a:ext uri="{FF2B5EF4-FFF2-40B4-BE49-F238E27FC236}">
                <a16:creationId xmlns:a16="http://schemas.microsoft.com/office/drawing/2014/main" id="{9CC1FD45-34D5-4643-9501-F139C4E27143}"/>
              </a:ext>
            </a:extLst>
          </p:cNvPr>
          <p:cNvPicPr>
            <a:picLocks noChangeAspect="1" noChangeArrowheads="1"/>
          </p:cNvPicPr>
          <p:nvPr userDrawn="1"/>
        </p:nvPicPr>
        <p:blipFill>
          <a:blip r:embed="rId21" cstate="hqprint">
            <a:extLst>
              <a:ext uri="{28A0092B-C50C-407E-A947-70E740481C1C}">
                <a14:useLocalDpi xmlns:a14="http://schemas.microsoft.com/office/drawing/2010/main" val="0"/>
              </a:ext>
            </a:extLst>
          </a:blip>
          <a:srcRect/>
          <a:stretch>
            <a:fillRect/>
          </a:stretch>
        </p:blipFill>
        <p:spPr bwMode="auto">
          <a:xfrm>
            <a:off x="10672704" y="149712"/>
            <a:ext cx="708756" cy="369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5533913"/>
      </p:ext>
    </p:extLst>
  </p:cSld>
  <p:clrMap bg1="lt1" tx1="dk1" bg2="lt2" tx2="dk2" accent1="accent1" accent2="accent2" accent3="accent3" accent4="accent4" accent5="accent5" accent6="accent6" hlink="hlink" folHlink="folHlink"/>
  <p:sldLayoutIdLst>
    <p:sldLayoutId id="2147484143" r:id="rId1"/>
    <p:sldLayoutId id="2147484144" r:id="rId2"/>
    <p:sldLayoutId id="2147484145" r:id="rId3"/>
    <p:sldLayoutId id="2147484146" r:id="rId4"/>
    <p:sldLayoutId id="2147484147" r:id="rId5"/>
    <p:sldLayoutId id="2147484148" r:id="rId6"/>
    <p:sldLayoutId id="2147484149" r:id="rId7"/>
    <p:sldLayoutId id="2147484150" r:id="rId8"/>
    <p:sldLayoutId id="2147484151" r:id="rId9"/>
    <p:sldLayoutId id="2147484152" r:id="rId10"/>
    <p:sldLayoutId id="2147484153" r:id="rId11"/>
    <p:sldLayoutId id="2147484154" r:id="rId12"/>
    <p:sldLayoutId id="2147484155" r:id="rId13"/>
    <p:sldLayoutId id="2147484156" r:id="rId14"/>
    <p:sldLayoutId id="2147484157" r:id="rId15"/>
    <p:sldLayoutId id="2147484158" r:id="rId16"/>
  </p:sldLayoutIdLst>
  <p:txStyles>
    <p:titleStyle>
      <a:lvl1pPr marL="0" marR="0" indent="0" algn="l" defTabSz="914400" rtl="0" eaLnBrk="1" fontAlgn="auto" latinLnBrk="0" hangingPunct="1">
        <a:lnSpc>
          <a:spcPct val="100000"/>
        </a:lnSpc>
        <a:spcBef>
          <a:spcPct val="0"/>
        </a:spcBef>
        <a:spcAft>
          <a:spcPts val="0"/>
        </a:spcAft>
        <a:buClrTx/>
        <a:buSzTx/>
        <a:buFontTx/>
        <a:buNone/>
        <a:tabLst/>
        <a:defRPr kumimoji="0" lang="en-US" sz="3000" b="0" i="0" u="none" strike="noStrike" kern="1200" cap="none" spc="200" normalizeH="0" baseline="0" noProof="0" dirty="0">
          <a:ln>
            <a:noFill/>
          </a:ln>
          <a:solidFill>
            <a:schemeClr val="tx2"/>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100000"/>
        </a:lnSpc>
        <a:spcBef>
          <a:spcPts val="6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100000"/>
        </a:lnSpc>
        <a:spcBef>
          <a:spcPts val="6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100000"/>
        </a:lnSpc>
        <a:spcBef>
          <a:spcPts val="6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xml"/><Relationship Id="rId1" Type="http://schemas.openxmlformats.org/officeDocument/2006/relationships/slideLayout" Target="../slideLayouts/slideLayout85.xml"/><Relationship Id="rId4" Type="http://schemas.openxmlformats.org/officeDocument/2006/relationships/image" Target="../media/image4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90.xml"/></Relationships>
</file>

<file path=ppt/slides/_rels/slide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90.xml"/></Relationships>
</file>

<file path=ppt/slides/_rels/slide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90.xml"/></Relationships>
</file>

<file path=ppt/slides/_rels/slide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hyperlink" Target="http://localhost:8180/pc/rest/beazley/account/C000456354" TargetMode="External"/><Relationship Id="rId1" Type="http://schemas.openxmlformats.org/officeDocument/2006/relationships/slideLayout" Target="../slideLayouts/slideLayout90.xml"/></Relationships>
</file>

<file path=ppt/slides/_rels/slide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90.xml"/></Relationships>
</file>

<file path=ppt/slides/_rels/slide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90.xml"/><Relationship Id="rId5" Type="http://schemas.openxmlformats.org/officeDocument/2006/relationships/hyperlink" Target="http://localhost:8081/api/getAccountfromAcctNumber?accountNumber=C000456354" TargetMode="External"/><Relationship Id="rId4" Type="http://schemas.openxmlformats.org/officeDocument/2006/relationships/image" Target="../media/image56.png"/></Relationships>
</file>

<file path=ppt/slides/_rels/slide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90.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7BBF5959_AA71A4CF.xml"/><Relationship Id="rId1" Type="http://schemas.openxmlformats.org/officeDocument/2006/relationships/slideLayout" Target="../slideLayouts/slideLayout8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1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8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15" name="Straight Connector 14">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CCE9FC2-9CB1-4B9C-87E3-C1C76D1BF6FF}"/>
              </a:ext>
            </a:extLst>
          </p:cNvPr>
          <p:cNvPicPr>
            <a:picLocks noChangeAspect="1"/>
          </p:cNvPicPr>
          <p:nvPr/>
        </p:nvPicPr>
        <p:blipFill>
          <a:blip r:embed="rId3"/>
          <a:srcRect/>
          <a:stretch/>
        </p:blipFill>
        <p:spPr>
          <a:xfrm>
            <a:off x="-10469" y="0"/>
            <a:ext cx="12202469" cy="6871046"/>
          </a:xfrm>
          <a:prstGeom prst="rect">
            <a:avLst/>
          </a:prstGeom>
        </p:spPr>
      </p:pic>
      <p:sp>
        <p:nvSpPr>
          <p:cNvPr id="6" name="Text Box 19">
            <a:extLst>
              <a:ext uri="{FF2B5EF4-FFF2-40B4-BE49-F238E27FC236}">
                <a16:creationId xmlns:a16="http://schemas.microsoft.com/office/drawing/2014/main" id="{B8505086-AD3E-6A41-8B93-CB9A281E62EE}"/>
              </a:ext>
            </a:extLst>
          </p:cNvPr>
          <p:cNvSpPr txBox="1"/>
          <p:nvPr/>
        </p:nvSpPr>
        <p:spPr>
          <a:xfrm>
            <a:off x="5886522" y="2637669"/>
            <a:ext cx="5318760" cy="1946273"/>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20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Verdana" panose="020B0604030504040204" pitchFamily="34" charset="0"/>
                <a:ea typeface="Times New Roman" panose="02020603050405020304" pitchFamily="18" charset="0"/>
                <a:cs typeface="Calibri" panose="020F0502020204030204" pitchFamily="34" charset="0"/>
              </a:rPr>
              <a:t>Playwright POC</a:t>
            </a:r>
          </a:p>
          <a:p>
            <a:pPr marL="0" marR="0" lvl="0" indent="0" algn="l" defTabSz="914400" rtl="0" eaLnBrk="1" fontAlgn="auto" latinLnBrk="0" hangingPunct="1">
              <a:lnSpc>
                <a:spcPct val="110000"/>
              </a:lnSpc>
              <a:spcBef>
                <a:spcPts val="1200"/>
              </a:spcBef>
              <a:spcAft>
                <a:spcPts val="0"/>
              </a:spcAft>
              <a:buClrTx/>
              <a:buSzTx/>
              <a:buFontTx/>
              <a:buNone/>
              <a:tabLst/>
              <a:defRPr/>
            </a:pPr>
            <a:endParaRPr kumimoji="0" lang="en-GB" sz="1000" b="0" i="0" u="none" strike="noStrike" kern="1200" cap="none" spc="0" normalizeH="0" baseline="0" noProof="0" dirty="0">
              <a:ln>
                <a:noFill/>
              </a:ln>
              <a:solidFill>
                <a:srgbClr val="D1363C"/>
              </a:solidFill>
              <a:effectLst/>
              <a:uLnTx/>
              <a:uFillTx/>
              <a:latin typeface="Verdana" panose="020B0604030504040204" pitchFamily="34" charset="0"/>
              <a:ea typeface="Arial" panose="020B060402020202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E5F64571-D046-41C3-8995-F93DC0CB56C5}"/>
              </a:ext>
            </a:extLst>
          </p:cNvPr>
          <p:cNvSpPr/>
          <p:nvPr/>
        </p:nvSpPr>
        <p:spPr>
          <a:xfrm>
            <a:off x="11205282" y="5952760"/>
            <a:ext cx="744583" cy="55241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a:extLst>
              <a:ext uri="{FF2B5EF4-FFF2-40B4-BE49-F238E27FC236}">
                <a16:creationId xmlns:a16="http://schemas.microsoft.com/office/drawing/2014/main" id="{B754335A-7B5A-26DF-A0E1-0D58FDB6E9F2}"/>
              </a:ext>
            </a:extLst>
          </p:cNvPr>
          <p:cNvPicPr>
            <a:picLocks noChangeAspect="1"/>
          </p:cNvPicPr>
          <p:nvPr/>
        </p:nvPicPr>
        <p:blipFill>
          <a:blip r:embed="rId4"/>
          <a:stretch>
            <a:fillRect/>
          </a:stretch>
        </p:blipFill>
        <p:spPr>
          <a:xfrm>
            <a:off x="11156486" y="6056693"/>
            <a:ext cx="853038" cy="448474"/>
          </a:xfrm>
          <a:prstGeom prst="rect">
            <a:avLst/>
          </a:prstGeom>
        </p:spPr>
      </p:pic>
    </p:spTree>
    <p:extLst>
      <p:ext uri="{BB962C8B-B14F-4D97-AF65-F5344CB8AC3E}">
        <p14:creationId xmlns:p14="http://schemas.microsoft.com/office/powerpoint/2010/main" val="2551634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0B57D-4C8D-5641-9967-C28E414AD6B1}"/>
              </a:ext>
            </a:extLst>
          </p:cNvPr>
          <p:cNvSpPr>
            <a:spLocks noGrp="1"/>
          </p:cNvSpPr>
          <p:nvPr>
            <p:ph type="title"/>
          </p:nvPr>
        </p:nvSpPr>
        <p:spPr>
          <a:xfrm>
            <a:off x="1" y="0"/>
            <a:ext cx="12192000" cy="730926"/>
          </a:xfrm>
          <a:solidFill>
            <a:srgbClr val="00B0F0"/>
          </a:solidFill>
        </p:spPr>
        <p:txBody>
          <a:bodyPr/>
          <a:lstStyle/>
          <a:p>
            <a:r>
              <a:rPr lang="en-IN" dirty="0">
                <a:solidFill>
                  <a:schemeClr val="bg1"/>
                </a:solidFill>
              </a:rPr>
              <a:t>  Objectives </a:t>
            </a:r>
            <a:endParaRPr lang="en-US" dirty="0">
              <a:solidFill>
                <a:schemeClr val="bg1"/>
              </a:solidFill>
            </a:endParaRPr>
          </a:p>
        </p:txBody>
      </p:sp>
      <p:sp>
        <p:nvSpPr>
          <p:cNvPr id="3" name="Content Placeholder 2">
            <a:extLst>
              <a:ext uri="{FF2B5EF4-FFF2-40B4-BE49-F238E27FC236}">
                <a16:creationId xmlns:a16="http://schemas.microsoft.com/office/drawing/2014/main" id="{C722DA4E-D96B-5F2B-5386-EDA25F6DE4BB}"/>
              </a:ext>
            </a:extLst>
          </p:cNvPr>
          <p:cNvSpPr>
            <a:spLocks noGrp="1"/>
          </p:cNvSpPr>
          <p:nvPr>
            <p:ph idx="1"/>
          </p:nvPr>
        </p:nvSpPr>
        <p:spPr>
          <a:xfrm>
            <a:off x="235909" y="864050"/>
            <a:ext cx="11693330" cy="5379102"/>
          </a:xfrm>
          <a:ln>
            <a:solidFill>
              <a:schemeClr val="tx1"/>
            </a:solidFill>
          </a:ln>
        </p:spPr>
        <p:txBody>
          <a:bodyPr>
            <a:noAutofit/>
          </a:bodyPr>
          <a:lstStyle/>
          <a:p>
            <a:r>
              <a:rPr lang="en-IN" sz="1800" dirty="0">
                <a:solidFill>
                  <a:srgbClr val="000000"/>
                </a:solidFill>
              </a:rPr>
              <a:t>Automate &amp; run few functional test cases of GW Policy Center using Playwright.</a:t>
            </a:r>
          </a:p>
          <a:p>
            <a:r>
              <a:rPr lang="en-IN" sz="1800" dirty="0">
                <a:solidFill>
                  <a:srgbClr val="000000"/>
                </a:solidFill>
              </a:rPr>
              <a:t>Automate &amp; run Customized API Testing using Playwright.</a:t>
            </a:r>
          </a:p>
          <a:p>
            <a:r>
              <a:rPr lang="en-IN" sz="1800" dirty="0">
                <a:solidFill>
                  <a:srgbClr val="000000"/>
                </a:solidFill>
              </a:rPr>
              <a:t>Automate &amp; run the Cloud API Testing through Integration Gateway using Playwright.</a:t>
            </a:r>
          </a:p>
          <a:p>
            <a:r>
              <a:rPr lang="en-IN" sz="1800" dirty="0"/>
              <a:t>Test Data Parameterization – From External Source (Excel)</a:t>
            </a:r>
          </a:p>
          <a:p>
            <a:r>
              <a:rPr lang="en-IN" sz="1800" dirty="0">
                <a:solidFill>
                  <a:srgbClr val="000000"/>
                </a:solidFill>
              </a:rPr>
              <a:t>Pros &amp; Cons</a:t>
            </a:r>
          </a:p>
          <a:p>
            <a:r>
              <a:rPr lang="en-IN" sz="1800" dirty="0"/>
              <a:t>Appendix</a:t>
            </a:r>
            <a:endParaRPr lang="en-US" sz="1800" dirty="0"/>
          </a:p>
        </p:txBody>
      </p:sp>
      <p:sp>
        <p:nvSpPr>
          <p:cNvPr id="5" name="TextBox 4">
            <a:extLst>
              <a:ext uri="{FF2B5EF4-FFF2-40B4-BE49-F238E27FC236}">
                <a16:creationId xmlns:a16="http://schemas.microsoft.com/office/drawing/2014/main" id="{CB9BD960-5294-980B-E917-D16A9F1BE266}"/>
              </a:ext>
            </a:extLst>
          </p:cNvPr>
          <p:cNvSpPr txBox="1"/>
          <p:nvPr/>
        </p:nvSpPr>
        <p:spPr>
          <a:xfrm>
            <a:off x="262761" y="4811138"/>
            <a:ext cx="6096000" cy="923330"/>
          </a:xfrm>
          <a:prstGeom prst="rect">
            <a:avLst/>
          </a:prstGeom>
          <a:noFill/>
        </p:spPr>
        <p:txBody>
          <a:bodyPr wrap="square">
            <a:spAutoFit/>
          </a:bodyPr>
          <a:lstStyle/>
          <a:p>
            <a:pPr marL="0" indent="0" rtl="0">
              <a:buNone/>
            </a:pPr>
            <a:r>
              <a:rPr lang="en-US" sz="1800" u="sng" dirty="0">
                <a:solidFill>
                  <a:srgbClr val="000000"/>
                </a:solidFill>
              </a:rPr>
              <a:t>Note</a:t>
            </a:r>
            <a:r>
              <a:rPr lang="en-US" sz="1800" dirty="0">
                <a:solidFill>
                  <a:srgbClr val="000000"/>
                </a:solidFill>
              </a:rPr>
              <a:t>: </a:t>
            </a:r>
            <a:r>
              <a:rPr lang="en-IN" sz="1800" b="1" dirty="0">
                <a:solidFill>
                  <a:srgbClr val="000000"/>
                </a:solidFill>
              </a:rPr>
              <a:t>	Guidewire PC version : </a:t>
            </a:r>
            <a:r>
              <a:rPr lang="en-IN" sz="1800" dirty="0">
                <a:solidFill>
                  <a:srgbClr val="000000"/>
                </a:solidFill>
              </a:rPr>
              <a:t>JASPER</a:t>
            </a:r>
          </a:p>
          <a:p>
            <a:pPr marL="0" indent="0" rtl="0">
              <a:buNone/>
            </a:pPr>
            <a:r>
              <a:rPr lang="en-IN" sz="1800" b="1" dirty="0">
                <a:solidFill>
                  <a:srgbClr val="000000"/>
                </a:solidFill>
              </a:rPr>
              <a:t>	</a:t>
            </a:r>
            <a:r>
              <a:rPr lang="en-IN" sz="1800" b="1" dirty="0" err="1">
                <a:solidFill>
                  <a:srgbClr val="000000"/>
                </a:solidFill>
              </a:rPr>
              <a:t>LoB</a:t>
            </a:r>
            <a:r>
              <a:rPr lang="en-IN" sz="1800" b="1" dirty="0">
                <a:solidFill>
                  <a:srgbClr val="000000"/>
                </a:solidFill>
              </a:rPr>
              <a:t>: </a:t>
            </a:r>
            <a:r>
              <a:rPr lang="en-IN" sz="1800" dirty="0">
                <a:solidFill>
                  <a:srgbClr val="000000"/>
                </a:solidFill>
              </a:rPr>
              <a:t>D&amp;O</a:t>
            </a:r>
          </a:p>
          <a:p>
            <a:pPr marL="0" indent="0" rtl="0">
              <a:buNone/>
            </a:pPr>
            <a:r>
              <a:rPr lang="en-IN" dirty="0">
                <a:solidFill>
                  <a:srgbClr val="000000"/>
                </a:solidFill>
              </a:rPr>
              <a:t>	</a:t>
            </a:r>
            <a:endParaRPr lang="en-IN" sz="1800" dirty="0">
              <a:solidFill>
                <a:srgbClr val="000000"/>
              </a:solidFill>
            </a:endParaRPr>
          </a:p>
        </p:txBody>
      </p:sp>
    </p:spTree>
    <p:extLst>
      <p:ext uri="{BB962C8B-B14F-4D97-AF65-F5344CB8AC3E}">
        <p14:creationId xmlns:p14="http://schemas.microsoft.com/office/powerpoint/2010/main" val="15438731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799301A-2229-49D1-2895-79354BD0CE27}"/>
              </a:ext>
            </a:extLst>
          </p:cNvPr>
          <p:cNvSpPr txBox="1">
            <a:spLocks/>
          </p:cNvSpPr>
          <p:nvPr/>
        </p:nvSpPr>
        <p:spPr>
          <a:xfrm>
            <a:off x="1" y="0"/>
            <a:ext cx="12192000" cy="730926"/>
          </a:xfrm>
          <a:prstGeom prst="rect">
            <a:avLst/>
          </a:prstGeom>
          <a:solidFill>
            <a:srgbClr val="00B0F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dirty="0">
                <a:solidFill>
                  <a:schemeClr val="bg1"/>
                </a:solidFill>
              </a:rPr>
              <a:t>  GW PC – Functionalities Validated with Playwright tool</a:t>
            </a:r>
            <a:endParaRPr lang="en-US" dirty="0">
              <a:solidFill>
                <a:schemeClr val="bg1"/>
              </a:solidFill>
            </a:endParaRPr>
          </a:p>
        </p:txBody>
      </p:sp>
      <p:sp>
        <p:nvSpPr>
          <p:cNvPr id="9" name="TextBox 8">
            <a:extLst>
              <a:ext uri="{FF2B5EF4-FFF2-40B4-BE49-F238E27FC236}">
                <a16:creationId xmlns:a16="http://schemas.microsoft.com/office/drawing/2014/main" id="{690DEE04-2D20-179B-09E4-BBEADEFB934C}"/>
              </a:ext>
            </a:extLst>
          </p:cNvPr>
          <p:cNvSpPr txBox="1"/>
          <p:nvPr/>
        </p:nvSpPr>
        <p:spPr>
          <a:xfrm>
            <a:off x="262759" y="1225750"/>
            <a:ext cx="5833241" cy="4832092"/>
          </a:xfrm>
          <a:prstGeom prst="rect">
            <a:avLst/>
          </a:prstGeom>
          <a:noFill/>
          <a:ln>
            <a:solidFill>
              <a:schemeClr val="tx1"/>
            </a:solidFill>
          </a:ln>
        </p:spPr>
        <p:txBody>
          <a:bodyPr wrap="square">
            <a:spAutoFit/>
          </a:bodyPr>
          <a:lstStyle/>
          <a:p>
            <a:r>
              <a:rPr lang="en-IN" sz="2000" b="1" u="sng" dirty="0"/>
              <a:t>Functionalities Tested:</a:t>
            </a:r>
          </a:p>
          <a:p>
            <a:r>
              <a:rPr lang="en-IN" sz="1600" b="1" dirty="0"/>
              <a:t>Login Functionality</a:t>
            </a:r>
          </a:p>
          <a:p>
            <a:pPr lvl="1"/>
            <a:r>
              <a:rPr lang="en-IN" sz="1600" dirty="0"/>
              <a:t>Successful Login</a:t>
            </a:r>
          </a:p>
          <a:p>
            <a:pPr lvl="1"/>
            <a:r>
              <a:rPr lang="en-IN" sz="1600" dirty="0"/>
              <a:t>Failed Login</a:t>
            </a:r>
          </a:p>
          <a:p>
            <a:pPr lvl="1"/>
            <a:endParaRPr lang="en-IN" sz="1600" dirty="0"/>
          </a:p>
          <a:p>
            <a:r>
              <a:rPr lang="en-IN" sz="1600" b="1" dirty="0"/>
              <a:t>Account Creation for Person</a:t>
            </a:r>
          </a:p>
          <a:p>
            <a:pPr lvl="1"/>
            <a:r>
              <a:rPr lang="en-US" sz="1600" dirty="0"/>
              <a:t>Account Creation with full data</a:t>
            </a:r>
          </a:p>
          <a:p>
            <a:pPr lvl="1"/>
            <a:r>
              <a:rPr lang="en-IN" sz="1600" dirty="0"/>
              <a:t>Mandatory Field Filled Check</a:t>
            </a:r>
          </a:p>
          <a:p>
            <a:pPr lvl="1"/>
            <a:r>
              <a:rPr lang="en-US" sz="1600" dirty="0"/>
              <a:t>Name Of The Account Holder Already Exist</a:t>
            </a:r>
          </a:p>
          <a:p>
            <a:pPr lvl="1"/>
            <a:r>
              <a:rPr lang="en-US" sz="1600" dirty="0"/>
              <a:t>Verify Exclusive Entry: Person or Company Details</a:t>
            </a:r>
          </a:p>
          <a:p>
            <a:pPr lvl="1"/>
            <a:endParaRPr lang="en-IN" sz="1600" dirty="0"/>
          </a:p>
          <a:p>
            <a:r>
              <a:rPr lang="en-IN" sz="1600" b="1" dirty="0"/>
              <a:t>Account Creation for Company</a:t>
            </a:r>
          </a:p>
          <a:p>
            <a:pPr lvl="1"/>
            <a:r>
              <a:rPr lang="en-US" sz="1600" dirty="0"/>
              <a:t>Account Creation with UK data</a:t>
            </a:r>
          </a:p>
          <a:p>
            <a:pPr lvl="1"/>
            <a:r>
              <a:rPr lang="en-US" sz="1600" dirty="0"/>
              <a:t>Account Creation with US data</a:t>
            </a:r>
          </a:p>
          <a:p>
            <a:pPr lvl="1"/>
            <a:endParaRPr lang="en-IN" sz="1600" dirty="0"/>
          </a:p>
          <a:p>
            <a:r>
              <a:rPr lang="en-IN" sz="1600" b="1" dirty="0"/>
              <a:t>Policy Creation for D&amp;O insurance LOB</a:t>
            </a:r>
          </a:p>
          <a:p>
            <a:pPr lvl="1"/>
            <a:r>
              <a:rPr lang="en-IN" sz="1600" dirty="0"/>
              <a:t>Create D&amp;O Policy(Submission, Quote, Bind and Issue)</a:t>
            </a:r>
          </a:p>
          <a:p>
            <a:pPr lvl="1"/>
            <a:endParaRPr lang="en-IN" sz="1600" dirty="0"/>
          </a:p>
          <a:p>
            <a:pPr lvl="1"/>
            <a:endParaRPr lang="en-IN" sz="1600" dirty="0"/>
          </a:p>
        </p:txBody>
      </p:sp>
      <p:pic>
        <p:nvPicPr>
          <p:cNvPr id="14" name="Picture 13">
            <a:extLst>
              <a:ext uri="{FF2B5EF4-FFF2-40B4-BE49-F238E27FC236}">
                <a16:creationId xmlns:a16="http://schemas.microsoft.com/office/drawing/2014/main" id="{55F85F5A-EF68-EECD-CFC7-09975BE7D3FE}"/>
              </a:ext>
            </a:extLst>
          </p:cNvPr>
          <p:cNvPicPr>
            <a:picLocks noChangeAspect="1"/>
          </p:cNvPicPr>
          <p:nvPr/>
        </p:nvPicPr>
        <p:blipFill>
          <a:blip r:embed="rId2"/>
          <a:stretch>
            <a:fillRect/>
          </a:stretch>
        </p:blipFill>
        <p:spPr>
          <a:xfrm>
            <a:off x="6400799" y="1678555"/>
            <a:ext cx="4666593" cy="2287038"/>
          </a:xfrm>
          <a:prstGeom prst="rect">
            <a:avLst/>
          </a:prstGeom>
        </p:spPr>
      </p:pic>
      <p:pic>
        <p:nvPicPr>
          <p:cNvPr id="15" name="Picture 14">
            <a:extLst>
              <a:ext uri="{FF2B5EF4-FFF2-40B4-BE49-F238E27FC236}">
                <a16:creationId xmlns:a16="http://schemas.microsoft.com/office/drawing/2014/main" id="{CC046C7E-9DB5-98B3-C145-F68BB89DDB9A}"/>
              </a:ext>
            </a:extLst>
          </p:cNvPr>
          <p:cNvPicPr>
            <a:picLocks noChangeAspect="1"/>
          </p:cNvPicPr>
          <p:nvPr/>
        </p:nvPicPr>
        <p:blipFill>
          <a:blip r:embed="rId3"/>
          <a:stretch>
            <a:fillRect/>
          </a:stretch>
        </p:blipFill>
        <p:spPr>
          <a:xfrm>
            <a:off x="6400800" y="4018477"/>
            <a:ext cx="4351283" cy="2008587"/>
          </a:xfrm>
          <a:prstGeom prst="rect">
            <a:avLst/>
          </a:prstGeom>
        </p:spPr>
      </p:pic>
      <p:sp>
        <p:nvSpPr>
          <p:cNvPr id="16" name="TextBox 15">
            <a:extLst>
              <a:ext uri="{FF2B5EF4-FFF2-40B4-BE49-F238E27FC236}">
                <a16:creationId xmlns:a16="http://schemas.microsoft.com/office/drawing/2014/main" id="{105C787A-9619-C823-F41E-31DF865C734B}"/>
              </a:ext>
            </a:extLst>
          </p:cNvPr>
          <p:cNvSpPr txBox="1"/>
          <p:nvPr/>
        </p:nvSpPr>
        <p:spPr>
          <a:xfrm>
            <a:off x="6400799" y="1225749"/>
            <a:ext cx="1355835" cy="369332"/>
          </a:xfrm>
          <a:prstGeom prst="rect">
            <a:avLst/>
          </a:prstGeom>
          <a:noFill/>
          <a:ln>
            <a:solidFill>
              <a:schemeClr val="tx1"/>
            </a:solidFill>
          </a:ln>
        </p:spPr>
        <p:txBody>
          <a:bodyPr wrap="square" rtlCol="0">
            <a:spAutoFit/>
          </a:bodyPr>
          <a:lstStyle/>
          <a:p>
            <a:r>
              <a:rPr lang="en-IN" dirty="0"/>
              <a:t>Test Data:</a:t>
            </a:r>
          </a:p>
        </p:txBody>
      </p:sp>
      <p:sp>
        <p:nvSpPr>
          <p:cNvPr id="17" name="Rectangle 16">
            <a:extLst>
              <a:ext uri="{FF2B5EF4-FFF2-40B4-BE49-F238E27FC236}">
                <a16:creationId xmlns:a16="http://schemas.microsoft.com/office/drawing/2014/main" id="{7497BDFD-BC53-F492-67C7-E9B17A7CFE1E}"/>
              </a:ext>
            </a:extLst>
          </p:cNvPr>
          <p:cNvSpPr/>
          <p:nvPr/>
        </p:nvSpPr>
        <p:spPr>
          <a:xfrm>
            <a:off x="6400799" y="1595081"/>
            <a:ext cx="4887311" cy="443198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00062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7C59AF0-B145-22FC-F893-DE0D842BD0F8}"/>
              </a:ext>
            </a:extLst>
          </p:cNvPr>
          <p:cNvSpPr txBox="1">
            <a:spLocks/>
          </p:cNvSpPr>
          <p:nvPr/>
        </p:nvSpPr>
        <p:spPr>
          <a:xfrm>
            <a:off x="1" y="0"/>
            <a:ext cx="12192000" cy="730926"/>
          </a:xfrm>
          <a:prstGeom prst="rect">
            <a:avLst/>
          </a:prstGeom>
          <a:solidFill>
            <a:srgbClr val="00B0F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dirty="0">
                <a:solidFill>
                  <a:schemeClr val="bg1"/>
                </a:solidFill>
              </a:rPr>
              <a:t>Test Execution Report</a:t>
            </a:r>
            <a:endParaRPr lang="en-US" dirty="0">
              <a:solidFill>
                <a:schemeClr val="bg1"/>
              </a:solidFill>
            </a:endParaRPr>
          </a:p>
        </p:txBody>
      </p:sp>
      <p:sp>
        <p:nvSpPr>
          <p:cNvPr id="6" name="TextBox 5">
            <a:extLst>
              <a:ext uri="{FF2B5EF4-FFF2-40B4-BE49-F238E27FC236}">
                <a16:creationId xmlns:a16="http://schemas.microsoft.com/office/drawing/2014/main" id="{D4A37D74-74D0-E87A-6E5D-EBFF4DE2BF0A}"/>
              </a:ext>
            </a:extLst>
          </p:cNvPr>
          <p:cNvSpPr txBox="1"/>
          <p:nvPr/>
        </p:nvSpPr>
        <p:spPr>
          <a:xfrm>
            <a:off x="262754" y="857117"/>
            <a:ext cx="2375338" cy="369332"/>
          </a:xfrm>
          <a:prstGeom prst="rect">
            <a:avLst/>
          </a:prstGeom>
          <a:noFill/>
          <a:ln>
            <a:solidFill>
              <a:schemeClr val="tx1"/>
            </a:solidFill>
          </a:ln>
        </p:spPr>
        <p:txBody>
          <a:bodyPr wrap="square">
            <a:spAutoFit/>
          </a:bodyPr>
          <a:lstStyle/>
          <a:p>
            <a:pPr marL="0" indent="0">
              <a:buNone/>
            </a:pPr>
            <a:r>
              <a:rPr lang="en-IN" b="1" u="sng" dirty="0"/>
              <a:t>Execution Report</a:t>
            </a:r>
            <a:r>
              <a:rPr lang="en-IN" sz="1800" b="1" u="sng" dirty="0"/>
              <a:t>:</a:t>
            </a:r>
          </a:p>
        </p:txBody>
      </p:sp>
      <p:pic>
        <p:nvPicPr>
          <p:cNvPr id="10" name="Picture 9">
            <a:extLst>
              <a:ext uri="{FF2B5EF4-FFF2-40B4-BE49-F238E27FC236}">
                <a16:creationId xmlns:a16="http://schemas.microsoft.com/office/drawing/2014/main" id="{74A56E0C-2F14-E7BA-6AB5-CA354EC54C3D}"/>
              </a:ext>
            </a:extLst>
          </p:cNvPr>
          <p:cNvPicPr>
            <a:picLocks noChangeAspect="1"/>
          </p:cNvPicPr>
          <p:nvPr/>
        </p:nvPicPr>
        <p:blipFill>
          <a:blip r:embed="rId2"/>
          <a:stretch>
            <a:fillRect/>
          </a:stretch>
        </p:blipFill>
        <p:spPr>
          <a:xfrm>
            <a:off x="273264" y="1247540"/>
            <a:ext cx="11582400" cy="4765253"/>
          </a:xfrm>
          <a:prstGeom prst="rect">
            <a:avLst/>
          </a:prstGeom>
          <a:ln>
            <a:solidFill>
              <a:schemeClr val="tx1"/>
            </a:solidFill>
          </a:ln>
        </p:spPr>
      </p:pic>
    </p:spTree>
    <p:extLst>
      <p:ext uri="{BB962C8B-B14F-4D97-AF65-F5344CB8AC3E}">
        <p14:creationId xmlns:p14="http://schemas.microsoft.com/office/powerpoint/2010/main" val="3384523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088BD43-1580-3236-42DB-9C88044C7701}"/>
              </a:ext>
            </a:extLst>
          </p:cNvPr>
          <p:cNvSpPr txBox="1">
            <a:spLocks/>
          </p:cNvSpPr>
          <p:nvPr/>
        </p:nvSpPr>
        <p:spPr>
          <a:xfrm>
            <a:off x="1" y="0"/>
            <a:ext cx="12192000" cy="730926"/>
          </a:xfrm>
          <a:prstGeom prst="rect">
            <a:avLst/>
          </a:prstGeom>
          <a:solidFill>
            <a:srgbClr val="00B0F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dirty="0">
                <a:solidFill>
                  <a:schemeClr val="bg1"/>
                </a:solidFill>
              </a:rPr>
              <a:t> Customized API Testing with Playwright- 1</a:t>
            </a:r>
            <a:endParaRPr lang="en-US" dirty="0">
              <a:solidFill>
                <a:schemeClr val="bg1"/>
              </a:solidFill>
            </a:endParaRPr>
          </a:p>
        </p:txBody>
      </p:sp>
      <p:sp>
        <p:nvSpPr>
          <p:cNvPr id="5" name="Content Placeholder 2">
            <a:extLst>
              <a:ext uri="{FF2B5EF4-FFF2-40B4-BE49-F238E27FC236}">
                <a16:creationId xmlns:a16="http://schemas.microsoft.com/office/drawing/2014/main" id="{040F6675-0A96-E2D4-AFCD-7A0F201DBEF1}"/>
              </a:ext>
            </a:extLst>
          </p:cNvPr>
          <p:cNvSpPr>
            <a:spLocks noGrp="1"/>
          </p:cNvSpPr>
          <p:nvPr>
            <p:ph idx="1"/>
          </p:nvPr>
        </p:nvSpPr>
        <p:spPr>
          <a:xfrm>
            <a:off x="162339" y="927107"/>
            <a:ext cx="5744064" cy="5515734"/>
          </a:xfrm>
          <a:ln>
            <a:solidFill>
              <a:schemeClr val="tx1"/>
            </a:solidFill>
          </a:ln>
        </p:spPr>
        <p:txBody>
          <a:bodyPr/>
          <a:lstStyle/>
          <a:p>
            <a:pPr marL="0" indent="0">
              <a:buNone/>
            </a:pPr>
            <a:r>
              <a:rPr lang="en-IN" sz="1600" b="1" u="sng" dirty="0"/>
              <a:t>Customized API functions executed with Playwright:</a:t>
            </a:r>
          </a:p>
          <a:p>
            <a:r>
              <a:rPr lang="en-IN" sz="1800" dirty="0"/>
              <a:t>Retrieve the account API</a:t>
            </a:r>
          </a:p>
          <a:p>
            <a:pPr marL="0" indent="0">
              <a:buNone/>
            </a:pPr>
            <a:r>
              <a:rPr lang="en-IN" sz="1400" dirty="0"/>
              <a:t>(A custom cloud API has been developed in GWPC. Playwright script was developed and executed to Retrieve to view account summary) </a:t>
            </a:r>
          </a:p>
        </p:txBody>
      </p:sp>
      <p:sp>
        <p:nvSpPr>
          <p:cNvPr id="8" name="TextBox 7">
            <a:extLst>
              <a:ext uri="{FF2B5EF4-FFF2-40B4-BE49-F238E27FC236}">
                <a16:creationId xmlns:a16="http://schemas.microsoft.com/office/drawing/2014/main" id="{E674D103-4923-E4F5-5417-915CA1BC6E3A}"/>
              </a:ext>
            </a:extLst>
          </p:cNvPr>
          <p:cNvSpPr txBox="1"/>
          <p:nvPr/>
        </p:nvSpPr>
        <p:spPr>
          <a:xfrm>
            <a:off x="6096000" y="1035902"/>
            <a:ext cx="6096000" cy="369332"/>
          </a:xfrm>
          <a:prstGeom prst="rect">
            <a:avLst/>
          </a:prstGeom>
          <a:noFill/>
        </p:spPr>
        <p:txBody>
          <a:bodyPr wrap="square">
            <a:spAutoFit/>
          </a:bodyPr>
          <a:lstStyle/>
          <a:p>
            <a:pPr marL="0" indent="0">
              <a:buNone/>
            </a:pPr>
            <a:r>
              <a:rPr lang="en-IN" b="1" u="sng"/>
              <a:t>Execution Report</a:t>
            </a:r>
            <a:r>
              <a:rPr lang="en-IN" sz="1800" b="1" u="sng"/>
              <a:t>:</a:t>
            </a:r>
          </a:p>
        </p:txBody>
      </p:sp>
      <p:sp>
        <p:nvSpPr>
          <p:cNvPr id="2" name="Rectangle 1">
            <a:extLst>
              <a:ext uri="{FF2B5EF4-FFF2-40B4-BE49-F238E27FC236}">
                <a16:creationId xmlns:a16="http://schemas.microsoft.com/office/drawing/2014/main" id="{C0DF71B3-CEA8-6BBA-2EFB-D6EA11C02167}"/>
              </a:ext>
            </a:extLst>
          </p:cNvPr>
          <p:cNvSpPr/>
          <p:nvPr/>
        </p:nvSpPr>
        <p:spPr>
          <a:xfrm>
            <a:off x="6096000" y="927107"/>
            <a:ext cx="5785534" cy="55157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1AD069DF-7BB1-24EA-FA5D-5D02C628B3F3}"/>
              </a:ext>
            </a:extLst>
          </p:cNvPr>
          <p:cNvPicPr>
            <a:picLocks noChangeAspect="1"/>
          </p:cNvPicPr>
          <p:nvPr/>
        </p:nvPicPr>
        <p:blipFill>
          <a:blip r:embed="rId2"/>
          <a:stretch>
            <a:fillRect/>
          </a:stretch>
        </p:blipFill>
        <p:spPr>
          <a:xfrm>
            <a:off x="6421818" y="1514029"/>
            <a:ext cx="5097517" cy="4613502"/>
          </a:xfrm>
          <a:prstGeom prst="rect">
            <a:avLst/>
          </a:prstGeom>
          <a:ln>
            <a:solidFill>
              <a:schemeClr val="tx1"/>
            </a:solidFill>
          </a:ln>
        </p:spPr>
      </p:pic>
    </p:spTree>
    <p:extLst>
      <p:ext uri="{BB962C8B-B14F-4D97-AF65-F5344CB8AC3E}">
        <p14:creationId xmlns:p14="http://schemas.microsoft.com/office/powerpoint/2010/main" val="129126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088BD43-1580-3236-42DB-9C88044C7701}"/>
              </a:ext>
            </a:extLst>
          </p:cNvPr>
          <p:cNvSpPr txBox="1">
            <a:spLocks/>
          </p:cNvSpPr>
          <p:nvPr/>
        </p:nvSpPr>
        <p:spPr>
          <a:xfrm>
            <a:off x="1" y="0"/>
            <a:ext cx="12192000" cy="730926"/>
          </a:xfrm>
          <a:prstGeom prst="rect">
            <a:avLst/>
          </a:prstGeom>
          <a:solidFill>
            <a:srgbClr val="00B0F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dirty="0">
                <a:solidFill>
                  <a:schemeClr val="bg1"/>
                </a:solidFill>
              </a:rPr>
              <a:t> Customized API Testing with Playwright - 2</a:t>
            </a:r>
            <a:endParaRPr lang="en-US" dirty="0">
              <a:solidFill>
                <a:schemeClr val="bg1"/>
              </a:solidFill>
            </a:endParaRPr>
          </a:p>
        </p:txBody>
      </p:sp>
      <p:sp>
        <p:nvSpPr>
          <p:cNvPr id="6" name="Rectangle 5">
            <a:extLst>
              <a:ext uri="{FF2B5EF4-FFF2-40B4-BE49-F238E27FC236}">
                <a16:creationId xmlns:a16="http://schemas.microsoft.com/office/drawing/2014/main" id="{07E9557A-A4EF-496D-3EA6-99229B860A7D}"/>
              </a:ext>
            </a:extLst>
          </p:cNvPr>
          <p:cNvSpPr/>
          <p:nvPr/>
        </p:nvSpPr>
        <p:spPr>
          <a:xfrm>
            <a:off x="6096000" y="815080"/>
            <a:ext cx="5854262" cy="591518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A5B2992A-5160-50C9-84CE-51734C714A67}"/>
              </a:ext>
            </a:extLst>
          </p:cNvPr>
          <p:cNvSpPr/>
          <p:nvPr/>
        </p:nvSpPr>
        <p:spPr>
          <a:xfrm>
            <a:off x="6825897" y="3859380"/>
            <a:ext cx="3879001" cy="1380948"/>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23F64A23-E6F9-312C-E9EE-A0167378222F}"/>
              </a:ext>
            </a:extLst>
          </p:cNvPr>
          <p:cNvSpPr txBox="1"/>
          <p:nvPr/>
        </p:nvSpPr>
        <p:spPr>
          <a:xfrm>
            <a:off x="7790759" y="4530957"/>
            <a:ext cx="2194068" cy="369332"/>
          </a:xfrm>
          <a:prstGeom prst="rect">
            <a:avLst/>
          </a:prstGeom>
          <a:noFill/>
        </p:spPr>
        <p:txBody>
          <a:bodyPr wrap="square" rtlCol="0">
            <a:spAutoFit/>
          </a:bodyPr>
          <a:lstStyle/>
          <a:p>
            <a:r>
              <a:rPr lang="en-IN" b="1"/>
              <a:t>GW Policy Center</a:t>
            </a:r>
          </a:p>
        </p:txBody>
      </p:sp>
      <p:sp>
        <p:nvSpPr>
          <p:cNvPr id="14" name="TextBox 13">
            <a:extLst>
              <a:ext uri="{FF2B5EF4-FFF2-40B4-BE49-F238E27FC236}">
                <a16:creationId xmlns:a16="http://schemas.microsoft.com/office/drawing/2014/main" id="{59F2FDA1-7D92-E4EF-1A0F-181542F62DC2}"/>
              </a:ext>
            </a:extLst>
          </p:cNvPr>
          <p:cNvSpPr txBox="1"/>
          <p:nvPr/>
        </p:nvSpPr>
        <p:spPr>
          <a:xfrm>
            <a:off x="7781234" y="4011417"/>
            <a:ext cx="1820075" cy="276999"/>
          </a:xfrm>
          <a:prstGeom prst="rect">
            <a:avLst/>
          </a:prstGeom>
          <a:noFill/>
          <a:ln>
            <a:solidFill>
              <a:schemeClr val="tx1"/>
            </a:solidFill>
          </a:ln>
        </p:spPr>
        <p:txBody>
          <a:bodyPr wrap="square" rtlCol="0">
            <a:spAutoFit/>
          </a:bodyPr>
          <a:lstStyle/>
          <a:p>
            <a:r>
              <a:rPr lang="en-IN" sz="1200" b="1"/>
              <a:t>Retrieve account API</a:t>
            </a:r>
          </a:p>
        </p:txBody>
      </p:sp>
      <p:sp>
        <p:nvSpPr>
          <p:cNvPr id="15" name="TextBox 14">
            <a:extLst>
              <a:ext uri="{FF2B5EF4-FFF2-40B4-BE49-F238E27FC236}">
                <a16:creationId xmlns:a16="http://schemas.microsoft.com/office/drawing/2014/main" id="{B3FECEE4-EF76-3451-B6A4-860B0334F51D}"/>
              </a:ext>
            </a:extLst>
          </p:cNvPr>
          <p:cNvSpPr txBox="1"/>
          <p:nvPr/>
        </p:nvSpPr>
        <p:spPr>
          <a:xfrm>
            <a:off x="6825897" y="1716384"/>
            <a:ext cx="3806823" cy="369332"/>
          </a:xfrm>
          <a:prstGeom prst="rect">
            <a:avLst/>
          </a:prstGeom>
          <a:noFill/>
          <a:ln>
            <a:solidFill>
              <a:schemeClr val="tx1"/>
            </a:solidFill>
          </a:ln>
        </p:spPr>
        <p:txBody>
          <a:bodyPr wrap="square" rtlCol="0">
            <a:spAutoFit/>
          </a:bodyPr>
          <a:lstStyle/>
          <a:p>
            <a:pPr algn="ctr"/>
            <a:r>
              <a:rPr lang="en-IN" b="1" dirty="0"/>
              <a:t>Playwright</a:t>
            </a:r>
          </a:p>
        </p:txBody>
      </p:sp>
      <p:sp>
        <p:nvSpPr>
          <p:cNvPr id="17" name="Arrow: Right 16">
            <a:extLst>
              <a:ext uri="{FF2B5EF4-FFF2-40B4-BE49-F238E27FC236}">
                <a16:creationId xmlns:a16="http://schemas.microsoft.com/office/drawing/2014/main" id="{E99685B1-8CC3-BC81-79FA-D81B54FA0470}"/>
              </a:ext>
            </a:extLst>
          </p:cNvPr>
          <p:cNvSpPr/>
          <p:nvPr/>
        </p:nvSpPr>
        <p:spPr>
          <a:xfrm rot="5400000">
            <a:off x="7285634" y="2837017"/>
            <a:ext cx="1905063" cy="402461"/>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Right 18">
            <a:extLst>
              <a:ext uri="{FF2B5EF4-FFF2-40B4-BE49-F238E27FC236}">
                <a16:creationId xmlns:a16="http://schemas.microsoft.com/office/drawing/2014/main" id="{88136F68-B3B9-A20B-B4E6-15FF0A74E352}"/>
              </a:ext>
            </a:extLst>
          </p:cNvPr>
          <p:cNvSpPr/>
          <p:nvPr/>
        </p:nvSpPr>
        <p:spPr>
          <a:xfrm rot="16200000">
            <a:off x="7899657" y="2824239"/>
            <a:ext cx="1905062" cy="402461"/>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4F08F301-7D8A-2D10-7F95-399E4811B9FB}"/>
              </a:ext>
            </a:extLst>
          </p:cNvPr>
          <p:cNvSpPr txBox="1"/>
          <p:nvPr/>
        </p:nvSpPr>
        <p:spPr>
          <a:xfrm>
            <a:off x="7669898" y="2246270"/>
            <a:ext cx="1510748" cy="276999"/>
          </a:xfrm>
          <a:prstGeom prst="rect">
            <a:avLst/>
          </a:prstGeom>
          <a:noFill/>
        </p:spPr>
        <p:txBody>
          <a:bodyPr wrap="square" rtlCol="0">
            <a:spAutoFit/>
          </a:bodyPr>
          <a:lstStyle/>
          <a:p>
            <a:r>
              <a:rPr lang="en-IN" sz="1200"/>
              <a:t>Request JSON</a:t>
            </a:r>
            <a:endParaRPr lang="en-IN" sz="1600"/>
          </a:p>
        </p:txBody>
      </p:sp>
      <p:sp>
        <p:nvSpPr>
          <p:cNvPr id="23" name="TextBox 22">
            <a:extLst>
              <a:ext uri="{FF2B5EF4-FFF2-40B4-BE49-F238E27FC236}">
                <a16:creationId xmlns:a16="http://schemas.microsoft.com/office/drawing/2014/main" id="{438C653C-D04D-2CE8-FE08-2B1DDC3CBE9F}"/>
              </a:ext>
            </a:extLst>
          </p:cNvPr>
          <p:cNvSpPr txBox="1"/>
          <p:nvPr/>
        </p:nvSpPr>
        <p:spPr>
          <a:xfrm>
            <a:off x="8439396" y="3259216"/>
            <a:ext cx="1510748" cy="276999"/>
          </a:xfrm>
          <a:prstGeom prst="rect">
            <a:avLst/>
          </a:prstGeom>
          <a:noFill/>
        </p:spPr>
        <p:txBody>
          <a:bodyPr wrap="square" rtlCol="0">
            <a:spAutoFit/>
          </a:bodyPr>
          <a:lstStyle/>
          <a:p>
            <a:r>
              <a:rPr lang="en-IN" sz="1200"/>
              <a:t>Response JSON</a:t>
            </a:r>
            <a:endParaRPr lang="en-IN"/>
          </a:p>
        </p:txBody>
      </p:sp>
      <p:sp>
        <p:nvSpPr>
          <p:cNvPr id="24" name="TextBox 23">
            <a:extLst>
              <a:ext uri="{FF2B5EF4-FFF2-40B4-BE49-F238E27FC236}">
                <a16:creationId xmlns:a16="http://schemas.microsoft.com/office/drawing/2014/main" id="{5B93F39D-A5E6-A9E3-A367-4540D8588DD3}"/>
              </a:ext>
            </a:extLst>
          </p:cNvPr>
          <p:cNvSpPr txBox="1"/>
          <p:nvPr/>
        </p:nvSpPr>
        <p:spPr>
          <a:xfrm>
            <a:off x="6191540" y="870339"/>
            <a:ext cx="6096000" cy="369332"/>
          </a:xfrm>
          <a:prstGeom prst="rect">
            <a:avLst/>
          </a:prstGeom>
          <a:noFill/>
        </p:spPr>
        <p:txBody>
          <a:bodyPr wrap="square">
            <a:spAutoFit/>
          </a:bodyPr>
          <a:lstStyle/>
          <a:p>
            <a:pPr marL="0" indent="0">
              <a:buNone/>
            </a:pPr>
            <a:r>
              <a:rPr lang="en-IN" sz="1800" b="1" u="sng"/>
              <a:t>Flow Diagram:</a:t>
            </a:r>
          </a:p>
        </p:txBody>
      </p:sp>
      <p:sp>
        <p:nvSpPr>
          <p:cNvPr id="28" name="TextBox 27">
            <a:extLst>
              <a:ext uri="{FF2B5EF4-FFF2-40B4-BE49-F238E27FC236}">
                <a16:creationId xmlns:a16="http://schemas.microsoft.com/office/drawing/2014/main" id="{11DD414F-72F5-F813-1DBB-A54CB7E28ED5}"/>
              </a:ext>
            </a:extLst>
          </p:cNvPr>
          <p:cNvSpPr txBox="1"/>
          <p:nvPr/>
        </p:nvSpPr>
        <p:spPr>
          <a:xfrm>
            <a:off x="35782" y="815080"/>
            <a:ext cx="5854262" cy="523220"/>
          </a:xfrm>
          <a:prstGeom prst="rect">
            <a:avLst/>
          </a:prstGeom>
          <a:noFill/>
          <a:ln>
            <a:solidFill>
              <a:schemeClr val="tx1"/>
            </a:solidFill>
          </a:ln>
        </p:spPr>
        <p:txBody>
          <a:bodyPr wrap="square">
            <a:spAutoFit/>
          </a:bodyPr>
          <a:lstStyle/>
          <a:p>
            <a:r>
              <a:rPr lang="en-IN" sz="1400" b="1" dirty="0"/>
              <a:t>Purpose of this is to call customized API (Retrieve account API) and get response.</a:t>
            </a:r>
            <a:endParaRPr lang="en-IN" sz="800" b="1" u="sng" dirty="0">
              <a:solidFill>
                <a:srgbClr val="000000"/>
              </a:solidFill>
              <a:latin typeface="Aptos" panose="020B0004020202020204" pitchFamily="34" charset="0"/>
            </a:endParaRPr>
          </a:p>
        </p:txBody>
      </p:sp>
      <p:sp>
        <p:nvSpPr>
          <p:cNvPr id="33" name="TextBox 32">
            <a:extLst>
              <a:ext uri="{FF2B5EF4-FFF2-40B4-BE49-F238E27FC236}">
                <a16:creationId xmlns:a16="http://schemas.microsoft.com/office/drawing/2014/main" id="{CCA53B12-DAC7-3266-FB20-0105A2129EAD}"/>
              </a:ext>
            </a:extLst>
          </p:cNvPr>
          <p:cNvSpPr txBox="1"/>
          <p:nvPr/>
        </p:nvSpPr>
        <p:spPr>
          <a:xfrm>
            <a:off x="46292" y="1424349"/>
            <a:ext cx="5833241" cy="307777"/>
          </a:xfrm>
          <a:prstGeom prst="rect">
            <a:avLst/>
          </a:prstGeom>
          <a:noFill/>
          <a:ln>
            <a:solidFill>
              <a:schemeClr val="tx1"/>
            </a:solidFill>
          </a:ln>
        </p:spPr>
        <p:txBody>
          <a:bodyPr wrap="square">
            <a:spAutoFit/>
          </a:bodyPr>
          <a:lstStyle/>
          <a:p>
            <a:pPr marL="0" indent="0">
              <a:buNone/>
            </a:pPr>
            <a:r>
              <a:rPr lang="en-IN" sz="1400" b="1" u="sng" dirty="0"/>
              <a:t>Retrieve account API Request and Response JSONs:</a:t>
            </a:r>
          </a:p>
        </p:txBody>
      </p:sp>
      <p:sp>
        <p:nvSpPr>
          <p:cNvPr id="3" name="TextBox 2">
            <a:extLst>
              <a:ext uri="{FF2B5EF4-FFF2-40B4-BE49-F238E27FC236}">
                <a16:creationId xmlns:a16="http://schemas.microsoft.com/office/drawing/2014/main" id="{9D2A5256-DEB1-7B22-AF2E-694045B7F0ED}"/>
              </a:ext>
            </a:extLst>
          </p:cNvPr>
          <p:cNvSpPr txBox="1"/>
          <p:nvPr/>
        </p:nvSpPr>
        <p:spPr>
          <a:xfrm>
            <a:off x="35782" y="1827799"/>
            <a:ext cx="5854262" cy="1231106"/>
          </a:xfrm>
          <a:prstGeom prst="rect">
            <a:avLst/>
          </a:prstGeom>
          <a:noFill/>
          <a:ln>
            <a:solidFill>
              <a:schemeClr val="tx1"/>
            </a:solidFill>
          </a:ln>
        </p:spPr>
        <p:txBody>
          <a:bodyPr wrap="square">
            <a:spAutoFit/>
          </a:bodyPr>
          <a:lstStyle/>
          <a:p>
            <a:r>
              <a:rPr lang="en-IN" sz="1400" b="1" u="sng" dirty="0"/>
              <a:t>Request</a:t>
            </a:r>
            <a:r>
              <a:rPr lang="en-IN" sz="1800" b="1"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t>
            </a:r>
          </a:p>
          <a:p>
            <a:r>
              <a:rPr lang="en-IN" sz="1400" b="1" dirty="0"/>
              <a:t>Scenario : </a:t>
            </a:r>
            <a:r>
              <a:rPr lang="en-IN" sz="1400" dirty="0"/>
              <a:t>Retrieve Account from </a:t>
            </a:r>
            <a:r>
              <a:rPr lang="en-IN" sz="1400" dirty="0" err="1"/>
              <a:t>AcctID</a:t>
            </a:r>
            <a:r>
              <a:rPr lang="en-IN" sz="1400" dirty="0"/>
              <a:t> - Policy Center</a:t>
            </a:r>
            <a:br>
              <a:rPr lang="en-IN" sz="1400" b="1" dirty="0"/>
            </a:br>
            <a:r>
              <a:rPr lang="en-IN" sz="1400" b="1" dirty="0"/>
              <a:t>Method : </a:t>
            </a:r>
            <a:r>
              <a:rPr lang="en-IN" sz="1400" dirty="0"/>
              <a:t>GET</a:t>
            </a:r>
            <a:br>
              <a:rPr lang="en-IN" sz="1400" b="1" dirty="0"/>
            </a:br>
            <a:r>
              <a:rPr lang="en-IN" sz="1400" b="1" dirty="0"/>
              <a:t>Endpoint URL : </a:t>
            </a:r>
            <a:r>
              <a:rPr lang="en-IN" sz="1400" b="1" dirty="0">
                <a:solidFill>
                  <a:srgbClr val="0070C0"/>
                </a:solidFill>
                <a:hlinkClick r:id="rId2">
                  <a:extLst>
                    <a:ext uri="{A12FA001-AC4F-418D-AE19-62706E023703}">
                      <ahyp:hlinkClr xmlns:ahyp="http://schemas.microsoft.com/office/drawing/2018/hyperlinkcolor" val="tx"/>
                    </a:ext>
                  </a:extLst>
                </a:hlinkClick>
              </a:rPr>
              <a:t>http://localhost:8180/pc/rest/beazley/account/C000456354</a:t>
            </a:r>
            <a:endParaRPr lang="en-IN" sz="1400" b="1" dirty="0">
              <a:solidFill>
                <a:srgbClr val="0070C0"/>
              </a:solidFill>
            </a:endParaRPr>
          </a:p>
        </p:txBody>
      </p:sp>
      <p:sp>
        <p:nvSpPr>
          <p:cNvPr id="5" name="TextBox 4">
            <a:extLst>
              <a:ext uri="{FF2B5EF4-FFF2-40B4-BE49-F238E27FC236}">
                <a16:creationId xmlns:a16="http://schemas.microsoft.com/office/drawing/2014/main" id="{EFB98A84-1BEF-8AB2-2E9A-71E8CA72140C}"/>
              </a:ext>
            </a:extLst>
          </p:cNvPr>
          <p:cNvSpPr txBox="1"/>
          <p:nvPr/>
        </p:nvSpPr>
        <p:spPr>
          <a:xfrm>
            <a:off x="93592" y="3216360"/>
            <a:ext cx="5833241" cy="307777"/>
          </a:xfrm>
          <a:prstGeom prst="rect">
            <a:avLst/>
          </a:prstGeom>
          <a:noFill/>
          <a:ln>
            <a:solidFill>
              <a:schemeClr val="tx1"/>
            </a:solidFill>
          </a:ln>
        </p:spPr>
        <p:txBody>
          <a:bodyPr wrap="square">
            <a:spAutoFit/>
          </a:bodyPr>
          <a:lstStyle/>
          <a:p>
            <a:pPr marL="0" indent="0">
              <a:buNone/>
            </a:pPr>
            <a:r>
              <a:rPr lang="en-IN" sz="1400" b="1" u="sng" dirty="0"/>
              <a:t>Response JSON:</a:t>
            </a:r>
          </a:p>
        </p:txBody>
      </p:sp>
      <p:pic>
        <p:nvPicPr>
          <p:cNvPr id="8" name="Picture 7">
            <a:extLst>
              <a:ext uri="{FF2B5EF4-FFF2-40B4-BE49-F238E27FC236}">
                <a16:creationId xmlns:a16="http://schemas.microsoft.com/office/drawing/2014/main" id="{BDB1DA46-EB94-8B3D-B12E-1B32E4DEDFDA}"/>
              </a:ext>
            </a:extLst>
          </p:cNvPr>
          <p:cNvPicPr>
            <a:picLocks noChangeAspect="1"/>
          </p:cNvPicPr>
          <p:nvPr/>
        </p:nvPicPr>
        <p:blipFill>
          <a:blip r:embed="rId3"/>
          <a:stretch>
            <a:fillRect/>
          </a:stretch>
        </p:blipFill>
        <p:spPr>
          <a:xfrm>
            <a:off x="46291" y="3615484"/>
            <a:ext cx="5880541" cy="3114782"/>
          </a:xfrm>
          <a:prstGeom prst="rect">
            <a:avLst/>
          </a:prstGeom>
          <a:ln>
            <a:solidFill>
              <a:schemeClr val="tx1"/>
            </a:solidFill>
          </a:ln>
        </p:spPr>
      </p:pic>
    </p:spTree>
    <p:extLst>
      <p:ext uri="{BB962C8B-B14F-4D97-AF65-F5344CB8AC3E}">
        <p14:creationId xmlns:p14="http://schemas.microsoft.com/office/powerpoint/2010/main" val="1559151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088BD43-1580-3236-42DB-9C88044C7701}"/>
              </a:ext>
            </a:extLst>
          </p:cNvPr>
          <p:cNvSpPr txBox="1">
            <a:spLocks/>
          </p:cNvSpPr>
          <p:nvPr/>
        </p:nvSpPr>
        <p:spPr>
          <a:xfrm>
            <a:off x="1" y="0"/>
            <a:ext cx="12192000" cy="730926"/>
          </a:xfrm>
          <a:prstGeom prst="rect">
            <a:avLst/>
          </a:prstGeom>
          <a:solidFill>
            <a:srgbClr val="00B0F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dirty="0">
                <a:solidFill>
                  <a:schemeClr val="bg1"/>
                </a:solidFill>
              </a:rPr>
              <a:t> Cloud API Testing through Integration Gateway with Playwright - 1</a:t>
            </a:r>
            <a:endParaRPr lang="en-US" dirty="0">
              <a:solidFill>
                <a:schemeClr val="bg1"/>
              </a:solidFill>
            </a:endParaRPr>
          </a:p>
        </p:txBody>
      </p:sp>
      <p:sp>
        <p:nvSpPr>
          <p:cNvPr id="5" name="Content Placeholder 2">
            <a:extLst>
              <a:ext uri="{FF2B5EF4-FFF2-40B4-BE49-F238E27FC236}">
                <a16:creationId xmlns:a16="http://schemas.microsoft.com/office/drawing/2014/main" id="{040F6675-0A96-E2D4-AFCD-7A0F201DBEF1}"/>
              </a:ext>
            </a:extLst>
          </p:cNvPr>
          <p:cNvSpPr>
            <a:spLocks noGrp="1"/>
          </p:cNvSpPr>
          <p:nvPr>
            <p:ph idx="1"/>
          </p:nvPr>
        </p:nvSpPr>
        <p:spPr>
          <a:xfrm>
            <a:off x="162339" y="948126"/>
            <a:ext cx="5744064" cy="5349243"/>
          </a:xfrm>
          <a:ln>
            <a:solidFill>
              <a:schemeClr val="tx1"/>
            </a:solidFill>
          </a:ln>
        </p:spPr>
        <p:txBody>
          <a:bodyPr/>
          <a:lstStyle/>
          <a:p>
            <a:pPr marL="0" indent="0">
              <a:buNone/>
            </a:pPr>
            <a:r>
              <a:rPr lang="en-IN" sz="1800" b="1" u="sng" dirty="0"/>
              <a:t>Cloud API testing through Integration Gateway functions with </a:t>
            </a:r>
            <a:r>
              <a:rPr lang="en-IN" sz="1800" b="1" u="sng" dirty="0" err="1"/>
              <a:t>Playwrite</a:t>
            </a:r>
            <a:r>
              <a:rPr lang="en-IN" sz="1800" b="1" u="sng" dirty="0"/>
              <a:t>:</a:t>
            </a:r>
          </a:p>
          <a:p>
            <a:r>
              <a:rPr lang="en-IN" sz="1800" dirty="0"/>
              <a:t>Create the account &amp; Retrieve the account</a:t>
            </a:r>
          </a:p>
          <a:p>
            <a:pPr marL="0" indent="0">
              <a:buNone/>
            </a:pPr>
            <a:r>
              <a:rPr lang="en-IN" sz="1400" dirty="0"/>
              <a:t>(A custom cloud API has been developed in Integration Gateway. Playwright script was developed and executed to create an account, retrieve to view account summary through Integrated Gateway) </a:t>
            </a:r>
          </a:p>
          <a:p>
            <a:pPr marL="0" indent="0">
              <a:buNone/>
            </a:pPr>
            <a:endParaRPr lang="en-IN" sz="1800" dirty="0"/>
          </a:p>
        </p:txBody>
      </p:sp>
      <p:sp>
        <p:nvSpPr>
          <p:cNvPr id="8" name="TextBox 7">
            <a:extLst>
              <a:ext uri="{FF2B5EF4-FFF2-40B4-BE49-F238E27FC236}">
                <a16:creationId xmlns:a16="http://schemas.microsoft.com/office/drawing/2014/main" id="{E674D103-4923-E4F5-5417-915CA1BC6E3A}"/>
              </a:ext>
            </a:extLst>
          </p:cNvPr>
          <p:cNvSpPr txBox="1"/>
          <p:nvPr/>
        </p:nvSpPr>
        <p:spPr>
          <a:xfrm>
            <a:off x="6226786" y="927035"/>
            <a:ext cx="6096000" cy="369332"/>
          </a:xfrm>
          <a:prstGeom prst="rect">
            <a:avLst/>
          </a:prstGeom>
          <a:noFill/>
        </p:spPr>
        <p:txBody>
          <a:bodyPr wrap="square">
            <a:spAutoFit/>
          </a:bodyPr>
          <a:lstStyle/>
          <a:p>
            <a:pPr marL="0" indent="0">
              <a:buNone/>
            </a:pPr>
            <a:r>
              <a:rPr lang="en-IN" b="1" u="sng"/>
              <a:t>Execution Report</a:t>
            </a:r>
            <a:r>
              <a:rPr lang="en-IN" sz="1800" b="1" u="sng"/>
              <a:t>:</a:t>
            </a:r>
          </a:p>
        </p:txBody>
      </p:sp>
      <p:sp>
        <p:nvSpPr>
          <p:cNvPr id="7" name="Rectangle 6">
            <a:extLst>
              <a:ext uri="{FF2B5EF4-FFF2-40B4-BE49-F238E27FC236}">
                <a16:creationId xmlns:a16="http://schemas.microsoft.com/office/drawing/2014/main" id="{0D6D2000-9C37-82FB-39E5-F6C6C4E77506}"/>
              </a:ext>
            </a:extLst>
          </p:cNvPr>
          <p:cNvSpPr/>
          <p:nvPr/>
        </p:nvSpPr>
        <p:spPr>
          <a:xfrm>
            <a:off x="6253633" y="927034"/>
            <a:ext cx="5717217" cy="534924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D00C0D15-AB5F-2018-2D91-B2F097F9C2C4}"/>
              </a:ext>
            </a:extLst>
          </p:cNvPr>
          <p:cNvPicPr>
            <a:picLocks noChangeAspect="1"/>
          </p:cNvPicPr>
          <p:nvPr/>
        </p:nvPicPr>
        <p:blipFill>
          <a:blip r:embed="rId2"/>
          <a:stretch>
            <a:fillRect/>
          </a:stretch>
        </p:blipFill>
        <p:spPr>
          <a:xfrm>
            <a:off x="6348223" y="1288205"/>
            <a:ext cx="5538952" cy="2306334"/>
          </a:xfrm>
          <a:prstGeom prst="rect">
            <a:avLst/>
          </a:prstGeom>
          <a:ln>
            <a:solidFill>
              <a:schemeClr val="tx1"/>
            </a:solidFill>
          </a:ln>
        </p:spPr>
      </p:pic>
      <p:pic>
        <p:nvPicPr>
          <p:cNvPr id="9" name="Picture 8">
            <a:extLst>
              <a:ext uri="{FF2B5EF4-FFF2-40B4-BE49-F238E27FC236}">
                <a16:creationId xmlns:a16="http://schemas.microsoft.com/office/drawing/2014/main" id="{DAD3EF57-A3FD-F854-64B7-F99AA64F7055}"/>
              </a:ext>
            </a:extLst>
          </p:cNvPr>
          <p:cNvPicPr>
            <a:picLocks noChangeAspect="1"/>
          </p:cNvPicPr>
          <p:nvPr/>
        </p:nvPicPr>
        <p:blipFill>
          <a:blip r:embed="rId3"/>
          <a:stretch>
            <a:fillRect/>
          </a:stretch>
        </p:blipFill>
        <p:spPr>
          <a:xfrm>
            <a:off x="6348223" y="3678621"/>
            <a:ext cx="5538952" cy="2406870"/>
          </a:xfrm>
          <a:prstGeom prst="rect">
            <a:avLst/>
          </a:prstGeom>
          <a:ln>
            <a:solidFill>
              <a:schemeClr val="tx1"/>
            </a:solidFill>
          </a:ln>
        </p:spPr>
      </p:pic>
    </p:spTree>
    <p:extLst>
      <p:ext uri="{BB962C8B-B14F-4D97-AF65-F5344CB8AC3E}">
        <p14:creationId xmlns:p14="http://schemas.microsoft.com/office/powerpoint/2010/main" val="3394834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088BD43-1580-3236-42DB-9C88044C7701}"/>
              </a:ext>
            </a:extLst>
          </p:cNvPr>
          <p:cNvSpPr txBox="1">
            <a:spLocks/>
          </p:cNvSpPr>
          <p:nvPr/>
        </p:nvSpPr>
        <p:spPr>
          <a:xfrm>
            <a:off x="1" y="0"/>
            <a:ext cx="12192000" cy="730926"/>
          </a:xfrm>
          <a:prstGeom prst="rect">
            <a:avLst/>
          </a:prstGeom>
          <a:solidFill>
            <a:srgbClr val="00B0F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dirty="0">
                <a:solidFill>
                  <a:schemeClr val="bg1"/>
                </a:solidFill>
              </a:rPr>
              <a:t> Cloud API Testing through Integration Gateway with Playwright - 2</a:t>
            </a:r>
            <a:endParaRPr lang="en-US" dirty="0">
              <a:solidFill>
                <a:schemeClr val="bg1"/>
              </a:solidFill>
            </a:endParaRPr>
          </a:p>
        </p:txBody>
      </p:sp>
      <p:sp>
        <p:nvSpPr>
          <p:cNvPr id="6" name="Rectangle 5">
            <a:extLst>
              <a:ext uri="{FF2B5EF4-FFF2-40B4-BE49-F238E27FC236}">
                <a16:creationId xmlns:a16="http://schemas.microsoft.com/office/drawing/2014/main" id="{07E9557A-A4EF-496D-3EA6-99229B860A7D}"/>
              </a:ext>
            </a:extLst>
          </p:cNvPr>
          <p:cNvSpPr/>
          <p:nvPr/>
        </p:nvSpPr>
        <p:spPr>
          <a:xfrm>
            <a:off x="6096000" y="794060"/>
            <a:ext cx="5580993" cy="576803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6AF0D7B1-76E5-AB3C-E9A0-EF23D79547DD}"/>
              </a:ext>
            </a:extLst>
          </p:cNvPr>
          <p:cNvSpPr txBox="1"/>
          <p:nvPr/>
        </p:nvSpPr>
        <p:spPr>
          <a:xfrm>
            <a:off x="6117021" y="965250"/>
            <a:ext cx="6096000" cy="369332"/>
          </a:xfrm>
          <a:prstGeom prst="rect">
            <a:avLst/>
          </a:prstGeom>
          <a:noFill/>
        </p:spPr>
        <p:txBody>
          <a:bodyPr wrap="square">
            <a:spAutoFit/>
          </a:bodyPr>
          <a:lstStyle/>
          <a:p>
            <a:pPr marL="0" indent="0">
              <a:buNone/>
            </a:pPr>
            <a:r>
              <a:rPr lang="en-IN" sz="1800" b="1" u="sng"/>
              <a:t>Flow Diagram:</a:t>
            </a:r>
          </a:p>
        </p:txBody>
      </p:sp>
      <p:sp>
        <p:nvSpPr>
          <p:cNvPr id="27" name="Rectangle: Rounded Corners 26">
            <a:extLst>
              <a:ext uri="{FF2B5EF4-FFF2-40B4-BE49-F238E27FC236}">
                <a16:creationId xmlns:a16="http://schemas.microsoft.com/office/drawing/2014/main" id="{8568AD0E-E5F8-64EF-8F06-1B0EC48D3936}"/>
              </a:ext>
            </a:extLst>
          </p:cNvPr>
          <p:cNvSpPr/>
          <p:nvPr/>
        </p:nvSpPr>
        <p:spPr>
          <a:xfrm>
            <a:off x="6889933" y="4512190"/>
            <a:ext cx="3697935" cy="122931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a:extLst>
              <a:ext uri="{FF2B5EF4-FFF2-40B4-BE49-F238E27FC236}">
                <a16:creationId xmlns:a16="http://schemas.microsoft.com/office/drawing/2014/main" id="{D614CCDF-7CBB-B70B-E0CE-171828ACF164}"/>
              </a:ext>
            </a:extLst>
          </p:cNvPr>
          <p:cNvSpPr txBox="1"/>
          <p:nvPr/>
        </p:nvSpPr>
        <p:spPr>
          <a:xfrm>
            <a:off x="7854794" y="5110196"/>
            <a:ext cx="2150843" cy="369332"/>
          </a:xfrm>
          <a:prstGeom prst="rect">
            <a:avLst/>
          </a:prstGeom>
          <a:noFill/>
        </p:spPr>
        <p:txBody>
          <a:bodyPr wrap="square" rtlCol="0">
            <a:spAutoFit/>
          </a:bodyPr>
          <a:lstStyle/>
          <a:p>
            <a:r>
              <a:rPr lang="en-IN" b="1"/>
              <a:t>GW Policy Center</a:t>
            </a:r>
          </a:p>
        </p:txBody>
      </p:sp>
      <p:sp>
        <p:nvSpPr>
          <p:cNvPr id="29" name="TextBox 28">
            <a:extLst>
              <a:ext uri="{FF2B5EF4-FFF2-40B4-BE49-F238E27FC236}">
                <a16:creationId xmlns:a16="http://schemas.microsoft.com/office/drawing/2014/main" id="{31638588-374B-4840-183A-10E979574E4C}"/>
              </a:ext>
            </a:extLst>
          </p:cNvPr>
          <p:cNvSpPr txBox="1"/>
          <p:nvPr/>
        </p:nvSpPr>
        <p:spPr>
          <a:xfrm>
            <a:off x="7015794" y="4675458"/>
            <a:ext cx="1630807" cy="276999"/>
          </a:xfrm>
          <a:prstGeom prst="rect">
            <a:avLst/>
          </a:prstGeom>
          <a:noFill/>
          <a:ln>
            <a:solidFill>
              <a:schemeClr val="tx1"/>
            </a:solidFill>
          </a:ln>
        </p:spPr>
        <p:txBody>
          <a:bodyPr wrap="square" rtlCol="0">
            <a:spAutoFit/>
          </a:bodyPr>
          <a:lstStyle/>
          <a:p>
            <a:r>
              <a:rPr lang="en-IN" sz="1200" b="1"/>
              <a:t>Create account API</a:t>
            </a:r>
          </a:p>
        </p:txBody>
      </p:sp>
      <p:sp>
        <p:nvSpPr>
          <p:cNvPr id="30" name="TextBox 29">
            <a:extLst>
              <a:ext uri="{FF2B5EF4-FFF2-40B4-BE49-F238E27FC236}">
                <a16:creationId xmlns:a16="http://schemas.microsoft.com/office/drawing/2014/main" id="{8475FC14-C54E-8957-9852-4491C728807F}"/>
              </a:ext>
            </a:extLst>
          </p:cNvPr>
          <p:cNvSpPr txBox="1"/>
          <p:nvPr/>
        </p:nvSpPr>
        <p:spPr>
          <a:xfrm>
            <a:off x="8780699" y="4664227"/>
            <a:ext cx="1764870" cy="276999"/>
          </a:xfrm>
          <a:prstGeom prst="rect">
            <a:avLst/>
          </a:prstGeom>
          <a:noFill/>
          <a:ln>
            <a:solidFill>
              <a:schemeClr val="tx1"/>
            </a:solidFill>
          </a:ln>
        </p:spPr>
        <p:txBody>
          <a:bodyPr wrap="square" rtlCol="0">
            <a:spAutoFit/>
          </a:bodyPr>
          <a:lstStyle/>
          <a:p>
            <a:r>
              <a:rPr lang="en-IN" sz="1200" b="1"/>
              <a:t>Retrieve account API</a:t>
            </a:r>
          </a:p>
        </p:txBody>
      </p:sp>
      <p:sp>
        <p:nvSpPr>
          <p:cNvPr id="31" name="TextBox 30">
            <a:extLst>
              <a:ext uri="{FF2B5EF4-FFF2-40B4-BE49-F238E27FC236}">
                <a16:creationId xmlns:a16="http://schemas.microsoft.com/office/drawing/2014/main" id="{35DD6868-9C88-50AA-6B21-95C5B1851990}"/>
              </a:ext>
            </a:extLst>
          </p:cNvPr>
          <p:cNvSpPr txBox="1"/>
          <p:nvPr/>
        </p:nvSpPr>
        <p:spPr>
          <a:xfrm>
            <a:off x="6901969" y="1606384"/>
            <a:ext cx="3629125" cy="369332"/>
          </a:xfrm>
          <a:prstGeom prst="rect">
            <a:avLst/>
          </a:prstGeom>
          <a:noFill/>
          <a:ln>
            <a:solidFill>
              <a:schemeClr val="tx1"/>
            </a:solidFill>
          </a:ln>
        </p:spPr>
        <p:txBody>
          <a:bodyPr wrap="square" rtlCol="0">
            <a:spAutoFit/>
          </a:bodyPr>
          <a:lstStyle/>
          <a:p>
            <a:pPr algn="ctr"/>
            <a:r>
              <a:rPr lang="en-IN" b="1" dirty="0"/>
              <a:t>Playwright</a:t>
            </a:r>
          </a:p>
        </p:txBody>
      </p:sp>
      <p:sp>
        <p:nvSpPr>
          <p:cNvPr id="32" name="Arrow: Right 31">
            <a:extLst>
              <a:ext uri="{FF2B5EF4-FFF2-40B4-BE49-F238E27FC236}">
                <a16:creationId xmlns:a16="http://schemas.microsoft.com/office/drawing/2014/main" id="{0306B80D-6E5F-EB0A-64E1-10E95A96D470}"/>
              </a:ext>
            </a:extLst>
          </p:cNvPr>
          <p:cNvSpPr/>
          <p:nvPr/>
        </p:nvSpPr>
        <p:spPr>
          <a:xfrm rot="5400000">
            <a:off x="6674583" y="3939297"/>
            <a:ext cx="1229315" cy="488381"/>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Arrow: Right 32">
            <a:extLst>
              <a:ext uri="{FF2B5EF4-FFF2-40B4-BE49-F238E27FC236}">
                <a16:creationId xmlns:a16="http://schemas.microsoft.com/office/drawing/2014/main" id="{E20E902F-D59B-0DAE-FA64-BB716CDF1086}"/>
              </a:ext>
            </a:extLst>
          </p:cNvPr>
          <p:cNvSpPr/>
          <p:nvPr/>
        </p:nvSpPr>
        <p:spPr>
          <a:xfrm rot="5400000">
            <a:off x="8682831" y="3924377"/>
            <a:ext cx="1178121" cy="467024"/>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Arrow: Right 33">
            <a:extLst>
              <a:ext uri="{FF2B5EF4-FFF2-40B4-BE49-F238E27FC236}">
                <a16:creationId xmlns:a16="http://schemas.microsoft.com/office/drawing/2014/main" id="{8FEAAC71-D8DD-4E14-EC38-E2516226F463}"/>
              </a:ext>
            </a:extLst>
          </p:cNvPr>
          <p:cNvSpPr/>
          <p:nvPr/>
        </p:nvSpPr>
        <p:spPr>
          <a:xfrm rot="16200000">
            <a:off x="7435433" y="3930720"/>
            <a:ext cx="1253769" cy="488381"/>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Arrow: Right 34">
            <a:extLst>
              <a:ext uri="{FF2B5EF4-FFF2-40B4-BE49-F238E27FC236}">
                <a16:creationId xmlns:a16="http://schemas.microsoft.com/office/drawing/2014/main" id="{A12CA1BE-4384-C9C3-C30A-CF34D226E3DC}"/>
              </a:ext>
            </a:extLst>
          </p:cNvPr>
          <p:cNvSpPr/>
          <p:nvPr/>
        </p:nvSpPr>
        <p:spPr>
          <a:xfrm rot="16200000">
            <a:off x="9437444" y="3937192"/>
            <a:ext cx="1229309" cy="467025"/>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929E0DCC-5B9C-EECF-08B3-D2ED1CC7C495}"/>
              </a:ext>
            </a:extLst>
          </p:cNvPr>
          <p:cNvSpPr txBox="1"/>
          <p:nvPr/>
        </p:nvSpPr>
        <p:spPr>
          <a:xfrm>
            <a:off x="6813411" y="3803128"/>
            <a:ext cx="1440228" cy="276999"/>
          </a:xfrm>
          <a:prstGeom prst="rect">
            <a:avLst/>
          </a:prstGeom>
          <a:noFill/>
        </p:spPr>
        <p:txBody>
          <a:bodyPr wrap="square" rtlCol="0">
            <a:spAutoFit/>
          </a:bodyPr>
          <a:lstStyle/>
          <a:p>
            <a:r>
              <a:rPr lang="en-IN" sz="1200"/>
              <a:t>Request JSON</a:t>
            </a:r>
            <a:endParaRPr lang="en-IN" sz="1600"/>
          </a:p>
        </p:txBody>
      </p:sp>
      <p:sp>
        <p:nvSpPr>
          <p:cNvPr id="37" name="TextBox 36">
            <a:extLst>
              <a:ext uri="{FF2B5EF4-FFF2-40B4-BE49-F238E27FC236}">
                <a16:creationId xmlns:a16="http://schemas.microsoft.com/office/drawing/2014/main" id="{0F56CBE3-324B-8D70-B3FD-65B3EC714B20}"/>
              </a:ext>
            </a:extLst>
          </p:cNvPr>
          <p:cNvSpPr txBox="1"/>
          <p:nvPr/>
        </p:nvSpPr>
        <p:spPr>
          <a:xfrm>
            <a:off x="8838047" y="3771817"/>
            <a:ext cx="1440228" cy="276999"/>
          </a:xfrm>
          <a:prstGeom prst="rect">
            <a:avLst/>
          </a:prstGeom>
          <a:noFill/>
        </p:spPr>
        <p:txBody>
          <a:bodyPr wrap="square" rtlCol="0">
            <a:spAutoFit/>
          </a:bodyPr>
          <a:lstStyle/>
          <a:p>
            <a:r>
              <a:rPr lang="en-IN" sz="1200"/>
              <a:t>Request JSON</a:t>
            </a:r>
            <a:endParaRPr lang="en-IN" sz="1600"/>
          </a:p>
        </p:txBody>
      </p:sp>
      <p:sp>
        <p:nvSpPr>
          <p:cNvPr id="38" name="TextBox 37">
            <a:extLst>
              <a:ext uri="{FF2B5EF4-FFF2-40B4-BE49-F238E27FC236}">
                <a16:creationId xmlns:a16="http://schemas.microsoft.com/office/drawing/2014/main" id="{EF822F73-6CD3-3394-71BA-4BC4D90C192D}"/>
              </a:ext>
            </a:extLst>
          </p:cNvPr>
          <p:cNvSpPr txBox="1"/>
          <p:nvPr/>
        </p:nvSpPr>
        <p:spPr>
          <a:xfrm>
            <a:off x="7438438" y="4179801"/>
            <a:ext cx="1440228" cy="276999"/>
          </a:xfrm>
          <a:prstGeom prst="rect">
            <a:avLst/>
          </a:prstGeom>
          <a:noFill/>
        </p:spPr>
        <p:txBody>
          <a:bodyPr wrap="square" rtlCol="0">
            <a:spAutoFit/>
          </a:bodyPr>
          <a:lstStyle/>
          <a:p>
            <a:r>
              <a:rPr lang="en-IN" sz="1200"/>
              <a:t>Response JSON</a:t>
            </a:r>
            <a:endParaRPr lang="en-IN" sz="1600"/>
          </a:p>
        </p:txBody>
      </p:sp>
      <p:sp>
        <p:nvSpPr>
          <p:cNvPr id="39" name="TextBox 38">
            <a:extLst>
              <a:ext uri="{FF2B5EF4-FFF2-40B4-BE49-F238E27FC236}">
                <a16:creationId xmlns:a16="http://schemas.microsoft.com/office/drawing/2014/main" id="{957DACB0-D7C4-84D6-71BB-ABE914D90B1E}"/>
              </a:ext>
            </a:extLst>
          </p:cNvPr>
          <p:cNvSpPr txBox="1"/>
          <p:nvPr/>
        </p:nvSpPr>
        <p:spPr>
          <a:xfrm>
            <a:off x="9592898" y="4190002"/>
            <a:ext cx="1440228" cy="276999"/>
          </a:xfrm>
          <a:prstGeom prst="rect">
            <a:avLst/>
          </a:prstGeom>
          <a:noFill/>
        </p:spPr>
        <p:txBody>
          <a:bodyPr wrap="square" rtlCol="0">
            <a:spAutoFit/>
          </a:bodyPr>
          <a:lstStyle/>
          <a:p>
            <a:r>
              <a:rPr lang="en-IN" sz="1200"/>
              <a:t>Response JSON</a:t>
            </a:r>
            <a:endParaRPr lang="en-IN" sz="1600"/>
          </a:p>
        </p:txBody>
      </p:sp>
      <p:sp>
        <p:nvSpPr>
          <p:cNvPr id="40" name="TextBox 39">
            <a:extLst>
              <a:ext uri="{FF2B5EF4-FFF2-40B4-BE49-F238E27FC236}">
                <a16:creationId xmlns:a16="http://schemas.microsoft.com/office/drawing/2014/main" id="{71F3A1F6-5F97-14FD-F40C-6C019E7F9616}"/>
              </a:ext>
            </a:extLst>
          </p:cNvPr>
          <p:cNvSpPr txBox="1"/>
          <p:nvPr/>
        </p:nvSpPr>
        <p:spPr>
          <a:xfrm>
            <a:off x="7015794" y="2688850"/>
            <a:ext cx="3629125" cy="923330"/>
          </a:xfrm>
          <a:prstGeom prst="rect">
            <a:avLst/>
          </a:prstGeom>
          <a:noFill/>
          <a:ln>
            <a:solidFill>
              <a:schemeClr val="tx1"/>
            </a:solidFill>
          </a:ln>
        </p:spPr>
        <p:txBody>
          <a:bodyPr wrap="square" rtlCol="0">
            <a:spAutoFit/>
          </a:bodyPr>
          <a:lstStyle/>
          <a:p>
            <a:pPr algn="ctr"/>
            <a:endParaRPr lang="en-IN" b="1"/>
          </a:p>
          <a:p>
            <a:pPr algn="ctr"/>
            <a:endParaRPr lang="en-IN" b="1"/>
          </a:p>
          <a:p>
            <a:pPr algn="ctr"/>
            <a:r>
              <a:rPr lang="en-IN" b="1"/>
              <a:t>Integration Gateway</a:t>
            </a:r>
          </a:p>
        </p:txBody>
      </p:sp>
      <p:sp>
        <p:nvSpPr>
          <p:cNvPr id="41" name="Arrow: Right 40">
            <a:extLst>
              <a:ext uri="{FF2B5EF4-FFF2-40B4-BE49-F238E27FC236}">
                <a16:creationId xmlns:a16="http://schemas.microsoft.com/office/drawing/2014/main" id="{F2A094B6-7461-FA63-CC61-6B70A2B4DC63}"/>
              </a:ext>
            </a:extLst>
          </p:cNvPr>
          <p:cNvSpPr/>
          <p:nvPr/>
        </p:nvSpPr>
        <p:spPr>
          <a:xfrm rot="5400000">
            <a:off x="6937101" y="2304633"/>
            <a:ext cx="1078160" cy="420327"/>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Arrow: Right 41">
            <a:extLst>
              <a:ext uri="{FF2B5EF4-FFF2-40B4-BE49-F238E27FC236}">
                <a16:creationId xmlns:a16="http://schemas.microsoft.com/office/drawing/2014/main" id="{C8106E47-6013-BB0D-05D3-1A17C6FAF33F}"/>
              </a:ext>
            </a:extLst>
          </p:cNvPr>
          <p:cNvSpPr/>
          <p:nvPr/>
        </p:nvSpPr>
        <p:spPr>
          <a:xfrm rot="5400000">
            <a:off x="9009831" y="2285917"/>
            <a:ext cx="1040727" cy="420325"/>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Arrow: Right 42">
            <a:extLst>
              <a:ext uri="{FF2B5EF4-FFF2-40B4-BE49-F238E27FC236}">
                <a16:creationId xmlns:a16="http://schemas.microsoft.com/office/drawing/2014/main" id="{0DA1B3CC-2E8F-B9CA-E4F1-5ECFE6639976}"/>
              </a:ext>
            </a:extLst>
          </p:cNvPr>
          <p:cNvSpPr/>
          <p:nvPr/>
        </p:nvSpPr>
        <p:spPr>
          <a:xfrm rot="16200000">
            <a:off x="7632576" y="2295832"/>
            <a:ext cx="1076734" cy="420326"/>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Arrow: Right 43">
            <a:extLst>
              <a:ext uri="{FF2B5EF4-FFF2-40B4-BE49-F238E27FC236}">
                <a16:creationId xmlns:a16="http://schemas.microsoft.com/office/drawing/2014/main" id="{74F9591F-2019-78ED-7A79-325F4C558CF6}"/>
              </a:ext>
            </a:extLst>
          </p:cNvPr>
          <p:cNvSpPr/>
          <p:nvPr/>
        </p:nvSpPr>
        <p:spPr>
          <a:xfrm rot="16200000">
            <a:off x="9689728" y="2256968"/>
            <a:ext cx="982840" cy="420328"/>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TextBox 44">
            <a:extLst>
              <a:ext uri="{FF2B5EF4-FFF2-40B4-BE49-F238E27FC236}">
                <a16:creationId xmlns:a16="http://schemas.microsoft.com/office/drawing/2014/main" id="{2B959892-8DD8-FFAA-915D-E4664C0A27C3}"/>
              </a:ext>
            </a:extLst>
          </p:cNvPr>
          <p:cNvSpPr txBox="1"/>
          <p:nvPr/>
        </p:nvSpPr>
        <p:spPr>
          <a:xfrm>
            <a:off x="6977389" y="2397131"/>
            <a:ext cx="1303129" cy="276999"/>
          </a:xfrm>
          <a:prstGeom prst="rect">
            <a:avLst/>
          </a:prstGeom>
          <a:noFill/>
        </p:spPr>
        <p:txBody>
          <a:bodyPr wrap="square" rtlCol="0">
            <a:spAutoFit/>
          </a:bodyPr>
          <a:lstStyle/>
          <a:p>
            <a:r>
              <a:rPr lang="en-IN" sz="1200"/>
              <a:t>Request JSON</a:t>
            </a:r>
            <a:endParaRPr lang="en-IN" sz="1600"/>
          </a:p>
        </p:txBody>
      </p:sp>
      <p:sp>
        <p:nvSpPr>
          <p:cNvPr id="46" name="TextBox 45">
            <a:extLst>
              <a:ext uri="{FF2B5EF4-FFF2-40B4-BE49-F238E27FC236}">
                <a16:creationId xmlns:a16="http://schemas.microsoft.com/office/drawing/2014/main" id="{1C6CFC33-7586-68A2-18D4-AFFD01BBA0CA}"/>
              </a:ext>
            </a:extLst>
          </p:cNvPr>
          <p:cNvSpPr txBox="1"/>
          <p:nvPr/>
        </p:nvSpPr>
        <p:spPr>
          <a:xfrm>
            <a:off x="8966576" y="2389125"/>
            <a:ext cx="1183170" cy="461665"/>
          </a:xfrm>
          <a:prstGeom prst="rect">
            <a:avLst/>
          </a:prstGeom>
          <a:noFill/>
        </p:spPr>
        <p:txBody>
          <a:bodyPr wrap="square" rtlCol="0">
            <a:spAutoFit/>
          </a:bodyPr>
          <a:lstStyle/>
          <a:p>
            <a:r>
              <a:rPr lang="en-IN" sz="1200"/>
              <a:t>Request JSON</a:t>
            </a:r>
            <a:endParaRPr lang="en-IN" sz="1600"/>
          </a:p>
        </p:txBody>
      </p:sp>
      <p:sp>
        <p:nvSpPr>
          <p:cNvPr id="47" name="TextBox 46">
            <a:extLst>
              <a:ext uri="{FF2B5EF4-FFF2-40B4-BE49-F238E27FC236}">
                <a16:creationId xmlns:a16="http://schemas.microsoft.com/office/drawing/2014/main" id="{D12CBCBA-5F48-4CF7-8D05-49FD215BAC4E}"/>
              </a:ext>
            </a:extLst>
          </p:cNvPr>
          <p:cNvSpPr txBox="1"/>
          <p:nvPr/>
        </p:nvSpPr>
        <p:spPr>
          <a:xfrm>
            <a:off x="7724793" y="2060795"/>
            <a:ext cx="1440228" cy="307777"/>
          </a:xfrm>
          <a:prstGeom prst="rect">
            <a:avLst/>
          </a:prstGeom>
          <a:noFill/>
        </p:spPr>
        <p:txBody>
          <a:bodyPr wrap="square" rtlCol="0">
            <a:spAutoFit/>
          </a:bodyPr>
          <a:lstStyle/>
          <a:p>
            <a:r>
              <a:rPr lang="en-IN" sz="1200"/>
              <a:t>Response</a:t>
            </a:r>
            <a:r>
              <a:rPr lang="en-IN" sz="1400"/>
              <a:t> JSON</a:t>
            </a:r>
            <a:endParaRPr lang="en-IN"/>
          </a:p>
        </p:txBody>
      </p:sp>
      <p:sp>
        <p:nvSpPr>
          <p:cNvPr id="48" name="TextBox 47">
            <a:extLst>
              <a:ext uri="{FF2B5EF4-FFF2-40B4-BE49-F238E27FC236}">
                <a16:creationId xmlns:a16="http://schemas.microsoft.com/office/drawing/2014/main" id="{900772A9-D7DE-14F6-75E5-E114F5961179}"/>
              </a:ext>
            </a:extLst>
          </p:cNvPr>
          <p:cNvSpPr txBox="1"/>
          <p:nvPr/>
        </p:nvSpPr>
        <p:spPr>
          <a:xfrm>
            <a:off x="9736006" y="2071021"/>
            <a:ext cx="1440228" cy="276999"/>
          </a:xfrm>
          <a:prstGeom prst="rect">
            <a:avLst/>
          </a:prstGeom>
          <a:noFill/>
        </p:spPr>
        <p:txBody>
          <a:bodyPr wrap="square" rtlCol="0">
            <a:spAutoFit/>
          </a:bodyPr>
          <a:lstStyle/>
          <a:p>
            <a:r>
              <a:rPr lang="en-IN" sz="1200"/>
              <a:t>Response JSON</a:t>
            </a:r>
          </a:p>
        </p:txBody>
      </p:sp>
      <p:sp>
        <p:nvSpPr>
          <p:cNvPr id="49" name="TextBox 48">
            <a:extLst>
              <a:ext uri="{FF2B5EF4-FFF2-40B4-BE49-F238E27FC236}">
                <a16:creationId xmlns:a16="http://schemas.microsoft.com/office/drawing/2014/main" id="{43FC18D9-CDE6-9CA8-40C6-DA418C96FDC9}"/>
              </a:ext>
            </a:extLst>
          </p:cNvPr>
          <p:cNvSpPr txBox="1"/>
          <p:nvPr/>
        </p:nvSpPr>
        <p:spPr>
          <a:xfrm>
            <a:off x="7045050" y="2968996"/>
            <a:ext cx="1633457" cy="276999"/>
          </a:xfrm>
          <a:prstGeom prst="rect">
            <a:avLst/>
          </a:prstGeom>
          <a:noFill/>
          <a:ln>
            <a:solidFill>
              <a:schemeClr val="tx1"/>
            </a:solidFill>
          </a:ln>
        </p:spPr>
        <p:txBody>
          <a:bodyPr wrap="square" rtlCol="0">
            <a:spAutoFit/>
          </a:bodyPr>
          <a:lstStyle/>
          <a:p>
            <a:r>
              <a:rPr lang="en-IN" sz="1200" b="1"/>
              <a:t>Create account API</a:t>
            </a:r>
          </a:p>
        </p:txBody>
      </p:sp>
      <p:sp>
        <p:nvSpPr>
          <p:cNvPr id="50" name="TextBox 49">
            <a:extLst>
              <a:ext uri="{FF2B5EF4-FFF2-40B4-BE49-F238E27FC236}">
                <a16:creationId xmlns:a16="http://schemas.microsoft.com/office/drawing/2014/main" id="{26599D46-F234-6329-ED55-1608B3F303E3}"/>
              </a:ext>
            </a:extLst>
          </p:cNvPr>
          <p:cNvSpPr txBox="1"/>
          <p:nvPr/>
        </p:nvSpPr>
        <p:spPr>
          <a:xfrm>
            <a:off x="8762983" y="2956701"/>
            <a:ext cx="1879291" cy="307777"/>
          </a:xfrm>
          <a:prstGeom prst="rect">
            <a:avLst/>
          </a:prstGeom>
          <a:noFill/>
          <a:ln>
            <a:solidFill>
              <a:schemeClr val="tx1"/>
            </a:solidFill>
          </a:ln>
        </p:spPr>
        <p:txBody>
          <a:bodyPr wrap="square" rtlCol="0">
            <a:spAutoFit/>
          </a:bodyPr>
          <a:lstStyle/>
          <a:p>
            <a:r>
              <a:rPr lang="en-IN" sz="1200" b="1"/>
              <a:t>Retrieve</a:t>
            </a:r>
            <a:r>
              <a:rPr lang="en-IN" sz="1400" b="1"/>
              <a:t> </a:t>
            </a:r>
            <a:r>
              <a:rPr lang="en-IN" sz="1200" b="1"/>
              <a:t>account API</a:t>
            </a:r>
            <a:endParaRPr lang="en-IN" sz="1400" b="1"/>
          </a:p>
        </p:txBody>
      </p:sp>
      <p:sp>
        <p:nvSpPr>
          <p:cNvPr id="14" name="TextBox 13">
            <a:extLst>
              <a:ext uri="{FF2B5EF4-FFF2-40B4-BE49-F238E27FC236}">
                <a16:creationId xmlns:a16="http://schemas.microsoft.com/office/drawing/2014/main" id="{AD6AAC01-9987-0DA9-25C8-2B3BC0A7A141}"/>
              </a:ext>
            </a:extLst>
          </p:cNvPr>
          <p:cNvSpPr txBox="1"/>
          <p:nvPr/>
        </p:nvSpPr>
        <p:spPr>
          <a:xfrm>
            <a:off x="147145" y="829659"/>
            <a:ext cx="5734274" cy="738664"/>
          </a:xfrm>
          <a:prstGeom prst="rect">
            <a:avLst/>
          </a:prstGeom>
          <a:noFill/>
          <a:ln>
            <a:solidFill>
              <a:schemeClr val="tx1"/>
            </a:solidFill>
          </a:ln>
        </p:spPr>
        <p:txBody>
          <a:bodyPr wrap="square">
            <a:spAutoFit/>
          </a:bodyPr>
          <a:lstStyle/>
          <a:p>
            <a:r>
              <a:rPr lang="en-IN" sz="1400" b="1"/>
              <a:t>Purpose of this is to call 2 customized APIs (Create account API &amp; Retrieve account API) through Integration Gateway and get response.</a:t>
            </a:r>
            <a:endParaRPr lang="en-IN" sz="800" b="1" u="sng">
              <a:solidFill>
                <a:srgbClr val="000000"/>
              </a:solidFill>
              <a:latin typeface="Aptos" panose="020B0004020202020204" pitchFamily="34" charset="0"/>
            </a:endParaRPr>
          </a:p>
        </p:txBody>
      </p:sp>
      <p:sp>
        <p:nvSpPr>
          <p:cNvPr id="15" name="TextBox 14">
            <a:extLst>
              <a:ext uri="{FF2B5EF4-FFF2-40B4-BE49-F238E27FC236}">
                <a16:creationId xmlns:a16="http://schemas.microsoft.com/office/drawing/2014/main" id="{CB02CF52-4056-157E-D61A-697CE0A13EC1}"/>
              </a:ext>
            </a:extLst>
          </p:cNvPr>
          <p:cNvSpPr txBox="1"/>
          <p:nvPr/>
        </p:nvSpPr>
        <p:spPr>
          <a:xfrm>
            <a:off x="126124" y="1672619"/>
            <a:ext cx="5734274" cy="307777"/>
          </a:xfrm>
          <a:prstGeom prst="rect">
            <a:avLst/>
          </a:prstGeom>
          <a:noFill/>
          <a:ln>
            <a:solidFill>
              <a:schemeClr val="tx1"/>
            </a:solidFill>
          </a:ln>
        </p:spPr>
        <p:txBody>
          <a:bodyPr wrap="square">
            <a:spAutoFit/>
          </a:bodyPr>
          <a:lstStyle/>
          <a:p>
            <a:pPr marL="0" indent="0">
              <a:buNone/>
            </a:pPr>
            <a:r>
              <a:rPr lang="en-IN" sz="1400" b="1" u="sng"/>
              <a:t>Create account API Request and Response JSONs:</a:t>
            </a:r>
          </a:p>
        </p:txBody>
      </p:sp>
      <p:sp>
        <p:nvSpPr>
          <p:cNvPr id="18" name="TextBox 17">
            <a:extLst>
              <a:ext uri="{FF2B5EF4-FFF2-40B4-BE49-F238E27FC236}">
                <a16:creationId xmlns:a16="http://schemas.microsoft.com/office/drawing/2014/main" id="{DFDE4835-AE46-82C0-932B-407E7675D207}"/>
              </a:ext>
            </a:extLst>
          </p:cNvPr>
          <p:cNvSpPr txBox="1"/>
          <p:nvPr/>
        </p:nvSpPr>
        <p:spPr>
          <a:xfrm>
            <a:off x="114641" y="3911246"/>
            <a:ext cx="5760642" cy="366461"/>
          </a:xfrm>
          <a:prstGeom prst="rect">
            <a:avLst/>
          </a:prstGeom>
          <a:noFill/>
          <a:ln>
            <a:solidFill>
              <a:schemeClr val="tx1"/>
            </a:solidFill>
          </a:ln>
        </p:spPr>
        <p:txBody>
          <a:bodyPr wrap="square">
            <a:spAutoFit/>
          </a:bodyPr>
          <a:lstStyle/>
          <a:p>
            <a:pPr marL="0" indent="0">
              <a:buNone/>
            </a:pPr>
            <a:r>
              <a:rPr lang="en-IN" b="1" u="sng"/>
              <a:t>Retrieve account Request and Response JSONs</a:t>
            </a:r>
            <a:r>
              <a:rPr lang="en-IN" sz="1800" b="1" u="sng"/>
              <a:t>:</a:t>
            </a:r>
          </a:p>
        </p:txBody>
      </p:sp>
      <p:pic>
        <p:nvPicPr>
          <p:cNvPr id="7" name="Picture 6">
            <a:extLst>
              <a:ext uri="{FF2B5EF4-FFF2-40B4-BE49-F238E27FC236}">
                <a16:creationId xmlns:a16="http://schemas.microsoft.com/office/drawing/2014/main" id="{A1709D24-F2CB-4279-9AE0-6017826F1919}"/>
              </a:ext>
            </a:extLst>
          </p:cNvPr>
          <p:cNvPicPr>
            <a:picLocks noChangeAspect="1"/>
          </p:cNvPicPr>
          <p:nvPr/>
        </p:nvPicPr>
        <p:blipFill>
          <a:blip r:embed="rId2"/>
          <a:stretch>
            <a:fillRect/>
          </a:stretch>
        </p:blipFill>
        <p:spPr>
          <a:xfrm>
            <a:off x="3075755" y="4382416"/>
            <a:ext cx="2784643" cy="2354713"/>
          </a:xfrm>
          <a:prstGeom prst="rect">
            <a:avLst/>
          </a:prstGeom>
          <a:ln>
            <a:solidFill>
              <a:schemeClr val="tx1"/>
            </a:solidFill>
          </a:ln>
        </p:spPr>
      </p:pic>
      <p:pic>
        <p:nvPicPr>
          <p:cNvPr id="9" name="Picture 8">
            <a:extLst>
              <a:ext uri="{FF2B5EF4-FFF2-40B4-BE49-F238E27FC236}">
                <a16:creationId xmlns:a16="http://schemas.microsoft.com/office/drawing/2014/main" id="{99C1E944-612B-747C-B3A3-F69583C1227F}"/>
              </a:ext>
            </a:extLst>
          </p:cNvPr>
          <p:cNvPicPr>
            <a:picLocks noChangeAspect="1"/>
          </p:cNvPicPr>
          <p:nvPr/>
        </p:nvPicPr>
        <p:blipFill>
          <a:blip r:embed="rId3"/>
          <a:stretch>
            <a:fillRect/>
          </a:stretch>
        </p:blipFill>
        <p:spPr>
          <a:xfrm>
            <a:off x="128742" y="2060795"/>
            <a:ext cx="2870291" cy="1742333"/>
          </a:xfrm>
          <a:prstGeom prst="rect">
            <a:avLst/>
          </a:prstGeom>
          <a:ln>
            <a:solidFill>
              <a:schemeClr val="tx1"/>
            </a:solidFill>
          </a:ln>
        </p:spPr>
      </p:pic>
      <p:pic>
        <p:nvPicPr>
          <p:cNvPr id="11" name="Picture 10">
            <a:extLst>
              <a:ext uri="{FF2B5EF4-FFF2-40B4-BE49-F238E27FC236}">
                <a16:creationId xmlns:a16="http://schemas.microsoft.com/office/drawing/2014/main" id="{74A099C9-880E-727F-0A8B-C1B4092BB837}"/>
              </a:ext>
            </a:extLst>
          </p:cNvPr>
          <p:cNvPicPr>
            <a:picLocks noChangeAspect="1"/>
          </p:cNvPicPr>
          <p:nvPr/>
        </p:nvPicPr>
        <p:blipFill>
          <a:blip r:embed="rId4"/>
          <a:stretch>
            <a:fillRect/>
          </a:stretch>
        </p:blipFill>
        <p:spPr>
          <a:xfrm>
            <a:off x="3037481" y="2043979"/>
            <a:ext cx="2792749" cy="1727838"/>
          </a:xfrm>
          <a:prstGeom prst="rect">
            <a:avLst/>
          </a:prstGeom>
          <a:ln>
            <a:solidFill>
              <a:schemeClr val="tx1"/>
            </a:solidFill>
          </a:ln>
        </p:spPr>
      </p:pic>
      <p:sp>
        <p:nvSpPr>
          <p:cNvPr id="13" name="TextBox 12">
            <a:extLst>
              <a:ext uri="{FF2B5EF4-FFF2-40B4-BE49-F238E27FC236}">
                <a16:creationId xmlns:a16="http://schemas.microsoft.com/office/drawing/2014/main" id="{183616A0-A053-DC83-1FF2-EC110859B2AD}"/>
              </a:ext>
            </a:extLst>
          </p:cNvPr>
          <p:cNvSpPr txBox="1"/>
          <p:nvPr/>
        </p:nvSpPr>
        <p:spPr>
          <a:xfrm>
            <a:off x="114641" y="4404827"/>
            <a:ext cx="2922840" cy="2308324"/>
          </a:xfrm>
          <a:prstGeom prst="rect">
            <a:avLst/>
          </a:prstGeom>
          <a:noFill/>
          <a:ln>
            <a:solidFill>
              <a:schemeClr val="tx1"/>
            </a:solidFill>
          </a:ln>
        </p:spPr>
        <p:txBody>
          <a:bodyPr wrap="square">
            <a:spAutoFit/>
          </a:bodyPr>
          <a:lstStyle/>
          <a:p>
            <a:r>
              <a:rPr lang="en-IN" sz="1600" dirty="0">
                <a:solidFill>
                  <a:srgbClr val="000000"/>
                </a:solidFill>
                <a:effectLst/>
                <a:ea typeface="Times New Roman" panose="02020603050405020304" pitchFamily="18" charset="0"/>
                <a:cs typeface="Calibri" panose="020F0502020204030204" pitchFamily="34" charset="0"/>
              </a:rPr>
              <a:t>Scenario : Retrieve Account from </a:t>
            </a:r>
            <a:r>
              <a:rPr lang="en-IN" sz="1600" dirty="0" err="1">
                <a:solidFill>
                  <a:srgbClr val="000000"/>
                </a:solidFill>
                <a:effectLst/>
                <a:ea typeface="Times New Roman" panose="02020603050405020304" pitchFamily="18" charset="0"/>
                <a:cs typeface="Calibri" panose="020F0502020204030204" pitchFamily="34" charset="0"/>
              </a:rPr>
              <a:t>AcctNumber</a:t>
            </a:r>
            <a:r>
              <a:rPr lang="en-IN" sz="1600" dirty="0">
                <a:solidFill>
                  <a:srgbClr val="000000"/>
                </a:solidFill>
                <a:effectLst/>
                <a:ea typeface="Times New Roman" panose="02020603050405020304" pitchFamily="18" charset="0"/>
                <a:cs typeface="Calibri" panose="020F0502020204030204" pitchFamily="34" charset="0"/>
              </a:rPr>
              <a:t> - IG Server</a:t>
            </a:r>
            <a:br>
              <a:rPr lang="en-IN" sz="1600" dirty="0">
                <a:solidFill>
                  <a:srgbClr val="000000"/>
                </a:solidFill>
                <a:effectLst/>
                <a:ea typeface="Times New Roman" panose="02020603050405020304" pitchFamily="18" charset="0"/>
                <a:cs typeface="Calibri" panose="020F0502020204030204" pitchFamily="34" charset="0"/>
              </a:rPr>
            </a:br>
            <a:r>
              <a:rPr lang="en-IN" sz="1600" dirty="0">
                <a:solidFill>
                  <a:srgbClr val="000000"/>
                </a:solidFill>
                <a:effectLst/>
                <a:ea typeface="Times New Roman" panose="02020603050405020304" pitchFamily="18" charset="0"/>
                <a:cs typeface="Calibri" panose="020F0502020204030204" pitchFamily="34" charset="0"/>
              </a:rPr>
              <a:t>Method : GET</a:t>
            </a:r>
            <a:br>
              <a:rPr lang="en-IN" sz="1600" dirty="0">
                <a:solidFill>
                  <a:srgbClr val="000000"/>
                </a:solidFill>
                <a:effectLst/>
                <a:ea typeface="Times New Roman" panose="02020603050405020304" pitchFamily="18" charset="0"/>
                <a:cs typeface="Calibri" panose="020F0502020204030204" pitchFamily="34" charset="0"/>
              </a:rPr>
            </a:br>
            <a:r>
              <a:rPr lang="en-IN" sz="1600" dirty="0">
                <a:solidFill>
                  <a:srgbClr val="000000"/>
                </a:solidFill>
                <a:effectLst/>
                <a:ea typeface="Times New Roman" panose="02020603050405020304" pitchFamily="18" charset="0"/>
                <a:cs typeface="Calibri" panose="020F0502020204030204" pitchFamily="34" charset="0"/>
              </a:rPr>
              <a:t>Endpoint URL : </a:t>
            </a:r>
            <a:r>
              <a:rPr lang="en-IN" sz="1600" u="sng" dirty="0">
                <a:solidFill>
                  <a:srgbClr val="000000"/>
                </a:solidFill>
                <a:effectLst/>
                <a:ea typeface="Times New Roman" panose="02020603050405020304" pitchFamily="18" charset="0"/>
                <a:cs typeface="Calibri" panose="020F0502020204030204" pitchFamily="34" charset="0"/>
                <a:hlinkClick r:id="rId5"/>
              </a:rPr>
              <a:t>http://localhost:8081/api/getAccountfromAcctNumber?accountNumber=C000456354</a:t>
            </a:r>
            <a:endParaRPr lang="en-IN" sz="1600" u="sng" dirty="0">
              <a:solidFill>
                <a:srgbClr val="000000"/>
              </a:solidFill>
              <a:effectLst/>
              <a:ea typeface="Times New Roman" panose="02020603050405020304" pitchFamily="18" charset="0"/>
              <a:cs typeface="Calibri" panose="020F0502020204030204" pitchFamily="34" charset="0"/>
            </a:endParaRPr>
          </a:p>
          <a:p>
            <a:endParaRPr lang="en-IN" sz="1600" u="sng" dirty="0">
              <a:solidFill>
                <a:srgbClr val="000000"/>
              </a:solidFill>
              <a:cs typeface="Calibri" panose="020F0502020204030204" pitchFamily="34" charset="0"/>
            </a:endParaRPr>
          </a:p>
          <a:p>
            <a:endParaRPr lang="en-IN" sz="1600" dirty="0"/>
          </a:p>
        </p:txBody>
      </p:sp>
    </p:spTree>
    <p:extLst>
      <p:ext uri="{BB962C8B-B14F-4D97-AF65-F5344CB8AC3E}">
        <p14:creationId xmlns:p14="http://schemas.microsoft.com/office/powerpoint/2010/main" val="1541400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ADD46E1-626D-C688-2B8B-E8E772A0C369}"/>
              </a:ext>
            </a:extLst>
          </p:cNvPr>
          <p:cNvSpPr txBox="1">
            <a:spLocks/>
          </p:cNvSpPr>
          <p:nvPr/>
        </p:nvSpPr>
        <p:spPr>
          <a:xfrm>
            <a:off x="1" y="0"/>
            <a:ext cx="12192000" cy="730926"/>
          </a:xfrm>
          <a:prstGeom prst="rect">
            <a:avLst/>
          </a:prstGeom>
          <a:solidFill>
            <a:srgbClr val="00B0F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dirty="0">
                <a:solidFill>
                  <a:schemeClr val="bg1"/>
                </a:solidFill>
              </a:rPr>
              <a:t>Test Data Parameterization – From External Source (Excel) </a:t>
            </a:r>
            <a:endParaRPr lang="en-US" dirty="0">
              <a:solidFill>
                <a:schemeClr val="bg1"/>
              </a:solidFill>
            </a:endParaRPr>
          </a:p>
        </p:txBody>
      </p:sp>
      <p:sp>
        <p:nvSpPr>
          <p:cNvPr id="3" name="Content Placeholder 2">
            <a:extLst>
              <a:ext uri="{FF2B5EF4-FFF2-40B4-BE49-F238E27FC236}">
                <a16:creationId xmlns:a16="http://schemas.microsoft.com/office/drawing/2014/main" id="{DDA5FEAC-6562-FA85-671E-B61B3C72D04E}"/>
              </a:ext>
            </a:extLst>
          </p:cNvPr>
          <p:cNvSpPr>
            <a:spLocks noGrp="1"/>
          </p:cNvSpPr>
          <p:nvPr>
            <p:ph idx="1"/>
          </p:nvPr>
        </p:nvSpPr>
        <p:spPr>
          <a:xfrm>
            <a:off x="162339" y="887553"/>
            <a:ext cx="10515600" cy="3348116"/>
          </a:xfrm>
        </p:spPr>
        <p:txBody>
          <a:bodyPr>
            <a:normAutofit/>
          </a:bodyPr>
          <a:lstStyle/>
          <a:p>
            <a:pPr marL="0" indent="0" algn="just">
              <a:buNone/>
            </a:pPr>
            <a:r>
              <a:rPr lang="en-IN" sz="1800" dirty="0"/>
              <a:t>Playwright can read from Excel sheet and populates the data into the application. </a:t>
            </a:r>
          </a:p>
          <a:p>
            <a:pPr marL="0" indent="0" algn="just">
              <a:buNone/>
            </a:pPr>
            <a:r>
              <a:rPr lang="en-IN" sz="1800" b="1" dirty="0"/>
              <a:t>Test Scenarios </a:t>
            </a:r>
            <a:r>
              <a:rPr lang="en-IN" sz="1800" dirty="0"/>
              <a:t>:Account Creation </a:t>
            </a:r>
          </a:p>
          <a:p>
            <a:pPr marL="0" indent="0" algn="just">
              <a:buNone/>
            </a:pPr>
            <a:r>
              <a:rPr lang="en-US" sz="1800" b="1" u="sng" dirty="0"/>
              <a:t>Test Data</a:t>
            </a:r>
            <a:r>
              <a:rPr lang="en-US" sz="1800" dirty="0"/>
              <a:t>: </a:t>
            </a:r>
          </a:p>
          <a:p>
            <a:pPr marL="0" indent="0" algn="just">
              <a:buNone/>
            </a:pPr>
            <a:endParaRPr lang="en-IN" sz="1800" dirty="0"/>
          </a:p>
          <a:p>
            <a:pPr marL="0" indent="0" algn="just">
              <a:buNone/>
            </a:pPr>
            <a:endParaRPr lang="en-IN" sz="1800" dirty="0"/>
          </a:p>
          <a:p>
            <a:pPr marL="0" indent="0" algn="just">
              <a:buNone/>
            </a:pPr>
            <a:endParaRPr lang="en-IN" sz="1800" dirty="0"/>
          </a:p>
          <a:p>
            <a:pPr algn="just"/>
            <a:endParaRPr lang="en-IN" sz="1800" b="1" dirty="0"/>
          </a:p>
          <a:p>
            <a:pPr marL="0" indent="0" algn="just">
              <a:buNone/>
            </a:pPr>
            <a:r>
              <a:rPr lang="en-IN" sz="1800" dirty="0"/>
              <a:t> </a:t>
            </a:r>
          </a:p>
          <a:p>
            <a:pPr algn="just"/>
            <a:endParaRPr lang="en-IN" sz="1800" dirty="0"/>
          </a:p>
          <a:p>
            <a:pPr marL="0" indent="0" algn="just">
              <a:buNone/>
            </a:pPr>
            <a:endParaRPr lang="en-IN" sz="1800" dirty="0"/>
          </a:p>
        </p:txBody>
      </p:sp>
      <p:pic>
        <p:nvPicPr>
          <p:cNvPr id="4" name="Picture 3">
            <a:extLst>
              <a:ext uri="{FF2B5EF4-FFF2-40B4-BE49-F238E27FC236}">
                <a16:creationId xmlns:a16="http://schemas.microsoft.com/office/drawing/2014/main" id="{66280436-8074-D0DD-E586-9A44956E0401}"/>
              </a:ext>
            </a:extLst>
          </p:cNvPr>
          <p:cNvPicPr>
            <a:picLocks noChangeAspect="1"/>
          </p:cNvPicPr>
          <p:nvPr/>
        </p:nvPicPr>
        <p:blipFill>
          <a:blip r:embed="rId2"/>
          <a:stretch>
            <a:fillRect/>
          </a:stretch>
        </p:blipFill>
        <p:spPr>
          <a:xfrm>
            <a:off x="298972" y="2101444"/>
            <a:ext cx="11157303" cy="4542268"/>
          </a:xfrm>
          <a:prstGeom prst="rect">
            <a:avLst/>
          </a:prstGeom>
          <a:ln>
            <a:solidFill>
              <a:schemeClr val="tx1"/>
            </a:solidFill>
          </a:ln>
        </p:spPr>
      </p:pic>
    </p:spTree>
    <p:extLst>
      <p:ext uri="{BB962C8B-B14F-4D97-AF65-F5344CB8AC3E}">
        <p14:creationId xmlns:p14="http://schemas.microsoft.com/office/powerpoint/2010/main" val="1866212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12192000" cy="699914"/>
          </a:xfrm>
          <a:solidFill>
            <a:srgbClr val="00B0F0"/>
          </a:solidFill>
        </p:spPr>
        <p:txBody>
          <a:bodyPr/>
          <a:lstStyle/>
          <a:p>
            <a:r>
              <a:rPr lang="en-IN" dirty="0">
                <a:solidFill>
                  <a:schemeClr val="bg1"/>
                </a:solidFill>
              </a:rPr>
              <a:t>Tool comparison</a:t>
            </a:r>
          </a:p>
        </p:txBody>
      </p:sp>
      <p:graphicFrame>
        <p:nvGraphicFramePr>
          <p:cNvPr id="4" name="Content Placeholder 3">
            <a:extLst>
              <a:ext uri="{FF2B5EF4-FFF2-40B4-BE49-F238E27FC236}">
                <a16:creationId xmlns:a16="http://schemas.microsoft.com/office/drawing/2014/main" id="{68B86A71-65C5-9B7E-BE7A-ACBB756784C0}"/>
              </a:ext>
            </a:extLst>
          </p:cNvPr>
          <p:cNvGraphicFramePr>
            <a:graphicFrameLocks/>
          </p:cNvGraphicFramePr>
          <p:nvPr>
            <p:extLst>
              <p:ext uri="{D42A27DB-BD31-4B8C-83A1-F6EECF244321}">
                <p14:modId xmlns:p14="http://schemas.microsoft.com/office/powerpoint/2010/main" val="1641976775"/>
              </p:ext>
            </p:extLst>
          </p:nvPr>
        </p:nvGraphicFramePr>
        <p:xfrm>
          <a:off x="846793" y="1080464"/>
          <a:ext cx="10330247" cy="3179341"/>
        </p:xfrm>
        <a:graphic>
          <a:graphicData uri="http://schemas.openxmlformats.org/drawingml/2006/table">
            <a:tbl>
              <a:tblPr>
                <a:tableStyleId>{D7AC3CCA-C797-4891-BE02-D94E43425B78}</a:tableStyleId>
              </a:tblPr>
              <a:tblGrid>
                <a:gridCol w="2445985">
                  <a:extLst>
                    <a:ext uri="{9D8B030D-6E8A-4147-A177-3AD203B41FA5}">
                      <a16:colId xmlns:a16="http://schemas.microsoft.com/office/drawing/2014/main" val="1855569293"/>
                    </a:ext>
                  </a:extLst>
                </a:gridCol>
                <a:gridCol w="3007564">
                  <a:extLst>
                    <a:ext uri="{9D8B030D-6E8A-4147-A177-3AD203B41FA5}">
                      <a16:colId xmlns:a16="http://schemas.microsoft.com/office/drawing/2014/main" val="514967187"/>
                    </a:ext>
                  </a:extLst>
                </a:gridCol>
                <a:gridCol w="2580966">
                  <a:extLst>
                    <a:ext uri="{9D8B030D-6E8A-4147-A177-3AD203B41FA5}">
                      <a16:colId xmlns:a16="http://schemas.microsoft.com/office/drawing/2014/main" val="125347207"/>
                    </a:ext>
                  </a:extLst>
                </a:gridCol>
                <a:gridCol w="2295732">
                  <a:extLst>
                    <a:ext uri="{9D8B030D-6E8A-4147-A177-3AD203B41FA5}">
                      <a16:colId xmlns:a16="http://schemas.microsoft.com/office/drawing/2014/main" val="2226677608"/>
                    </a:ext>
                  </a:extLst>
                </a:gridCol>
              </a:tblGrid>
              <a:tr h="386858">
                <a:tc>
                  <a:txBody>
                    <a:bodyPr/>
                    <a:lstStyle/>
                    <a:p>
                      <a:r>
                        <a:rPr lang="en-IN" sz="1600" b="1" dirty="0"/>
                        <a:t>Feature</a:t>
                      </a:r>
                    </a:p>
                  </a:txBody>
                  <a:tcPr marL="40491" marR="40491" marT="20246" marB="20246" anchor="ctr"/>
                </a:tc>
                <a:tc>
                  <a:txBody>
                    <a:bodyPr/>
                    <a:lstStyle/>
                    <a:p>
                      <a:r>
                        <a:rPr lang="en-IN" sz="1600" b="1" dirty="0"/>
                        <a:t>Playwright</a:t>
                      </a:r>
                    </a:p>
                  </a:txBody>
                  <a:tcPr marL="40491" marR="40491" marT="20246" marB="20246" anchor="ctr"/>
                </a:tc>
                <a:tc>
                  <a:txBody>
                    <a:bodyPr/>
                    <a:lstStyle/>
                    <a:p>
                      <a:r>
                        <a:rPr lang="en-IN" sz="1600" b="1" dirty="0"/>
                        <a:t>Selenium</a:t>
                      </a:r>
                    </a:p>
                  </a:txBody>
                  <a:tcPr marL="40491" marR="40491" marT="20246" marB="20246" anchor="ctr"/>
                </a:tc>
                <a:tc>
                  <a:txBody>
                    <a:bodyPr/>
                    <a:lstStyle/>
                    <a:p>
                      <a:r>
                        <a:rPr lang="en-IN" sz="1600" b="1" dirty="0"/>
                        <a:t>GT Framework</a:t>
                      </a:r>
                    </a:p>
                  </a:txBody>
                  <a:tcPr marL="40491" marR="40491" marT="20246" marB="20246" anchor="ctr"/>
                </a:tc>
                <a:extLst>
                  <a:ext uri="{0D108BD9-81ED-4DB2-BD59-A6C34878D82A}">
                    <a16:rowId xmlns:a16="http://schemas.microsoft.com/office/drawing/2014/main" val="1701457466"/>
                  </a:ext>
                </a:extLst>
              </a:tr>
              <a:tr h="323473">
                <a:tc>
                  <a:txBody>
                    <a:bodyPr/>
                    <a:lstStyle/>
                    <a:p>
                      <a:r>
                        <a:rPr lang="en-IN" sz="1600" b="1" dirty="0"/>
                        <a:t>Language Support</a:t>
                      </a:r>
                      <a:endParaRPr lang="en-IN" sz="1600" dirty="0"/>
                    </a:p>
                  </a:txBody>
                  <a:tcPr marL="40491" marR="40491" marT="20246" marB="20246" anchor="ctr"/>
                </a:tc>
                <a:tc>
                  <a:txBody>
                    <a:bodyPr/>
                    <a:lstStyle/>
                    <a:p>
                      <a:r>
                        <a:rPr lang="en-IN" sz="1600"/>
                        <a:t>TypeScript, JavaScript, Python, .NET, Java</a:t>
                      </a:r>
                    </a:p>
                  </a:txBody>
                  <a:tcPr marL="40491" marR="40491" marT="20246" marB="20246" anchor="ctr"/>
                </a:tc>
                <a:tc>
                  <a:txBody>
                    <a:bodyPr/>
                    <a:lstStyle/>
                    <a:p>
                      <a:r>
                        <a:rPr lang="en-IN" sz="1600"/>
                        <a:t>Java, C#, Ruby, Python, JavaScript</a:t>
                      </a:r>
                    </a:p>
                  </a:txBody>
                  <a:tcPr marL="40491" marR="40491" marT="20246" marB="20246" anchor="ctr"/>
                </a:tc>
                <a:tc>
                  <a:txBody>
                    <a:bodyPr/>
                    <a:lstStyle/>
                    <a:p>
                      <a:pPr algn="l" rtl="0" fontAlgn="t"/>
                      <a:r>
                        <a:rPr lang="en-IN" sz="1600" b="0" u="none" strike="noStrike" dirty="0">
                          <a:solidFill>
                            <a:srgbClr val="000000"/>
                          </a:solidFill>
                          <a:effectLst/>
                        </a:rPr>
                        <a:t>JavaScript, Test cafe, Node.js</a:t>
                      </a:r>
                      <a:endParaRPr lang="en-IN" sz="1600" b="0" i="0" u="none" strike="noStrike" dirty="0">
                        <a:solidFill>
                          <a:srgbClr val="000000"/>
                        </a:solidFill>
                        <a:effectLst/>
                        <a:latin typeface="Arial" panose="020B0604020202020204" pitchFamily="34" charset="0"/>
                      </a:endParaRPr>
                    </a:p>
                  </a:txBody>
                  <a:tcPr marL="40491" marR="40491" marT="20246" marB="20246" anchor="ctr"/>
                </a:tc>
                <a:extLst>
                  <a:ext uri="{0D108BD9-81ED-4DB2-BD59-A6C34878D82A}">
                    <a16:rowId xmlns:a16="http://schemas.microsoft.com/office/drawing/2014/main" val="3104885709"/>
                  </a:ext>
                </a:extLst>
              </a:tr>
              <a:tr h="323473">
                <a:tc>
                  <a:txBody>
                    <a:bodyPr/>
                    <a:lstStyle/>
                    <a:p>
                      <a:r>
                        <a:rPr lang="en-IN" sz="1600" b="1" dirty="0"/>
                        <a:t>Architecture</a:t>
                      </a:r>
                      <a:endParaRPr lang="en-IN" sz="1600" dirty="0"/>
                    </a:p>
                  </a:txBody>
                  <a:tcPr marL="40491" marR="40491" marT="20246" marB="20246" anchor="ctr"/>
                </a:tc>
                <a:tc>
                  <a:txBody>
                    <a:bodyPr/>
                    <a:lstStyle/>
                    <a:p>
                      <a:r>
                        <a:rPr lang="en-IN" sz="1600" dirty="0"/>
                        <a:t>Chromium-based</a:t>
                      </a:r>
                    </a:p>
                  </a:txBody>
                  <a:tcPr marL="40491" marR="40491" marT="20246" marB="20246" anchor="ctr"/>
                </a:tc>
                <a:tc>
                  <a:txBody>
                    <a:bodyPr/>
                    <a:lstStyle/>
                    <a:p>
                      <a:r>
                        <a:rPr lang="en-IN" sz="1600"/>
                        <a:t>Client-server</a:t>
                      </a:r>
                    </a:p>
                  </a:txBody>
                  <a:tcPr marL="40491" marR="40491" marT="20246" marB="20246" anchor="ctr"/>
                </a:tc>
                <a:tc>
                  <a:txBody>
                    <a:bodyPr/>
                    <a:lstStyle/>
                    <a:p>
                      <a:r>
                        <a:rPr lang="en-IN" sz="1600" dirty="0"/>
                        <a:t>Built on Karate</a:t>
                      </a:r>
                    </a:p>
                  </a:txBody>
                  <a:tcPr marL="40491" marR="40491" marT="20246" marB="20246" anchor="ctr"/>
                </a:tc>
                <a:extLst>
                  <a:ext uri="{0D108BD9-81ED-4DB2-BD59-A6C34878D82A}">
                    <a16:rowId xmlns:a16="http://schemas.microsoft.com/office/drawing/2014/main" val="585670288"/>
                  </a:ext>
                </a:extLst>
              </a:tr>
              <a:tr h="323473">
                <a:tc>
                  <a:txBody>
                    <a:bodyPr/>
                    <a:lstStyle/>
                    <a:p>
                      <a:r>
                        <a:rPr lang="en-IN" sz="1600" b="1"/>
                        <a:t>Speed</a:t>
                      </a:r>
                      <a:endParaRPr lang="en-IN" sz="1600"/>
                    </a:p>
                  </a:txBody>
                  <a:tcPr marL="40491" marR="40491" marT="20246" marB="20246" anchor="ctr"/>
                </a:tc>
                <a:tc>
                  <a:txBody>
                    <a:bodyPr/>
                    <a:lstStyle/>
                    <a:p>
                      <a:r>
                        <a:rPr lang="en-IN" sz="1600" dirty="0"/>
                        <a:t>Fast</a:t>
                      </a:r>
                    </a:p>
                  </a:txBody>
                  <a:tcPr marL="40491" marR="40491" marT="20246" marB="20246" anchor="ctr"/>
                </a:tc>
                <a:tc>
                  <a:txBody>
                    <a:bodyPr/>
                    <a:lstStyle/>
                    <a:p>
                      <a:r>
                        <a:rPr lang="en-IN" sz="1600"/>
                        <a:t>Slow</a:t>
                      </a:r>
                    </a:p>
                  </a:txBody>
                  <a:tcPr marL="40491" marR="40491" marT="20246" marB="20246" anchor="ctr"/>
                </a:tc>
                <a:tc>
                  <a:txBody>
                    <a:bodyPr/>
                    <a:lstStyle/>
                    <a:p>
                      <a:r>
                        <a:rPr lang="en-IN" sz="1600" dirty="0"/>
                        <a:t>Fast</a:t>
                      </a:r>
                    </a:p>
                  </a:txBody>
                  <a:tcPr marL="40491" marR="40491" marT="20246" marB="20246" anchor="ctr"/>
                </a:tc>
                <a:extLst>
                  <a:ext uri="{0D108BD9-81ED-4DB2-BD59-A6C34878D82A}">
                    <a16:rowId xmlns:a16="http://schemas.microsoft.com/office/drawing/2014/main" val="3970254715"/>
                  </a:ext>
                </a:extLst>
              </a:tr>
              <a:tr h="323473">
                <a:tc>
                  <a:txBody>
                    <a:bodyPr/>
                    <a:lstStyle/>
                    <a:p>
                      <a:r>
                        <a:rPr lang="en-IN" sz="1600" b="1" dirty="0"/>
                        <a:t>Reporting</a:t>
                      </a:r>
                      <a:endParaRPr lang="en-IN" sz="1600" dirty="0"/>
                    </a:p>
                  </a:txBody>
                  <a:tcPr marL="40491" marR="40491" marT="20246" marB="20246" anchor="ctr"/>
                </a:tc>
                <a:tc>
                  <a:txBody>
                    <a:bodyPr/>
                    <a:lstStyle/>
                    <a:p>
                      <a:r>
                        <a:rPr lang="en-IN" sz="1600" dirty="0"/>
                        <a:t>Built in Reports</a:t>
                      </a:r>
                    </a:p>
                  </a:txBody>
                  <a:tcPr marL="40491" marR="40491" marT="20246" marB="20246" anchor="ctr"/>
                </a:tc>
                <a:tc>
                  <a:txBody>
                    <a:bodyPr/>
                    <a:lstStyle/>
                    <a:p>
                      <a:r>
                        <a:rPr lang="en-IN" sz="1600" dirty="0"/>
                        <a:t>Customizable</a:t>
                      </a:r>
                    </a:p>
                  </a:txBody>
                  <a:tcPr marL="40491" marR="40491" marT="20246" marB="20246" anchor="ctr"/>
                </a:tc>
                <a:tc>
                  <a:txBody>
                    <a:bodyPr/>
                    <a:lstStyle/>
                    <a:p>
                      <a:r>
                        <a:rPr lang="en-IN" sz="1600" dirty="0"/>
                        <a:t>Customizable</a:t>
                      </a:r>
                    </a:p>
                  </a:txBody>
                  <a:tcPr marL="40491" marR="40491" marT="20246" marB="20246" anchor="ctr"/>
                </a:tc>
                <a:extLst>
                  <a:ext uri="{0D108BD9-81ED-4DB2-BD59-A6C34878D82A}">
                    <a16:rowId xmlns:a16="http://schemas.microsoft.com/office/drawing/2014/main" val="1235376266"/>
                  </a:ext>
                </a:extLst>
              </a:tr>
              <a:tr h="323473">
                <a:tc>
                  <a:txBody>
                    <a:bodyPr/>
                    <a:lstStyle/>
                    <a:p>
                      <a:r>
                        <a:rPr lang="en-IN" sz="1600" b="1"/>
                        <a:t>Complexity</a:t>
                      </a:r>
                      <a:endParaRPr lang="en-IN" sz="1600"/>
                    </a:p>
                  </a:txBody>
                  <a:tcPr marL="40491" marR="40491" marT="20246" marB="20246" anchor="ctr"/>
                </a:tc>
                <a:tc>
                  <a:txBody>
                    <a:bodyPr/>
                    <a:lstStyle/>
                    <a:p>
                      <a:r>
                        <a:rPr lang="en-IN" sz="1600" dirty="0"/>
                        <a:t>Moderate</a:t>
                      </a:r>
                    </a:p>
                  </a:txBody>
                  <a:tcPr marL="40491" marR="40491" marT="20246" marB="20246" anchor="ctr"/>
                </a:tc>
                <a:tc>
                  <a:txBody>
                    <a:bodyPr/>
                    <a:lstStyle/>
                    <a:p>
                      <a:r>
                        <a:rPr lang="en-IN" sz="1600"/>
                        <a:t>High</a:t>
                      </a:r>
                    </a:p>
                  </a:txBody>
                  <a:tcPr marL="40491" marR="40491" marT="20246" marB="20246" anchor="ctr"/>
                </a:tc>
                <a:tc>
                  <a:txBody>
                    <a:bodyPr/>
                    <a:lstStyle/>
                    <a:p>
                      <a:r>
                        <a:rPr lang="en-IN" sz="1600"/>
                        <a:t>Moderate</a:t>
                      </a:r>
                    </a:p>
                  </a:txBody>
                  <a:tcPr marL="40491" marR="40491" marT="20246" marB="20246" anchor="ctr"/>
                </a:tc>
                <a:extLst>
                  <a:ext uri="{0D108BD9-81ED-4DB2-BD59-A6C34878D82A}">
                    <a16:rowId xmlns:a16="http://schemas.microsoft.com/office/drawing/2014/main" val="2930567714"/>
                  </a:ext>
                </a:extLst>
              </a:tr>
              <a:tr h="323473">
                <a:tc>
                  <a:txBody>
                    <a:bodyPr/>
                    <a:lstStyle/>
                    <a:p>
                      <a:r>
                        <a:rPr lang="en-IN" sz="1600" b="1"/>
                        <a:t>Debugging</a:t>
                      </a:r>
                      <a:endParaRPr lang="en-IN" sz="1600"/>
                    </a:p>
                  </a:txBody>
                  <a:tcPr marL="40491" marR="40491" marT="20246" marB="20246" anchor="ctr"/>
                </a:tc>
                <a:tc>
                  <a:txBody>
                    <a:bodyPr/>
                    <a:lstStyle/>
                    <a:p>
                      <a:r>
                        <a:rPr lang="en-IN" sz="1600" dirty="0"/>
                        <a:t>Good</a:t>
                      </a:r>
                    </a:p>
                  </a:txBody>
                  <a:tcPr marL="40491" marR="40491" marT="20246" marB="20246" anchor="ctr"/>
                </a:tc>
                <a:tc>
                  <a:txBody>
                    <a:bodyPr/>
                    <a:lstStyle/>
                    <a:p>
                      <a:r>
                        <a:rPr lang="en-IN" sz="1600" dirty="0"/>
                        <a:t>Challenging</a:t>
                      </a:r>
                    </a:p>
                  </a:txBody>
                  <a:tcPr marL="40491" marR="40491" marT="20246" marB="20246" anchor="ctr"/>
                </a:tc>
                <a:tc>
                  <a:txBody>
                    <a:bodyPr/>
                    <a:lstStyle/>
                    <a:p>
                      <a:r>
                        <a:rPr lang="en-IN" sz="1600" dirty="0"/>
                        <a:t>Challenging</a:t>
                      </a:r>
                    </a:p>
                  </a:txBody>
                  <a:tcPr marL="40491" marR="40491" marT="20246" marB="20246" anchor="ctr"/>
                </a:tc>
                <a:extLst>
                  <a:ext uri="{0D108BD9-81ED-4DB2-BD59-A6C34878D82A}">
                    <a16:rowId xmlns:a16="http://schemas.microsoft.com/office/drawing/2014/main" val="1457616384"/>
                  </a:ext>
                </a:extLst>
              </a:tr>
              <a:tr h="323473">
                <a:tc>
                  <a:txBody>
                    <a:bodyPr/>
                    <a:lstStyle/>
                    <a:p>
                      <a:r>
                        <a:rPr lang="en-IN" sz="1600" b="1"/>
                        <a:t>API Testing</a:t>
                      </a:r>
                      <a:endParaRPr lang="en-IN" sz="1600"/>
                    </a:p>
                  </a:txBody>
                  <a:tcPr marL="40491" marR="40491" marT="20246" marB="20246" anchor="ctr"/>
                </a:tc>
                <a:tc>
                  <a:txBody>
                    <a:bodyPr/>
                    <a:lstStyle/>
                    <a:p>
                      <a:r>
                        <a:rPr lang="en-IN" sz="1600" dirty="0"/>
                        <a:t>Yes</a:t>
                      </a:r>
                    </a:p>
                  </a:txBody>
                  <a:tcPr marL="40491" marR="40491" marT="20246" marB="20246" anchor="ctr"/>
                </a:tc>
                <a:tc>
                  <a:txBody>
                    <a:bodyPr/>
                    <a:lstStyle/>
                    <a:p>
                      <a:r>
                        <a:rPr lang="en-IN" sz="1600" dirty="0"/>
                        <a:t>Limited</a:t>
                      </a:r>
                    </a:p>
                  </a:txBody>
                  <a:tcPr marL="40491" marR="40491" marT="20246" marB="20246" anchor="ctr"/>
                </a:tc>
                <a:tc>
                  <a:txBody>
                    <a:bodyPr/>
                    <a:lstStyle/>
                    <a:p>
                      <a:r>
                        <a:rPr lang="en-IN" sz="1600" dirty="0"/>
                        <a:t>Yes</a:t>
                      </a:r>
                    </a:p>
                  </a:txBody>
                  <a:tcPr marL="40491" marR="40491" marT="20246" marB="20246" anchor="ctr"/>
                </a:tc>
                <a:extLst>
                  <a:ext uri="{0D108BD9-81ED-4DB2-BD59-A6C34878D82A}">
                    <a16:rowId xmlns:a16="http://schemas.microsoft.com/office/drawing/2014/main" val="3647734050"/>
                  </a:ext>
                </a:extLst>
              </a:tr>
              <a:tr h="323473">
                <a:tc>
                  <a:txBody>
                    <a:bodyPr/>
                    <a:lstStyle/>
                    <a:p>
                      <a:r>
                        <a:rPr lang="en-IN" sz="1600" b="1"/>
                        <a:t>Open Source</a:t>
                      </a:r>
                      <a:endParaRPr lang="en-IN" sz="1600"/>
                    </a:p>
                  </a:txBody>
                  <a:tcPr marL="40491" marR="40491" marT="20246" marB="20246" anchor="ctr"/>
                </a:tc>
                <a:tc>
                  <a:txBody>
                    <a:bodyPr/>
                    <a:lstStyle/>
                    <a:p>
                      <a:r>
                        <a:rPr lang="en-IN" sz="1600" dirty="0"/>
                        <a:t>Yes</a:t>
                      </a:r>
                    </a:p>
                  </a:txBody>
                  <a:tcPr marL="40491" marR="40491" marT="20246" marB="20246" anchor="ctr"/>
                </a:tc>
                <a:tc>
                  <a:txBody>
                    <a:bodyPr/>
                    <a:lstStyle/>
                    <a:p>
                      <a:r>
                        <a:rPr lang="en-IN" sz="1600"/>
                        <a:t>Yes</a:t>
                      </a:r>
                    </a:p>
                  </a:txBody>
                  <a:tcPr marL="40491" marR="40491" marT="20246" marB="20246" anchor="ctr"/>
                </a:tc>
                <a:tc>
                  <a:txBody>
                    <a:bodyPr/>
                    <a:lstStyle/>
                    <a:p>
                      <a:r>
                        <a:rPr lang="en-IN" sz="1600" dirty="0"/>
                        <a:t>No</a:t>
                      </a:r>
                    </a:p>
                  </a:txBody>
                  <a:tcPr marL="40491" marR="40491" marT="20246" marB="20246" anchor="ctr"/>
                </a:tc>
                <a:extLst>
                  <a:ext uri="{0D108BD9-81ED-4DB2-BD59-A6C34878D82A}">
                    <a16:rowId xmlns:a16="http://schemas.microsoft.com/office/drawing/2014/main" val="3984418654"/>
                  </a:ext>
                </a:extLst>
              </a:tr>
            </a:tbl>
          </a:graphicData>
        </a:graphic>
      </p:graphicFrame>
    </p:spTree>
    <p:extLst>
      <p:ext uri="{BB962C8B-B14F-4D97-AF65-F5344CB8AC3E}">
        <p14:creationId xmlns:p14="http://schemas.microsoft.com/office/powerpoint/2010/main" val="2859574479"/>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12192000" cy="699914"/>
          </a:xfrm>
          <a:solidFill>
            <a:srgbClr val="00B0F0"/>
          </a:solidFill>
        </p:spPr>
        <p:txBody>
          <a:bodyPr/>
          <a:lstStyle/>
          <a:p>
            <a:r>
              <a:rPr lang="en-IN" dirty="0">
                <a:solidFill>
                  <a:schemeClr val="bg1"/>
                </a:solidFill>
              </a:rPr>
              <a:t>Pros and Cons</a:t>
            </a:r>
          </a:p>
        </p:txBody>
      </p:sp>
      <p:sp>
        <p:nvSpPr>
          <p:cNvPr id="4" name="TextBox 3">
            <a:extLst>
              <a:ext uri="{FF2B5EF4-FFF2-40B4-BE49-F238E27FC236}">
                <a16:creationId xmlns:a16="http://schemas.microsoft.com/office/drawing/2014/main" id="{2CCC908D-E73C-BD45-4D64-036174986ADA}"/>
              </a:ext>
            </a:extLst>
          </p:cNvPr>
          <p:cNvSpPr txBox="1"/>
          <p:nvPr/>
        </p:nvSpPr>
        <p:spPr>
          <a:xfrm>
            <a:off x="336332" y="1089898"/>
            <a:ext cx="11246068" cy="4924425"/>
          </a:xfrm>
          <a:prstGeom prst="rect">
            <a:avLst/>
          </a:prstGeom>
          <a:noFill/>
          <a:ln>
            <a:solidFill>
              <a:schemeClr val="tx1"/>
            </a:solidFill>
          </a:ln>
        </p:spPr>
        <p:txBody>
          <a:bodyPr wrap="square" rtlCol="0">
            <a:spAutoFit/>
          </a:bodyPr>
          <a:lstStyle/>
          <a:p>
            <a:r>
              <a:rPr lang="en-IN" sz="2000" b="1" u="sng" dirty="0"/>
              <a:t>Advantages:</a:t>
            </a:r>
          </a:p>
          <a:p>
            <a:pPr marL="285750" indent="-285750" rtl="0">
              <a:buFont typeface="Arial" panose="020B0604020202020204" pitchFamily="34" charset="0"/>
              <a:buChar char="•"/>
            </a:pPr>
            <a:r>
              <a:rPr lang="en-IN" sz="1600" dirty="0"/>
              <a:t>Playwright supports all major browsers: Chromium, Firefox and </a:t>
            </a:r>
            <a:r>
              <a:rPr lang="en-IN" sz="1600" dirty="0" err="1"/>
              <a:t>Webkit</a:t>
            </a:r>
            <a:r>
              <a:rPr lang="en-IN" sz="1600" dirty="0"/>
              <a:t>.</a:t>
            </a:r>
          </a:p>
          <a:p>
            <a:pPr marL="285750" indent="-285750" rtl="0">
              <a:buFont typeface="Arial" panose="020B0604020202020204" pitchFamily="34" charset="0"/>
              <a:buChar char="•"/>
            </a:pPr>
            <a:r>
              <a:rPr lang="en-IN" sz="1600" dirty="0"/>
              <a:t>Supports different languages like: TypeScript, JavaScript, Python, .NET, and Java</a:t>
            </a:r>
          </a:p>
          <a:p>
            <a:pPr marL="285750" indent="-285750" rtl="0">
              <a:buFont typeface="Arial" panose="020B0604020202020204" pitchFamily="34" charset="0"/>
              <a:buChar char="•"/>
            </a:pPr>
            <a:r>
              <a:rPr lang="en-IN" sz="1600" dirty="0"/>
              <a:t>It is designed to be Fast (similar timeline of 18 seconds is observed when compared to GTF for one sample scenario), Reliable (in terms of system hang or cracking the application etc) and Maintainable.</a:t>
            </a:r>
          </a:p>
          <a:p>
            <a:pPr marL="285750" indent="-285750" rtl="0">
              <a:buFont typeface="Arial" panose="020B0604020202020204" pitchFamily="34" charset="0"/>
              <a:buChar char="•"/>
            </a:pPr>
            <a:r>
              <a:rPr lang="en-IN" sz="1600" dirty="0"/>
              <a:t>It has Auto-waits implementation which can eliminate usage of Explicit waits.</a:t>
            </a:r>
          </a:p>
          <a:p>
            <a:pPr marL="285750" indent="-285750" rtl="0">
              <a:buFont typeface="Arial" panose="020B0604020202020204" pitchFamily="34" charset="0"/>
              <a:buChar char="•"/>
            </a:pPr>
            <a:r>
              <a:rPr lang="en-IN" sz="1600" dirty="0"/>
              <a:t>It can simulate different devices and screen sizes.</a:t>
            </a:r>
          </a:p>
          <a:p>
            <a:pPr marL="285750" indent="-285750" rtl="0">
              <a:buFont typeface="Arial" panose="020B0604020202020204" pitchFamily="34" charset="0"/>
              <a:buChar char="•"/>
            </a:pPr>
            <a:r>
              <a:rPr lang="en-IN" sz="1600" dirty="0"/>
              <a:t>It Captures Video and Tracing for debugging.</a:t>
            </a:r>
          </a:p>
          <a:p>
            <a:pPr marL="285750" indent="-285750" rtl="0">
              <a:buFont typeface="Arial" panose="020B0604020202020204" pitchFamily="34" charset="0"/>
              <a:buChar char="•"/>
            </a:pPr>
            <a:r>
              <a:rPr lang="en-IN" sz="1600" dirty="0"/>
              <a:t>It can execute multiple test Cases parallelly on multiple workers.</a:t>
            </a:r>
          </a:p>
          <a:p>
            <a:endParaRPr lang="en-IN" sz="2000" b="1" u="sng" dirty="0"/>
          </a:p>
          <a:p>
            <a:r>
              <a:rPr lang="en-IN" sz="2000" b="1" u="sng" dirty="0"/>
              <a:t>Limitations:</a:t>
            </a:r>
          </a:p>
          <a:p>
            <a:pPr marL="285750" indent="-285750" rtl="0">
              <a:buFont typeface="Arial" panose="020B0604020202020204" pitchFamily="34" charset="0"/>
              <a:buChar char="•"/>
            </a:pPr>
            <a:r>
              <a:rPr lang="en-IN" sz="1600" dirty="0"/>
              <a:t>While Playwright is a powerful automation tool, it does have some limitations (From Beazley UWWB team context):</a:t>
            </a:r>
          </a:p>
          <a:p>
            <a:pPr marL="285750" indent="-285750" rtl="0">
              <a:buFont typeface="Arial" panose="020B0604020202020204" pitchFamily="34" charset="0"/>
              <a:buChar char="•"/>
            </a:pPr>
            <a:r>
              <a:rPr lang="en-IN" sz="1600" dirty="0"/>
              <a:t>Excel spreadsheets are not allowed for data parametrization. We need to use JSON format only.</a:t>
            </a:r>
          </a:p>
          <a:p>
            <a:pPr marL="285750" indent="-285750">
              <a:buFont typeface="Arial" panose="020B0604020202020204" pitchFamily="34" charset="0"/>
              <a:buChar char="•"/>
            </a:pPr>
            <a:r>
              <a:rPr lang="en-IN" sz="1600" dirty="0"/>
              <a:t>Limited knowledge and resources in the market.</a:t>
            </a:r>
          </a:p>
          <a:p>
            <a:pPr marL="285750" indent="-285750">
              <a:buFont typeface="Arial" panose="020B0604020202020204" pitchFamily="34" charset="0"/>
              <a:buChar char="•"/>
            </a:pPr>
            <a:r>
              <a:rPr lang="en-IN" sz="1600" dirty="0"/>
              <a:t>Review process is very stringent and requires approval to merge the code.</a:t>
            </a:r>
          </a:p>
          <a:p>
            <a:pPr marL="285750" indent="-285750" rtl="0">
              <a:buFont typeface="Arial" panose="020B0604020202020204" pitchFamily="34" charset="0"/>
              <a:buChar char="•"/>
            </a:pPr>
            <a:r>
              <a:rPr lang="en-IN" sz="1600" dirty="0"/>
              <a:t>Smaller Community: Compared to Selenium, Playwright has a smaller community, which might result in fewer resources and support.</a:t>
            </a:r>
          </a:p>
          <a:p>
            <a:pPr marL="285750" indent="-285750">
              <a:buFont typeface="Arial" panose="020B0604020202020204" pitchFamily="34" charset="0"/>
              <a:buChar char="•"/>
            </a:pPr>
            <a:r>
              <a:rPr lang="en-IN" sz="1600" dirty="0"/>
              <a:t>Unavailability of Automation SPOC to make any quick decisions and to provide support from Beazley's side.</a:t>
            </a:r>
          </a:p>
          <a:p>
            <a:pPr rtl="0"/>
            <a:endParaRPr lang="en-IN" sz="1400" dirty="0"/>
          </a:p>
        </p:txBody>
      </p:sp>
    </p:spTree>
    <p:extLst>
      <p:ext uri="{BB962C8B-B14F-4D97-AF65-F5344CB8AC3E}">
        <p14:creationId xmlns:p14="http://schemas.microsoft.com/office/powerpoint/2010/main" val="2595880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12192000" cy="699914"/>
          </a:xfrm>
          <a:solidFill>
            <a:srgbClr val="00B0F0"/>
          </a:solidFill>
        </p:spPr>
        <p:txBody>
          <a:bodyPr/>
          <a:lstStyle/>
          <a:p>
            <a:r>
              <a:rPr lang="en-IN" dirty="0">
                <a:solidFill>
                  <a:schemeClr val="bg1"/>
                </a:solidFill>
              </a:rPr>
              <a:t>Conclusion</a:t>
            </a:r>
          </a:p>
        </p:txBody>
      </p:sp>
      <p:sp>
        <p:nvSpPr>
          <p:cNvPr id="5" name="TextBox 4">
            <a:extLst>
              <a:ext uri="{FF2B5EF4-FFF2-40B4-BE49-F238E27FC236}">
                <a16:creationId xmlns:a16="http://schemas.microsoft.com/office/drawing/2014/main" id="{789BB410-C7BF-43DE-48F0-D496F8787475}"/>
              </a:ext>
            </a:extLst>
          </p:cNvPr>
          <p:cNvSpPr txBox="1"/>
          <p:nvPr/>
        </p:nvSpPr>
        <p:spPr>
          <a:xfrm>
            <a:off x="220717" y="982828"/>
            <a:ext cx="11698013" cy="1477328"/>
          </a:xfrm>
          <a:prstGeom prst="rect">
            <a:avLst/>
          </a:prstGeom>
          <a:noFill/>
        </p:spPr>
        <p:txBody>
          <a:bodyPr wrap="square">
            <a:spAutoFit/>
          </a:bodyPr>
          <a:lstStyle/>
          <a:p>
            <a:pPr marL="285750" indent="-285750">
              <a:buFont typeface="Arial" panose="020B0604020202020204" pitchFamily="34" charset="0"/>
              <a:buChar char="•"/>
            </a:pPr>
            <a:r>
              <a:rPr lang="en-US" sz="1800" dirty="0"/>
              <a:t>We were able to automate full policy life cycle with Playwright.</a:t>
            </a:r>
          </a:p>
          <a:p>
            <a:pPr marL="285750" indent="-285750">
              <a:buFont typeface="Arial" panose="020B0604020202020204" pitchFamily="34" charset="0"/>
              <a:buChar char="•"/>
            </a:pPr>
            <a:r>
              <a:rPr lang="en-US" dirty="0"/>
              <a:t>Able to do API testing.</a:t>
            </a:r>
            <a:endParaRPr lang="en-US" sz="1800" dirty="0"/>
          </a:p>
          <a:p>
            <a:pPr marL="285750" indent="-285750">
              <a:buFont typeface="Arial" panose="020B0604020202020204" pitchFamily="34" charset="0"/>
              <a:buChar char="•"/>
            </a:pPr>
            <a:r>
              <a:rPr lang="en-US" sz="1800" dirty="0"/>
              <a:t>Playwright POC has demonstrated significant potential for enhancing the test automation.</a:t>
            </a:r>
          </a:p>
          <a:p>
            <a:pPr marL="285750" indent="-285750">
              <a:buFont typeface="Arial" panose="020B0604020202020204" pitchFamily="34" charset="0"/>
              <a:buChar char="•"/>
            </a:pPr>
            <a:endParaRPr lang="en-US" sz="1800" dirty="0"/>
          </a:p>
          <a:p>
            <a:endParaRPr lang="en-US" sz="1800" dirty="0"/>
          </a:p>
        </p:txBody>
      </p:sp>
    </p:spTree>
    <p:extLst>
      <p:ext uri="{BB962C8B-B14F-4D97-AF65-F5344CB8AC3E}">
        <p14:creationId xmlns:p14="http://schemas.microsoft.com/office/powerpoint/2010/main" val="4189035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12192000" cy="699914"/>
          </a:xfrm>
          <a:solidFill>
            <a:srgbClr val="00B0F0"/>
          </a:solidFill>
        </p:spPr>
        <p:txBody>
          <a:bodyPr/>
          <a:lstStyle/>
          <a:p>
            <a:r>
              <a:rPr lang="en-IN" dirty="0">
                <a:solidFill>
                  <a:schemeClr val="bg1"/>
                </a:solidFill>
              </a:rPr>
              <a:t>Appendix - 1</a:t>
            </a:r>
          </a:p>
        </p:txBody>
      </p:sp>
      <p:sp>
        <p:nvSpPr>
          <p:cNvPr id="3" name="Title 1">
            <a:extLst>
              <a:ext uri="{FF2B5EF4-FFF2-40B4-BE49-F238E27FC236}">
                <a16:creationId xmlns:a16="http://schemas.microsoft.com/office/drawing/2014/main" id="{74F3EC1A-3108-4DF8-42C5-C1CF90DB1456}"/>
              </a:ext>
            </a:extLst>
          </p:cNvPr>
          <p:cNvSpPr txBox="1">
            <a:spLocks/>
          </p:cNvSpPr>
          <p:nvPr/>
        </p:nvSpPr>
        <p:spPr>
          <a:xfrm>
            <a:off x="609600" y="767823"/>
            <a:ext cx="3286125" cy="19892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sz="4400" dirty="0">
                <a:gradFill flip="none" rotWithShape="1">
                  <a:gsLst>
                    <a:gs pos="0">
                      <a:schemeClr val="accent5">
                        <a:alpha val="70000"/>
                      </a:schemeClr>
                    </a:gs>
                    <a:gs pos="100000">
                      <a:schemeClr val="accent1">
                        <a:alpha val="70000"/>
                      </a:schemeClr>
                    </a:gs>
                  </a:gsLst>
                  <a:lin ang="0" scaled="1"/>
                  <a:tileRect/>
                </a:gradFill>
              </a:rPr>
              <a:t>Playwright Overview</a:t>
            </a:r>
          </a:p>
        </p:txBody>
      </p:sp>
      <p:graphicFrame>
        <p:nvGraphicFramePr>
          <p:cNvPr id="4" name="Content Placeholder 2">
            <a:extLst>
              <a:ext uri="{FF2B5EF4-FFF2-40B4-BE49-F238E27FC236}">
                <a16:creationId xmlns:a16="http://schemas.microsoft.com/office/drawing/2014/main" id="{230D8E79-69C9-32BB-E003-DA460198BA4A}"/>
              </a:ext>
            </a:extLst>
          </p:cNvPr>
          <p:cNvGraphicFramePr>
            <a:graphicFrameLocks/>
          </p:cNvGraphicFramePr>
          <p:nvPr>
            <p:extLst>
              <p:ext uri="{D42A27DB-BD31-4B8C-83A1-F6EECF244321}">
                <p14:modId xmlns:p14="http://schemas.microsoft.com/office/powerpoint/2010/main" val="3266684915"/>
              </p:ext>
            </p:extLst>
          </p:nvPr>
        </p:nvGraphicFramePr>
        <p:xfrm>
          <a:off x="4124326" y="1008989"/>
          <a:ext cx="7458074" cy="55673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AD41C25E-9420-CCF3-9985-0BADBB9F8B38}"/>
              </a:ext>
            </a:extLst>
          </p:cNvPr>
          <p:cNvSpPr txBox="1"/>
          <p:nvPr/>
        </p:nvSpPr>
        <p:spPr>
          <a:xfrm>
            <a:off x="693019" y="2824954"/>
            <a:ext cx="3551722" cy="3139321"/>
          </a:xfrm>
          <a:prstGeom prst="rect">
            <a:avLst/>
          </a:prstGeom>
          <a:noFill/>
        </p:spPr>
        <p:txBody>
          <a:bodyPr wrap="square" rtlCol="0">
            <a:spAutoFit/>
          </a:bodyPr>
          <a:lstStyle/>
          <a:p>
            <a:pPr lvl="0"/>
            <a:r>
              <a:rPr lang="en-US" b="1" dirty="0"/>
              <a:t>Playwright: A Modern Automation Framework</a:t>
            </a:r>
          </a:p>
          <a:p>
            <a:pPr lvl="0"/>
            <a:endParaRPr lang="en-US" dirty="0"/>
          </a:p>
          <a:p>
            <a:pPr lvl="0"/>
            <a:r>
              <a:rPr lang="en-US" b="1" dirty="0"/>
              <a:t>Playwright</a:t>
            </a:r>
            <a:r>
              <a:rPr lang="en-US" dirty="0"/>
              <a:t> is a powerful, open-source automation library that allows you to control Chromium, Firefox, and WebKit with a single API. It's designed to be fast, reliable, and maintainable.</a:t>
            </a:r>
          </a:p>
          <a:p>
            <a:endParaRPr lang="en-IN" dirty="0"/>
          </a:p>
        </p:txBody>
      </p:sp>
    </p:spTree>
    <p:extLst>
      <p:ext uri="{BB962C8B-B14F-4D97-AF65-F5344CB8AC3E}">
        <p14:creationId xmlns:p14="http://schemas.microsoft.com/office/powerpoint/2010/main" val="1288582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12192000" cy="699914"/>
          </a:xfrm>
          <a:solidFill>
            <a:srgbClr val="00B0F0"/>
          </a:solidFill>
        </p:spPr>
        <p:txBody>
          <a:bodyPr/>
          <a:lstStyle/>
          <a:p>
            <a:r>
              <a:rPr lang="en-IN" dirty="0">
                <a:solidFill>
                  <a:schemeClr val="bg1"/>
                </a:solidFill>
              </a:rPr>
              <a:t>Appendix - 2</a:t>
            </a:r>
          </a:p>
        </p:txBody>
      </p:sp>
      <p:sp>
        <p:nvSpPr>
          <p:cNvPr id="5" name="Title 1">
            <a:extLst>
              <a:ext uri="{FF2B5EF4-FFF2-40B4-BE49-F238E27FC236}">
                <a16:creationId xmlns:a16="http://schemas.microsoft.com/office/drawing/2014/main" id="{1D62CC03-F665-9E68-CB35-D43B51986884}"/>
              </a:ext>
            </a:extLst>
          </p:cNvPr>
          <p:cNvSpPr txBox="1">
            <a:spLocks/>
          </p:cNvSpPr>
          <p:nvPr/>
        </p:nvSpPr>
        <p:spPr>
          <a:xfrm>
            <a:off x="144517" y="775631"/>
            <a:ext cx="11416862" cy="9648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US" dirty="0"/>
              <a:t>Benefits of TypeScript</a:t>
            </a:r>
            <a:endParaRPr lang="en-IN" dirty="0"/>
          </a:p>
        </p:txBody>
      </p:sp>
      <p:sp>
        <p:nvSpPr>
          <p:cNvPr id="7" name="Content Placeholder 2">
            <a:extLst>
              <a:ext uri="{FF2B5EF4-FFF2-40B4-BE49-F238E27FC236}">
                <a16:creationId xmlns:a16="http://schemas.microsoft.com/office/drawing/2014/main" id="{BC05233C-5941-680F-7AB2-83045FB53B6D}"/>
              </a:ext>
            </a:extLst>
          </p:cNvPr>
          <p:cNvSpPr txBox="1">
            <a:spLocks/>
          </p:cNvSpPr>
          <p:nvPr/>
        </p:nvSpPr>
        <p:spPr>
          <a:xfrm>
            <a:off x="239635" y="1528248"/>
            <a:ext cx="11689605" cy="4421817"/>
          </a:xfrm>
          <a:prstGeom prst="rect">
            <a:avLst/>
          </a:prstGeom>
          <a:ln>
            <a:solidFill>
              <a:schemeClr val="tx1"/>
            </a:solid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Type safety: </a:t>
            </a:r>
            <a:r>
              <a:rPr lang="en-US" sz="2000" dirty="0"/>
              <a:t>Prevents runtime errors and improves code quality.   </a:t>
            </a:r>
          </a:p>
          <a:p>
            <a:pPr marL="0" indent="0">
              <a:buNone/>
            </a:pPr>
            <a:endParaRPr lang="en-US" sz="2000" dirty="0"/>
          </a:p>
          <a:p>
            <a:r>
              <a:rPr lang="en-US" sz="2000" b="1" dirty="0"/>
              <a:t>Code readability and maintainability: </a:t>
            </a:r>
            <a:r>
              <a:rPr lang="en-US" sz="2000" dirty="0"/>
              <a:t>Enhances code structure and understanding.   </a:t>
            </a:r>
          </a:p>
          <a:p>
            <a:pPr marL="0" indent="0">
              <a:buNone/>
            </a:pPr>
            <a:endParaRPr lang="en-US" sz="2000" dirty="0"/>
          </a:p>
          <a:p>
            <a:r>
              <a:rPr lang="en-US" sz="2000" b="1" dirty="0"/>
              <a:t>Better tooling support: </a:t>
            </a:r>
            <a:r>
              <a:rPr lang="en-US" sz="2000" dirty="0"/>
              <a:t>Leveraging advanced IDE features.   </a:t>
            </a:r>
          </a:p>
          <a:p>
            <a:pPr marL="0" indent="0">
              <a:buNone/>
            </a:pPr>
            <a:endParaRPr lang="en-US" sz="2000" dirty="0"/>
          </a:p>
          <a:p>
            <a:r>
              <a:rPr lang="en-US" sz="2000" b="1" dirty="0"/>
              <a:t>Large community and ecosystem: </a:t>
            </a:r>
            <a:r>
              <a:rPr lang="en-US" sz="2000" dirty="0"/>
              <a:t>Access to libraries and resources.</a:t>
            </a:r>
          </a:p>
          <a:p>
            <a:pPr marL="0" indent="0">
              <a:buNone/>
            </a:pPr>
            <a:endParaRPr lang="en-US" sz="2000" dirty="0"/>
          </a:p>
          <a:p>
            <a:pPr indent="0">
              <a:buFont typeface="Arial" panose="020B0604020202020204" pitchFamily="34" charset="0"/>
              <a:buNone/>
            </a:pPr>
            <a:r>
              <a:rPr lang="en-US" sz="2000" dirty="0"/>
              <a:t>By combining Playwright's automation capabilities with TypeScript's type safety and development features, you can create high-quality, efficient, and reliable test automation solutions.</a:t>
            </a:r>
            <a:endParaRPr lang="en-IN" sz="2000" dirty="0"/>
          </a:p>
        </p:txBody>
      </p:sp>
    </p:spTree>
    <p:extLst>
      <p:ext uri="{BB962C8B-B14F-4D97-AF65-F5344CB8AC3E}">
        <p14:creationId xmlns:p14="http://schemas.microsoft.com/office/powerpoint/2010/main" val="4065280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12192000" cy="699914"/>
          </a:xfrm>
          <a:solidFill>
            <a:srgbClr val="00B0F0"/>
          </a:solidFill>
        </p:spPr>
        <p:txBody>
          <a:bodyPr/>
          <a:lstStyle/>
          <a:p>
            <a:r>
              <a:rPr lang="en-IN" dirty="0">
                <a:solidFill>
                  <a:schemeClr val="bg1"/>
                </a:solidFill>
              </a:rPr>
              <a:t>Appendix - 3</a:t>
            </a:r>
          </a:p>
        </p:txBody>
      </p:sp>
      <p:sp>
        <p:nvSpPr>
          <p:cNvPr id="3" name="Title 1">
            <a:extLst>
              <a:ext uri="{FF2B5EF4-FFF2-40B4-BE49-F238E27FC236}">
                <a16:creationId xmlns:a16="http://schemas.microsoft.com/office/drawing/2014/main" id="{58308D1A-864E-B031-E973-59EAD59911B6}"/>
              </a:ext>
            </a:extLst>
          </p:cNvPr>
          <p:cNvSpPr txBox="1">
            <a:spLocks/>
          </p:cNvSpPr>
          <p:nvPr/>
        </p:nvSpPr>
        <p:spPr>
          <a:xfrm>
            <a:off x="144516" y="970128"/>
            <a:ext cx="7093018" cy="524414"/>
          </a:xfrm>
          <a:prstGeom prst="rect">
            <a:avLst/>
          </a:prstGeom>
        </p:spPr>
        <p:txBody>
          <a:bodyPr vert="horz" lIns="91440" tIns="45720" rIns="91440" bIns="45720" rtlCol="0" anchor="b">
            <a:normAutofit fontScale="85000" lnSpcReduction="2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dirty="0"/>
              <a:t>Folder</a:t>
            </a:r>
            <a:r>
              <a:rPr lang="en-IN" sz="4400" dirty="0">
                <a:gradFill flip="none" rotWithShape="1">
                  <a:gsLst>
                    <a:gs pos="0">
                      <a:schemeClr val="accent5">
                        <a:alpha val="70000"/>
                      </a:schemeClr>
                    </a:gs>
                    <a:gs pos="100000">
                      <a:schemeClr val="accent1">
                        <a:alpha val="70000"/>
                      </a:schemeClr>
                    </a:gs>
                  </a:gsLst>
                  <a:lin ang="0" scaled="1"/>
                  <a:tileRect/>
                </a:gradFill>
              </a:rPr>
              <a:t> </a:t>
            </a:r>
            <a:r>
              <a:rPr lang="en-IN" dirty="0"/>
              <a:t>Structure</a:t>
            </a:r>
          </a:p>
        </p:txBody>
      </p:sp>
      <p:sp>
        <p:nvSpPr>
          <p:cNvPr id="6" name="Content Placeholder 2">
            <a:extLst>
              <a:ext uri="{FF2B5EF4-FFF2-40B4-BE49-F238E27FC236}">
                <a16:creationId xmlns:a16="http://schemas.microsoft.com/office/drawing/2014/main" id="{FF70E559-F43D-EA09-DF19-D71DE46D7FD3}"/>
              </a:ext>
            </a:extLst>
          </p:cNvPr>
          <p:cNvSpPr txBox="1">
            <a:spLocks/>
          </p:cNvSpPr>
          <p:nvPr/>
        </p:nvSpPr>
        <p:spPr>
          <a:xfrm>
            <a:off x="211893" y="1581862"/>
            <a:ext cx="7025641" cy="4405914"/>
          </a:xfrm>
          <a:prstGeom prst="rect">
            <a:avLst/>
          </a:prstGeom>
          <a:ln>
            <a:solidFill>
              <a:schemeClr val="tx1"/>
            </a:solid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500" b="1" dirty="0">
                <a:solidFill>
                  <a:schemeClr val="tx1">
                    <a:alpha val="60000"/>
                  </a:schemeClr>
                </a:solidFill>
              </a:rPr>
              <a:t>Playwright</a:t>
            </a:r>
            <a:r>
              <a:rPr lang="en-US" sz="1500" dirty="0">
                <a:solidFill>
                  <a:schemeClr val="tx1">
                    <a:alpha val="60000"/>
                  </a:schemeClr>
                </a:solidFill>
              </a:rPr>
              <a:t> and </a:t>
            </a:r>
            <a:r>
              <a:rPr lang="en-US" sz="1500" b="1" dirty="0">
                <a:solidFill>
                  <a:schemeClr val="tx1">
                    <a:alpha val="60000"/>
                  </a:schemeClr>
                </a:solidFill>
              </a:rPr>
              <a:t>TypeScript</a:t>
            </a:r>
            <a:r>
              <a:rPr lang="en-US" sz="1500" dirty="0">
                <a:solidFill>
                  <a:schemeClr val="tx1">
                    <a:alpha val="60000"/>
                  </a:schemeClr>
                </a:solidFill>
              </a:rPr>
              <a:t> together offer a powerful combination for building robust and maintainable automation test suites.</a:t>
            </a:r>
          </a:p>
          <a:p>
            <a:pPr>
              <a:lnSpc>
                <a:spcPct val="100000"/>
              </a:lnSpc>
            </a:pPr>
            <a:r>
              <a:rPr lang="en-IN" sz="1500" b="1" dirty="0">
                <a:solidFill>
                  <a:schemeClr val="tx1">
                    <a:alpha val="60000"/>
                  </a:schemeClr>
                </a:solidFill>
              </a:rPr>
              <a:t>Folder Structure :</a:t>
            </a:r>
            <a:r>
              <a:rPr lang="en-IN" sz="1500" dirty="0">
                <a:solidFill>
                  <a:schemeClr val="tx1">
                    <a:alpha val="60000"/>
                  </a:schemeClr>
                </a:solidFill>
              </a:rPr>
              <a:t> </a:t>
            </a:r>
          </a:p>
          <a:p>
            <a:pPr>
              <a:lnSpc>
                <a:spcPct val="100000"/>
              </a:lnSpc>
            </a:pPr>
            <a:r>
              <a:rPr lang="en-IN" sz="1500" b="1" dirty="0">
                <a:solidFill>
                  <a:schemeClr val="tx1">
                    <a:alpha val="60000"/>
                  </a:schemeClr>
                </a:solidFill>
              </a:rPr>
              <a:t>Source folder </a:t>
            </a:r>
            <a:r>
              <a:rPr lang="en-IN" sz="1500" dirty="0">
                <a:solidFill>
                  <a:schemeClr val="tx1">
                    <a:alpha val="60000"/>
                  </a:schemeClr>
                </a:solidFill>
              </a:rPr>
              <a:t>holds shared and Tests sub-folder which helps to organize </a:t>
            </a:r>
            <a:r>
              <a:rPr lang="en-IN" sz="1500" b="1" dirty="0">
                <a:solidFill>
                  <a:schemeClr val="tx1">
                    <a:alpha val="60000"/>
                  </a:schemeClr>
                </a:solidFill>
              </a:rPr>
              <a:t>Shared utilities </a:t>
            </a:r>
            <a:r>
              <a:rPr lang="en-IN" sz="1500" dirty="0">
                <a:solidFill>
                  <a:schemeClr val="tx1">
                    <a:alpha val="60000"/>
                  </a:schemeClr>
                </a:solidFill>
              </a:rPr>
              <a:t>and </a:t>
            </a:r>
            <a:r>
              <a:rPr lang="en-IN" sz="1500" b="1" dirty="0">
                <a:solidFill>
                  <a:schemeClr val="tx1">
                    <a:alpha val="60000"/>
                  </a:schemeClr>
                </a:solidFill>
              </a:rPr>
              <a:t>Test suits </a:t>
            </a:r>
            <a:r>
              <a:rPr lang="en-IN" sz="1500" dirty="0">
                <a:solidFill>
                  <a:schemeClr val="tx1">
                    <a:alpha val="60000"/>
                  </a:schemeClr>
                </a:solidFill>
              </a:rPr>
              <a:t>separately.</a:t>
            </a:r>
          </a:p>
          <a:p>
            <a:pPr>
              <a:lnSpc>
                <a:spcPct val="100000"/>
              </a:lnSpc>
            </a:pPr>
            <a:r>
              <a:rPr lang="en-US" sz="1500" dirty="0">
                <a:solidFill>
                  <a:schemeClr val="tx1">
                    <a:alpha val="60000"/>
                  </a:schemeClr>
                </a:solidFill>
              </a:rPr>
              <a:t>The </a:t>
            </a:r>
            <a:r>
              <a:rPr lang="en-US" sz="1500" b="1" dirty="0">
                <a:solidFill>
                  <a:schemeClr val="tx1">
                    <a:alpha val="60000"/>
                  </a:schemeClr>
                </a:solidFill>
              </a:rPr>
              <a:t>'Data'</a:t>
            </a:r>
            <a:r>
              <a:rPr lang="en-US" sz="1500" dirty="0">
                <a:solidFill>
                  <a:schemeClr val="tx1">
                    <a:alpha val="60000"/>
                  </a:schemeClr>
                </a:solidFill>
              </a:rPr>
              <a:t> folder houses test data utilized in test cases. It accommodates test data in JSON or Excel file formats.</a:t>
            </a:r>
          </a:p>
          <a:p>
            <a:pPr>
              <a:lnSpc>
                <a:spcPct val="100000"/>
              </a:lnSpc>
            </a:pPr>
            <a:r>
              <a:rPr lang="en-IN" sz="1500" b="1" dirty="0">
                <a:solidFill>
                  <a:schemeClr val="tx1">
                    <a:alpha val="60000"/>
                  </a:schemeClr>
                </a:solidFill>
              </a:rPr>
              <a:t>F</a:t>
            </a:r>
            <a:r>
              <a:rPr lang="en-US" sz="1500" b="1" dirty="0" err="1">
                <a:solidFill>
                  <a:schemeClr val="tx1">
                    <a:alpha val="60000"/>
                  </a:schemeClr>
                </a:solidFill>
              </a:rPr>
              <a:t>ixtures</a:t>
            </a:r>
            <a:r>
              <a:rPr lang="en-US" sz="1500" b="1" dirty="0">
                <a:solidFill>
                  <a:schemeClr val="tx1">
                    <a:alpha val="60000"/>
                  </a:schemeClr>
                </a:solidFill>
              </a:rPr>
              <a:t> </a:t>
            </a:r>
            <a:r>
              <a:rPr lang="en-US" sz="1500" dirty="0">
                <a:solidFill>
                  <a:schemeClr val="tx1">
                    <a:alpha val="60000"/>
                  </a:schemeClr>
                </a:solidFill>
              </a:rPr>
              <a:t>are essential in Playwright for establishing a consistent and controlled environment for your tests. They handle the setup and teardown of resources required for each test, ensuring isolation and reliability.</a:t>
            </a:r>
          </a:p>
          <a:p>
            <a:pPr>
              <a:lnSpc>
                <a:spcPct val="100000"/>
              </a:lnSpc>
            </a:pPr>
            <a:r>
              <a:rPr lang="en-US" altLang="en-US" sz="1500" b="1" dirty="0">
                <a:solidFill>
                  <a:schemeClr val="tx1">
                    <a:alpha val="60000"/>
                  </a:schemeClr>
                </a:solidFill>
              </a:rPr>
              <a:t>Pages</a:t>
            </a:r>
            <a:r>
              <a:rPr lang="en-US" altLang="en-US" sz="1500" dirty="0">
                <a:solidFill>
                  <a:schemeClr val="tx1">
                    <a:alpha val="60000"/>
                  </a:schemeClr>
                </a:solidFill>
              </a:rPr>
              <a:t> encapsulate web page-specific data, including element locators, page-related functions, and shared validation criteria.</a:t>
            </a:r>
          </a:p>
          <a:p>
            <a:r>
              <a:rPr lang="en-US" altLang="en-US" sz="1500" dirty="0">
                <a:solidFill>
                  <a:schemeClr val="tx1">
                    <a:alpha val="60000"/>
                  </a:schemeClr>
                </a:solidFill>
              </a:rPr>
              <a:t>The </a:t>
            </a:r>
            <a:r>
              <a:rPr lang="en-US" altLang="en-US" sz="1500" b="1" dirty="0">
                <a:solidFill>
                  <a:schemeClr val="tx1">
                    <a:alpha val="60000"/>
                  </a:schemeClr>
                </a:solidFill>
              </a:rPr>
              <a:t>'Utils'</a:t>
            </a:r>
            <a:r>
              <a:rPr lang="en-US" altLang="en-US" sz="1500" dirty="0">
                <a:solidFill>
                  <a:schemeClr val="tx1">
                    <a:alpha val="60000"/>
                  </a:schemeClr>
                </a:solidFill>
              </a:rPr>
              <a:t> folder contains reusable functions shared across multiple pages.</a:t>
            </a:r>
          </a:p>
        </p:txBody>
      </p:sp>
      <p:pic>
        <p:nvPicPr>
          <p:cNvPr id="8" name="Picture 7">
            <a:extLst>
              <a:ext uri="{FF2B5EF4-FFF2-40B4-BE49-F238E27FC236}">
                <a16:creationId xmlns:a16="http://schemas.microsoft.com/office/drawing/2014/main" id="{5FCAD4C4-DDE7-7178-916F-04732B992D25}"/>
              </a:ext>
            </a:extLst>
          </p:cNvPr>
          <p:cNvPicPr>
            <a:picLocks noChangeAspect="1"/>
          </p:cNvPicPr>
          <p:nvPr/>
        </p:nvPicPr>
        <p:blipFill>
          <a:blip r:embed="rId2"/>
          <a:stretch>
            <a:fillRect/>
          </a:stretch>
        </p:blipFill>
        <p:spPr>
          <a:xfrm>
            <a:off x="7714591" y="1581862"/>
            <a:ext cx="3449343" cy="4405914"/>
          </a:xfrm>
          <a:prstGeom prst="rect">
            <a:avLst/>
          </a:prstGeom>
          <a:ln>
            <a:solidFill>
              <a:schemeClr val="tx1"/>
            </a:solidFill>
          </a:ln>
        </p:spPr>
      </p:pic>
    </p:spTree>
    <p:extLst>
      <p:ext uri="{BB962C8B-B14F-4D97-AF65-F5344CB8AC3E}">
        <p14:creationId xmlns:p14="http://schemas.microsoft.com/office/powerpoint/2010/main" val="18577339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over options">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potx  -  Read-Only" id="{6A365DF9-8FE1-4E96-9B1A-C6520A228A78}" vid="{9AB47BF8-340E-4C18-9346-E35535F40BC9}"/>
    </a:ext>
  </a:extLst>
</a:theme>
</file>

<file path=ppt/theme/theme2.xml><?xml version="1.0" encoding="utf-8"?>
<a:theme xmlns:a="http://schemas.openxmlformats.org/drawingml/2006/main" name="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potx  -  Read-Only" id="{6A365DF9-8FE1-4E96-9B1A-C6520A228A78}" vid="{44B8771E-47FE-4A31-B8FA-EA7ECED5C755}"/>
    </a:ext>
  </a:extLst>
</a:theme>
</file>

<file path=ppt/theme/theme3.xml><?xml version="1.0" encoding="utf-8"?>
<a:theme xmlns:a="http://schemas.openxmlformats.org/drawingml/2006/main" name="1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F0ABCCD-AABB-4560-9C10-C287982C2D8B}" vid="{DD90590F-AF27-4572-9F15-455A40960364}"/>
    </a:ext>
  </a:extLst>
</a:theme>
</file>

<file path=ppt/theme/theme4.xml><?xml version="1.0" encoding="utf-8"?>
<a:theme xmlns:a="http://schemas.openxmlformats.org/drawingml/2006/main" name="Cover options">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F0ABCCD-AABB-4560-9C10-C287982C2D8B}" vid="{BBB58AB2-6CBA-40BD-9C17-C36F22247AC9}"/>
    </a:ext>
  </a:extLst>
</a:theme>
</file>

<file path=ppt/theme/theme5.xml><?xml version="1.0" encoding="utf-8"?>
<a:theme xmlns:a="http://schemas.openxmlformats.org/drawingml/2006/main" name="1_Divider Options">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F0ABCCD-AABB-4560-9C10-C287982C2D8B}" vid="{BBB58AB2-6CBA-40BD-9C17-C36F22247AC9}"/>
    </a:ext>
  </a:extLst>
</a:theme>
</file>

<file path=ppt/theme/theme6.xml><?xml version="1.0" encoding="utf-8"?>
<a:theme xmlns:a="http://schemas.openxmlformats.org/drawingml/2006/main" name="Boiler Plate">
  <a:themeElements>
    <a:clrScheme name="Custom 4">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F0ABCCD-AABB-4560-9C10-C287982C2D8B}" vid="{BBB58AB2-6CBA-40BD-9C17-C36F22247AC9}"/>
    </a:ext>
  </a:extLst>
</a:theme>
</file>

<file path=ppt/theme/theme7.xml><?xml version="1.0" encoding="utf-8"?>
<a:theme xmlns:a="http://schemas.openxmlformats.org/drawingml/2006/main" name="2_Cover options">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potx  -  Read-Only" id="{6A365DF9-8FE1-4E96-9B1A-C6520A228A78}" vid="{9AB47BF8-340E-4C18-9346-E35535F40BC9}"/>
    </a:ext>
  </a:extLst>
</a:theme>
</file>

<file path=ppt/theme/theme8.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2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potx  -  Read-Only" id="{6A365DF9-8FE1-4E96-9B1A-C6520A228A78}" vid="{44B8771E-47FE-4A31-B8FA-EA7ECED5C755}"/>
    </a:ext>
  </a:extLst>
</a:theme>
</file>

<file path=ppt/theme/theme10.xml><?xml version="1.0" encoding="utf-8"?>
<a:theme xmlns:a="http://schemas.openxmlformats.org/drawingml/2006/main" name="3_Cover options">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potx  -  Read-Only" id="{6A365DF9-8FE1-4E96-9B1A-C6520A228A78}" vid="{9AB47BF8-340E-4C18-9346-E35535F40BC9}"/>
    </a:ext>
  </a:extLst>
</a:theme>
</file>

<file path=ppt/theme/theme11.xml><?xml version="1.0" encoding="utf-8"?>
<a:theme xmlns:a="http://schemas.openxmlformats.org/drawingml/2006/main" name="3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ank.potx" id="{3E3F5D1A-ED41-4B07-953F-D7235DC8D2F7}" vid="{E2C8EFD2-C47B-4F8F-AC84-D11D02546CC1}"/>
    </a:ext>
  </a:extLst>
</a:theme>
</file>

<file path=ppt/theme/theme12.xml><?xml version="1.0" encoding="utf-8"?>
<a:theme xmlns:a="http://schemas.openxmlformats.org/drawingml/2006/main" name="2_Office Theme">
  <a:themeElements>
    <a:clrScheme name="Cap PPL">
      <a:dk1>
        <a:srgbClr val="000000"/>
      </a:dk1>
      <a:lt1>
        <a:srgbClr val="FFFFFF"/>
      </a:lt1>
      <a:dk2>
        <a:srgbClr val="44546A"/>
      </a:dk2>
      <a:lt2>
        <a:srgbClr val="FDF8E7"/>
      </a:lt2>
      <a:accent1>
        <a:srgbClr val="00AC98"/>
      </a:accent1>
      <a:accent2>
        <a:srgbClr val="D1363C"/>
      </a:accent2>
      <a:accent3>
        <a:srgbClr val="A5A5A5"/>
      </a:accent3>
      <a:accent4>
        <a:srgbClr val="E6D008"/>
      </a:accent4>
      <a:accent5>
        <a:srgbClr val="B1F49C"/>
      </a:accent5>
      <a:accent6>
        <a:srgbClr val="E35E5A"/>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4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potx  -  Read-Only" id="{6A365DF9-8FE1-4E96-9B1A-C6520A228A78}" vid="{44B8771E-47FE-4A31-B8FA-EA7ECED5C755}"/>
    </a:ext>
  </a:extLst>
</a:theme>
</file>

<file path=ppt/theme/theme14.xml><?xml version="1.0" encoding="utf-8"?>
<a:theme xmlns:a="http://schemas.openxmlformats.org/drawingml/2006/main" name="5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F0ABCCD-AABB-4560-9C10-C287982C2D8B}" vid="{DD90590F-AF27-4572-9F15-455A40960364}"/>
    </a:ext>
  </a:extLst>
</a:theme>
</file>

<file path=ppt/theme/theme1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d6d1f02ff7955b5a74455c81c0826e63">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0e1ee9358fcf16fc9680f5c3c1684deb"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8C70575-F8C9-4909-8A54-5243F91B0B22}">
  <ds:schemaRefs>
    <ds:schemaRef ds:uri="http://schemas.microsoft.com/office/2006/metadata/properties"/>
    <ds:schemaRef ds:uri="http://schemas.microsoft.com/office/2006/documentManagement/types"/>
    <ds:schemaRef ds:uri="b10c6de1-a7f6-434b-951e-bdc93612f387"/>
    <ds:schemaRef ds:uri="88f2f971-cb44-4623-82f5-63ffe05e04ff"/>
    <ds:schemaRef ds:uri="http://purl.org/dc/elements/1.1/"/>
    <ds:schemaRef ds:uri="http://schemas.openxmlformats.org/package/2006/metadata/core-properties"/>
    <ds:schemaRef ds:uri="http://schemas.microsoft.com/office/infopath/2007/PartnerControls"/>
    <ds:schemaRef ds:uri="http://purl.org/dc/terms/"/>
    <ds:schemaRef ds:uri="http://www.w3.org/XML/1998/namespace"/>
    <ds:schemaRef ds:uri="http://purl.org/dc/dcmitype/"/>
  </ds:schemaRefs>
</ds:datastoreItem>
</file>

<file path=customXml/itemProps2.xml><?xml version="1.0" encoding="utf-8"?>
<ds:datastoreItem xmlns:ds="http://schemas.openxmlformats.org/officeDocument/2006/customXml" ds:itemID="{C7F2A859-73E6-4F99-8F3C-0B2A58CBFC9A}">
  <ds:schemaRefs>
    <ds:schemaRef ds:uri="http://schemas.microsoft.com/sharepoint/v3/contenttype/forms"/>
  </ds:schemaRefs>
</ds:datastoreItem>
</file>

<file path=customXml/itemProps3.xml><?xml version="1.0" encoding="utf-8"?>
<ds:datastoreItem xmlns:ds="http://schemas.openxmlformats.org/officeDocument/2006/customXml" ds:itemID="{45AA44C1-29B8-4ED0-8DC2-05AC2BC49A05}"/>
</file>

<file path=docMetadata/LabelInfo.xml><?xml version="1.0" encoding="utf-8"?>
<clbl:labelList xmlns:clbl="http://schemas.microsoft.com/office/2020/mipLabelMetadata">
  <clbl:label id="{76a2ae5a-9f00-4f6b-95ed-5d33d77c4d61}" enabled="0" method="" siteId="{76a2ae5a-9f00-4f6b-95ed-5d33d77c4d61}" removed="1"/>
</clbl:labelList>
</file>

<file path=docProps/app.xml><?xml version="1.0" encoding="utf-8"?>
<Properties xmlns="http://schemas.openxmlformats.org/officeDocument/2006/extended-properties" xmlns:vt="http://schemas.openxmlformats.org/officeDocument/2006/docPropsVTypes">
  <TotalTime>15386</TotalTime>
  <Words>1175</Words>
  <Application>Microsoft Office PowerPoint</Application>
  <PresentationFormat>Widescreen</PresentationFormat>
  <Paragraphs>180</Paragraphs>
  <Slides>15</Slides>
  <Notes>1</Notes>
  <HiddenSlides>0</HiddenSlides>
  <MMClips>0</MMClips>
  <ScaleCrop>false</ScaleCrop>
  <HeadingPairs>
    <vt:vector size="8" baseType="variant">
      <vt:variant>
        <vt:lpstr>Fonts Used</vt:lpstr>
      </vt:variant>
      <vt:variant>
        <vt:i4>9</vt:i4>
      </vt:variant>
      <vt:variant>
        <vt:lpstr>Theme</vt:lpstr>
      </vt:variant>
      <vt:variant>
        <vt:i4>14</vt:i4>
      </vt:variant>
      <vt:variant>
        <vt:lpstr>Embedded OLE Servers</vt:lpstr>
      </vt:variant>
      <vt:variant>
        <vt:i4>1</vt:i4>
      </vt:variant>
      <vt:variant>
        <vt:lpstr>Slide Titles</vt:lpstr>
      </vt:variant>
      <vt:variant>
        <vt:i4>15</vt:i4>
      </vt:variant>
    </vt:vector>
  </HeadingPairs>
  <TitlesOfParts>
    <vt:vector size="39" baseType="lpstr">
      <vt:lpstr>Aptos</vt:lpstr>
      <vt:lpstr>Arial</vt:lpstr>
      <vt:lpstr>Calibri</vt:lpstr>
      <vt:lpstr>EYInterstate Light</vt:lpstr>
      <vt:lpstr>Montserrat</vt:lpstr>
      <vt:lpstr>Publico Headline Web</vt:lpstr>
      <vt:lpstr>Times New Roman</vt:lpstr>
      <vt:lpstr>Verdana</vt:lpstr>
      <vt:lpstr>Wingdings</vt:lpstr>
      <vt:lpstr>1_Cover options</vt:lpstr>
      <vt:lpstr>Capgemini Master</vt:lpstr>
      <vt:lpstr>1_Capgemini Master</vt:lpstr>
      <vt:lpstr>Cover options</vt:lpstr>
      <vt:lpstr>1_Divider Options</vt:lpstr>
      <vt:lpstr>Boiler Plate</vt:lpstr>
      <vt:lpstr>2_Cover options</vt:lpstr>
      <vt:lpstr>Custom Design</vt:lpstr>
      <vt:lpstr>2_Capgemini Master</vt:lpstr>
      <vt:lpstr>3_Cover options</vt:lpstr>
      <vt:lpstr>3_Capgemini Master</vt:lpstr>
      <vt:lpstr>2_Office Theme</vt:lpstr>
      <vt:lpstr>4_Capgemini Master</vt:lpstr>
      <vt:lpstr>5_Capgemini Master</vt:lpstr>
      <vt:lpstr>think-cell Slide</vt:lpstr>
      <vt:lpstr>PowerPoint Presentation</vt:lpstr>
      <vt:lpstr>  Objectives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Tool comparison</vt:lpstr>
      <vt:lpstr>Pros and Cons</vt:lpstr>
      <vt:lpstr>Conclusion</vt:lpstr>
      <vt:lpstr>Appendix - 1</vt:lpstr>
      <vt:lpstr>Appendix - 2</vt:lpstr>
      <vt:lpstr>Appendix - 3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Rowe, Chris</dc:creator>
  <cp:lastModifiedBy>Illinda, Sridhar</cp:lastModifiedBy>
  <cp:revision>99</cp:revision>
  <cp:lastPrinted>2020-09-17T19:35:49Z</cp:lastPrinted>
  <dcterms:created xsi:type="dcterms:W3CDTF">2020-02-26T14:35:40Z</dcterms:created>
  <dcterms:modified xsi:type="dcterms:W3CDTF">2024-08-07T10:02:27Z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ies>
</file>